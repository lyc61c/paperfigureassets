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955c8b84c4d49" /><Relationship Type="http://schemas.openxmlformats.org/officeDocument/2006/relationships/extended-properties" Target="/docProps/app.xml" Id="R05acfb5584354910" /><Relationship Type="http://schemas.openxmlformats.org/officeDocument/2006/relationships/officeDocument" Target="/ppt/presentation.xml" Id="R67fd5d3433324f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7e7cc4dd7d4fa6"/>
  </p:sldMasterIdLst>
  <p:notesMasterIdLst>
    <p:notesMasterId xmlns:r="http://schemas.openxmlformats.org/officeDocument/2006/relationships" r:id="R5659ef2f3ba947b6"/>
  </p:notesMasterIdLst>
  <p:sldIdLst>
    <p:sldId xmlns:r="http://schemas.openxmlformats.org/officeDocument/2006/relationships" id="256" r:id="Rfc262d983db94c28"/>
  </p:sldIdLst>
  <p:sldSz cx="15630525" cy="7153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54dd06ac904009" /><Relationship Type="http://schemas.openxmlformats.org/officeDocument/2006/relationships/slideMaster" Target="/ppt/slideMasters/slideMaster1.xml" Id="R547e7cc4dd7d4fa6" /><Relationship Type="http://schemas.openxmlformats.org/officeDocument/2006/relationships/notesMaster" Target="/ppt/notesMasters/notesMaster1.xml" Id="R5659ef2f3ba947b6" /><Relationship Type="http://schemas.openxmlformats.org/officeDocument/2006/relationships/presProps" Target="/ppt/presProps.xml" Id="Rf56e94cbe0c34733" /><Relationship Type="http://schemas.openxmlformats.org/officeDocument/2006/relationships/tableStyles" Target="/ppt/tableStyles.xml" Id="Raeced4616ea84ec8" /><Relationship Type="http://schemas.openxmlformats.org/officeDocument/2006/relationships/slide" Target="/ppt/slides/slide1.xml" Id="Rfc262d983db9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d907d8fd9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ac5c0c56754251" /><Relationship Type="http://schemas.openxmlformats.org/officeDocument/2006/relationships/notesMaster" Target="/ppt/notesMasters/notesMaster1.xml" Id="R72f5788e686b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PAT Alignment and Selective Underfitting Mechanisms</a:t>
            </a:r>
          </a:p>
          <a:p xmlns:a="http://schemas.openxmlformats.org/drawingml/2006/main">
            <a:r>
              <a:t>Source: https://arxiv.org/abs/2510.01378</a:t>
            </a:r>
          </a:p>
          <a:p xmlns:a="http://schemas.openxmlformats.org/drawingml/2006/main">
            <a:r>
              <a:t>Approved image: image1.png; SHA-256: 0760197801af480dfd6e928f94434875ab75c8e3db6a1cc5b67c15e75cb3d1bd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(2).</a:t>
            </a:r>
          </a:p>
          <a:p xmlns:a="http://schemas.openxmlformats.org/drawingml/2006/main">
            <a:r>
              <a:t>Font substitution: source PDF families mapped to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2b465d23345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29389392045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0d21527a741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d2089daf947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e572ce3e241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5d17514f646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12A516-53E7-42DE-91CB-5226D8C3C5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63053" y="2702348"/>
            <a:ext cx="12504420" cy="1033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2167FD-8936-4E74-879A-4CB9938926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44579" y="3934301"/>
            <a:ext cx="10941368" cy="79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6A469C-CAF6-414C-895C-F74EBC909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63053" y="2980531"/>
            <a:ext cx="12504420" cy="1192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5422B8-2557-4718-B778-36F4047FF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9217" y="556366"/>
            <a:ext cx="13872091" cy="874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5D9DD3-9DB3-43EA-B425-DF23E4845E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9217" y="1987021"/>
            <a:ext cx="13872091" cy="44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44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1pPr>
            <a:lvl2pPr marL="55636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2pPr>
            <a:lvl3pPr marL="87428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3pPr>
            <a:lvl4pPr marL="119221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4pPr>
            <a:lvl5pPr marL="151013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5pPr>
            <a:lvl6pPr marL="182805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6pPr>
            <a:lvl7pPr marL="214598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7pPr>
            <a:lvl8pPr marL="246390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8pPr>
            <a:lvl9pPr marL="278182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8964E2-F35B-4877-B83E-270656F20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9217" y="556366"/>
            <a:ext cx="13872091" cy="874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8118A9-2C96-4CD5-B307-CD2EED68C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9217" y="1987021"/>
            <a:ext cx="6447592" cy="44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44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1pPr>
            <a:lvl2pPr marL="55636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2pPr>
            <a:lvl3pPr marL="87428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3pPr>
            <a:lvl4pPr marL="119221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4pPr>
            <a:lvl5pPr marL="151013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5pPr>
            <a:lvl6pPr marL="182805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6pPr>
            <a:lvl7pPr marL="214598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7pPr>
            <a:lvl8pPr marL="246390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8pPr>
            <a:lvl9pPr marL="278182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034332-8ED7-4D53-A20C-AD9E11A402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03716" y="1987021"/>
            <a:ext cx="6447592" cy="44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44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1pPr>
            <a:lvl2pPr marL="55636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2pPr>
            <a:lvl3pPr marL="87428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3pPr>
            <a:lvl4pPr marL="119221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4pPr>
            <a:lvl5pPr marL="151013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5pPr>
            <a:lvl6pPr marL="182805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6pPr>
            <a:lvl7pPr marL="214598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7pPr>
            <a:lvl8pPr marL="246390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8pPr>
            <a:lvl9pPr marL="278182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91EEB4-BE7A-4149-A8B4-507384E8C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9217" y="556366"/>
            <a:ext cx="13872091" cy="874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F8A3E0-AB31-47A6-9EAB-F54E7049B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79217" y="1987021"/>
            <a:ext cx="6447592" cy="44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44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1pPr>
            <a:lvl2pPr marL="55636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2pPr>
            <a:lvl3pPr marL="87428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3pPr>
            <a:lvl4pPr marL="119221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4pPr>
            <a:lvl5pPr marL="151013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5pPr>
            <a:lvl6pPr marL="182805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6pPr>
            <a:lvl7pPr marL="2145983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7pPr>
            <a:lvl8pPr marL="2463906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8pPr>
            <a:lvl9pPr marL="2781829" indent="-238443">
              <a:lnSpc>
                <a:spcPct val="110000"/>
              </a:lnSpc>
              <a:spcBef>
                <a:spcPts val="0"/>
              </a:spcBef>
              <a:spcAft>
                <a:spcPts val="12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aca6f5e4af4b68" /><Relationship Type="http://schemas.openxmlformats.org/officeDocument/2006/relationships/slideLayout" Target="/ppt/slideLayouts/slideLayout1.xml" Id="Ra6d6ca4fc5b54906" /><Relationship Type="http://schemas.openxmlformats.org/officeDocument/2006/relationships/slideLayout" Target="/ppt/slideLayouts/slideLayout2.xml" Id="R456f8b72356d44f1" /><Relationship Type="http://schemas.openxmlformats.org/officeDocument/2006/relationships/slideLayout" Target="/ppt/slideLayouts/slideLayout3.xml" Id="Ra7a50c8d0c4d44fd" /><Relationship Type="http://schemas.openxmlformats.org/officeDocument/2006/relationships/slideLayout" Target="/ppt/slideLayouts/slideLayout4.xml" Id="R3bacd035b97d4813" /><Relationship Type="http://schemas.openxmlformats.org/officeDocument/2006/relationships/slideLayout" Target="/ppt/slideLayouts/slideLayout5.xml" Id="R3b9bca46fc1b47c0" /><Relationship Type="http://schemas.openxmlformats.org/officeDocument/2006/relationships/slideLayout" Target="/ppt/slideLayouts/slideLayout6.xml" Id="Rfd61a93f737f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6ca4fc5b54906"/>
    <p:sldLayoutId xmlns:r="http://schemas.openxmlformats.org/officeDocument/2006/relationships" id="2147483650" r:id="R456f8b72356d44f1"/>
    <p:sldLayoutId xmlns:r="http://schemas.openxmlformats.org/officeDocument/2006/relationships" id="2147483651" r:id="Ra7a50c8d0c4d44fd"/>
    <p:sldLayoutId xmlns:r="http://schemas.openxmlformats.org/officeDocument/2006/relationships" id="2147483652" r:id="R3bacd035b97d4813"/>
    <p:sldLayoutId xmlns:r="http://schemas.openxmlformats.org/officeDocument/2006/relationships" id="2147483653" r:id="R3b9bca46fc1b47c0"/>
    <p:sldLayoutId xmlns:r="http://schemas.openxmlformats.org/officeDocument/2006/relationships" id="2147483654" r:id="Rfd61a93f737f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33c6eb08d461b" /><Relationship Type="http://schemas.openxmlformats.org/officeDocument/2006/relationships/image" Target="/ppt/media/image.png" Id="R674c169b4655493c" /><Relationship Type="http://schemas.openxmlformats.org/officeDocument/2006/relationships/image" Target="/ppt/media/image2.png" Id="Rdf51ace0dd064cae" /><Relationship Type="http://schemas.openxmlformats.org/officeDocument/2006/relationships/notesSlide" Target="/ppt/notesSlides/notesSlide1.xml" Id="Rd47a2fc13b46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30" name="path-1">
            <a:extLst xmlns:a="http://schemas.openxmlformats.org/drawingml/2006/main">
              <a:ext uri="{FF2B5EF4-FFF2-40B4-BE49-F238E27FC236}">
                <a16:creationId xmlns:a16="http://schemas.microsoft.com/office/drawing/2014/main" id="{D8CB54B1-9F94-48DA-AFC4-29C3DD9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207994"/>
            <a:ext cx="7367043" cy="2762641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48CFC0D0-97D1-41EC-97CC-E14AE3D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980" y="2666781"/>
            <a:ext cx="1440350" cy="301732"/>
          </a:xfrm>
          <a:custGeom xmlns:a="http://schemas.openxmlformats.org/drawingml/2006/main">
            <a:pathLst>
              <a:path w="1440350" h="301732">
                <a:moveTo>
                  <a:pt x="145362" y="230184"/>
                </a:moveTo>
                <a:lnTo>
                  <a:pt x="110236" y="123509"/>
                </a:lnTo>
                <a:cubicBezTo>
                  <a:pt x="102034" y="123617"/>
                  <a:pt x="93617" y="122808"/>
                  <a:pt x="84984" y="121081"/>
                </a:cubicBezTo>
                <a:lnTo>
                  <a:pt x="66044" y="187449"/>
                </a:lnTo>
                <a:cubicBezTo>
                  <a:pt x="63562" y="196083"/>
                  <a:pt x="62322" y="203367"/>
                  <a:pt x="62322" y="209302"/>
                </a:cubicBezTo>
                <a:cubicBezTo>
                  <a:pt x="62322" y="213834"/>
                  <a:pt x="63886" y="217396"/>
                  <a:pt x="67016" y="219985"/>
                </a:cubicBezTo>
                <a:cubicBezTo>
                  <a:pt x="69390" y="221928"/>
                  <a:pt x="75865" y="223331"/>
                  <a:pt x="86440" y="224194"/>
                </a:cubicBezTo>
                <a:lnTo>
                  <a:pt x="84984" y="230184"/>
                </a:lnTo>
                <a:lnTo>
                  <a:pt x="0" y="230184"/>
                </a:lnTo>
                <a:lnTo>
                  <a:pt x="1781" y="224194"/>
                </a:lnTo>
                <a:cubicBezTo>
                  <a:pt x="9766" y="223871"/>
                  <a:pt x="15162" y="223061"/>
                  <a:pt x="17968" y="221766"/>
                </a:cubicBezTo>
                <a:cubicBezTo>
                  <a:pt x="22393" y="219932"/>
                  <a:pt x="25630" y="217450"/>
                  <a:pt x="27680" y="214320"/>
                </a:cubicBezTo>
                <a:cubicBezTo>
                  <a:pt x="31134" y="209248"/>
                  <a:pt x="34749" y="200291"/>
                  <a:pt x="38526" y="187449"/>
                </a:cubicBezTo>
                <a:lnTo>
                  <a:pt x="76890" y="54875"/>
                </a:lnTo>
                <a:cubicBezTo>
                  <a:pt x="79480" y="46026"/>
                  <a:pt x="80775" y="39173"/>
                  <a:pt x="80775" y="34317"/>
                </a:cubicBezTo>
                <a:cubicBezTo>
                  <a:pt x="80775" y="29353"/>
                  <a:pt x="78725" y="25144"/>
                  <a:pt x="74624" y="21691"/>
                </a:cubicBezTo>
                <a:cubicBezTo>
                  <a:pt x="70631" y="18237"/>
                  <a:pt x="64858" y="16565"/>
                  <a:pt x="57303" y="16673"/>
                </a:cubicBezTo>
                <a:lnTo>
                  <a:pt x="59246" y="10684"/>
                </a:lnTo>
                <a:lnTo>
                  <a:pt x="130794" y="10684"/>
                </a:lnTo>
                <a:cubicBezTo>
                  <a:pt x="154751" y="10684"/>
                  <a:pt x="172018" y="15216"/>
                  <a:pt x="182593" y="24281"/>
                </a:cubicBezTo>
                <a:cubicBezTo>
                  <a:pt x="193169" y="33346"/>
                  <a:pt x="198457" y="45271"/>
                  <a:pt x="198457" y="60055"/>
                </a:cubicBezTo>
                <a:cubicBezTo>
                  <a:pt x="198457" y="74192"/>
                  <a:pt x="193007" y="87142"/>
                  <a:pt x="182108" y="98905"/>
                </a:cubicBezTo>
                <a:cubicBezTo>
                  <a:pt x="171316" y="110559"/>
                  <a:pt x="156478" y="117952"/>
                  <a:pt x="137593" y="121081"/>
                </a:cubicBezTo>
                <a:lnTo>
                  <a:pt x="158960" y="185345"/>
                </a:lnTo>
                <a:cubicBezTo>
                  <a:pt x="164140" y="201101"/>
                  <a:pt x="169320" y="211352"/>
                  <a:pt x="174500" y="216101"/>
                </a:cubicBezTo>
                <a:cubicBezTo>
                  <a:pt x="179680" y="220849"/>
                  <a:pt x="188043" y="223547"/>
                  <a:pt x="199590" y="224194"/>
                </a:cubicBezTo>
                <a:lnTo>
                  <a:pt x="197809" y="230184"/>
                </a:lnTo>
                <a:lnTo>
                  <a:pt x="145362" y="230184"/>
                </a:lnTo>
                <a:moveTo>
                  <a:pt x="87736" y="111854"/>
                </a:moveTo>
                <a:cubicBezTo>
                  <a:pt x="94642" y="112826"/>
                  <a:pt x="100793" y="113311"/>
                  <a:pt x="106189" y="113311"/>
                </a:cubicBezTo>
                <a:cubicBezTo>
                  <a:pt x="124750" y="113311"/>
                  <a:pt x="139427" y="108185"/>
                  <a:pt x="150219" y="97933"/>
                </a:cubicBezTo>
                <a:cubicBezTo>
                  <a:pt x="161011" y="87573"/>
                  <a:pt x="166406" y="74731"/>
                  <a:pt x="166406" y="59407"/>
                </a:cubicBezTo>
                <a:cubicBezTo>
                  <a:pt x="166406" y="47429"/>
                  <a:pt x="163006" y="38256"/>
                  <a:pt x="156208" y="31889"/>
                </a:cubicBezTo>
                <a:cubicBezTo>
                  <a:pt x="149517" y="25522"/>
                  <a:pt x="139427" y="22338"/>
                  <a:pt x="125938" y="22338"/>
                </a:cubicBezTo>
                <a:cubicBezTo>
                  <a:pt x="122484" y="22338"/>
                  <a:pt x="118383" y="22770"/>
                  <a:pt x="113635" y="23633"/>
                </a:cubicBezTo>
                <a:lnTo>
                  <a:pt x="87736" y="111854"/>
                </a:lnTo>
                <a:moveTo>
                  <a:pt x="249771" y="169158"/>
                </a:moveTo>
                <a:cubicBezTo>
                  <a:pt x="249015" y="174553"/>
                  <a:pt x="248638" y="179032"/>
                  <a:pt x="248638" y="182593"/>
                </a:cubicBezTo>
                <a:cubicBezTo>
                  <a:pt x="248638" y="192198"/>
                  <a:pt x="252037" y="200399"/>
                  <a:pt x="258836" y="207198"/>
                </a:cubicBezTo>
                <a:cubicBezTo>
                  <a:pt x="265635" y="213889"/>
                  <a:pt x="273890" y="217234"/>
                  <a:pt x="283602" y="217234"/>
                </a:cubicBezTo>
                <a:cubicBezTo>
                  <a:pt x="291372" y="217234"/>
                  <a:pt x="298818" y="215669"/>
                  <a:pt x="305941" y="212540"/>
                </a:cubicBezTo>
                <a:cubicBezTo>
                  <a:pt x="313171" y="209302"/>
                  <a:pt x="323855" y="202234"/>
                  <a:pt x="337992" y="191334"/>
                </a:cubicBezTo>
                <a:lnTo>
                  <a:pt x="341391" y="196029"/>
                </a:lnTo>
                <a:cubicBezTo>
                  <a:pt x="315816" y="221389"/>
                  <a:pt x="291426" y="234069"/>
                  <a:pt x="268224" y="234069"/>
                </a:cubicBezTo>
                <a:cubicBezTo>
                  <a:pt x="252469" y="234069"/>
                  <a:pt x="240598" y="229105"/>
                  <a:pt x="232612" y="219176"/>
                </a:cubicBezTo>
                <a:cubicBezTo>
                  <a:pt x="224627" y="209248"/>
                  <a:pt x="220634" y="198295"/>
                  <a:pt x="220634" y="186316"/>
                </a:cubicBezTo>
                <a:cubicBezTo>
                  <a:pt x="220634" y="170237"/>
                  <a:pt x="225598" y="153780"/>
                  <a:pt x="235526" y="136945"/>
                </a:cubicBezTo>
                <a:cubicBezTo>
                  <a:pt x="245454" y="120110"/>
                  <a:pt x="257919" y="107052"/>
                  <a:pt x="272919" y="97771"/>
                </a:cubicBezTo>
                <a:cubicBezTo>
                  <a:pt x="287919" y="88383"/>
                  <a:pt x="303351" y="83688"/>
                  <a:pt x="319215" y="83688"/>
                </a:cubicBezTo>
                <a:cubicBezTo>
                  <a:pt x="330654" y="83688"/>
                  <a:pt x="339125" y="86009"/>
                  <a:pt x="344629" y="90649"/>
                </a:cubicBezTo>
                <a:cubicBezTo>
                  <a:pt x="350132" y="95290"/>
                  <a:pt x="352884" y="100793"/>
                  <a:pt x="352884" y="107160"/>
                </a:cubicBezTo>
                <a:cubicBezTo>
                  <a:pt x="352884" y="116117"/>
                  <a:pt x="349323" y="124696"/>
                  <a:pt x="342201" y="132898"/>
                </a:cubicBezTo>
                <a:cubicBezTo>
                  <a:pt x="332812" y="143582"/>
                  <a:pt x="318999" y="152215"/>
                  <a:pt x="300761" y="158798"/>
                </a:cubicBezTo>
                <a:cubicBezTo>
                  <a:pt x="288675" y="163222"/>
                  <a:pt x="271677" y="166675"/>
                  <a:pt x="249771" y="169158"/>
                </a:cubicBezTo>
                <a:moveTo>
                  <a:pt x="250904" y="161226"/>
                </a:moveTo>
                <a:cubicBezTo>
                  <a:pt x="266875" y="159391"/>
                  <a:pt x="279880" y="156262"/>
                  <a:pt x="289915" y="151837"/>
                </a:cubicBezTo>
                <a:cubicBezTo>
                  <a:pt x="303189" y="145902"/>
                  <a:pt x="313118" y="138833"/>
                  <a:pt x="319700" y="130632"/>
                </a:cubicBezTo>
                <a:cubicBezTo>
                  <a:pt x="326391" y="122322"/>
                  <a:pt x="329736" y="114444"/>
                  <a:pt x="329736" y="106998"/>
                </a:cubicBezTo>
                <a:cubicBezTo>
                  <a:pt x="329736" y="102465"/>
                  <a:pt x="328280" y="98796"/>
                  <a:pt x="325366" y="95991"/>
                </a:cubicBezTo>
                <a:cubicBezTo>
                  <a:pt x="322560" y="93185"/>
                  <a:pt x="318513" y="91782"/>
                  <a:pt x="313225" y="91782"/>
                </a:cubicBezTo>
                <a:cubicBezTo>
                  <a:pt x="302218" y="91782"/>
                  <a:pt x="290509" y="97663"/>
                  <a:pt x="278099" y="109426"/>
                </a:cubicBezTo>
                <a:cubicBezTo>
                  <a:pt x="265797" y="121081"/>
                  <a:pt x="256731" y="138348"/>
                  <a:pt x="250904" y="161226"/>
                </a:cubicBezTo>
                <a:moveTo>
                  <a:pt x="530298" y="93725"/>
                </a:moveTo>
                <a:lnTo>
                  <a:pt x="525603" y="110559"/>
                </a:lnTo>
                <a:lnTo>
                  <a:pt x="498570" y="110559"/>
                </a:lnTo>
                <a:cubicBezTo>
                  <a:pt x="500621" y="116387"/>
                  <a:pt x="501646" y="121837"/>
                  <a:pt x="501646" y="126908"/>
                </a:cubicBezTo>
                <a:cubicBezTo>
                  <a:pt x="501646" y="141153"/>
                  <a:pt x="495603" y="153833"/>
                  <a:pt x="483516" y="164949"/>
                </a:cubicBezTo>
                <a:cubicBezTo>
                  <a:pt x="471322" y="176064"/>
                  <a:pt x="454595" y="182216"/>
                  <a:pt x="433336" y="183402"/>
                </a:cubicBezTo>
                <a:cubicBezTo>
                  <a:pt x="421896" y="186856"/>
                  <a:pt x="413317" y="190956"/>
                  <a:pt x="407598" y="195705"/>
                </a:cubicBezTo>
                <a:cubicBezTo>
                  <a:pt x="405439" y="197432"/>
                  <a:pt x="404360" y="199212"/>
                  <a:pt x="404360" y="201047"/>
                </a:cubicBezTo>
                <a:cubicBezTo>
                  <a:pt x="404360" y="203205"/>
                  <a:pt x="405331" y="205201"/>
                  <a:pt x="407274" y="207036"/>
                </a:cubicBezTo>
                <a:cubicBezTo>
                  <a:pt x="409216" y="208763"/>
                  <a:pt x="414126" y="210543"/>
                  <a:pt x="422004" y="212378"/>
                </a:cubicBezTo>
                <a:lnTo>
                  <a:pt x="453407" y="219662"/>
                </a:lnTo>
                <a:cubicBezTo>
                  <a:pt x="470782" y="223763"/>
                  <a:pt x="482275" y="228619"/>
                  <a:pt x="487887" y="234230"/>
                </a:cubicBezTo>
                <a:cubicBezTo>
                  <a:pt x="493390" y="239950"/>
                  <a:pt x="496142" y="246533"/>
                  <a:pt x="496142" y="253979"/>
                </a:cubicBezTo>
                <a:cubicBezTo>
                  <a:pt x="496142" y="262828"/>
                  <a:pt x="492851" y="270922"/>
                  <a:pt x="486268" y="278260"/>
                </a:cubicBezTo>
                <a:cubicBezTo>
                  <a:pt x="479793" y="285598"/>
                  <a:pt x="470243" y="291318"/>
                  <a:pt x="457616" y="295419"/>
                </a:cubicBezTo>
                <a:cubicBezTo>
                  <a:pt x="445098" y="299627"/>
                  <a:pt x="431231" y="301732"/>
                  <a:pt x="416015" y="301732"/>
                </a:cubicBezTo>
                <a:cubicBezTo>
                  <a:pt x="402633" y="301732"/>
                  <a:pt x="390439" y="300113"/>
                  <a:pt x="379432" y="296876"/>
                </a:cubicBezTo>
                <a:cubicBezTo>
                  <a:pt x="368424" y="293746"/>
                  <a:pt x="360546" y="289484"/>
                  <a:pt x="355798" y="284088"/>
                </a:cubicBezTo>
                <a:cubicBezTo>
                  <a:pt x="351050" y="278692"/>
                  <a:pt x="348676" y="273134"/>
                  <a:pt x="348676" y="267415"/>
                </a:cubicBezTo>
                <a:cubicBezTo>
                  <a:pt x="348676" y="262775"/>
                  <a:pt x="350241" y="257918"/>
                  <a:pt x="353370" y="252846"/>
                </a:cubicBezTo>
                <a:cubicBezTo>
                  <a:pt x="356392" y="247882"/>
                  <a:pt x="360223" y="243781"/>
                  <a:pt x="364863" y="240544"/>
                </a:cubicBezTo>
                <a:cubicBezTo>
                  <a:pt x="367777" y="238493"/>
                  <a:pt x="376032" y="233637"/>
                  <a:pt x="389630" y="225975"/>
                </a:cubicBezTo>
                <a:cubicBezTo>
                  <a:pt x="384666" y="222090"/>
                  <a:pt x="382184" y="217828"/>
                  <a:pt x="382184" y="213187"/>
                </a:cubicBezTo>
                <a:cubicBezTo>
                  <a:pt x="382184" y="208870"/>
                  <a:pt x="384342" y="204284"/>
                  <a:pt x="388658" y="199428"/>
                </a:cubicBezTo>
                <a:cubicBezTo>
                  <a:pt x="393083" y="194572"/>
                  <a:pt x="402364" y="189230"/>
                  <a:pt x="416500" y="183402"/>
                </a:cubicBezTo>
                <a:cubicBezTo>
                  <a:pt x="404630" y="181136"/>
                  <a:pt x="395187" y="176172"/>
                  <a:pt x="388173" y="168510"/>
                </a:cubicBezTo>
                <a:cubicBezTo>
                  <a:pt x="381266" y="160848"/>
                  <a:pt x="377813" y="152323"/>
                  <a:pt x="377813" y="142934"/>
                </a:cubicBezTo>
                <a:cubicBezTo>
                  <a:pt x="377813" y="127610"/>
                  <a:pt x="384504" y="113905"/>
                  <a:pt x="397885" y="101818"/>
                </a:cubicBezTo>
                <a:cubicBezTo>
                  <a:pt x="411375" y="89732"/>
                  <a:pt x="429289" y="83688"/>
                  <a:pt x="451627" y="83688"/>
                </a:cubicBezTo>
                <a:cubicBezTo>
                  <a:pt x="459721" y="83688"/>
                  <a:pt x="466358" y="84498"/>
                  <a:pt x="471538" y="86116"/>
                </a:cubicBezTo>
                <a:cubicBezTo>
                  <a:pt x="476717" y="87735"/>
                  <a:pt x="481736" y="90271"/>
                  <a:pt x="486592" y="93725"/>
                </a:cubicBezTo>
                <a:lnTo>
                  <a:pt x="530298" y="93725"/>
                </a:lnTo>
                <a:moveTo>
                  <a:pt x="474128" y="119139"/>
                </a:moveTo>
                <a:cubicBezTo>
                  <a:pt x="474128" y="110505"/>
                  <a:pt x="471699" y="103707"/>
                  <a:pt x="466843" y="98743"/>
                </a:cubicBezTo>
                <a:cubicBezTo>
                  <a:pt x="462095" y="93779"/>
                  <a:pt x="455836" y="91296"/>
                  <a:pt x="448066" y="91296"/>
                </a:cubicBezTo>
                <a:cubicBezTo>
                  <a:pt x="435871" y="91296"/>
                  <a:pt x="425781" y="97448"/>
                  <a:pt x="417796" y="109750"/>
                </a:cubicBezTo>
                <a:cubicBezTo>
                  <a:pt x="409918" y="121944"/>
                  <a:pt x="405979" y="134679"/>
                  <a:pt x="405979" y="147952"/>
                </a:cubicBezTo>
                <a:cubicBezTo>
                  <a:pt x="405979" y="156262"/>
                  <a:pt x="408515" y="163060"/>
                  <a:pt x="413587" y="168348"/>
                </a:cubicBezTo>
                <a:cubicBezTo>
                  <a:pt x="418659" y="173636"/>
                  <a:pt x="424810" y="176280"/>
                  <a:pt x="432040" y="176280"/>
                </a:cubicBezTo>
                <a:cubicBezTo>
                  <a:pt x="437760" y="176280"/>
                  <a:pt x="443264" y="174715"/>
                  <a:pt x="448552" y="171586"/>
                </a:cubicBezTo>
                <a:cubicBezTo>
                  <a:pt x="453947" y="168456"/>
                  <a:pt x="458480" y="164140"/>
                  <a:pt x="462149" y="158635"/>
                </a:cubicBezTo>
                <a:cubicBezTo>
                  <a:pt x="465818" y="153132"/>
                  <a:pt x="468732" y="146117"/>
                  <a:pt x="470890" y="137592"/>
                </a:cubicBezTo>
                <a:cubicBezTo>
                  <a:pt x="473048" y="129067"/>
                  <a:pt x="474128" y="122916"/>
                  <a:pt x="474128" y="119139"/>
                </a:cubicBezTo>
                <a:moveTo>
                  <a:pt x="396590" y="230184"/>
                </a:moveTo>
                <a:cubicBezTo>
                  <a:pt x="387849" y="234177"/>
                  <a:pt x="381212" y="239303"/>
                  <a:pt x="376679" y="245562"/>
                </a:cubicBezTo>
                <a:cubicBezTo>
                  <a:pt x="372255" y="251821"/>
                  <a:pt x="370043" y="257972"/>
                  <a:pt x="370043" y="264015"/>
                </a:cubicBezTo>
                <a:cubicBezTo>
                  <a:pt x="370043" y="271138"/>
                  <a:pt x="373280" y="277019"/>
                  <a:pt x="379755" y="281660"/>
                </a:cubicBezTo>
                <a:cubicBezTo>
                  <a:pt x="389036" y="288351"/>
                  <a:pt x="402633" y="291696"/>
                  <a:pt x="420547" y="291696"/>
                </a:cubicBezTo>
                <a:cubicBezTo>
                  <a:pt x="435979" y="291696"/>
                  <a:pt x="449145" y="289052"/>
                  <a:pt x="460045" y="283764"/>
                </a:cubicBezTo>
                <a:cubicBezTo>
                  <a:pt x="471052" y="278584"/>
                  <a:pt x="476556" y="271840"/>
                  <a:pt x="476556" y="263530"/>
                </a:cubicBezTo>
                <a:cubicBezTo>
                  <a:pt x="476556" y="259321"/>
                  <a:pt x="474505" y="255328"/>
                  <a:pt x="470405" y="251551"/>
                </a:cubicBezTo>
                <a:cubicBezTo>
                  <a:pt x="466412" y="247774"/>
                  <a:pt x="458587" y="244699"/>
                  <a:pt x="446933" y="242324"/>
                </a:cubicBezTo>
                <a:cubicBezTo>
                  <a:pt x="440566" y="241029"/>
                  <a:pt x="423785" y="236983"/>
                  <a:pt x="396590" y="230184"/>
                </a:cubicBezTo>
                <a:moveTo>
                  <a:pt x="679383" y="87573"/>
                </a:moveTo>
                <a:lnTo>
                  <a:pt x="651217" y="184050"/>
                </a:lnTo>
                <a:cubicBezTo>
                  <a:pt x="647009" y="198403"/>
                  <a:pt x="644904" y="207467"/>
                  <a:pt x="644904" y="211245"/>
                </a:cubicBezTo>
                <a:cubicBezTo>
                  <a:pt x="644904" y="213187"/>
                  <a:pt x="645228" y="214644"/>
                  <a:pt x="645875" y="215615"/>
                </a:cubicBezTo>
                <a:cubicBezTo>
                  <a:pt x="646631" y="216479"/>
                  <a:pt x="647602" y="216910"/>
                  <a:pt x="648789" y="216910"/>
                </a:cubicBezTo>
                <a:cubicBezTo>
                  <a:pt x="650624" y="216910"/>
                  <a:pt x="652620" y="216101"/>
                  <a:pt x="654778" y="214482"/>
                </a:cubicBezTo>
                <a:cubicBezTo>
                  <a:pt x="657044" y="212756"/>
                  <a:pt x="662656" y="206065"/>
                  <a:pt x="671613" y="194409"/>
                </a:cubicBezTo>
                <a:lnTo>
                  <a:pt x="676469" y="198133"/>
                </a:lnTo>
                <a:cubicBezTo>
                  <a:pt x="667944" y="211623"/>
                  <a:pt x="659203" y="221550"/>
                  <a:pt x="650246" y="227918"/>
                </a:cubicBezTo>
                <a:cubicBezTo>
                  <a:pt x="644311" y="232019"/>
                  <a:pt x="638591" y="234069"/>
                  <a:pt x="633087" y="234069"/>
                </a:cubicBezTo>
                <a:cubicBezTo>
                  <a:pt x="628879" y="234069"/>
                  <a:pt x="625587" y="232881"/>
                  <a:pt x="623213" y="230508"/>
                </a:cubicBezTo>
                <a:cubicBezTo>
                  <a:pt x="620839" y="228133"/>
                  <a:pt x="619652" y="225058"/>
                  <a:pt x="619652" y="221281"/>
                </a:cubicBezTo>
                <a:cubicBezTo>
                  <a:pt x="619652" y="217612"/>
                  <a:pt x="620353" y="212756"/>
                  <a:pt x="621756" y="206712"/>
                </a:cubicBezTo>
                <a:cubicBezTo>
                  <a:pt x="623483" y="198727"/>
                  <a:pt x="628393" y="181352"/>
                  <a:pt x="636486" y="154589"/>
                </a:cubicBezTo>
                <a:cubicBezTo>
                  <a:pt x="618141" y="184698"/>
                  <a:pt x="602763" y="205471"/>
                  <a:pt x="590352" y="216910"/>
                </a:cubicBezTo>
                <a:cubicBezTo>
                  <a:pt x="578050" y="228349"/>
                  <a:pt x="566611" y="234069"/>
                  <a:pt x="556036" y="234069"/>
                </a:cubicBezTo>
                <a:cubicBezTo>
                  <a:pt x="551071" y="234069"/>
                  <a:pt x="546862" y="232342"/>
                  <a:pt x="543409" y="228889"/>
                </a:cubicBezTo>
                <a:cubicBezTo>
                  <a:pt x="539956" y="225436"/>
                  <a:pt x="538229" y="221065"/>
                  <a:pt x="538229" y="215777"/>
                </a:cubicBezTo>
                <a:cubicBezTo>
                  <a:pt x="538229" y="207683"/>
                  <a:pt x="540604" y="195273"/>
                  <a:pt x="545352" y="178546"/>
                </a:cubicBezTo>
                <a:lnTo>
                  <a:pt x="559435" y="128527"/>
                </a:lnTo>
                <a:cubicBezTo>
                  <a:pt x="562888" y="116548"/>
                  <a:pt x="564615" y="109103"/>
                  <a:pt x="564615" y="106189"/>
                </a:cubicBezTo>
                <a:cubicBezTo>
                  <a:pt x="564615" y="104894"/>
                  <a:pt x="564129" y="103814"/>
                  <a:pt x="563158" y="102951"/>
                </a:cubicBezTo>
                <a:cubicBezTo>
                  <a:pt x="562294" y="101980"/>
                  <a:pt x="561323" y="101494"/>
                  <a:pt x="560244" y="101494"/>
                </a:cubicBezTo>
                <a:cubicBezTo>
                  <a:pt x="557978" y="101494"/>
                  <a:pt x="555712" y="102304"/>
                  <a:pt x="553445" y="103923"/>
                </a:cubicBezTo>
                <a:cubicBezTo>
                  <a:pt x="551179" y="105541"/>
                  <a:pt x="546053" y="111530"/>
                  <a:pt x="538067" y="121890"/>
                </a:cubicBezTo>
                <a:lnTo>
                  <a:pt x="533049" y="118329"/>
                </a:lnTo>
                <a:cubicBezTo>
                  <a:pt x="541143" y="105811"/>
                  <a:pt x="549722" y="96584"/>
                  <a:pt x="558787" y="90649"/>
                </a:cubicBezTo>
                <a:cubicBezTo>
                  <a:pt x="565694" y="86009"/>
                  <a:pt x="572061" y="83688"/>
                  <a:pt x="577888" y="83688"/>
                </a:cubicBezTo>
                <a:cubicBezTo>
                  <a:pt x="581881" y="83688"/>
                  <a:pt x="585119" y="84983"/>
                  <a:pt x="587601" y="87573"/>
                </a:cubicBezTo>
                <a:cubicBezTo>
                  <a:pt x="590191" y="90055"/>
                  <a:pt x="591486" y="93293"/>
                  <a:pt x="591486" y="97285"/>
                </a:cubicBezTo>
                <a:cubicBezTo>
                  <a:pt x="591486" y="103113"/>
                  <a:pt x="589328" y="113527"/>
                  <a:pt x="585011" y="128527"/>
                </a:cubicBezTo>
                <a:lnTo>
                  <a:pt x="569795" y="180812"/>
                </a:lnTo>
                <a:cubicBezTo>
                  <a:pt x="565586" y="195057"/>
                  <a:pt x="563482" y="204068"/>
                  <a:pt x="563482" y="207845"/>
                </a:cubicBezTo>
                <a:cubicBezTo>
                  <a:pt x="563482" y="209896"/>
                  <a:pt x="564129" y="211568"/>
                  <a:pt x="565424" y="212863"/>
                </a:cubicBezTo>
                <a:cubicBezTo>
                  <a:pt x="566827" y="214050"/>
                  <a:pt x="568662" y="214644"/>
                  <a:pt x="570928" y="214644"/>
                </a:cubicBezTo>
                <a:cubicBezTo>
                  <a:pt x="574489" y="214644"/>
                  <a:pt x="579130" y="212863"/>
                  <a:pt x="584849" y="209302"/>
                </a:cubicBezTo>
                <a:cubicBezTo>
                  <a:pt x="590568" y="205741"/>
                  <a:pt x="598177" y="197863"/>
                  <a:pt x="607673" y="185669"/>
                </a:cubicBezTo>
                <a:cubicBezTo>
                  <a:pt x="617277" y="173367"/>
                  <a:pt x="625155" y="161873"/>
                  <a:pt x="631306" y="151190"/>
                </a:cubicBezTo>
                <a:cubicBezTo>
                  <a:pt x="637566" y="140398"/>
                  <a:pt x="644202" y="123293"/>
                  <a:pt x="651217" y="99876"/>
                </a:cubicBezTo>
                <a:lnTo>
                  <a:pt x="654778" y="87573"/>
                </a:lnTo>
                <a:lnTo>
                  <a:pt x="679383" y="87573"/>
                </a:lnTo>
                <a:moveTo>
                  <a:pt x="787676" y="0"/>
                </a:moveTo>
                <a:lnTo>
                  <a:pt x="732316" y="192629"/>
                </a:lnTo>
                <a:cubicBezTo>
                  <a:pt x="729618" y="202234"/>
                  <a:pt x="728269" y="208115"/>
                  <a:pt x="728269" y="210274"/>
                </a:cubicBezTo>
                <a:cubicBezTo>
                  <a:pt x="728269" y="211892"/>
                  <a:pt x="728755" y="213241"/>
                  <a:pt x="729726" y="214320"/>
                </a:cubicBezTo>
                <a:cubicBezTo>
                  <a:pt x="730805" y="215399"/>
                  <a:pt x="732100" y="215939"/>
                  <a:pt x="733610" y="215939"/>
                </a:cubicBezTo>
                <a:cubicBezTo>
                  <a:pt x="735661" y="215939"/>
                  <a:pt x="737873" y="215022"/>
                  <a:pt x="740248" y="213187"/>
                </a:cubicBezTo>
                <a:cubicBezTo>
                  <a:pt x="745859" y="208763"/>
                  <a:pt x="751740" y="201910"/>
                  <a:pt x="757892" y="192629"/>
                </a:cubicBezTo>
                <a:lnTo>
                  <a:pt x="762748" y="197647"/>
                </a:lnTo>
                <a:cubicBezTo>
                  <a:pt x="752496" y="212108"/>
                  <a:pt x="743053" y="222198"/>
                  <a:pt x="734420" y="227918"/>
                </a:cubicBezTo>
                <a:cubicBezTo>
                  <a:pt x="728053" y="232019"/>
                  <a:pt x="722010" y="234069"/>
                  <a:pt x="716290" y="234069"/>
                </a:cubicBezTo>
                <a:cubicBezTo>
                  <a:pt x="712190" y="234069"/>
                  <a:pt x="708736" y="232666"/>
                  <a:pt x="705930" y="229860"/>
                </a:cubicBezTo>
                <a:cubicBezTo>
                  <a:pt x="703232" y="227054"/>
                  <a:pt x="701883" y="223817"/>
                  <a:pt x="701883" y="220148"/>
                </a:cubicBezTo>
                <a:cubicBezTo>
                  <a:pt x="701883" y="216263"/>
                  <a:pt x="703610" y="208277"/>
                  <a:pt x="707063" y="196190"/>
                </a:cubicBezTo>
                <a:lnTo>
                  <a:pt x="750931" y="44353"/>
                </a:lnTo>
                <a:cubicBezTo>
                  <a:pt x="754493" y="31943"/>
                  <a:pt x="756273" y="24820"/>
                  <a:pt x="756273" y="22986"/>
                </a:cubicBezTo>
                <a:cubicBezTo>
                  <a:pt x="756273" y="20396"/>
                  <a:pt x="755248" y="18291"/>
                  <a:pt x="753197" y="16673"/>
                </a:cubicBezTo>
                <a:cubicBezTo>
                  <a:pt x="751147" y="14946"/>
                  <a:pt x="747964" y="14083"/>
                  <a:pt x="743647" y="14083"/>
                </a:cubicBezTo>
                <a:cubicBezTo>
                  <a:pt x="741165" y="14083"/>
                  <a:pt x="737388" y="14460"/>
                  <a:pt x="732316" y="15216"/>
                </a:cubicBezTo>
                <a:lnTo>
                  <a:pt x="732316" y="9226"/>
                </a:lnTo>
                <a:lnTo>
                  <a:pt x="787676" y="0"/>
                </a:lnTo>
                <a:moveTo>
                  <a:pt x="936924" y="83688"/>
                </a:moveTo>
                <a:lnTo>
                  <a:pt x="905358" y="193438"/>
                </a:lnTo>
                <a:lnTo>
                  <a:pt x="901797" y="208169"/>
                </a:lnTo>
                <a:cubicBezTo>
                  <a:pt x="901473" y="209572"/>
                  <a:pt x="901311" y="210759"/>
                  <a:pt x="901311" y="211730"/>
                </a:cubicBezTo>
                <a:cubicBezTo>
                  <a:pt x="901311" y="213457"/>
                  <a:pt x="901851" y="214968"/>
                  <a:pt x="902930" y="216263"/>
                </a:cubicBezTo>
                <a:cubicBezTo>
                  <a:pt x="903793" y="217234"/>
                  <a:pt x="904873" y="217719"/>
                  <a:pt x="906168" y="217719"/>
                </a:cubicBezTo>
                <a:cubicBezTo>
                  <a:pt x="907571" y="217719"/>
                  <a:pt x="909405" y="216856"/>
                  <a:pt x="911671" y="215130"/>
                </a:cubicBezTo>
                <a:cubicBezTo>
                  <a:pt x="915880" y="212000"/>
                  <a:pt x="921492" y="205525"/>
                  <a:pt x="928507" y="195705"/>
                </a:cubicBezTo>
                <a:lnTo>
                  <a:pt x="934010" y="199590"/>
                </a:lnTo>
                <a:cubicBezTo>
                  <a:pt x="926564" y="210813"/>
                  <a:pt x="918902" y="219392"/>
                  <a:pt x="911024" y="225328"/>
                </a:cubicBezTo>
                <a:cubicBezTo>
                  <a:pt x="903147" y="231155"/>
                  <a:pt x="895862" y="234069"/>
                  <a:pt x="889171" y="234069"/>
                </a:cubicBezTo>
                <a:cubicBezTo>
                  <a:pt x="884531" y="234069"/>
                  <a:pt x="881024" y="232881"/>
                  <a:pt x="878649" y="230508"/>
                </a:cubicBezTo>
                <a:cubicBezTo>
                  <a:pt x="876383" y="228241"/>
                  <a:pt x="875250" y="224896"/>
                  <a:pt x="875250" y="220472"/>
                </a:cubicBezTo>
                <a:cubicBezTo>
                  <a:pt x="875250" y="215183"/>
                  <a:pt x="876437" y="208223"/>
                  <a:pt x="878811" y="199590"/>
                </a:cubicBezTo>
                <a:lnTo>
                  <a:pt x="882211" y="187449"/>
                </a:lnTo>
                <a:cubicBezTo>
                  <a:pt x="868073" y="205903"/>
                  <a:pt x="855070" y="218799"/>
                  <a:pt x="843199" y="226137"/>
                </a:cubicBezTo>
                <a:cubicBezTo>
                  <a:pt x="834674" y="231425"/>
                  <a:pt x="826310" y="234069"/>
                  <a:pt x="818109" y="234069"/>
                </a:cubicBezTo>
                <a:cubicBezTo>
                  <a:pt x="810231" y="234069"/>
                  <a:pt x="803432" y="230831"/>
                  <a:pt x="797713" y="224356"/>
                </a:cubicBezTo>
                <a:cubicBezTo>
                  <a:pt x="791993" y="217774"/>
                  <a:pt x="789133" y="208763"/>
                  <a:pt x="789133" y="197323"/>
                </a:cubicBezTo>
                <a:cubicBezTo>
                  <a:pt x="789133" y="180165"/>
                  <a:pt x="794259" y="162089"/>
                  <a:pt x="804511" y="143096"/>
                </a:cubicBezTo>
                <a:cubicBezTo>
                  <a:pt x="814872" y="123995"/>
                  <a:pt x="827983" y="108725"/>
                  <a:pt x="843846" y="97285"/>
                </a:cubicBezTo>
                <a:cubicBezTo>
                  <a:pt x="856257" y="88221"/>
                  <a:pt x="867966" y="83688"/>
                  <a:pt x="878973" y="83688"/>
                </a:cubicBezTo>
                <a:cubicBezTo>
                  <a:pt x="885556" y="83688"/>
                  <a:pt x="891006" y="85415"/>
                  <a:pt x="895322" y="88868"/>
                </a:cubicBezTo>
                <a:cubicBezTo>
                  <a:pt x="899747" y="92321"/>
                  <a:pt x="903092" y="98041"/>
                  <a:pt x="905358" y="106027"/>
                </a:cubicBezTo>
                <a:lnTo>
                  <a:pt x="911186" y="87573"/>
                </a:lnTo>
                <a:lnTo>
                  <a:pt x="936924" y="83688"/>
                </a:lnTo>
                <a:moveTo>
                  <a:pt x="879297" y="92105"/>
                </a:moveTo>
                <a:cubicBezTo>
                  <a:pt x="872390" y="92105"/>
                  <a:pt x="865052" y="95343"/>
                  <a:pt x="857282" y="101818"/>
                </a:cubicBezTo>
                <a:cubicBezTo>
                  <a:pt x="846275" y="110991"/>
                  <a:pt x="836454" y="124588"/>
                  <a:pt x="827821" y="142610"/>
                </a:cubicBezTo>
                <a:cubicBezTo>
                  <a:pt x="819296" y="160632"/>
                  <a:pt x="815033" y="176927"/>
                  <a:pt x="815033" y="191496"/>
                </a:cubicBezTo>
                <a:cubicBezTo>
                  <a:pt x="815033" y="198834"/>
                  <a:pt x="816867" y="204662"/>
                  <a:pt x="820537" y="208978"/>
                </a:cubicBezTo>
                <a:cubicBezTo>
                  <a:pt x="824206" y="213187"/>
                  <a:pt x="828414" y="215292"/>
                  <a:pt x="833163" y="215292"/>
                </a:cubicBezTo>
                <a:cubicBezTo>
                  <a:pt x="844926" y="215292"/>
                  <a:pt x="857714" y="206604"/>
                  <a:pt x="871527" y="189230"/>
                </a:cubicBezTo>
                <a:cubicBezTo>
                  <a:pt x="889980" y="166136"/>
                  <a:pt x="899207" y="142448"/>
                  <a:pt x="899207" y="118168"/>
                </a:cubicBezTo>
                <a:cubicBezTo>
                  <a:pt x="899207" y="108994"/>
                  <a:pt x="897427" y="102358"/>
                  <a:pt x="893865" y="98257"/>
                </a:cubicBezTo>
                <a:cubicBezTo>
                  <a:pt x="890304" y="94156"/>
                  <a:pt x="885448" y="92105"/>
                  <a:pt x="879297" y="92105"/>
                </a:cubicBezTo>
                <a:moveTo>
                  <a:pt x="964442" y="92753"/>
                </a:moveTo>
                <a:lnTo>
                  <a:pt x="1020289" y="83688"/>
                </a:lnTo>
                <a:lnTo>
                  <a:pt x="996979" y="162359"/>
                </a:lnTo>
                <a:cubicBezTo>
                  <a:pt x="1015864" y="130092"/>
                  <a:pt x="1033023" y="107538"/>
                  <a:pt x="1048454" y="94696"/>
                </a:cubicBezTo>
                <a:cubicBezTo>
                  <a:pt x="1057196" y="87358"/>
                  <a:pt x="1064318" y="83688"/>
                  <a:pt x="1069822" y="83688"/>
                </a:cubicBezTo>
                <a:cubicBezTo>
                  <a:pt x="1073383" y="83688"/>
                  <a:pt x="1076189" y="84767"/>
                  <a:pt x="1078239" y="86926"/>
                </a:cubicBezTo>
                <a:cubicBezTo>
                  <a:pt x="1080290" y="88976"/>
                  <a:pt x="1081315" y="91998"/>
                  <a:pt x="1081315" y="95991"/>
                </a:cubicBezTo>
                <a:cubicBezTo>
                  <a:pt x="1081315" y="103113"/>
                  <a:pt x="1079481" y="109912"/>
                  <a:pt x="1075811" y="116387"/>
                </a:cubicBezTo>
                <a:cubicBezTo>
                  <a:pt x="1073221" y="121243"/>
                  <a:pt x="1069499" y="123671"/>
                  <a:pt x="1064642" y="123671"/>
                </a:cubicBezTo>
                <a:cubicBezTo>
                  <a:pt x="1062160" y="123671"/>
                  <a:pt x="1060002" y="122861"/>
                  <a:pt x="1058167" y="121243"/>
                </a:cubicBezTo>
                <a:cubicBezTo>
                  <a:pt x="1056441" y="119624"/>
                  <a:pt x="1055361" y="117142"/>
                  <a:pt x="1054930" y="113797"/>
                </a:cubicBezTo>
                <a:cubicBezTo>
                  <a:pt x="1054714" y="111746"/>
                  <a:pt x="1054228" y="110397"/>
                  <a:pt x="1053473" y="109750"/>
                </a:cubicBezTo>
                <a:cubicBezTo>
                  <a:pt x="1052609" y="108887"/>
                  <a:pt x="1051584" y="108455"/>
                  <a:pt x="1050397" y="108455"/>
                </a:cubicBezTo>
                <a:cubicBezTo>
                  <a:pt x="1048563" y="108455"/>
                  <a:pt x="1046836" y="108887"/>
                  <a:pt x="1045217" y="109750"/>
                </a:cubicBezTo>
                <a:cubicBezTo>
                  <a:pt x="1042411" y="111261"/>
                  <a:pt x="1038149" y="115470"/>
                  <a:pt x="1032429" y="122376"/>
                </a:cubicBezTo>
                <a:cubicBezTo>
                  <a:pt x="1023472" y="132952"/>
                  <a:pt x="1013760" y="146657"/>
                  <a:pt x="1003292" y="163492"/>
                </a:cubicBezTo>
                <a:cubicBezTo>
                  <a:pt x="998760" y="170614"/>
                  <a:pt x="994875" y="178654"/>
                  <a:pt x="991637" y="187611"/>
                </a:cubicBezTo>
                <a:cubicBezTo>
                  <a:pt x="987104" y="199914"/>
                  <a:pt x="984515" y="207305"/>
                  <a:pt x="983867" y="209788"/>
                </a:cubicBezTo>
                <a:lnTo>
                  <a:pt x="978687" y="230184"/>
                </a:lnTo>
                <a:lnTo>
                  <a:pt x="953921" y="230184"/>
                </a:lnTo>
                <a:lnTo>
                  <a:pt x="983867" y="129660"/>
                </a:lnTo>
                <a:cubicBezTo>
                  <a:pt x="987320" y="118006"/>
                  <a:pt x="989047" y="109696"/>
                  <a:pt x="989047" y="104732"/>
                </a:cubicBezTo>
                <a:cubicBezTo>
                  <a:pt x="989047" y="102790"/>
                  <a:pt x="988237" y="101171"/>
                  <a:pt x="986619" y="99876"/>
                </a:cubicBezTo>
                <a:cubicBezTo>
                  <a:pt x="984461" y="98149"/>
                  <a:pt x="981601" y="97285"/>
                  <a:pt x="978039" y="97285"/>
                </a:cubicBezTo>
                <a:cubicBezTo>
                  <a:pt x="975773" y="97285"/>
                  <a:pt x="971619" y="97771"/>
                  <a:pt x="965575" y="98743"/>
                </a:cubicBezTo>
                <a:lnTo>
                  <a:pt x="964442" y="92753"/>
                </a:lnTo>
                <a:moveTo>
                  <a:pt x="1150435" y="19424"/>
                </a:moveTo>
                <a:cubicBezTo>
                  <a:pt x="1154967" y="19424"/>
                  <a:pt x="1158798" y="20989"/>
                  <a:pt x="1161928" y="24119"/>
                </a:cubicBezTo>
                <a:cubicBezTo>
                  <a:pt x="1165058" y="27248"/>
                  <a:pt x="1166623" y="31080"/>
                  <a:pt x="1166623" y="35612"/>
                </a:cubicBezTo>
                <a:cubicBezTo>
                  <a:pt x="1166623" y="40036"/>
                  <a:pt x="1165004" y="43867"/>
                  <a:pt x="1161766" y="47105"/>
                </a:cubicBezTo>
                <a:cubicBezTo>
                  <a:pt x="1158636" y="50234"/>
                  <a:pt x="1154860" y="51799"/>
                  <a:pt x="1150435" y="51799"/>
                </a:cubicBezTo>
                <a:cubicBezTo>
                  <a:pt x="1146011" y="51799"/>
                  <a:pt x="1142180" y="50234"/>
                  <a:pt x="1138942" y="47105"/>
                </a:cubicBezTo>
                <a:cubicBezTo>
                  <a:pt x="1135813" y="43867"/>
                  <a:pt x="1134248" y="40036"/>
                  <a:pt x="1134248" y="35612"/>
                </a:cubicBezTo>
                <a:cubicBezTo>
                  <a:pt x="1134248" y="31080"/>
                  <a:pt x="1135813" y="27248"/>
                  <a:pt x="1138942" y="24119"/>
                </a:cubicBezTo>
                <a:cubicBezTo>
                  <a:pt x="1142071" y="20989"/>
                  <a:pt x="1145902" y="19424"/>
                  <a:pt x="1150435" y="19424"/>
                </a:cubicBezTo>
                <a:moveTo>
                  <a:pt x="1152539" y="83688"/>
                </a:moveTo>
                <a:lnTo>
                  <a:pt x="1120488" y="197162"/>
                </a:lnTo>
                <a:cubicBezTo>
                  <a:pt x="1118330" y="204823"/>
                  <a:pt x="1117251" y="209410"/>
                  <a:pt x="1117251" y="210921"/>
                </a:cubicBezTo>
                <a:cubicBezTo>
                  <a:pt x="1117251" y="212647"/>
                  <a:pt x="1117737" y="214050"/>
                  <a:pt x="1118708" y="215130"/>
                </a:cubicBezTo>
                <a:cubicBezTo>
                  <a:pt x="1119787" y="216209"/>
                  <a:pt x="1121028" y="216748"/>
                  <a:pt x="1122431" y="216748"/>
                </a:cubicBezTo>
                <a:cubicBezTo>
                  <a:pt x="1124050" y="216748"/>
                  <a:pt x="1125992" y="215885"/>
                  <a:pt x="1128258" y="214158"/>
                </a:cubicBezTo>
                <a:cubicBezTo>
                  <a:pt x="1134409" y="209302"/>
                  <a:pt x="1140615" y="202396"/>
                  <a:pt x="1146874" y="193438"/>
                </a:cubicBezTo>
                <a:lnTo>
                  <a:pt x="1152539" y="197162"/>
                </a:lnTo>
                <a:cubicBezTo>
                  <a:pt x="1145201" y="208385"/>
                  <a:pt x="1136568" y="217828"/>
                  <a:pt x="1126640" y="225490"/>
                </a:cubicBezTo>
                <a:cubicBezTo>
                  <a:pt x="1119301" y="231209"/>
                  <a:pt x="1112287" y="234069"/>
                  <a:pt x="1105596" y="234069"/>
                </a:cubicBezTo>
                <a:cubicBezTo>
                  <a:pt x="1101171" y="234069"/>
                  <a:pt x="1097557" y="232774"/>
                  <a:pt x="1094750" y="230184"/>
                </a:cubicBezTo>
                <a:cubicBezTo>
                  <a:pt x="1091945" y="227486"/>
                  <a:pt x="1090541" y="224141"/>
                  <a:pt x="1090541" y="220148"/>
                </a:cubicBezTo>
                <a:cubicBezTo>
                  <a:pt x="1090541" y="216155"/>
                  <a:pt x="1091890" y="209518"/>
                  <a:pt x="1094588" y="200237"/>
                </a:cubicBezTo>
                <a:lnTo>
                  <a:pt x="1115632" y="127718"/>
                </a:lnTo>
                <a:cubicBezTo>
                  <a:pt x="1119086" y="115847"/>
                  <a:pt x="1120812" y="108401"/>
                  <a:pt x="1120812" y="105379"/>
                </a:cubicBezTo>
                <a:cubicBezTo>
                  <a:pt x="1120812" y="103005"/>
                  <a:pt x="1119949" y="101063"/>
                  <a:pt x="1118222" y="99552"/>
                </a:cubicBezTo>
                <a:cubicBezTo>
                  <a:pt x="1116604" y="98041"/>
                  <a:pt x="1114337" y="97285"/>
                  <a:pt x="1111424" y="97285"/>
                </a:cubicBezTo>
                <a:cubicBezTo>
                  <a:pt x="1109049" y="97285"/>
                  <a:pt x="1104139" y="97879"/>
                  <a:pt x="1096693" y="99066"/>
                </a:cubicBezTo>
                <a:lnTo>
                  <a:pt x="1096693" y="92753"/>
                </a:lnTo>
                <a:lnTo>
                  <a:pt x="1152539" y="83688"/>
                </a:lnTo>
                <a:moveTo>
                  <a:pt x="1196407" y="87573"/>
                </a:moveTo>
                <a:lnTo>
                  <a:pt x="1299196" y="87573"/>
                </a:lnTo>
                <a:lnTo>
                  <a:pt x="1299196" y="91620"/>
                </a:lnTo>
                <a:lnTo>
                  <a:pt x="1187180" y="208169"/>
                </a:lnTo>
                <a:lnTo>
                  <a:pt x="1234609" y="208169"/>
                </a:lnTo>
                <a:cubicBezTo>
                  <a:pt x="1245832" y="208169"/>
                  <a:pt x="1252955" y="207737"/>
                  <a:pt x="1255977" y="206874"/>
                </a:cubicBezTo>
                <a:cubicBezTo>
                  <a:pt x="1258998" y="206011"/>
                  <a:pt x="1261750" y="204176"/>
                  <a:pt x="1264232" y="201370"/>
                </a:cubicBezTo>
                <a:cubicBezTo>
                  <a:pt x="1266822" y="198565"/>
                  <a:pt x="1269682" y="193492"/>
                  <a:pt x="1272811" y="186154"/>
                </a:cubicBezTo>
                <a:lnTo>
                  <a:pt x="1278800" y="186154"/>
                </a:lnTo>
                <a:lnTo>
                  <a:pt x="1264718" y="230184"/>
                </a:lnTo>
                <a:lnTo>
                  <a:pt x="1159338" y="230184"/>
                </a:lnTo>
                <a:lnTo>
                  <a:pt x="1159338" y="225490"/>
                </a:lnTo>
                <a:lnTo>
                  <a:pt x="1271354" y="108941"/>
                </a:lnTo>
                <a:lnTo>
                  <a:pt x="1224735" y="108941"/>
                </a:lnTo>
                <a:cubicBezTo>
                  <a:pt x="1214915" y="108941"/>
                  <a:pt x="1208979" y="109210"/>
                  <a:pt x="1206929" y="109750"/>
                </a:cubicBezTo>
                <a:cubicBezTo>
                  <a:pt x="1203907" y="110397"/>
                  <a:pt x="1200886" y="112124"/>
                  <a:pt x="1197864" y="114930"/>
                </a:cubicBezTo>
                <a:cubicBezTo>
                  <a:pt x="1194950" y="117628"/>
                  <a:pt x="1191928" y="122160"/>
                  <a:pt x="1188799" y="128527"/>
                </a:cubicBezTo>
                <a:lnTo>
                  <a:pt x="1182648" y="128527"/>
                </a:lnTo>
                <a:lnTo>
                  <a:pt x="1196407" y="87573"/>
                </a:lnTo>
                <a:moveTo>
                  <a:pt x="1337237" y="169158"/>
                </a:moveTo>
                <a:cubicBezTo>
                  <a:pt x="1336481" y="174553"/>
                  <a:pt x="1336104" y="179032"/>
                  <a:pt x="1336104" y="182593"/>
                </a:cubicBezTo>
                <a:cubicBezTo>
                  <a:pt x="1336104" y="192198"/>
                  <a:pt x="1339503" y="200399"/>
                  <a:pt x="1346302" y="207198"/>
                </a:cubicBezTo>
                <a:cubicBezTo>
                  <a:pt x="1353100" y="213889"/>
                  <a:pt x="1361356" y="217234"/>
                  <a:pt x="1371069" y="217234"/>
                </a:cubicBezTo>
                <a:cubicBezTo>
                  <a:pt x="1378838" y="217234"/>
                  <a:pt x="1386285" y="215669"/>
                  <a:pt x="1393407" y="212540"/>
                </a:cubicBezTo>
                <a:cubicBezTo>
                  <a:pt x="1400638" y="209302"/>
                  <a:pt x="1411321" y="202234"/>
                  <a:pt x="1425458" y="191334"/>
                </a:cubicBezTo>
                <a:lnTo>
                  <a:pt x="1428857" y="196029"/>
                </a:lnTo>
                <a:cubicBezTo>
                  <a:pt x="1403281" y="221389"/>
                  <a:pt x="1378892" y="234069"/>
                  <a:pt x="1355691" y="234069"/>
                </a:cubicBezTo>
                <a:cubicBezTo>
                  <a:pt x="1339935" y="234069"/>
                  <a:pt x="1328064" y="229105"/>
                  <a:pt x="1320078" y="219176"/>
                </a:cubicBezTo>
                <a:cubicBezTo>
                  <a:pt x="1312092" y="209248"/>
                  <a:pt x="1308100" y="198295"/>
                  <a:pt x="1308100" y="186316"/>
                </a:cubicBezTo>
                <a:cubicBezTo>
                  <a:pt x="1308100" y="170237"/>
                  <a:pt x="1313064" y="153780"/>
                  <a:pt x="1322992" y="136945"/>
                </a:cubicBezTo>
                <a:cubicBezTo>
                  <a:pt x="1332920" y="120110"/>
                  <a:pt x="1345385" y="107052"/>
                  <a:pt x="1360385" y="97771"/>
                </a:cubicBezTo>
                <a:cubicBezTo>
                  <a:pt x="1375385" y="88383"/>
                  <a:pt x="1390817" y="83688"/>
                  <a:pt x="1406681" y="83688"/>
                </a:cubicBezTo>
                <a:cubicBezTo>
                  <a:pt x="1418120" y="83688"/>
                  <a:pt x="1426591" y="86009"/>
                  <a:pt x="1432095" y="90649"/>
                </a:cubicBezTo>
                <a:cubicBezTo>
                  <a:pt x="1437599" y="95290"/>
                  <a:pt x="1440350" y="100793"/>
                  <a:pt x="1440350" y="107160"/>
                </a:cubicBezTo>
                <a:cubicBezTo>
                  <a:pt x="1440350" y="116117"/>
                  <a:pt x="1436789" y="124696"/>
                  <a:pt x="1429667" y="132898"/>
                </a:cubicBezTo>
                <a:cubicBezTo>
                  <a:pt x="1420278" y="143582"/>
                  <a:pt x="1406465" y="152215"/>
                  <a:pt x="1388227" y="158798"/>
                </a:cubicBezTo>
                <a:cubicBezTo>
                  <a:pt x="1376140" y="163222"/>
                  <a:pt x="1359144" y="166675"/>
                  <a:pt x="1337237" y="169158"/>
                </a:cubicBezTo>
                <a:moveTo>
                  <a:pt x="1338370" y="161226"/>
                </a:moveTo>
                <a:cubicBezTo>
                  <a:pt x="1354342" y="159391"/>
                  <a:pt x="1367346" y="156262"/>
                  <a:pt x="1377382" y="151837"/>
                </a:cubicBezTo>
                <a:cubicBezTo>
                  <a:pt x="1390655" y="145902"/>
                  <a:pt x="1400583" y="138833"/>
                  <a:pt x="1407167" y="130632"/>
                </a:cubicBezTo>
                <a:cubicBezTo>
                  <a:pt x="1413857" y="122322"/>
                  <a:pt x="1417203" y="114444"/>
                  <a:pt x="1417203" y="106998"/>
                </a:cubicBezTo>
                <a:cubicBezTo>
                  <a:pt x="1417203" y="102465"/>
                  <a:pt x="1415745" y="98796"/>
                  <a:pt x="1412832" y="95991"/>
                </a:cubicBezTo>
                <a:cubicBezTo>
                  <a:pt x="1410026" y="93185"/>
                  <a:pt x="1405979" y="91782"/>
                  <a:pt x="1400691" y="91782"/>
                </a:cubicBezTo>
                <a:cubicBezTo>
                  <a:pt x="1389684" y="91782"/>
                  <a:pt x="1377975" y="97663"/>
                  <a:pt x="1365564" y="109426"/>
                </a:cubicBezTo>
                <a:cubicBezTo>
                  <a:pt x="1353262" y="121081"/>
                  <a:pt x="1344197" y="138348"/>
                  <a:pt x="1338370" y="16122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4">
            <a:extLst xmlns:a="http://schemas.openxmlformats.org/drawingml/2006/main">
              <a:ext uri="{FF2B5EF4-FFF2-40B4-BE49-F238E27FC236}">
                <a16:creationId xmlns:a16="http://schemas.microsoft.com/office/drawing/2014/main" id="{CAE64842-4521-4A2A-9C95-673497F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163" y="1755073"/>
            <a:ext cx="3727480" cy="1215562"/>
          </a:xfrm>
          <a:custGeom xmlns:a="http://schemas.openxmlformats.org/drawingml/2006/main">
            <a:pathLst>
              <a:path w="3727480" h="1215562">
                <a:moveTo>
                  <a:pt x="53167" y="773539"/>
                </a:moveTo>
                <a:lnTo>
                  <a:pt x="106334" y="865628"/>
                </a:lnTo>
                <a:lnTo>
                  <a:pt x="0" y="865628"/>
                </a:lnTo>
                <a:lnTo>
                  <a:pt x="53167" y="773539"/>
                </a:lnTo>
                <a:moveTo>
                  <a:pt x="3681435" y="1206353"/>
                </a:moveTo>
                <a:lnTo>
                  <a:pt x="3681435" y="1197145"/>
                </a:lnTo>
                <a:lnTo>
                  <a:pt x="3681435" y="1206353"/>
                </a:lnTo>
                <a:moveTo>
                  <a:pt x="90002" y="1206353"/>
                </a:moveTo>
                <a:lnTo>
                  <a:pt x="90002" y="1197145"/>
                </a:lnTo>
                <a:lnTo>
                  <a:pt x="90002" y="1206353"/>
                </a:lnTo>
                <a:moveTo>
                  <a:pt x="53167" y="1169518"/>
                </a:moveTo>
                <a:lnTo>
                  <a:pt x="43958" y="1169518"/>
                </a:lnTo>
                <a:lnTo>
                  <a:pt x="53167" y="1169518"/>
                </a:lnTo>
                <a:moveTo>
                  <a:pt x="2373785" y="9209"/>
                </a:moveTo>
                <a:lnTo>
                  <a:pt x="2373785" y="0"/>
                </a:lnTo>
                <a:lnTo>
                  <a:pt x="2410108" y="0"/>
                </a:lnTo>
                <a:lnTo>
                  <a:pt x="2410108" y="9209"/>
                </a:lnTo>
                <a:lnTo>
                  <a:pt x="2410108" y="18418"/>
                </a:lnTo>
                <a:lnTo>
                  <a:pt x="2373785" y="18418"/>
                </a:lnTo>
                <a:lnTo>
                  <a:pt x="2373785" y="9209"/>
                </a:lnTo>
                <a:moveTo>
                  <a:pt x="2482757" y="9209"/>
                </a:moveTo>
                <a:lnTo>
                  <a:pt x="2482757" y="0"/>
                </a:lnTo>
                <a:lnTo>
                  <a:pt x="2555403" y="0"/>
                </a:lnTo>
                <a:lnTo>
                  <a:pt x="2555403" y="9209"/>
                </a:lnTo>
                <a:lnTo>
                  <a:pt x="2555403" y="18418"/>
                </a:lnTo>
                <a:lnTo>
                  <a:pt x="2482757" y="18418"/>
                </a:lnTo>
                <a:lnTo>
                  <a:pt x="2482757" y="9209"/>
                </a:lnTo>
                <a:moveTo>
                  <a:pt x="2628050" y="9209"/>
                </a:moveTo>
                <a:lnTo>
                  <a:pt x="2628050" y="0"/>
                </a:lnTo>
                <a:lnTo>
                  <a:pt x="2700698" y="0"/>
                </a:lnTo>
                <a:lnTo>
                  <a:pt x="2700698" y="9209"/>
                </a:lnTo>
                <a:lnTo>
                  <a:pt x="2700698" y="18418"/>
                </a:lnTo>
                <a:lnTo>
                  <a:pt x="2628050" y="18418"/>
                </a:lnTo>
                <a:lnTo>
                  <a:pt x="2628050" y="9209"/>
                </a:lnTo>
                <a:moveTo>
                  <a:pt x="2773345" y="9209"/>
                </a:moveTo>
                <a:lnTo>
                  <a:pt x="2773345" y="0"/>
                </a:lnTo>
                <a:lnTo>
                  <a:pt x="2845992" y="0"/>
                </a:lnTo>
                <a:lnTo>
                  <a:pt x="2845992" y="9209"/>
                </a:lnTo>
                <a:lnTo>
                  <a:pt x="2845992" y="18418"/>
                </a:lnTo>
                <a:lnTo>
                  <a:pt x="2773345" y="18418"/>
                </a:lnTo>
                <a:lnTo>
                  <a:pt x="2773345" y="9209"/>
                </a:lnTo>
                <a:moveTo>
                  <a:pt x="2918640" y="9209"/>
                </a:moveTo>
                <a:lnTo>
                  <a:pt x="2918640" y="0"/>
                </a:lnTo>
                <a:lnTo>
                  <a:pt x="2991287" y="0"/>
                </a:lnTo>
                <a:lnTo>
                  <a:pt x="2991287" y="9209"/>
                </a:lnTo>
                <a:lnTo>
                  <a:pt x="2991287" y="18418"/>
                </a:lnTo>
                <a:lnTo>
                  <a:pt x="2918640" y="18418"/>
                </a:lnTo>
                <a:lnTo>
                  <a:pt x="2918640" y="9209"/>
                </a:lnTo>
                <a:moveTo>
                  <a:pt x="3063933" y="9209"/>
                </a:moveTo>
                <a:lnTo>
                  <a:pt x="3063933" y="0"/>
                </a:lnTo>
                <a:lnTo>
                  <a:pt x="3136581" y="0"/>
                </a:lnTo>
                <a:lnTo>
                  <a:pt x="3136581" y="9209"/>
                </a:lnTo>
                <a:lnTo>
                  <a:pt x="3136581" y="18418"/>
                </a:lnTo>
                <a:lnTo>
                  <a:pt x="3063933" y="18418"/>
                </a:lnTo>
                <a:lnTo>
                  <a:pt x="3063933" y="9209"/>
                </a:lnTo>
                <a:moveTo>
                  <a:pt x="3209228" y="9209"/>
                </a:moveTo>
                <a:lnTo>
                  <a:pt x="3209228" y="0"/>
                </a:lnTo>
                <a:lnTo>
                  <a:pt x="3281875" y="0"/>
                </a:lnTo>
                <a:lnTo>
                  <a:pt x="3281875" y="9209"/>
                </a:lnTo>
                <a:lnTo>
                  <a:pt x="3281875" y="18418"/>
                </a:lnTo>
                <a:lnTo>
                  <a:pt x="3209228" y="18418"/>
                </a:lnTo>
                <a:lnTo>
                  <a:pt x="3209228" y="9209"/>
                </a:lnTo>
                <a:moveTo>
                  <a:pt x="3354523" y="9209"/>
                </a:moveTo>
                <a:lnTo>
                  <a:pt x="3354523" y="0"/>
                </a:lnTo>
                <a:lnTo>
                  <a:pt x="3427170" y="0"/>
                </a:lnTo>
                <a:lnTo>
                  <a:pt x="3427170" y="9209"/>
                </a:lnTo>
                <a:lnTo>
                  <a:pt x="3427170" y="18418"/>
                </a:lnTo>
                <a:lnTo>
                  <a:pt x="3354523" y="18418"/>
                </a:lnTo>
                <a:lnTo>
                  <a:pt x="3354523" y="9209"/>
                </a:lnTo>
                <a:moveTo>
                  <a:pt x="3499817" y="9209"/>
                </a:moveTo>
                <a:lnTo>
                  <a:pt x="3499817" y="0"/>
                </a:lnTo>
                <a:lnTo>
                  <a:pt x="3572465" y="0"/>
                </a:lnTo>
                <a:lnTo>
                  <a:pt x="3572465" y="9209"/>
                </a:lnTo>
                <a:lnTo>
                  <a:pt x="3572465" y="18418"/>
                </a:lnTo>
                <a:lnTo>
                  <a:pt x="3499817" y="18418"/>
                </a:lnTo>
                <a:lnTo>
                  <a:pt x="3499817" y="9209"/>
                </a:lnTo>
                <a:moveTo>
                  <a:pt x="3645112" y="9209"/>
                </a:moveTo>
                <a:lnTo>
                  <a:pt x="3645112" y="0"/>
                </a:lnTo>
                <a:lnTo>
                  <a:pt x="3681435" y="0"/>
                </a:lnTo>
                <a:lnTo>
                  <a:pt x="3681435" y="9209"/>
                </a:lnTo>
                <a:lnTo>
                  <a:pt x="3681435" y="18418"/>
                </a:lnTo>
                <a:lnTo>
                  <a:pt x="3645112" y="18418"/>
                </a:lnTo>
                <a:lnTo>
                  <a:pt x="3645112" y="9209"/>
                </a:lnTo>
                <a:moveTo>
                  <a:pt x="3681435" y="9209"/>
                </a:moveTo>
                <a:lnTo>
                  <a:pt x="3681435" y="0"/>
                </a:lnTo>
                <a:cubicBezTo>
                  <a:pt x="3706865" y="0"/>
                  <a:pt x="3727480" y="20615"/>
                  <a:pt x="3727480" y="46044"/>
                </a:cubicBezTo>
                <a:lnTo>
                  <a:pt x="3718270" y="46044"/>
                </a:lnTo>
                <a:lnTo>
                  <a:pt x="3709061" y="46044"/>
                </a:lnTo>
                <a:cubicBezTo>
                  <a:pt x="3709061" y="30786"/>
                  <a:pt x="3696693" y="18418"/>
                  <a:pt x="3681435" y="18418"/>
                </a:cubicBezTo>
                <a:lnTo>
                  <a:pt x="3681435" y="9209"/>
                </a:lnTo>
                <a:moveTo>
                  <a:pt x="3718270" y="46044"/>
                </a:moveTo>
                <a:lnTo>
                  <a:pt x="3727480" y="46044"/>
                </a:lnTo>
                <a:lnTo>
                  <a:pt x="3727480" y="81153"/>
                </a:lnTo>
                <a:lnTo>
                  <a:pt x="3718270" y="81153"/>
                </a:lnTo>
                <a:lnTo>
                  <a:pt x="3709061" y="81153"/>
                </a:lnTo>
                <a:lnTo>
                  <a:pt x="3709061" y="46044"/>
                </a:lnTo>
                <a:lnTo>
                  <a:pt x="3718270" y="46044"/>
                </a:lnTo>
                <a:moveTo>
                  <a:pt x="3718270" y="151370"/>
                </a:moveTo>
                <a:lnTo>
                  <a:pt x="3727480" y="151370"/>
                </a:lnTo>
                <a:lnTo>
                  <a:pt x="3727480" y="221587"/>
                </a:lnTo>
                <a:lnTo>
                  <a:pt x="3718270" y="221587"/>
                </a:lnTo>
                <a:lnTo>
                  <a:pt x="3709061" y="221587"/>
                </a:lnTo>
                <a:lnTo>
                  <a:pt x="3709061" y="151370"/>
                </a:lnTo>
                <a:lnTo>
                  <a:pt x="3718270" y="151370"/>
                </a:lnTo>
                <a:moveTo>
                  <a:pt x="3718270" y="291804"/>
                </a:moveTo>
                <a:lnTo>
                  <a:pt x="3727480" y="291804"/>
                </a:lnTo>
                <a:lnTo>
                  <a:pt x="3727480" y="362021"/>
                </a:lnTo>
                <a:lnTo>
                  <a:pt x="3718270" y="362021"/>
                </a:lnTo>
                <a:lnTo>
                  <a:pt x="3709061" y="362021"/>
                </a:lnTo>
                <a:lnTo>
                  <a:pt x="3709061" y="291804"/>
                </a:lnTo>
                <a:lnTo>
                  <a:pt x="3718270" y="291804"/>
                </a:lnTo>
                <a:moveTo>
                  <a:pt x="3718270" y="432239"/>
                </a:moveTo>
                <a:lnTo>
                  <a:pt x="3727480" y="432239"/>
                </a:lnTo>
                <a:lnTo>
                  <a:pt x="3727480" y="502456"/>
                </a:lnTo>
                <a:lnTo>
                  <a:pt x="3718270" y="502456"/>
                </a:lnTo>
                <a:lnTo>
                  <a:pt x="3709061" y="502456"/>
                </a:lnTo>
                <a:lnTo>
                  <a:pt x="3709061" y="432239"/>
                </a:lnTo>
                <a:lnTo>
                  <a:pt x="3718270" y="432239"/>
                </a:lnTo>
                <a:moveTo>
                  <a:pt x="3718270" y="572672"/>
                </a:moveTo>
                <a:lnTo>
                  <a:pt x="3727480" y="572672"/>
                </a:lnTo>
                <a:lnTo>
                  <a:pt x="3727480" y="642890"/>
                </a:lnTo>
                <a:lnTo>
                  <a:pt x="3718270" y="642890"/>
                </a:lnTo>
                <a:lnTo>
                  <a:pt x="3709061" y="642890"/>
                </a:lnTo>
                <a:lnTo>
                  <a:pt x="3709061" y="572672"/>
                </a:lnTo>
                <a:lnTo>
                  <a:pt x="3718270" y="572672"/>
                </a:lnTo>
                <a:moveTo>
                  <a:pt x="3718270" y="713107"/>
                </a:moveTo>
                <a:lnTo>
                  <a:pt x="3727480" y="713107"/>
                </a:lnTo>
                <a:lnTo>
                  <a:pt x="3727480" y="783324"/>
                </a:lnTo>
                <a:lnTo>
                  <a:pt x="3718270" y="783324"/>
                </a:lnTo>
                <a:lnTo>
                  <a:pt x="3709061" y="783324"/>
                </a:lnTo>
                <a:lnTo>
                  <a:pt x="3709061" y="713107"/>
                </a:lnTo>
                <a:lnTo>
                  <a:pt x="3718270" y="713107"/>
                </a:lnTo>
                <a:moveTo>
                  <a:pt x="3718270" y="853541"/>
                </a:moveTo>
                <a:lnTo>
                  <a:pt x="3727480" y="853541"/>
                </a:lnTo>
                <a:lnTo>
                  <a:pt x="3727480" y="923758"/>
                </a:lnTo>
                <a:lnTo>
                  <a:pt x="3718270" y="923758"/>
                </a:lnTo>
                <a:lnTo>
                  <a:pt x="3709061" y="923758"/>
                </a:lnTo>
                <a:lnTo>
                  <a:pt x="3709061" y="853541"/>
                </a:lnTo>
                <a:lnTo>
                  <a:pt x="3718270" y="853541"/>
                </a:lnTo>
                <a:moveTo>
                  <a:pt x="3718270" y="993975"/>
                </a:moveTo>
                <a:lnTo>
                  <a:pt x="3727480" y="993975"/>
                </a:lnTo>
                <a:lnTo>
                  <a:pt x="3727480" y="1064192"/>
                </a:lnTo>
                <a:lnTo>
                  <a:pt x="3718270" y="1064192"/>
                </a:lnTo>
                <a:lnTo>
                  <a:pt x="3709061" y="1064192"/>
                </a:lnTo>
                <a:lnTo>
                  <a:pt x="3709061" y="993975"/>
                </a:lnTo>
                <a:lnTo>
                  <a:pt x="3718270" y="993975"/>
                </a:lnTo>
                <a:moveTo>
                  <a:pt x="3718270" y="1134410"/>
                </a:moveTo>
                <a:lnTo>
                  <a:pt x="3727480" y="1134410"/>
                </a:lnTo>
                <a:lnTo>
                  <a:pt x="3727480" y="1169518"/>
                </a:lnTo>
                <a:lnTo>
                  <a:pt x="3718270" y="1169518"/>
                </a:lnTo>
                <a:lnTo>
                  <a:pt x="3709061" y="1169518"/>
                </a:lnTo>
                <a:lnTo>
                  <a:pt x="3709061" y="1134410"/>
                </a:lnTo>
                <a:lnTo>
                  <a:pt x="3718270" y="1134410"/>
                </a:lnTo>
                <a:moveTo>
                  <a:pt x="3718270" y="1169518"/>
                </a:moveTo>
                <a:lnTo>
                  <a:pt x="3727480" y="1169518"/>
                </a:lnTo>
                <a:cubicBezTo>
                  <a:pt x="3727480" y="1194948"/>
                  <a:pt x="3706865" y="1215562"/>
                  <a:pt x="3681435" y="1215562"/>
                </a:cubicBezTo>
                <a:lnTo>
                  <a:pt x="3681435" y="1206353"/>
                </a:lnTo>
                <a:lnTo>
                  <a:pt x="3681435" y="1197145"/>
                </a:lnTo>
                <a:cubicBezTo>
                  <a:pt x="3696693" y="1197145"/>
                  <a:pt x="3709061" y="1184776"/>
                  <a:pt x="3709061" y="1169518"/>
                </a:cubicBezTo>
                <a:lnTo>
                  <a:pt x="3718270" y="1169518"/>
                </a:lnTo>
                <a:moveTo>
                  <a:pt x="3681435" y="1206353"/>
                </a:moveTo>
                <a:lnTo>
                  <a:pt x="3681435" y="1215562"/>
                </a:lnTo>
                <a:lnTo>
                  <a:pt x="3644025" y="1215562"/>
                </a:lnTo>
                <a:lnTo>
                  <a:pt x="3644025" y="1206353"/>
                </a:lnTo>
                <a:lnTo>
                  <a:pt x="3644025" y="1197145"/>
                </a:lnTo>
                <a:lnTo>
                  <a:pt x="3681435" y="1197145"/>
                </a:lnTo>
                <a:lnTo>
                  <a:pt x="3681435" y="1206353"/>
                </a:lnTo>
                <a:moveTo>
                  <a:pt x="3569203" y="1206353"/>
                </a:moveTo>
                <a:lnTo>
                  <a:pt x="3569203" y="1215562"/>
                </a:lnTo>
                <a:lnTo>
                  <a:pt x="3494382" y="1215562"/>
                </a:lnTo>
                <a:lnTo>
                  <a:pt x="3494382" y="1206353"/>
                </a:lnTo>
                <a:lnTo>
                  <a:pt x="3494382" y="1197145"/>
                </a:lnTo>
                <a:lnTo>
                  <a:pt x="3569203" y="1197145"/>
                </a:lnTo>
                <a:lnTo>
                  <a:pt x="3569203" y="1206353"/>
                </a:lnTo>
                <a:moveTo>
                  <a:pt x="3419560" y="1206353"/>
                </a:moveTo>
                <a:lnTo>
                  <a:pt x="3419560" y="1215562"/>
                </a:lnTo>
                <a:lnTo>
                  <a:pt x="3344739" y="1215562"/>
                </a:lnTo>
                <a:lnTo>
                  <a:pt x="3344739" y="1206353"/>
                </a:lnTo>
                <a:lnTo>
                  <a:pt x="3344739" y="1197145"/>
                </a:lnTo>
                <a:lnTo>
                  <a:pt x="3419560" y="1197145"/>
                </a:lnTo>
                <a:lnTo>
                  <a:pt x="3419560" y="1206353"/>
                </a:lnTo>
                <a:moveTo>
                  <a:pt x="3269917" y="1206353"/>
                </a:moveTo>
                <a:lnTo>
                  <a:pt x="3269917" y="1215562"/>
                </a:lnTo>
                <a:lnTo>
                  <a:pt x="3195095" y="1215562"/>
                </a:lnTo>
                <a:lnTo>
                  <a:pt x="3195095" y="1206353"/>
                </a:lnTo>
                <a:lnTo>
                  <a:pt x="3195095" y="1197145"/>
                </a:lnTo>
                <a:lnTo>
                  <a:pt x="3269917" y="1197145"/>
                </a:lnTo>
                <a:lnTo>
                  <a:pt x="3269917" y="1206353"/>
                </a:lnTo>
                <a:moveTo>
                  <a:pt x="3120274" y="1206353"/>
                </a:moveTo>
                <a:lnTo>
                  <a:pt x="3120274" y="1215562"/>
                </a:lnTo>
                <a:lnTo>
                  <a:pt x="3045452" y="1215562"/>
                </a:lnTo>
                <a:lnTo>
                  <a:pt x="3045452" y="1206353"/>
                </a:lnTo>
                <a:lnTo>
                  <a:pt x="3045452" y="1197145"/>
                </a:lnTo>
                <a:lnTo>
                  <a:pt x="3120274" y="1197145"/>
                </a:lnTo>
                <a:lnTo>
                  <a:pt x="3120274" y="1206353"/>
                </a:lnTo>
                <a:moveTo>
                  <a:pt x="2970630" y="1206353"/>
                </a:moveTo>
                <a:lnTo>
                  <a:pt x="2970630" y="1215562"/>
                </a:lnTo>
                <a:lnTo>
                  <a:pt x="2895810" y="1215562"/>
                </a:lnTo>
                <a:lnTo>
                  <a:pt x="2895810" y="1206353"/>
                </a:lnTo>
                <a:lnTo>
                  <a:pt x="2895810" y="1197145"/>
                </a:lnTo>
                <a:lnTo>
                  <a:pt x="2970630" y="1197145"/>
                </a:lnTo>
                <a:lnTo>
                  <a:pt x="2970630" y="1206353"/>
                </a:lnTo>
                <a:moveTo>
                  <a:pt x="2820988" y="1206353"/>
                </a:moveTo>
                <a:lnTo>
                  <a:pt x="2820988" y="1215562"/>
                </a:lnTo>
                <a:lnTo>
                  <a:pt x="2746166" y="1215562"/>
                </a:lnTo>
                <a:lnTo>
                  <a:pt x="2746166" y="1206353"/>
                </a:lnTo>
                <a:lnTo>
                  <a:pt x="2746166" y="1197145"/>
                </a:lnTo>
                <a:lnTo>
                  <a:pt x="2820988" y="1197145"/>
                </a:lnTo>
                <a:lnTo>
                  <a:pt x="2820988" y="1206353"/>
                </a:lnTo>
                <a:moveTo>
                  <a:pt x="2671345" y="1206353"/>
                </a:moveTo>
                <a:lnTo>
                  <a:pt x="2671345" y="1215562"/>
                </a:lnTo>
                <a:lnTo>
                  <a:pt x="2596523" y="1215562"/>
                </a:lnTo>
                <a:lnTo>
                  <a:pt x="2596523" y="1206353"/>
                </a:lnTo>
                <a:lnTo>
                  <a:pt x="2596523" y="1197145"/>
                </a:lnTo>
                <a:lnTo>
                  <a:pt x="2671345" y="1197145"/>
                </a:lnTo>
                <a:lnTo>
                  <a:pt x="2671345" y="1206353"/>
                </a:lnTo>
                <a:moveTo>
                  <a:pt x="2521702" y="1206353"/>
                </a:moveTo>
                <a:lnTo>
                  <a:pt x="2521702" y="1215562"/>
                </a:lnTo>
                <a:lnTo>
                  <a:pt x="2446880" y="1215562"/>
                </a:lnTo>
                <a:lnTo>
                  <a:pt x="2446880" y="1206353"/>
                </a:lnTo>
                <a:lnTo>
                  <a:pt x="2446880" y="1197145"/>
                </a:lnTo>
                <a:lnTo>
                  <a:pt x="2521702" y="1197145"/>
                </a:lnTo>
                <a:lnTo>
                  <a:pt x="2521702" y="1206353"/>
                </a:lnTo>
                <a:moveTo>
                  <a:pt x="2372058" y="1206353"/>
                </a:moveTo>
                <a:lnTo>
                  <a:pt x="2372058" y="1215562"/>
                </a:lnTo>
                <a:lnTo>
                  <a:pt x="2297237" y="1215562"/>
                </a:lnTo>
                <a:lnTo>
                  <a:pt x="2297237" y="1206353"/>
                </a:lnTo>
                <a:lnTo>
                  <a:pt x="2297237" y="1197145"/>
                </a:lnTo>
                <a:lnTo>
                  <a:pt x="2372058" y="1197145"/>
                </a:lnTo>
                <a:lnTo>
                  <a:pt x="2372058" y="1206353"/>
                </a:lnTo>
                <a:moveTo>
                  <a:pt x="2222415" y="1206353"/>
                </a:moveTo>
                <a:lnTo>
                  <a:pt x="2222415" y="1215562"/>
                </a:lnTo>
                <a:lnTo>
                  <a:pt x="2147595" y="1215562"/>
                </a:lnTo>
                <a:lnTo>
                  <a:pt x="2147595" y="1206353"/>
                </a:lnTo>
                <a:lnTo>
                  <a:pt x="2147595" y="1197145"/>
                </a:lnTo>
                <a:lnTo>
                  <a:pt x="2222415" y="1197145"/>
                </a:lnTo>
                <a:lnTo>
                  <a:pt x="2222415" y="1206353"/>
                </a:lnTo>
                <a:moveTo>
                  <a:pt x="2072773" y="1206353"/>
                </a:moveTo>
                <a:lnTo>
                  <a:pt x="2072773" y="1215562"/>
                </a:lnTo>
                <a:lnTo>
                  <a:pt x="1997951" y="1215562"/>
                </a:lnTo>
                <a:lnTo>
                  <a:pt x="1997951" y="1206353"/>
                </a:lnTo>
                <a:lnTo>
                  <a:pt x="1997951" y="1197145"/>
                </a:lnTo>
                <a:lnTo>
                  <a:pt x="2072773" y="1197145"/>
                </a:lnTo>
                <a:lnTo>
                  <a:pt x="2072773" y="1206353"/>
                </a:lnTo>
                <a:moveTo>
                  <a:pt x="1923129" y="1206353"/>
                </a:moveTo>
                <a:lnTo>
                  <a:pt x="1923129" y="1215562"/>
                </a:lnTo>
                <a:lnTo>
                  <a:pt x="1848308" y="1215562"/>
                </a:lnTo>
                <a:lnTo>
                  <a:pt x="1848308" y="1206353"/>
                </a:lnTo>
                <a:lnTo>
                  <a:pt x="1848308" y="1197145"/>
                </a:lnTo>
                <a:lnTo>
                  <a:pt x="1923129" y="1197145"/>
                </a:lnTo>
                <a:lnTo>
                  <a:pt x="1923129" y="1206353"/>
                </a:lnTo>
                <a:moveTo>
                  <a:pt x="1773487" y="1206353"/>
                </a:moveTo>
                <a:lnTo>
                  <a:pt x="1773487" y="1215562"/>
                </a:lnTo>
                <a:lnTo>
                  <a:pt x="1698665" y="1215562"/>
                </a:lnTo>
                <a:lnTo>
                  <a:pt x="1698665" y="1206353"/>
                </a:lnTo>
                <a:lnTo>
                  <a:pt x="1698665" y="1197145"/>
                </a:lnTo>
                <a:lnTo>
                  <a:pt x="1773487" y="1197145"/>
                </a:lnTo>
                <a:lnTo>
                  <a:pt x="1773487" y="1206353"/>
                </a:lnTo>
                <a:moveTo>
                  <a:pt x="1623843" y="1206353"/>
                </a:moveTo>
                <a:lnTo>
                  <a:pt x="1623843" y="1215562"/>
                </a:lnTo>
                <a:lnTo>
                  <a:pt x="1549022" y="1215562"/>
                </a:lnTo>
                <a:lnTo>
                  <a:pt x="1549022" y="1206353"/>
                </a:lnTo>
                <a:lnTo>
                  <a:pt x="1549022" y="1197145"/>
                </a:lnTo>
                <a:lnTo>
                  <a:pt x="1623843" y="1197145"/>
                </a:lnTo>
                <a:lnTo>
                  <a:pt x="1623843" y="1206353"/>
                </a:lnTo>
                <a:moveTo>
                  <a:pt x="1474201" y="1206353"/>
                </a:moveTo>
                <a:lnTo>
                  <a:pt x="1474201" y="1215562"/>
                </a:lnTo>
                <a:lnTo>
                  <a:pt x="1399379" y="1215562"/>
                </a:lnTo>
                <a:lnTo>
                  <a:pt x="1399379" y="1206353"/>
                </a:lnTo>
                <a:lnTo>
                  <a:pt x="1399379" y="1197145"/>
                </a:lnTo>
                <a:lnTo>
                  <a:pt x="1474201" y="1197145"/>
                </a:lnTo>
                <a:lnTo>
                  <a:pt x="1474201" y="1206353"/>
                </a:lnTo>
                <a:moveTo>
                  <a:pt x="1324557" y="1206353"/>
                </a:moveTo>
                <a:lnTo>
                  <a:pt x="1324557" y="1215562"/>
                </a:lnTo>
                <a:lnTo>
                  <a:pt x="1249736" y="1215562"/>
                </a:lnTo>
                <a:lnTo>
                  <a:pt x="1249736" y="1206353"/>
                </a:lnTo>
                <a:lnTo>
                  <a:pt x="1249736" y="1197145"/>
                </a:lnTo>
                <a:lnTo>
                  <a:pt x="1324557" y="1197145"/>
                </a:lnTo>
                <a:lnTo>
                  <a:pt x="1324557" y="1206353"/>
                </a:lnTo>
                <a:moveTo>
                  <a:pt x="1174914" y="1206353"/>
                </a:moveTo>
                <a:lnTo>
                  <a:pt x="1174914" y="1215562"/>
                </a:lnTo>
                <a:lnTo>
                  <a:pt x="1100092" y="1215562"/>
                </a:lnTo>
                <a:lnTo>
                  <a:pt x="1100092" y="1206353"/>
                </a:lnTo>
                <a:lnTo>
                  <a:pt x="1100092" y="1197145"/>
                </a:lnTo>
                <a:lnTo>
                  <a:pt x="1174914" y="1197145"/>
                </a:lnTo>
                <a:lnTo>
                  <a:pt x="1174914" y="1206353"/>
                </a:lnTo>
                <a:moveTo>
                  <a:pt x="1025271" y="1206353"/>
                </a:moveTo>
                <a:lnTo>
                  <a:pt x="1025271" y="1215562"/>
                </a:lnTo>
                <a:lnTo>
                  <a:pt x="950450" y="1215562"/>
                </a:lnTo>
                <a:lnTo>
                  <a:pt x="950450" y="1206353"/>
                </a:lnTo>
                <a:lnTo>
                  <a:pt x="950450" y="1197145"/>
                </a:lnTo>
                <a:lnTo>
                  <a:pt x="1025271" y="1197145"/>
                </a:lnTo>
                <a:lnTo>
                  <a:pt x="1025271" y="1206353"/>
                </a:lnTo>
                <a:moveTo>
                  <a:pt x="875628" y="1206353"/>
                </a:moveTo>
                <a:lnTo>
                  <a:pt x="875628" y="1215562"/>
                </a:lnTo>
                <a:lnTo>
                  <a:pt x="800807" y="1215562"/>
                </a:lnTo>
                <a:lnTo>
                  <a:pt x="800807" y="1206353"/>
                </a:lnTo>
                <a:lnTo>
                  <a:pt x="800807" y="1197145"/>
                </a:lnTo>
                <a:lnTo>
                  <a:pt x="875628" y="1197145"/>
                </a:lnTo>
                <a:lnTo>
                  <a:pt x="875628" y="1206353"/>
                </a:lnTo>
                <a:moveTo>
                  <a:pt x="725985" y="1206353"/>
                </a:moveTo>
                <a:lnTo>
                  <a:pt x="725985" y="1215562"/>
                </a:lnTo>
                <a:lnTo>
                  <a:pt x="651164" y="1215562"/>
                </a:lnTo>
                <a:lnTo>
                  <a:pt x="651164" y="1206353"/>
                </a:lnTo>
                <a:lnTo>
                  <a:pt x="651164" y="1197145"/>
                </a:lnTo>
                <a:lnTo>
                  <a:pt x="725985" y="1197145"/>
                </a:lnTo>
                <a:lnTo>
                  <a:pt x="725985" y="1206353"/>
                </a:lnTo>
                <a:moveTo>
                  <a:pt x="576342" y="1206353"/>
                </a:moveTo>
                <a:lnTo>
                  <a:pt x="576342" y="1215562"/>
                </a:lnTo>
                <a:lnTo>
                  <a:pt x="501520" y="1215562"/>
                </a:lnTo>
                <a:lnTo>
                  <a:pt x="501520" y="1206353"/>
                </a:lnTo>
                <a:lnTo>
                  <a:pt x="501520" y="1197145"/>
                </a:lnTo>
                <a:lnTo>
                  <a:pt x="576342" y="1197145"/>
                </a:lnTo>
                <a:lnTo>
                  <a:pt x="576342" y="1206353"/>
                </a:lnTo>
                <a:moveTo>
                  <a:pt x="426699" y="1206353"/>
                </a:moveTo>
                <a:lnTo>
                  <a:pt x="426699" y="1215562"/>
                </a:lnTo>
                <a:lnTo>
                  <a:pt x="351878" y="1215562"/>
                </a:lnTo>
                <a:lnTo>
                  <a:pt x="351878" y="1206353"/>
                </a:lnTo>
                <a:lnTo>
                  <a:pt x="351878" y="1197145"/>
                </a:lnTo>
                <a:lnTo>
                  <a:pt x="426699" y="1197145"/>
                </a:lnTo>
                <a:lnTo>
                  <a:pt x="426699" y="1206353"/>
                </a:lnTo>
                <a:moveTo>
                  <a:pt x="277056" y="1206353"/>
                </a:moveTo>
                <a:lnTo>
                  <a:pt x="277056" y="1215562"/>
                </a:lnTo>
                <a:lnTo>
                  <a:pt x="202234" y="1215562"/>
                </a:lnTo>
                <a:lnTo>
                  <a:pt x="202234" y="1206353"/>
                </a:lnTo>
                <a:lnTo>
                  <a:pt x="202234" y="1197145"/>
                </a:lnTo>
                <a:lnTo>
                  <a:pt x="277056" y="1197145"/>
                </a:lnTo>
                <a:lnTo>
                  <a:pt x="277056" y="1206353"/>
                </a:lnTo>
                <a:moveTo>
                  <a:pt x="127413" y="1206353"/>
                </a:moveTo>
                <a:lnTo>
                  <a:pt x="127413" y="1215562"/>
                </a:lnTo>
                <a:lnTo>
                  <a:pt x="90002" y="1215562"/>
                </a:lnTo>
                <a:lnTo>
                  <a:pt x="90002" y="1206353"/>
                </a:lnTo>
                <a:lnTo>
                  <a:pt x="90002" y="1197145"/>
                </a:lnTo>
                <a:lnTo>
                  <a:pt x="127413" y="1197145"/>
                </a:lnTo>
                <a:lnTo>
                  <a:pt x="127413" y="1206353"/>
                </a:lnTo>
                <a:moveTo>
                  <a:pt x="90002" y="1206353"/>
                </a:moveTo>
                <a:lnTo>
                  <a:pt x="90002" y="1215562"/>
                </a:lnTo>
                <a:cubicBezTo>
                  <a:pt x="64573" y="1215562"/>
                  <a:pt x="43958" y="1194948"/>
                  <a:pt x="43958" y="1169518"/>
                </a:cubicBezTo>
                <a:lnTo>
                  <a:pt x="53167" y="1169518"/>
                </a:lnTo>
                <a:lnTo>
                  <a:pt x="62376" y="1169518"/>
                </a:lnTo>
                <a:cubicBezTo>
                  <a:pt x="62376" y="1184776"/>
                  <a:pt x="74744" y="1197145"/>
                  <a:pt x="90002" y="1197145"/>
                </a:cubicBezTo>
                <a:lnTo>
                  <a:pt x="90002" y="1206353"/>
                </a:lnTo>
                <a:moveTo>
                  <a:pt x="53167" y="1169518"/>
                </a:moveTo>
                <a:lnTo>
                  <a:pt x="43958" y="1169518"/>
                </a:lnTo>
                <a:lnTo>
                  <a:pt x="43958" y="1136520"/>
                </a:lnTo>
                <a:lnTo>
                  <a:pt x="53167" y="1136520"/>
                </a:lnTo>
                <a:lnTo>
                  <a:pt x="62376" y="1136520"/>
                </a:lnTo>
                <a:lnTo>
                  <a:pt x="62376" y="1169518"/>
                </a:lnTo>
                <a:lnTo>
                  <a:pt x="53167" y="1169518"/>
                </a:lnTo>
                <a:moveTo>
                  <a:pt x="53167" y="1070524"/>
                </a:moveTo>
                <a:lnTo>
                  <a:pt x="43958" y="1070524"/>
                </a:lnTo>
                <a:lnTo>
                  <a:pt x="43958" y="1004527"/>
                </a:lnTo>
                <a:lnTo>
                  <a:pt x="53167" y="1004527"/>
                </a:lnTo>
                <a:lnTo>
                  <a:pt x="62376" y="1004527"/>
                </a:lnTo>
                <a:lnTo>
                  <a:pt x="62376" y="1070524"/>
                </a:lnTo>
                <a:lnTo>
                  <a:pt x="53167" y="1070524"/>
                </a:lnTo>
                <a:moveTo>
                  <a:pt x="53167" y="938530"/>
                </a:moveTo>
                <a:lnTo>
                  <a:pt x="43958" y="938530"/>
                </a:lnTo>
                <a:lnTo>
                  <a:pt x="43958" y="872534"/>
                </a:lnTo>
                <a:lnTo>
                  <a:pt x="53167" y="872534"/>
                </a:lnTo>
                <a:lnTo>
                  <a:pt x="62376" y="872534"/>
                </a:lnTo>
                <a:lnTo>
                  <a:pt x="62376" y="938530"/>
                </a:lnTo>
                <a:lnTo>
                  <a:pt x="53167" y="93853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5">
            <a:extLst xmlns:a="http://schemas.openxmlformats.org/drawingml/2006/main">
              <a:ext uri="{FF2B5EF4-FFF2-40B4-BE49-F238E27FC236}">
                <a16:creationId xmlns:a16="http://schemas.microsoft.com/office/drawing/2014/main" id="{4B3BABDD-00DD-45E7-BF7C-A46A785F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999951"/>
            <a:ext cx="2449541" cy="644616"/>
          </a:xfrm>
          <a:custGeom xmlns:a="http://schemas.openxmlformats.org/drawingml/2006/main">
            <a:pathLst>
              <a:path w="2449541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416390" y="0"/>
                </a:lnTo>
                <a:cubicBezTo>
                  <a:pt x="2434699" y="0"/>
                  <a:pt x="2449541" y="14843"/>
                  <a:pt x="2449541" y="33152"/>
                </a:cubicBezTo>
                <a:lnTo>
                  <a:pt x="2449541" y="611465"/>
                </a:lnTo>
                <a:cubicBezTo>
                  <a:pt x="2449541" y="629774"/>
                  <a:pt x="2434699" y="644616"/>
                  <a:pt x="2416390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4169E1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6">
            <a:extLst xmlns:a="http://schemas.openxmlformats.org/drawingml/2006/main">
              <a:ext uri="{FF2B5EF4-FFF2-40B4-BE49-F238E27FC236}">
                <a16:creationId xmlns:a16="http://schemas.microsoft.com/office/drawing/2014/main" id="{E7CFDB56-D61F-4C44-887F-6129DFDF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1575271"/>
            <a:ext cx="70390" cy="69296"/>
          </a:xfrm>
          <a:custGeom xmlns:a="http://schemas.openxmlformats.org/drawingml/2006/main">
            <a:pathLst>
              <a:path w="70390" h="69296">
                <a:moveTo>
                  <a:pt x="70390" y="60087"/>
                </a:moveTo>
                <a:lnTo>
                  <a:pt x="70390" y="50879"/>
                </a:lnTo>
                <a:lnTo>
                  <a:pt x="33152" y="50879"/>
                </a:lnTo>
                <a:lnTo>
                  <a:pt x="25715" y="48867"/>
                </a:lnTo>
                <a:lnTo>
                  <a:pt x="20429" y="43581"/>
                </a:lnTo>
                <a:lnTo>
                  <a:pt x="18417" y="3614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145"/>
                </a:lnTo>
                <a:lnTo>
                  <a:pt x="2605" y="49049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0390" y="69296"/>
                </a:lnTo>
                <a:lnTo>
                  <a:pt x="70390" y="6008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7">
            <a:extLst xmlns:a="http://schemas.openxmlformats.org/drawingml/2006/main">
              <a:ext uri="{FF2B5EF4-FFF2-40B4-BE49-F238E27FC236}">
                <a16:creationId xmlns:a16="http://schemas.microsoft.com/office/drawing/2014/main" id="{E568453F-3891-405B-8E9B-D4F223B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1430693"/>
            <a:ext cx="18417" cy="7228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8">
            <a:extLst xmlns:a="http://schemas.openxmlformats.org/drawingml/2006/main">
              <a:ext uri="{FF2B5EF4-FFF2-40B4-BE49-F238E27FC236}">
                <a16:creationId xmlns:a16="http://schemas.microsoft.com/office/drawing/2014/main" id="{4F0FB00E-46A7-49A5-B8A4-077B5CCC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1286115"/>
            <a:ext cx="18417" cy="7228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9">
            <a:extLst xmlns:a="http://schemas.openxmlformats.org/drawingml/2006/main">
              <a:ext uri="{FF2B5EF4-FFF2-40B4-BE49-F238E27FC236}">
                <a16:creationId xmlns:a16="http://schemas.microsoft.com/office/drawing/2014/main" id="{0E3DDEC0-130D-4A5E-A8E4-BC21FD6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1141536"/>
            <a:ext cx="18417" cy="7228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10">
            <a:extLst xmlns:a="http://schemas.openxmlformats.org/drawingml/2006/main">
              <a:ext uri="{FF2B5EF4-FFF2-40B4-BE49-F238E27FC236}">
                <a16:creationId xmlns:a16="http://schemas.microsoft.com/office/drawing/2014/main" id="{804D2B84-91D6-4E10-9FF3-57B66DF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999951"/>
            <a:ext cx="70390" cy="69296"/>
          </a:xfrm>
          <a:custGeom xmlns:a="http://schemas.openxmlformats.org/drawingml/2006/main">
            <a:pathLst>
              <a:path w="70390" h="69296">
                <a:moveTo>
                  <a:pt x="9209" y="69296"/>
                </a:moveTo>
                <a:lnTo>
                  <a:pt x="18417" y="69296"/>
                </a:lnTo>
                <a:lnTo>
                  <a:pt x="18417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0390" y="18418"/>
                </a:lnTo>
                <a:lnTo>
                  <a:pt x="70390" y="9209"/>
                </a:lnTo>
                <a:lnTo>
                  <a:pt x="70390" y="0"/>
                </a:lnTo>
                <a:lnTo>
                  <a:pt x="33152" y="0"/>
                </a:lnTo>
                <a:lnTo>
                  <a:pt x="20248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1">
            <a:extLst xmlns:a="http://schemas.openxmlformats.org/drawingml/2006/main">
              <a:ext uri="{FF2B5EF4-FFF2-40B4-BE49-F238E27FC236}">
                <a16:creationId xmlns:a16="http://schemas.microsoft.com/office/drawing/2014/main" id="{38CBE681-F61F-4930-8B1F-B5B1A81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66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2">
            <a:extLst xmlns:a="http://schemas.openxmlformats.org/drawingml/2006/main">
              <a:ext uri="{FF2B5EF4-FFF2-40B4-BE49-F238E27FC236}">
                <a16:creationId xmlns:a16="http://schemas.microsoft.com/office/drawing/2014/main" id="{5BAA19A3-7EF6-480E-B378-6E8AC20C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8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3">
            <a:extLst xmlns:a="http://schemas.openxmlformats.org/drawingml/2006/main">
              <a:ext uri="{FF2B5EF4-FFF2-40B4-BE49-F238E27FC236}">
                <a16:creationId xmlns:a16="http://schemas.microsoft.com/office/drawing/2014/main" id="{EA17BACD-F128-4B44-AF7E-B6F9243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71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4">
            <a:extLst xmlns:a="http://schemas.openxmlformats.org/drawingml/2006/main">
              <a:ext uri="{FF2B5EF4-FFF2-40B4-BE49-F238E27FC236}">
                <a16:creationId xmlns:a16="http://schemas.microsoft.com/office/drawing/2014/main" id="{626B231A-D68D-4370-A677-99CEBD44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23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5">
            <a:extLst xmlns:a="http://schemas.openxmlformats.org/drawingml/2006/main">
              <a:ext uri="{FF2B5EF4-FFF2-40B4-BE49-F238E27FC236}">
                <a16:creationId xmlns:a16="http://schemas.microsoft.com/office/drawing/2014/main" id="{FF45A308-45BD-4699-BD22-D220EB58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5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6">
            <a:extLst xmlns:a="http://schemas.openxmlformats.org/drawingml/2006/main">
              <a:ext uri="{FF2B5EF4-FFF2-40B4-BE49-F238E27FC236}">
                <a16:creationId xmlns:a16="http://schemas.microsoft.com/office/drawing/2014/main" id="{C534BA07-9BCA-485D-8C59-CEE82BF3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28" y="999951"/>
            <a:ext cx="74477" cy="18418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7">
            <a:extLst xmlns:a="http://schemas.openxmlformats.org/drawingml/2006/main">
              <a:ext uri="{FF2B5EF4-FFF2-40B4-BE49-F238E27FC236}">
                <a16:creationId xmlns:a16="http://schemas.microsoft.com/office/drawing/2014/main" id="{19A5893F-EBAF-4CB0-B0BA-1D09A2D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80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8">
            <a:extLst xmlns:a="http://schemas.openxmlformats.org/drawingml/2006/main">
              <a:ext uri="{FF2B5EF4-FFF2-40B4-BE49-F238E27FC236}">
                <a16:creationId xmlns:a16="http://schemas.microsoft.com/office/drawing/2014/main" id="{E2ED4551-21CD-40D7-8755-57F3A383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33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9">
            <a:extLst xmlns:a="http://schemas.openxmlformats.org/drawingml/2006/main">
              <a:ext uri="{FF2B5EF4-FFF2-40B4-BE49-F238E27FC236}">
                <a16:creationId xmlns:a16="http://schemas.microsoft.com/office/drawing/2014/main" id="{27A18C44-342F-4871-A05B-79D6FC29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85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18418"/>
                </a:move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20">
            <a:extLst xmlns:a="http://schemas.openxmlformats.org/drawingml/2006/main">
              <a:ext uri="{FF2B5EF4-FFF2-40B4-BE49-F238E27FC236}">
                <a16:creationId xmlns:a16="http://schemas.microsoft.com/office/drawing/2014/main" id="{F58B31EF-50A9-44FE-BA41-CF82E1AF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37" y="999951"/>
            <a:ext cx="74477" cy="18418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1">
            <a:extLst xmlns:a="http://schemas.openxmlformats.org/drawingml/2006/main">
              <a:ext uri="{FF2B5EF4-FFF2-40B4-BE49-F238E27FC236}">
                <a16:creationId xmlns:a16="http://schemas.microsoft.com/office/drawing/2014/main" id="{2A513302-DAC2-48F3-9CB6-131BBD3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90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2">
            <a:extLst xmlns:a="http://schemas.openxmlformats.org/drawingml/2006/main">
              <a:ext uri="{FF2B5EF4-FFF2-40B4-BE49-F238E27FC236}">
                <a16:creationId xmlns:a16="http://schemas.microsoft.com/office/drawing/2014/main" id="{006CDD91-B57F-4064-AA3A-35E92C3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42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3">
            <a:extLst xmlns:a="http://schemas.openxmlformats.org/drawingml/2006/main">
              <a:ext uri="{FF2B5EF4-FFF2-40B4-BE49-F238E27FC236}">
                <a16:creationId xmlns:a16="http://schemas.microsoft.com/office/drawing/2014/main" id="{DE2600D0-8076-4CF3-B953-834A063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894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18418"/>
                </a:move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4">
            <a:extLst xmlns:a="http://schemas.openxmlformats.org/drawingml/2006/main">
              <a:ext uri="{FF2B5EF4-FFF2-40B4-BE49-F238E27FC236}">
                <a16:creationId xmlns:a16="http://schemas.microsoft.com/office/drawing/2014/main" id="{97A3975F-904D-4D80-A59A-6C00531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46" y="999951"/>
            <a:ext cx="74477" cy="18418"/>
          </a:xfrm>
          <a:custGeom xmlns:a="http://schemas.openxmlformats.org/drawingml/2006/main">
            <a:pathLst>
              <a:path w="74477" h="18418">
                <a:moveTo>
                  <a:pt x="74477" y="18418"/>
                </a:move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7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5">
            <a:extLst xmlns:a="http://schemas.openxmlformats.org/drawingml/2006/main">
              <a:ext uri="{FF2B5EF4-FFF2-40B4-BE49-F238E27FC236}">
                <a16:creationId xmlns:a16="http://schemas.microsoft.com/office/drawing/2014/main" id="{F9626B1C-D6B9-4409-8581-9AC6BA9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99" y="999951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6">
            <a:extLst xmlns:a="http://schemas.openxmlformats.org/drawingml/2006/main">
              <a:ext uri="{FF2B5EF4-FFF2-40B4-BE49-F238E27FC236}">
                <a16:creationId xmlns:a16="http://schemas.microsoft.com/office/drawing/2014/main" id="{285F29EF-CAA1-48D9-A5EB-B687B6AB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751" y="999951"/>
            <a:ext cx="70391" cy="69296"/>
          </a:xfrm>
          <a:custGeom xmlns:a="http://schemas.openxmlformats.org/drawingml/2006/main">
            <a:pathLst>
              <a:path w="70391" h="69296">
                <a:moveTo>
                  <a:pt x="0" y="9209"/>
                </a:moveTo>
                <a:lnTo>
                  <a:pt x="0" y="18418"/>
                </a:lnTo>
                <a:lnTo>
                  <a:pt x="37239" y="18418"/>
                </a:lnTo>
                <a:lnTo>
                  <a:pt x="44676" y="20429"/>
                </a:lnTo>
                <a:lnTo>
                  <a:pt x="49961" y="25715"/>
                </a:lnTo>
                <a:lnTo>
                  <a:pt x="51973" y="33152"/>
                </a:lnTo>
                <a:lnTo>
                  <a:pt x="51973" y="69296"/>
                </a:lnTo>
                <a:lnTo>
                  <a:pt x="61182" y="69296"/>
                </a:lnTo>
                <a:lnTo>
                  <a:pt x="70391" y="69296"/>
                </a:lnTo>
                <a:lnTo>
                  <a:pt x="70391" y="33152"/>
                </a:lnTo>
                <a:lnTo>
                  <a:pt x="67785" y="20248"/>
                </a:lnTo>
                <a:lnTo>
                  <a:pt x="60681" y="9710"/>
                </a:lnTo>
                <a:lnTo>
                  <a:pt x="50143" y="2605"/>
                </a:lnTo>
                <a:lnTo>
                  <a:pt x="37239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7">
            <a:extLst xmlns:a="http://schemas.openxmlformats.org/drawingml/2006/main">
              <a:ext uri="{FF2B5EF4-FFF2-40B4-BE49-F238E27FC236}">
                <a16:creationId xmlns:a16="http://schemas.microsoft.com/office/drawing/2014/main" id="{60BD475A-30AC-41E4-8448-97957539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24" y="1141536"/>
            <a:ext cx="18418" cy="72289"/>
          </a:xfrm>
          <a:custGeom xmlns:a="http://schemas.openxmlformats.org/drawingml/2006/main">
            <a:pathLst>
              <a:path w="18418" h="72289">
                <a:moveTo>
                  <a:pt x="0" y="72289"/>
                </a:move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8">
            <a:extLst xmlns:a="http://schemas.openxmlformats.org/drawingml/2006/main">
              <a:ext uri="{FF2B5EF4-FFF2-40B4-BE49-F238E27FC236}">
                <a16:creationId xmlns:a16="http://schemas.microsoft.com/office/drawing/2014/main" id="{DF08773D-5032-4EBA-AB12-CD83821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24" y="1286115"/>
            <a:ext cx="18418" cy="72289"/>
          </a:xfrm>
          <a:custGeom xmlns:a="http://schemas.openxmlformats.org/drawingml/2006/main">
            <a:pathLst>
              <a:path w="18418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9">
            <a:extLst xmlns:a="http://schemas.openxmlformats.org/drawingml/2006/main">
              <a:ext uri="{FF2B5EF4-FFF2-40B4-BE49-F238E27FC236}">
                <a16:creationId xmlns:a16="http://schemas.microsoft.com/office/drawing/2014/main" id="{A2159FAD-9575-4E1A-8F2C-3E19D3AA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24" y="1430693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0"/>
                </a:move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30">
            <a:extLst xmlns:a="http://schemas.openxmlformats.org/drawingml/2006/main">
              <a:ext uri="{FF2B5EF4-FFF2-40B4-BE49-F238E27FC236}">
                <a16:creationId xmlns:a16="http://schemas.microsoft.com/office/drawing/2014/main" id="{5E9BCF79-1DBE-4782-9042-6DE314BA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752" y="1575271"/>
            <a:ext cx="70389" cy="69296"/>
          </a:xfrm>
          <a:custGeom xmlns:a="http://schemas.openxmlformats.org/drawingml/2006/main">
            <a:pathLst>
              <a:path w="70389" h="69296">
                <a:moveTo>
                  <a:pt x="37238" y="50879"/>
                </a:moveTo>
                <a:lnTo>
                  <a:pt x="0" y="50879"/>
                </a:lnTo>
                <a:lnTo>
                  <a:pt x="0" y="60087"/>
                </a:lnTo>
                <a:lnTo>
                  <a:pt x="0" y="69296"/>
                </a:lnTo>
                <a:lnTo>
                  <a:pt x="37238" y="69296"/>
                </a:lnTo>
                <a:lnTo>
                  <a:pt x="50142" y="66691"/>
                </a:lnTo>
                <a:lnTo>
                  <a:pt x="60679" y="59586"/>
                </a:lnTo>
                <a:lnTo>
                  <a:pt x="67784" y="49049"/>
                </a:lnTo>
                <a:lnTo>
                  <a:pt x="70389" y="36145"/>
                </a:lnTo>
                <a:lnTo>
                  <a:pt x="70389" y="0"/>
                </a:lnTo>
                <a:lnTo>
                  <a:pt x="61181" y="0"/>
                </a:lnTo>
                <a:lnTo>
                  <a:pt x="51972" y="0"/>
                </a:lnTo>
                <a:lnTo>
                  <a:pt x="51972" y="36145"/>
                </a:lnTo>
                <a:lnTo>
                  <a:pt x="49960" y="43581"/>
                </a:lnTo>
                <a:lnTo>
                  <a:pt x="44674" y="48867"/>
                </a:lnTo>
                <a:lnTo>
                  <a:pt x="37238" y="5087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1">
            <a:extLst xmlns:a="http://schemas.openxmlformats.org/drawingml/2006/main">
              <a:ext uri="{FF2B5EF4-FFF2-40B4-BE49-F238E27FC236}">
                <a16:creationId xmlns:a16="http://schemas.microsoft.com/office/drawing/2014/main" id="{79D22D87-9F8B-4376-9C4D-F7545623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99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2">
            <a:extLst xmlns:a="http://schemas.openxmlformats.org/drawingml/2006/main">
              <a:ext uri="{FF2B5EF4-FFF2-40B4-BE49-F238E27FC236}">
                <a16:creationId xmlns:a16="http://schemas.microsoft.com/office/drawing/2014/main" id="{492A829A-4047-406A-98C4-754901D2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47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3">
            <a:extLst xmlns:a="http://schemas.openxmlformats.org/drawingml/2006/main">
              <a:ext uri="{FF2B5EF4-FFF2-40B4-BE49-F238E27FC236}">
                <a16:creationId xmlns:a16="http://schemas.microsoft.com/office/drawing/2014/main" id="{09D59BB4-BB6E-4668-98D3-BECD7936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894" y="1626150"/>
            <a:ext cx="74477" cy="18417"/>
          </a:xfrm>
          <a:custGeom xmlns:a="http://schemas.openxmlformats.org/drawingml/2006/main">
            <a:pathLst>
              <a:path w="74477" h="18417">
                <a:moveTo>
                  <a:pt x="0" y="18417"/>
                </a:moveTo>
                <a:lnTo>
                  <a:pt x="74477" y="18417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4">
            <a:extLst xmlns:a="http://schemas.openxmlformats.org/drawingml/2006/main">
              <a:ext uri="{FF2B5EF4-FFF2-40B4-BE49-F238E27FC236}">
                <a16:creationId xmlns:a16="http://schemas.microsoft.com/office/drawing/2014/main" id="{41EFC972-DE9F-435D-AC22-F913C17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42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0" y="9209"/>
                </a:move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5">
            <a:extLst xmlns:a="http://schemas.openxmlformats.org/drawingml/2006/main">
              <a:ext uri="{FF2B5EF4-FFF2-40B4-BE49-F238E27FC236}">
                <a16:creationId xmlns:a16="http://schemas.microsoft.com/office/drawing/2014/main" id="{35813C39-3642-4820-A5B0-2D1F6601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90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0" y="0"/>
                </a:move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6">
            <a:extLst xmlns:a="http://schemas.openxmlformats.org/drawingml/2006/main">
              <a:ext uri="{FF2B5EF4-FFF2-40B4-BE49-F238E27FC236}">
                <a16:creationId xmlns:a16="http://schemas.microsoft.com/office/drawing/2014/main" id="{4CDD6BD8-55E2-4BAE-8D4A-0808827D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37" y="1626150"/>
            <a:ext cx="74477" cy="18417"/>
          </a:xfrm>
          <a:custGeom xmlns:a="http://schemas.openxmlformats.org/drawingml/2006/main">
            <a:pathLst>
              <a:path w="74477" h="18417">
                <a:moveTo>
                  <a:pt x="74477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7" y="18417"/>
                </a:lnTo>
                <a:lnTo>
                  <a:pt x="74477" y="9209"/>
                </a:lnTo>
                <a:lnTo>
                  <a:pt x="74477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7">
            <a:extLst xmlns:a="http://schemas.openxmlformats.org/drawingml/2006/main">
              <a:ext uri="{FF2B5EF4-FFF2-40B4-BE49-F238E27FC236}">
                <a16:creationId xmlns:a16="http://schemas.microsoft.com/office/drawing/2014/main" id="{7B2E82AF-60B1-49AD-9798-B44192BF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85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8">
            <a:extLst xmlns:a="http://schemas.openxmlformats.org/drawingml/2006/main">
              <a:ext uri="{FF2B5EF4-FFF2-40B4-BE49-F238E27FC236}">
                <a16:creationId xmlns:a16="http://schemas.microsoft.com/office/drawing/2014/main" id="{1BA2A34B-37F0-4EAE-9E15-9E38592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32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9">
            <a:extLst xmlns:a="http://schemas.openxmlformats.org/drawingml/2006/main">
              <a:ext uri="{FF2B5EF4-FFF2-40B4-BE49-F238E27FC236}">
                <a16:creationId xmlns:a16="http://schemas.microsoft.com/office/drawing/2014/main" id="{98C82A41-CD66-4046-AF15-9C200CF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80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40">
            <a:extLst xmlns:a="http://schemas.openxmlformats.org/drawingml/2006/main">
              <a:ext uri="{FF2B5EF4-FFF2-40B4-BE49-F238E27FC236}">
                <a16:creationId xmlns:a16="http://schemas.microsoft.com/office/drawing/2014/main" id="{177F6BC3-0253-435B-8BB1-829497CA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28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1">
            <a:extLst xmlns:a="http://schemas.openxmlformats.org/drawingml/2006/main">
              <a:ext uri="{FF2B5EF4-FFF2-40B4-BE49-F238E27FC236}">
                <a16:creationId xmlns:a16="http://schemas.microsoft.com/office/drawing/2014/main" id="{379A57EF-6C18-4B2D-B6E1-D994C056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6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2">
            <a:extLst xmlns:a="http://schemas.openxmlformats.org/drawingml/2006/main">
              <a:ext uri="{FF2B5EF4-FFF2-40B4-BE49-F238E27FC236}">
                <a16:creationId xmlns:a16="http://schemas.microsoft.com/office/drawing/2014/main" id="{6D92E410-DB8C-4BB3-8E41-0589BDC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23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3">
            <a:extLst xmlns:a="http://schemas.openxmlformats.org/drawingml/2006/main">
              <a:ext uri="{FF2B5EF4-FFF2-40B4-BE49-F238E27FC236}">
                <a16:creationId xmlns:a16="http://schemas.microsoft.com/office/drawing/2014/main" id="{EB96B2CC-B7BF-4554-9905-381A67A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71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0" y="18417"/>
                </a:move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4">
            <a:extLst xmlns:a="http://schemas.openxmlformats.org/drawingml/2006/main">
              <a:ext uri="{FF2B5EF4-FFF2-40B4-BE49-F238E27FC236}">
                <a16:creationId xmlns:a16="http://schemas.microsoft.com/office/drawing/2014/main" id="{FF768F97-F9C3-4429-A14E-F32E0D42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9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0" y="9209"/>
                </a:move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5">
            <a:extLst xmlns:a="http://schemas.openxmlformats.org/drawingml/2006/main">
              <a:ext uri="{FF2B5EF4-FFF2-40B4-BE49-F238E27FC236}">
                <a16:creationId xmlns:a16="http://schemas.microsoft.com/office/drawing/2014/main" id="{92BD8C16-A09B-4FC8-B035-67643974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67" y="1626150"/>
            <a:ext cx="74476" cy="18417"/>
          </a:xfrm>
          <a:custGeom xmlns:a="http://schemas.openxmlformats.org/drawingml/2006/main">
            <a:pathLst>
              <a:path w="74476" h="18417">
                <a:moveTo>
                  <a:pt x="0" y="0"/>
                </a:moveTo>
                <a:lnTo>
                  <a:pt x="0" y="9209"/>
                </a:lnTo>
                <a:lnTo>
                  <a:pt x="0" y="18417"/>
                </a:lnTo>
                <a:lnTo>
                  <a:pt x="74476" y="18417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6">
            <a:extLst xmlns:a="http://schemas.openxmlformats.org/drawingml/2006/main">
              <a:ext uri="{FF2B5EF4-FFF2-40B4-BE49-F238E27FC236}">
                <a16:creationId xmlns:a16="http://schemas.microsoft.com/office/drawing/2014/main" id="{579B3260-496E-4E6B-B943-2486A65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658" y="999951"/>
            <a:ext cx="1804925" cy="1528661"/>
          </a:xfrm>
          <a:custGeom xmlns:a="http://schemas.openxmlformats.org/drawingml/2006/main">
            <a:pathLst>
              <a:path w="1804925" h="1528661">
                <a:moveTo>
                  <a:pt x="0" y="36836"/>
                </a:moveTo>
                <a:cubicBezTo>
                  <a:pt x="0" y="16492"/>
                  <a:pt x="16492" y="0"/>
                  <a:pt x="36835" y="0"/>
                </a:cubicBezTo>
                <a:lnTo>
                  <a:pt x="1768090" y="0"/>
                </a:lnTo>
                <a:cubicBezTo>
                  <a:pt x="1788434" y="0"/>
                  <a:pt x="1804925" y="16492"/>
                  <a:pt x="1804925" y="36836"/>
                </a:cubicBezTo>
                <a:lnTo>
                  <a:pt x="1804925" y="1491826"/>
                </a:lnTo>
                <a:cubicBezTo>
                  <a:pt x="1804925" y="1512170"/>
                  <a:pt x="1788434" y="1528661"/>
                  <a:pt x="1768090" y="1528661"/>
                </a:cubicBezTo>
                <a:lnTo>
                  <a:pt x="36835" y="1528661"/>
                </a:lnTo>
                <a:cubicBezTo>
                  <a:pt x="16492" y="1528661"/>
                  <a:pt x="0" y="1512170"/>
                  <a:pt x="0" y="1491826"/>
                </a:cubicBezTo>
                <a:lnTo>
                  <a:pt x="0" y="36836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7">
            <a:extLst xmlns:a="http://schemas.openxmlformats.org/drawingml/2006/main">
              <a:ext uri="{FF2B5EF4-FFF2-40B4-BE49-F238E27FC236}">
                <a16:creationId xmlns:a16="http://schemas.microsoft.com/office/drawing/2014/main" id="{80594B0F-0E50-481C-845F-04E1106D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658" y="999951"/>
            <a:ext cx="1804925" cy="1528661"/>
          </a:xfrm>
          <a:custGeom xmlns:a="http://schemas.openxmlformats.org/drawingml/2006/main">
            <a:pathLst>
              <a:path w="1804925" h="1528661">
                <a:moveTo>
                  <a:pt x="2895" y="1506164"/>
                </a:moveTo>
                <a:lnTo>
                  <a:pt x="10789" y="1517873"/>
                </a:lnTo>
                <a:lnTo>
                  <a:pt x="22497" y="1525767"/>
                </a:lnTo>
                <a:lnTo>
                  <a:pt x="36835" y="1528661"/>
                </a:lnTo>
                <a:lnTo>
                  <a:pt x="1768090" y="1528661"/>
                </a:lnTo>
                <a:lnTo>
                  <a:pt x="1782428" y="1525767"/>
                </a:lnTo>
                <a:lnTo>
                  <a:pt x="1794136" y="1517873"/>
                </a:lnTo>
                <a:lnTo>
                  <a:pt x="1802030" y="1506164"/>
                </a:lnTo>
                <a:lnTo>
                  <a:pt x="1804925" y="1491826"/>
                </a:lnTo>
                <a:lnTo>
                  <a:pt x="1804925" y="36836"/>
                </a:lnTo>
                <a:lnTo>
                  <a:pt x="1802030" y="22498"/>
                </a:lnTo>
                <a:lnTo>
                  <a:pt x="1794136" y="10789"/>
                </a:lnTo>
                <a:lnTo>
                  <a:pt x="1782428" y="2895"/>
                </a:lnTo>
                <a:lnTo>
                  <a:pt x="1768090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491826"/>
                </a:lnTo>
                <a:lnTo>
                  <a:pt x="2895" y="1506164"/>
                </a:lnTo>
                <a:close/>
                <a:moveTo>
                  <a:pt x="1777386" y="20932"/>
                </a:moveTo>
                <a:lnTo>
                  <a:pt x="1783993" y="27540"/>
                </a:lnTo>
                <a:lnTo>
                  <a:pt x="1786508" y="36836"/>
                </a:lnTo>
                <a:lnTo>
                  <a:pt x="1786508" y="1491826"/>
                </a:lnTo>
                <a:lnTo>
                  <a:pt x="1783993" y="1501122"/>
                </a:lnTo>
                <a:lnTo>
                  <a:pt x="1777386" y="1507729"/>
                </a:lnTo>
                <a:lnTo>
                  <a:pt x="1768090" y="1510244"/>
                </a:lnTo>
                <a:lnTo>
                  <a:pt x="36835" y="1510244"/>
                </a:lnTo>
                <a:lnTo>
                  <a:pt x="27540" y="1507729"/>
                </a:lnTo>
                <a:lnTo>
                  <a:pt x="20932" y="1501122"/>
                </a:lnTo>
                <a:lnTo>
                  <a:pt x="18418" y="1491826"/>
                </a:lnTo>
                <a:lnTo>
                  <a:pt x="18418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5" y="18418"/>
                </a:lnTo>
                <a:lnTo>
                  <a:pt x="1768090" y="18418"/>
                </a:lnTo>
                <a:lnTo>
                  <a:pt x="1777386" y="209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8">
            <a:extLst xmlns:a="http://schemas.openxmlformats.org/drawingml/2006/main">
              <a:ext uri="{FF2B5EF4-FFF2-40B4-BE49-F238E27FC236}">
                <a16:creationId xmlns:a16="http://schemas.microsoft.com/office/drawing/2014/main" id="{7916BE2E-911D-4A84-A15F-D9325E6F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999951"/>
            <a:ext cx="2200904" cy="644616"/>
          </a:xfrm>
          <a:custGeom xmlns:a="http://schemas.openxmlformats.org/drawingml/2006/main">
            <a:pathLst>
              <a:path w="2200904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167752" y="0"/>
                </a:lnTo>
                <a:cubicBezTo>
                  <a:pt x="2186061" y="0"/>
                  <a:pt x="2200904" y="14843"/>
                  <a:pt x="2200904" y="33152"/>
                </a:cubicBezTo>
                <a:lnTo>
                  <a:pt x="2200904" y="611465"/>
                </a:lnTo>
                <a:cubicBezTo>
                  <a:pt x="2200904" y="629774"/>
                  <a:pt x="2186061" y="644616"/>
                  <a:pt x="2167752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4169E1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9">
            <a:extLst xmlns:a="http://schemas.openxmlformats.org/drawingml/2006/main">
              <a:ext uri="{FF2B5EF4-FFF2-40B4-BE49-F238E27FC236}">
                <a16:creationId xmlns:a16="http://schemas.microsoft.com/office/drawing/2014/main" id="{E1BBF04F-2F1B-439E-A004-DEDFB31A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1575271"/>
            <a:ext cx="71270" cy="69296"/>
          </a:xfrm>
          <a:custGeom xmlns:a="http://schemas.openxmlformats.org/drawingml/2006/main">
            <a:pathLst>
              <a:path w="71270" h="69296">
                <a:moveTo>
                  <a:pt x="20429" y="43581"/>
                </a:moveTo>
                <a:lnTo>
                  <a:pt x="18418" y="36145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36145"/>
                </a:lnTo>
                <a:lnTo>
                  <a:pt x="2605" y="49049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1270" y="69296"/>
                </a:lnTo>
                <a:lnTo>
                  <a:pt x="71270" y="60087"/>
                </a:lnTo>
                <a:lnTo>
                  <a:pt x="71270" y="50879"/>
                </a:lnTo>
                <a:lnTo>
                  <a:pt x="33152" y="50879"/>
                </a:lnTo>
                <a:lnTo>
                  <a:pt x="25715" y="48867"/>
                </a:lnTo>
                <a:lnTo>
                  <a:pt x="20429" y="43581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50">
            <a:extLst xmlns:a="http://schemas.openxmlformats.org/drawingml/2006/main">
              <a:ext uri="{FF2B5EF4-FFF2-40B4-BE49-F238E27FC236}">
                <a16:creationId xmlns:a16="http://schemas.microsoft.com/office/drawing/2014/main" id="{B3FABE64-1303-4E18-8519-FEF8CEE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1430693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1">
            <a:extLst xmlns:a="http://schemas.openxmlformats.org/drawingml/2006/main">
              <a:ext uri="{FF2B5EF4-FFF2-40B4-BE49-F238E27FC236}">
                <a16:creationId xmlns:a16="http://schemas.microsoft.com/office/drawing/2014/main" id="{1EF73F62-F763-4860-88DB-8B04F6EA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1286115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2">
            <a:extLst xmlns:a="http://schemas.openxmlformats.org/drawingml/2006/main">
              <a:ext uri="{FF2B5EF4-FFF2-40B4-BE49-F238E27FC236}">
                <a16:creationId xmlns:a16="http://schemas.microsoft.com/office/drawing/2014/main" id="{2804BA42-A9F4-4CFA-90C3-10B9730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1141536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3">
            <a:extLst xmlns:a="http://schemas.openxmlformats.org/drawingml/2006/main">
              <a:ext uri="{FF2B5EF4-FFF2-40B4-BE49-F238E27FC236}">
                <a16:creationId xmlns:a16="http://schemas.microsoft.com/office/drawing/2014/main" id="{7451FC19-F87F-4FD1-B3AE-43532708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999951"/>
            <a:ext cx="71269" cy="69296"/>
          </a:xfrm>
          <a:custGeom xmlns:a="http://schemas.openxmlformats.org/drawingml/2006/main">
            <a:pathLst>
              <a:path w="71269" h="69296">
                <a:moveTo>
                  <a:pt x="9209" y="69296"/>
                </a:moveTo>
                <a:lnTo>
                  <a:pt x="18418" y="69296"/>
                </a:lnTo>
                <a:lnTo>
                  <a:pt x="18418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1269" y="18418"/>
                </a:lnTo>
                <a:lnTo>
                  <a:pt x="71269" y="9209"/>
                </a:lnTo>
                <a:lnTo>
                  <a:pt x="71269" y="0"/>
                </a:lnTo>
                <a:lnTo>
                  <a:pt x="33151" y="0"/>
                </a:lnTo>
                <a:lnTo>
                  <a:pt x="20247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4">
            <a:extLst xmlns:a="http://schemas.openxmlformats.org/drawingml/2006/main">
              <a:ext uri="{FF2B5EF4-FFF2-40B4-BE49-F238E27FC236}">
                <a16:creationId xmlns:a16="http://schemas.microsoft.com/office/drawing/2014/main" id="{F1ACA829-B09C-4B5C-B34E-A441CCB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97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5">
            <a:extLst xmlns:a="http://schemas.openxmlformats.org/drawingml/2006/main">
              <a:ext uri="{FF2B5EF4-FFF2-40B4-BE49-F238E27FC236}">
                <a16:creationId xmlns:a16="http://schemas.microsoft.com/office/drawing/2014/main" id="{829F3723-F240-45C9-96E7-495FEBE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869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6">
            <a:extLst xmlns:a="http://schemas.openxmlformats.org/drawingml/2006/main">
              <a:ext uri="{FF2B5EF4-FFF2-40B4-BE49-F238E27FC236}">
                <a16:creationId xmlns:a16="http://schemas.microsoft.com/office/drawing/2014/main" id="{A3DD8809-464B-430C-83BC-58A747DC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40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7">
            <a:extLst xmlns:a="http://schemas.openxmlformats.org/drawingml/2006/main">
              <a:ext uri="{FF2B5EF4-FFF2-40B4-BE49-F238E27FC236}">
                <a16:creationId xmlns:a16="http://schemas.microsoft.com/office/drawing/2014/main" id="{C8E8288A-EEE9-4398-8A42-735FC49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812" y="999951"/>
            <a:ext cx="76236" cy="18418"/>
          </a:xfrm>
          <a:custGeom xmlns:a="http://schemas.openxmlformats.org/drawingml/2006/main">
            <a:pathLst>
              <a:path w="76236" h="18418">
                <a:moveTo>
                  <a:pt x="0" y="9209"/>
                </a:moveTo>
                <a:lnTo>
                  <a:pt x="0" y="18418"/>
                </a:lnTo>
                <a:lnTo>
                  <a:pt x="76236" y="18418"/>
                </a:lnTo>
                <a:lnTo>
                  <a:pt x="76236" y="9209"/>
                </a:ln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8">
            <a:extLst xmlns:a="http://schemas.openxmlformats.org/drawingml/2006/main">
              <a:ext uri="{FF2B5EF4-FFF2-40B4-BE49-F238E27FC236}">
                <a16:creationId xmlns:a16="http://schemas.microsoft.com/office/drawing/2014/main" id="{4EAE7E1D-834D-471A-90F0-FD13A338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83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18418"/>
                </a:move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9">
            <a:extLst xmlns:a="http://schemas.openxmlformats.org/drawingml/2006/main">
              <a:ext uri="{FF2B5EF4-FFF2-40B4-BE49-F238E27FC236}">
                <a16:creationId xmlns:a16="http://schemas.microsoft.com/office/drawing/2014/main" id="{8F798B10-8409-41C8-B790-4750B4B4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755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60">
            <a:extLst xmlns:a="http://schemas.openxmlformats.org/drawingml/2006/main">
              <a:ext uri="{FF2B5EF4-FFF2-40B4-BE49-F238E27FC236}">
                <a16:creationId xmlns:a16="http://schemas.microsoft.com/office/drawing/2014/main" id="{F0A07F34-BB5B-4D21-832E-BCD2E1E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226" y="999951"/>
            <a:ext cx="76237" cy="18418"/>
          </a:xfrm>
          <a:custGeom xmlns:a="http://schemas.openxmlformats.org/drawingml/2006/main">
            <a:pathLst>
              <a:path w="76237" h="18418">
                <a:moveTo>
                  <a:pt x="0" y="9209"/>
                </a:move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1">
            <a:extLst xmlns:a="http://schemas.openxmlformats.org/drawingml/2006/main">
              <a:ext uri="{FF2B5EF4-FFF2-40B4-BE49-F238E27FC236}">
                <a16:creationId xmlns:a16="http://schemas.microsoft.com/office/drawing/2014/main" id="{CC41255B-B9ED-4E5C-984B-C16B6AD9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698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2">
            <a:extLst xmlns:a="http://schemas.openxmlformats.org/drawingml/2006/main">
              <a:ext uri="{FF2B5EF4-FFF2-40B4-BE49-F238E27FC236}">
                <a16:creationId xmlns:a16="http://schemas.microsoft.com/office/drawing/2014/main" id="{86D7366F-707C-41AC-BB62-0569364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69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3">
            <a:extLst xmlns:a="http://schemas.openxmlformats.org/drawingml/2006/main">
              <a:ext uri="{FF2B5EF4-FFF2-40B4-BE49-F238E27FC236}">
                <a16:creationId xmlns:a16="http://schemas.microsoft.com/office/drawing/2014/main" id="{82392D76-BDF8-4B75-B0B5-9847D86C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641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4">
            <a:extLst xmlns:a="http://schemas.openxmlformats.org/drawingml/2006/main">
              <a:ext uri="{FF2B5EF4-FFF2-40B4-BE49-F238E27FC236}">
                <a16:creationId xmlns:a16="http://schemas.microsoft.com/office/drawing/2014/main" id="{242E0744-2033-4C37-AA3C-9537B0F3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111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5">
            <a:extLst xmlns:a="http://schemas.openxmlformats.org/drawingml/2006/main">
              <a:ext uri="{FF2B5EF4-FFF2-40B4-BE49-F238E27FC236}">
                <a16:creationId xmlns:a16="http://schemas.microsoft.com/office/drawing/2014/main" id="{E4AC7EB2-40D1-4494-B5DC-4DB35EA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583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6">
            <a:extLst xmlns:a="http://schemas.openxmlformats.org/drawingml/2006/main">
              <a:ext uri="{FF2B5EF4-FFF2-40B4-BE49-F238E27FC236}">
                <a16:creationId xmlns:a16="http://schemas.microsoft.com/office/drawing/2014/main" id="{7D9007E6-1DE9-41A6-A95A-BCEB3F7C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054" y="999951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7">
            <a:extLst xmlns:a="http://schemas.openxmlformats.org/drawingml/2006/main">
              <a:ext uri="{FF2B5EF4-FFF2-40B4-BE49-F238E27FC236}">
                <a16:creationId xmlns:a16="http://schemas.microsoft.com/office/drawing/2014/main" id="{0BBB5820-9E25-4267-99CA-5C14A16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25" y="999951"/>
            <a:ext cx="71270" cy="69296"/>
          </a:xfrm>
          <a:custGeom xmlns:a="http://schemas.openxmlformats.org/drawingml/2006/main">
            <a:pathLst>
              <a:path w="71270" h="69296">
                <a:moveTo>
                  <a:pt x="38119" y="18418"/>
                </a:moveTo>
                <a:lnTo>
                  <a:pt x="45556" y="20429"/>
                </a:lnTo>
                <a:lnTo>
                  <a:pt x="50841" y="25715"/>
                </a:lnTo>
                <a:lnTo>
                  <a:pt x="52853" y="33152"/>
                </a:lnTo>
                <a:lnTo>
                  <a:pt x="52853" y="69296"/>
                </a:lnTo>
                <a:lnTo>
                  <a:pt x="62062" y="69296"/>
                </a:lnTo>
                <a:lnTo>
                  <a:pt x="71270" y="69296"/>
                </a:lnTo>
                <a:lnTo>
                  <a:pt x="71270" y="33152"/>
                </a:lnTo>
                <a:lnTo>
                  <a:pt x="68665" y="20248"/>
                </a:lnTo>
                <a:lnTo>
                  <a:pt x="61561" y="9710"/>
                </a:lnTo>
                <a:lnTo>
                  <a:pt x="51023" y="2605"/>
                </a:lnTo>
                <a:lnTo>
                  <a:pt x="38119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8119" y="1841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8">
            <a:extLst xmlns:a="http://schemas.openxmlformats.org/drawingml/2006/main">
              <a:ext uri="{FF2B5EF4-FFF2-40B4-BE49-F238E27FC236}">
                <a16:creationId xmlns:a16="http://schemas.microsoft.com/office/drawing/2014/main" id="{8CBCB619-1760-4B49-A5FC-C1C2145C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378" y="1141536"/>
            <a:ext cx="18417" cy="72289"/>
          </a:xfrm>
          <a:custGeom xmlns:a="http://schemas.openxmlformats.org/drawingml/2006/main">
            <a:pathLst>
              <a:path w="18417" h="72289">
                <a:moveTo>
                  <a:pt x="18417" y="72289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9">
            <a:extLst xmlns:a="http://schemas.openxmlformats.org/drawingml/2006/main">
              <a:ext uri="{FF2B5EF4-FFF2-40B4-BE49-F238E27FC236}">
                <a16:creationId xmlns:a16="http://schemas.microsoft.com/office/drawing/2014/main" id="{39652D79-E4D8-4F27-B27B-B15151BA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378" y="1286115"/>
            <a:ext cx="18417" cy="7228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70">
            <a:extLst xmlns:a="http://schemas.openxmlformats.org/drawingml/2006/main">
              <a:ext uri="{FF2B5EF4-FFF2-40B4-BE49-F238E27FC236}">
                <a16:creationId xmlns:a16="http://schemas.microsoft.com/office/drawing/2014/main" id="{7D693DB7-531F-47E4-B392-54823C9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378" y="1430693"/>
            <a:ext cx="18417" cy="72289"/>
          </a:xfrm>
          <a:custGeom xmlns:a="http://schemas.openxmlformats.org/drawingml/2006/main">
            <a:pathLst>
              <a:path w="18417" h="72289">
                <a:moveTo>
                  <a:pt x="0" y="72289"/>
                </a:move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1">
            <a:extLst xmlns:a="http://schemas.openxmlformats.org/drawingml/2006/main">
              <a:ext uri="{FF2B5EF4-FFF2-40B4-BE49-F238E27FC236}">
                <a16:creationId xmlns:a16="http://schemas.microsoft.com/office/drawing/2014/main" id="{C40A81F0-71C7-4EC7-AA7E-AB927532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26" y="1575271"/>
            <a:ext cx="71269" cy="69296"/>
          </a:xfrm>
          <a:custGeom xmlns:a="http://schemas.openxmlformats.org/drawingml/2006/main">
            <a:pathLst>
              <a:path w="71269" h="69296">
                <a:moveTo>
                  <a:pt x="62061" y="0"/>
                </a:moveTo>
                <a:lnTo>
                  <a:pt x="52852" y="0"/>
                </a:lnTo>
                <a:lnTo>
                  <a:pt x="52852" y="36145"/>
                </a:lnTo>
                <a:lnTo>
                  <a:pt x="50840" y="43581"/>
                </a:lnTo>
                <a:lnTo>
                  <a:pt x="45554" y="48867"/>
                </a:lnTo>
                <a:lnTo>
                  <a:pt x="38118" y="50879"/>
                </a:lnTo>
                <a:lnTo>
                  <a:pt x="0" y="50879"/>
                </a:lnTo>
                <a:lnTo>
                  <a:pt x="0" y="60087"/>
                </a:lnTo>
                <a:lnTo>
                  <a:pt x="0" y="69296"/>
                </a:lnTo>
                <a:lnTo>
                  <a:pt x="38118" y="69296"/>
                </a:lnTo>
                <a:lnTo>
                  <a:pt x="51022" y="66691"/>
                </a:lnTo>
                <a:lnTo>
                  <a:pt x="61559" y="59586"/>
                </a:lnTo>
                <a:lnTo>
                  <a:pt x="68664" y="49049"/>
                </a:lnTo>
                <a:lnTo>
                  <a:pt x="71269" y="36145"/>
                </a:lnTo>
                <a:lnTo>
                  <a:pt x="71269" y="0"/>
                </a:lnTo>
                <a:lnTo>
                  <a:pt x="62061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2">
            <a:extLst xmlns:a="http://schemas.openxmlformats.org/drawingml/2006/main">
              <a:ext uri="{FF2B5EF4-FFF2-40B4-BE49-F238E27FC236}">
                <a16:creationId xmlns:a16="http://schemas.microsoft.com/office/drawing/2014/main" id="{7A0BAEAA-85D0-49A4-89D0-71915AC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055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3">
            <a:extLst xmlns:a="http://schemas.openxmlformats.org/drawingml/2006/main">
              <a:ext uri="{FF2B5EF4-FFF2-40B4-BE49-F238E27FC236}">
                <a16:creationId xmlns:a16="http://schemas.microsoft.com/office/drawing/2014/main" id="{969B3A5D-445F-44D0-B205-A3FB387B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583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4">
            <a:extLst xmlns:a="http://schemas.openxmlformats.org/drawingml/2006/main">
              <a:ext uri="{FF2B5EF4-FFF2-40B4-BE49-F238E27FC236}">
                <a16:creationId xmlns:a16="http://schemas.microsoft.com/office/drawing/2014/main" id="{CBEB3915-540C-4E60-9FC2-A0E716C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111" y="1626150"/>
            <a:ext cx="76237" cy="18417"/>
          </a:xfrm>
          <a:custGeom xmlns:a="http://schemas.openxmlformats.org/drawingml/2006/main">
            <a:pathLst>
              <a:path w="76237" h="18417">
                <a:moveTo>
                  <a:pt x="76237" y="9209"/>
                </a:move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7" y="18417"/>
                </a:lnTo>
                <a:lnTo>
                  <a:pt x="76237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5">
            <a:extLst xmlns:a="http://schemas.openxmlformats.org/drawingml/2006/main">
              <a:ext uri="{FF2B5EF4-FFF2-40B4-BE49-F238E27FC236}">
                <a16:creationId xmlns:a16="http://schemas.microsoft.com/office/drawing/2014/main" id="{6D5FDCFA-A546-44C0-A803-D87CF2C4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641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6">
            <a:extLst xmlns:a="http://schemas.openxmlformats.org/drawingml/2006/main">
              <a:ext uri="{FF2B5EF4-FFF2-40B4-BE49-F238E27FC236}">
                <a16:creationId xmlns:a16="http://schemas.microsoft.com/office/drawing/2014/main" id="{26CB9A6A-23A1-451B-8FA0-70004681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69" y="1626150"/>
            <a:ext cx="76237" cy="18417"/>
          </a:xfrm>
          <a:custGeom xmlns:a="http://schemas.openxmlformats.org/drawingml/2006/main">
            <a:pathLst>
              <a:path w="76237" h="18417">
                <a:moveTo>
                  <a:pt x="0" y="18417"/>
                </a:moveTo>
                <a:lnTo>
                  <a:pt x="76237" y="18417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7">
            <a:extLst xmlns:a="http://schemas.openxmlformats.org/drawingml/2006/main">
              <a:ext uri="{FF2B5EF4-FFF2-40B4-BE49-F238E27FC236}">
                <a16:creationId xmlns:a16="http://schemas.microsoft.com/office/drawing/2014/main" id="{682DB47F-CF3E-4569-80DD-8619601B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698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0" y="9209"/>
                </a:move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8">
            <a:extLst xmlns:a="http://schemas.openxmlformats.org/drawingml/2006/main">
              <a:ext uri="{FF2B5EF4-FFF2-40B4-BE49-F238E27FC236}">
                <a16:creationId xmlns:a16="http://schemas.microsoft.com/office/drawing/2014/main" id="{DEC0FE0A-CF08-4CFE-BE0B-2AB38B1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226" y="1626150"/>
            <a:ext cx="76237" cy="18417"/>
          </a:xfrm>
          <a:custGeom xmlns:a="http://schemas.openxmlformats.org/drawingml/2006/main">
            <a:pathLst>
              <a:path w="76237" h="18417">
                <a:moveTo>
                  <a:pt x="0" y="0"/>
                </a:moveTo>
                <a:lnTo>
                  <a:pt x="0" y="9209"/>
                </a:lnTo>
                <a:lnTo>
                  <a:pt x="0" y="18417"/>
                </a:lnTo>
                <a:lnTo>
                  <a:pt x="76237" y="18417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9">
            <a:extLst xmlns:a="http://schemas.openxmlformats.org/drawingml/2006/main">
              <a:ext uri="{FF2B5EF4-FFF2-40B4-BE49-F238E27FC236}">
                <a16:creationId xmlns:a16="http://schemas.microsoft.com/office/drawing/2014/main" id="{D4F28FAA-BB63-4772-96F5-93BDDAC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755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80">
            <a:extLst xmlns:a="http://schemas.openxmlformats.org/drawingml/2006/main">
              <a:ext uri="{FF2B5EF4-FFF2-40B4-BE49-F238E27FC236}">
                <a16:creationId xmlns:a16="http://schemas.microsoft.com/office/drawing/2014/main" id="{3C8A798E-4CC8-447B-B077-72AC8CA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84" y="1626150"/>
            <a:ext cx="76236" cy="18417"/>
          </a:xfrm>
          <a:custGeom xmlns:a="http://schemas.openxmlformats.org/drawingml/2006/main">
            <a:pathLst>
              <a:path w="76236" h="18417">
                <a:moveTo>
                  <a:pt x="76236" y="9209"/>
                </a:move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6" y="18417"/>
                </a:lnTo>
                <a:lnTo>
                  <a:pt x="76236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1">
            <a:extLst xmlns:a="http://schemas.openxmlformats.org/drawingml/2006/main">
              <a:ext uri="{FF2B5EF4-FFF2-40B4-BE49-F238E27FC236}">
                <a16:creationId xmlns:a16="http://schemas.microsoft.com/office/drawing/2014/main" id="{2C93283F-5894-40D7-BCC2-222C6D86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812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2">
            <a:extLst xmlns:a="http://schemas.openxmlformats.org/drawingml/2006/main">
              <a:ext uri="{FF2B5EF4-FFF2-40B4-BE49-F238E27FC236}">
                <a16:creationId xmlns:a16="http://schemas.microsoft.com/office/drawing/2014/main" id="{146CA56D-5F79-4326-92B7-D31B1C6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41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3">
            <a:extLst xmlns:a="http://schemas.openxmlformats.org/drawingml/2006/main">
              <a:ext uri="{FF2B5EF4-FFF2-40B4-BE49-F238E27FC236}">
                <a16:creationId xmlns:a16="http://schemas.microsoft.com/office/drawing/2014/main" id="{F23DBEE4-47CA-4FCA-AAA4-61104DB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869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4">
            <a:extLst xmlns:a="http://schemas.openxmlformats.org/drawingml/2006/main">
              <a:ext uri="{FF2B5EF4-FFF2-40B4-BE49-F238E27FC236}">
                <a16:creationId xmlns:a16="http://schemas.microsoft.com/office/drawing/2014/main" id="{F65875DE-9E09-4FBC-9787-95096E94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98" y="1626150"/>
            <a:ext cx="76235" cy="18417"/>
          </a:xfrm>
          <a:custGeom xmlns:a="http://schemas.openxmlformats.org/drawingml/2006/main">
            <a:pathLst>
              <a:path w="76235" h="18417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7"/>
                </a:lnTo>
                <a:lnTo>
                  <a:pt x="76235" y="18417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5">
            <a:extLst xmlns:a="http://schemas.openxmlformats.org/drawingml/2006/main">
              <a:ext uri="{FF2B5EF4-FFF2-40B4-BE49-F238E27FC236}">
                <a16:creationId xmlns:a16="http://schemas.microsoft.com/office/drawing/2014/main" id="{B16EC7FA-FD2D-4AA2-83C7-15B6C5FF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374" y="1248589"/>
            <a:ext cx="146101" cy="182726"/>
          </a:xfrm>
          <a:custGeom xmlns:a="http://schemas.openxmlformats.org/drawingml/2006/main">
            <a:pathLst>
              <a:path w="146101" h="182726">
                <a:moveTo>
                  <a:pt x="134954" y="10350"/>
                </a:moveTo>
                <a:cubicBezTo>
                  <a:pt x="134954" y="2787"/>
                  <a:pt x="134954" y="0"/>
                  <a:pt x="128983" y="0"/>
                </a:cubicBezTo>
                <a:cubicBezTo>
                  <a:pt x="126594" y="0"/>
                  <a:pt x="125798" y="0"/>
                  <a:pt x="119827" y="3583"/>
                </a:cubicBezTo>
                <a:cubicBezTo>
                  <a:pt x="118234" y="4777"/>
                  <a:pt x="113855" y="7564"/>
                  <a:pt x="111865" y="8758"/>
                </a:cubicBezTo>
                <a:cubicBezTo>
                  <a:pt x="100718" y="2388"/>
                  <a:pt x="85989" y="0"/>
                  <a:pt x="71657" y="0"/>
                </a:cubicBezTo>
                <a:cubicBezTo>
                  <a:pt x="59714" y="0"/>
                  <a:pt x="0" y="0"/>
                  <a:pt x="0" y="51752"/>
                </a:cubicBezTo>
                <a:cubicBezTo>
                  <a:pt x="0" y="93552"/>
                  <a:pt x="49364" y="102311"/>
                  <a:pt x="61705" y="104301"/>
                </a:cubicBezTo>
                <a:cubicBezTo>
                  <a:pt x="72453" y="106292"/>
                  <a:pt x="85591" y="108680"/>
                  <a:pt x="87183" y="108680"/>
                </a:cubicBezTo>
                <a:cubicBezTo>
                  <a:pt x="103107" y="112263"/>
                  <a:pt x="119030" y="122215"/>
                  <a:pt x="119030" y="138935"/>
                </a:cubicBezTo>
                <a:cubicBezTo>
                  <a:pt x="119030" y="169589"/>
                  <a:pt x="82804" y="169589"/>
                  <a:pt x="74444" y="169589"/>
                </a:cubicBezTo>
                <a:cubicBezTo>
                  <a:pt x="54141" y="169589"/>
                  <a:pt x="29061" y="163219"/>
                  <a:pt x="17915" y="124604"/>
                </a:cubicBezTo>
                <a:cubicBezTo>
                  <a:pt x="15526" y="116642"/>
                  <a:pt x="15128" y="116244"/>
                  <a:pt x="8360" y="116244"/>
                </a:cubicBezTo>
                <a:cubicBezTo>
                  <a:pt x="0" y="116244"/>
                  <a:pt x="0" y="117438"/>
                  <a:pt x="0" y="126594"/>
                </a:cubicBezTo>
                <a:lnTo>
                  <a:pt x="0" y="172375"/>
                </a:lnTo>
                <a:cubicBezTo>
                  <a:pt x="0" y="179939"/>
                  <a:pt x="0" y="182726"/>
                  <a:pt x="5971" y="182726"/>
                </a:cubicBezTo>
                <a:cubicBezTo>
                  <a:pt x="8758" y="182726"/>
                  <a:pt x="9555" y="182726"/>
                  <a:pt x="17516" y="176356"/>
                </a:cubicBezTo>
                <a:lnTo>
                  <a:pt x="27866" y="168792"/>
                </a:lnTo>
                <a:cubicBezTo>
                  <a:pt x="45781" y="182726"/>
                  <a:pt x="67278" y="182726"/>
                  <a:pt x="74444" y="182726"/>
                </a:cubicBezTo>
                <a:cubicBezTo>
                  <a:pt x="96339" y="182726"/>
                  <a:pt x="146101" y="177949"/>
                  <a:pt x="146101" y="125002"/>
                </a:cubicBezTo>
                <a:cubicBezTo>
                  <a:pt x="146101" y="105893"/>
                  <a:pt x="135750" y="92756"/>
                  <a:pt x="127788" y="85590"/>
                </a:cubicBezTo>
                <a:cubicBezTo>
                  <a:pt x="111467" y="72055"/>
                  <a:pt x="97931" y="69666"/>
                  <a:pt x="76434" y="65686"/>
                </a:cubicBezTo>
                <a:cubicBezTo>
                  <a:pt x="50956" y="61307"/>
                  <a:pt x="27070" y="56928"/>
                  <a:pt x="27070" y="37819"/>
                </a:cubicBezTo>
                <a:cubicBezTo>
                  <a:pt x="27070" y="11943"/>
                  <a:pt x="62501" y="11943"/>
                  <a:pt x="70861" y="11943"/>
                </a:cubicBezTo>
                <a:cubicBezTo>
                  <a:pt x="115050" y="11943"/>
                  <a:pt x="117438" y="39809"/>
                  <a:pt x="118234" y="49762"/>
                </a:cubicBezTo>
                <a:cubicBezTo>
                  <a:pt x="118632" y="54937"/>
                  <a:pt x="121817" y="54937"/>
                  <a:pt x="126594" y="54937"/>
                </a:cubicBezTo>
                <a:cubicBezTo>
                  <a:pt x="134954" y="54937"/>
                  <a:pt x="134954" y="53743"/>
                  <a:pt x="134954" y="44587"/>
                </a:cubicBezTo>
                <a:lnTo>
                  <a:pt x="134954" y="1035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6">
            <a:extLst xmlns:a="http://schemas.openxmlformats.org/drawingml/2006/main">
              <a:ext uri="{FF2B5EF4-FFF2-40B4-BE49-F238E27FC236}">
                <a16:creationId xmlns:a16="http://schemas.microsoft.com/office/drawing/2014/main" id="{FE2FCFD2-5B9F-4422-8A7A-50B551FA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578" y="1301805"/>
            <a:ext cx="115448" cy="189493"/>
          </a:xfrm>
          <a:custGeom xmlns:a="http://schemas.openxmlformats.org/drawingml/2006/main">
            <a:pathLst>
              <a:path w="115448" h="189493">
                <a:moveTo>
                  <a:pt x="115448" y="56530"/>
                </a:moveTo>
                <a:cubicBezTo>
                  <a:pt x="115448" y="23355"/>
                  <a:pt x="102709" y="0"/>
                  <a:pt x="80681" y="0"/>
                </a:cubicBezTo>
                <a:cubicBezTo>
                  <a:pt x="41137" y="0"/>
                  <a:pt x="0" y="73780"/>
                  <a:pt x="0" y="132964"/>
                </a:cubicBezTo>
                <a:cubicBezTo>
                  <a:pt x="0" y="158442"/>
                  <a:pt x="8758" y="189493"/>
                  <a:pt x="35032" y="189493"/>
                </a:cubicBezTo>
                <a:cubicBezTo>
                  <a:pt x="73781" y="189493"/>
                  <a:pt x="115448" y="117571"/>
                  <a:pt x="115448" y="56530"/>
                </a:cubicBezTo>
                <a:moveTo>
                  <a:pt x="29725" y="90235"/>
                </a:moveTo>
                <a:cubicBezTo>
                  <a:pt x="42198" y="36625"/>
                  <a:pt x="63960" y="7431"/>
                  <a:pt x="80415" y="7431"/>
                </a:cubicBezTo>
                <a:cubicBezTo>
                  <a:pt x="96339" y="7431"/>
                  <a:pt x="96339" y="35828"/>
                  <a:pt x="96339" y="40871"/>
                </a:cubicBezTo>
                <a:cubicBezTo>
                  <a:pt x="96339" y="55733"/>
                  <a:pt x="91562" y="77230"/>
                  <a:pt x="88377" y="90235"/>
                </a:cubicBezTo>
                <a:lnTo>
                  <a:pt x="29725" y="90235"/>
                </a:lnTo>
                <a:moveTo>
                  <a:pt x="85989" y="99258"/>
                </a:moveTo>
                <a:cubicBezTo>
                  <a:pt x="73515" y="152603"/>
                  <a:pt x="51752" y="182062"/>
                  <a:pt x="35298" y="182062"/>
                </a:cubicBezTo>
                <a:cubicBezTo>
                  <a:pt x="20966" y="182062"/>
                  <a:pt x="19374" y="160830"/>
                  <a:pt x="19374" y="148622"/>
                </a:cubicBezTo>
                <a:cubicBezTo>
                  <a:pt x="19374" y="131902"/>
                  <a:pt x="24416" y="110405"/>
                  <a:pt x="27336" y="99258"/>
                </a:cubicBezTo>
                <a:lnTo>
                  <a:pt x="85989" y="99258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7">
            <a:extLst xmlns:a="http://schemas.openxmlformats.org/drawingml/2006/main">
              <a:ext uri="{FF2B5EF4-FFF2-40B4-BE49-F238E27FC236}">
                <a16:creationId xmlns:a16="http://schemas.microsoft.com/office/drawing/2014/main" id="{0A5063EF-AC27-466C-8970-B8237A05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885" y="1130358"/>
            <a:ext cx="90367" cy="398494"/>
          </a:xfrm>
          <a:custGeom xmlns:a="http://schemas.openxmlformats.org/drawingml/2006/main">
            <a:pathLst>
              <a:path w="90367" h="398494">
                <a:moveTo>
                  <a:pt x="90367" y="395309"/>
                </a:moveTo>
                <a:cubicBezTo>
                  <a:pt x="90367" y="394115"/>
                  <a:pt x="90367" y="393319"/>
                  <a:pt x="83601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3"/>
                  <a:pt x="86387" y="8758"/>
                </a:cubicBezTo>
                <a:cubicBezTo>
                  <a:pt x="90367" y="5175"/>
                  <a:pt x="90367" y="4379"/>
                  <a:pt x="90367" y="3185"/>
                </a:cubicBezTo>
                <a:cubicBezTo>
                  <a:pt x="90367" y="796"/>
                  <a:pt x="88377" y="0"/>
                  <a:pt x="86785" y="0"/>
                </a:cubicBezTo>
                <a:cubicBezTo>
                  <a:pt x="81610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7" y="397698"/>
                  <a:pt x="90367" y="395309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8">
            <a:extLst xmlns:a="http://schemas.openxmlformats.org/drawingml/2006/main">
              <a:ext uri="{FF2B5EF4-FFF2-40B4-BE49-F238E27FC236}">
                <a16:creationId xmlns:a16="http://schemas.microsoft.com/office/drawing/2014/main" id="{EDDE3EBE-CD45-48A8-BD02-D16B0F27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799" y="1252173"/>
            <a:ext cx="167599" cy="176754"/>
          </a:xfrm>
          <a:custGeom xmlns:a="http://schemas.openxmlformats.org/drawingml/2006/main">
            <a:pathLst>
              <a:path w="167599" h="176754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89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4" y="13137"/>
                </a:lnTo>
                <a:lnTo>
                  <a:pt x="3583" y="160830"/>
                </a:lnTo>
                <a:cubicBezTo>
                  <a:pt x="0" y="165209"/>
                  <a:pt x="0" y="166006"/>
                  <a:pt x="0" y="168792"/>
                </a:cubicBezTo>
                <a:cubicBezTo>
                  <a:pt x="0" y="176754"/>
                  <a:pt x="3583" y="176754"/>
                  <a:pt x="11545" y="176754"/>
                </a:cubicBezTo>
                <a:lnTo>
                  <a:pt x="160831" y="176754"/>
                </a:lnTo>
                <a:lnTo>
                  <a:pt x="167599" y="97931"/>
                </a:lnTo>
                <a:lnTo>
                  <a:pt x="150879" y="97931"/>
                </a:lnTo>
                <a:cubicBezTo>
                  <a:pt x="147694" y="140130"/>
                  <a:pt x="138935" y="162423"/>
                  <a:pt x="88775" y="162423"/>
                </a:cubicBezTo>
                <a:lnTo>
                  <a:pt x="52549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9">
            <a:extLst xmlns:a="http://schemas.openxmlformats.org/drawingml/2006/main">
              <a:ext uri="{FF2B5EF4-FFF2-40B4-BE49-F238E27FC236}">
                <a16:creationId xmlns:a16="http://schemas.microsoft.com/office/drawing/2014/main" id="{B4D3BE17-6D21-4C8F-AD62-C27F513D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141" y="1322772"/>
            <a:ext cx="86254" cy="168527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6" y="60245"/>
                </a:lnTo>
                <a:cubicBezTo>
                  <a:pt x="83070" y="60245"/>
                  <a:pt x="86254" y="60245"/>
                  <a:pt x="86254" y="55202"/>
                </a:cubicBezTo>
                <a:cubicBezTo>
                  <a:pt x="86254" y="51487"/>
                  <a:pt x="82803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6" y="9820"/>
                  <a:pt x="64756" y="8493"/>
                  <a:pt x="64756" y="8227"/>
                </a:cubicBezTo>
                <a:cubicBezTo>
                  <a:pt x="64756" y="2654"/>
                  <a:pt x="60510" y="0"/>
                  <a:pt x="55999" y="0"/>
                </a:cubicBezTo>
                <a:cubicBezTo>
                  <a:pt x="46976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1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2" y="130575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1" y="131106"/>
                  <a:pt x="83601" y="127921"/>
                </a:cubicBezTo>
                <a:cubicBezTo>
                  <a:pt x="83601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6" y="129514"/>
                </a:cubicBezTo>
                <a:cubicBezTo>
                  <a:pt x="69269" y="142253"/>
                  <a:pt x="55999" y="161096"/>
                  <a:pt x="39809" y="161096"/>
                </a:cubicBezTo>
                <a:cubicBezTo>
                  <a:pt x="34236" y="161096"/>
                  <a:pt x="31052" y="157381"/>
                  <a:pt x="31052" y="148622"/>
                </a:cubicBezTo>
                <a:cubicBezTo>
                  <a:pt x="31052" y="143580"/>
                  <a:pt x="31848" y="140660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90">
            <a:extLst xmlns:a="http://schemas.openxmlformats.org/drawingml/2006/main">
              <a:ext uri="{FF2B5EF4-FFF2-40B4-BE49-F238E27FC236}">
                <a16:creationId xmlns:a16="http://schemas.microsoft.com/office/drawing/2014/main" id="{6EEE486E-7F4B-49A7-82FB-F58200E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554" y="1390318"/>
            <a:ext cx="42994" cy="115447"/>
          </a:xfrm>
          <a:custGeom xmlns:a="http://schemas.openxmlformats.org/drawingml/2006/main">
            <a:pathLst>
              <a:path w="42994" h="115447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0"/>
                  <a:pt x="0" y="19109"/>
                </a:cubicBezTo>
                <a:cubicBezTo>
                  <a:pt x="0" y="27866"/>
                  <a:pt x="5972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5" y="115447"/>
                  <a:pt x="9156" y="115447"/>
                </a:cubicBezTo>
                <a:cubicBezTo>
                  <a:pt x="12341" y="115447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1">
            <a:extLst xmlns:a="http://schemas.openxmlformats.org/drawingml/2006/main">
              <a:ext uri="{FF2B5EF4-FFF2-40B4-BE49-F238E27FC236}">
                <a16:creationId xmlns:a16="http://schemas.microsoft.com/office/drawing/2014/main" id="{1C1A9F70-6906-4BEF-98A5-FDBDA3E8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307" y="1180116"/>
            <a:ext cx="119428" cy="252791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7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6" y="77231"/>
                </a:lnTo>
                <a:lnTo>
                  <a:pt x="88775" y="19109"/>
                </a:lnTo>
                <a:cubicBezTo>
                  <a:pt x="90367" y="13535"/>
                  <a:pt x="90367" y="12739"/>
                  <a:pt x="90367" y="9953"/>
                </a:cubicBezTo>
                <a:cubicBezTo>
                  <a:pt x="90367" y="3583"/>
                  <a:pt x="85193" y="0"/>
                  <a:pt x="80017" y="0"/>
                </a:cubicBezTo>
                <a:cubicBezTo>
                  <a:pt x="76833" y="0"/>
                  <a:pt x="67677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5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4"/>
                  <a:pt x="110671" y="188299"/>
                  <a:pt x="108282" y="188299"/>
                </a:cubicBezTo>
                <a:cubicBezTo>
                  <a:pt x="107486" y="188299"/>
                  <a:pt x="105894" y="188299"/>
                  <a:pt x="105098" y="189892"/>
                </a:cubicBezTo>
                <a:cubicBezTo>
                  <a:pt x="104699" y="190290"/>
                  <a:pt x="104301" y="190688"/>
                  <a:pt x="101514" y="197057"/>
                </a:cubicBezTo>
                <a:cubicBezTo>
                  <a:pt x="93154" y="216962"/>
                  <a:pt x="74842" y="244829"/>
                  <a:pt x="51753" y="244829"/>
                </a:cubicBezTo>
                <a:cubicBezTo>
                  <a:pt x="39809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2">
            <a:extLst xmlns:a="http://schemas.openxmlformats.org/drawingml/2006/main">
              <a:ext uri="{FF2B5EF4-FFF2-40B4-BE49-F238E27FC236}">
                <a16:creationId xmlns:a16="http://schemas.microsoft.com/office/drawing/2014/main" id="{A38B1DD1-D11D-44F3-81DE-C87D1334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3" y="1130358"/>
            <a:ext cx="90367" cy="398494"/>
          </a:xfrm>
          <a:custGeom xmlns:a="http://schemas.openxmlformats.org/drawingml/2006/main">
            <a:pathLst>
              <a:path w="90367" h="398494">
                <a:moveTo>
                  <a:pt x="90367" y="199446"/>
                </a:moveTo>
                <a:cubicBezTo>
                  <a:pt x="90367" y="169191"/>
                  <a:pt x="86387" y="119827"/>
                  <a:pt x="64093" y="73648"/>
                </a:cubicBezTo>
                <a:cubicBezTo>
                  <a:pt x="40606" y="25876"/>
                  <a:pt x="7961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0" y="117836"/>
                  <a:pt x="68870" y="199048"/>
                </a:cubicBezTo>
                <a:cubicBezTo>
                  <a:pt x="68870" y="276279"/>
                  <a:pt x="50160" y="342760"/>
                  <a:pt x="3981" y="389736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8"/>
                  <a:pt x="1991" y="398494"/>
                  <a:pt x="3583" y="398494"/>
                </a:cubicBezTo>
                <a:cubicBezTo>
                  <a:pt x="8759" y="398494"/>
                  <a:pt x="41402" y="369831"/>
                  <a:pt x="60909" y="330817"/>
                </a:cubicBezTo>
                <a:cubicBezTo>
                  <a:pt x="81211" y="290212"/>
                  <a:pt x="90367" y="247217"/>
                  <a:pt x="90367" y="199446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3">
            <a:extLst xmlns:a="http://schemas.openxmlformats.org/drawingml/2006/main">
              <a:ext uri="{FF2B5EF4-FFF2-40B4-BE49-F238E27FC236}">
                <a16:creationId xmlns:a16="http://schemas.microsoft.com/office/drawing/2014/main" id="{8D46B2FD-F87A-41A3-91BA-5B95A8C3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23" y="1127076"/>
            <a:ext cx="90368" cy="398494"/>
          </a:xfrm>
          <a:custGeom xmlns:a="http://schemas.openxmlformats.org/drawingml/2006/main">
            <a:pathLst>
              <a:path w="90368" h="398494">
                <a:moveTo>
                  <a:pt x="90368" y="395309"/>
                </a:moveTo>
                <a:cubicBezTo>
                  <a:pt x="90368" y="394115"/>
                  <a:pt x="90368" y="393319"/>
                  <a:pt x="83600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4"/>
                  <a:pt x="86387" y="8758"/>
                </a:cubicBezTo>
                <a:cubicBezTo>
                  <a:pt x="90368" y="5175"/>
                  <a:pt x="90368" y="4379"/>
                  <a:pt x="90368" y="3185"/>
                </a:cubicBezTo>
                <a:cubicBezTo>
                  <a:pt x="90368" y="796"/>
                  <a:pt x="88377" y="0"/>
                  <a:pt x="86785" y="0"/>
                </a:cubicBezTo>
                <a:cubicBezTo>
                  <a:pt x="81609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8" y="397698"/>
                  <a:pt x="90368" y="395309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4">
            <a:extLst xmlns:a="http://schemas.openxmlformats.org/drawingml/2006/main">
              <a:ext uri="{FF2B5EF4-FFF2-40B4-BE49-F238E27FC236}">
                <a16:creationId xmlns:a16="http://schemas.microsoft.com/office/drawing/2014/main" id="{87EBC60B-37B6-4B04-BCCE-37666E0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39" y="1248890"/>
            <a:ext cx="167598" cy="176754"/>
          </a:xfrm>
          <a:custGeom xmlns:a="http://schemas.openxmlformats.org/drawingml/2006/main">
            <a:pathLst>
              <a:path w="167598" h="176754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90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3" y="13137"/>
                </a:lnTo>
                <a:lnTo>
                  <a:pt x="3583" y="160830"/>
                </a:lnTo>
                <a:cubicBezTo>
                  <a:pt x="0" y="165209"/>
                  <a:pt x="0" y="166006"/>
                  <a:pt x="0" y="168792"/>
                </a:cubicBezTo>
                <a:cubicBezTo>
                  <a:pt x="0" y="176754"/>
                  <a:pt x="3583" y="176754"/>
                  <a:pt x="11545" y="176754"/>
                </a:cubicBezTo>
                <a:lnTo>
                  <a:pt x="160831" y="176754"/>
                </a:lnTo>
                <a:lnTo>
                  <a:pt x="167598" y="97931"/>
                </a:lnTo>
                <a:lnTo>
                  <a:pt x="150878" y="97931"/>
                </a:lnTo>
                <a:cubicBezTo>
                  <a:pt x="147694" y="140130"/>
                  <a:pt x="138936" y="162423"/>
                  <a:pt x="88775" y="162423"/>
                </a:cubicBezTo>
                <a:lnTo>
                  <a:pt x="52548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5">
            <a:extLst xmlns:a="http://schemas.openxmlformats.org/drawingml/2006/main">
              <a:ext uri="{FF2B5EF4-FFF2-40B4-BE49-F238E27FC236}">
                <a16:creationId xmlns:a16="http://schemas.microsoft.com/office/drawing/2014/main" id="{63B8D647-81EF-43C1-93BB-48BADE5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81" y="1319489"/>
            <a:ext cx="86254" cy="168527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7" y="60245"/>
                </a:lnTo>
                <a:cubicBezTo>
                  <a:pt x="83069" y="60245"/>
                  <a:pt x="86254" y="60245"/>
                  <a:pt x="86254" y="55202"/>
                </a:cubicBezTo>
                <a:cubicBezTo>
                  <a:pt x="86254" y="51487"/>
                  <a:pt x="82804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7" y="9820"/>
                  <a:pt x="64757" y="8493"/>
                  <a:pt x="64757" y="8227"/>
                </a:cubicBezTo>
                <a:cubicBezTo>
                  <a:pt x="64757" y="2654"/>
                  <a:pt x="60510" y="0"/>
                  <a:pt x="55998" y="0"/>
                </a:cubicBezTo>
                <a:cubicBezTo>
                  <a:pt x="46975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2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1" y="130575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0" y="131106"/>
                  <a:pt x="83600" y="127921"/>
                </a:cubicBezTo>
                <a:cubicBezTo>
                  <a:pt x="83600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7" y="129514"/>
                </a:cubicBezTo>
                <a:cubicBezTo>
                  <a:pt x="69269" y="142253"/>
                  <a:pt x="55998" y="161096"/>
                  <a:pt x="39810" y="161096"/>
                </a:cubicBezTo>
                <a:cubicBezTo>
                  <a:pt x="34236" y="161096"/>
                  <a:pt x="31052" y="157381"/>
                  <a:pt x="31052" y="148622"/>
                </a:cubicBezTo>
                <a:cubicBezTo>
                  <a:pt x="31052" y="143580"/>
                  <a:pt x="31848" y="140660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6">
            <a:extLst xmlns:a="http://schemas.openxmlformats.org/drawingml/2006/main">
              <a:ext uri="{FF2B5EF4-FFF2-40B4-BE49-F238E27FC236}">
                <a16:creationId xmlns:a16="http://schemas.microsoft.com/office/drawing/2014/main" id="{0C0470CC-AE55-432C-86BE-16E9DD44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96" y="1387036"/>
            <a:ext cx="42994" cy="115447"/>
          </a:xfrm>
          <a:custGeom xmlns:a="http://schemas.openxmlformats.org/drawingml/2006/main">
            <a:pathLst>
              <a:path w="42994" h="115447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0"/>
                  <a:pt x="0" y="19109"/>
                </a:cubicBezTo>
                <a:cubicBezTo>
                  <a:pt x="0" y="27866"/>
                  <a:pt x="5971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6" y="115447"/>
                  <a:pt x="9156" y="115447"/>
                </a:cubicBezTo>
                <a:cubicBezTo>
                  <a:pt x="12341" y="115447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7">
            <a:extLst xmlns:a="http://schemas.openxmlformats.org/drawingml/2006/main">
              <a:ext uri="{FF2B5EF4-FFF2-40B4-BE49-F238E27FC236}">
                <a16:creationId xmlns:a16="http://schemas.microsoft.com/office/drawing/2014/main" id="{B56356F2-0F78-44F0-8A85-CCCE8F5D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046" y="1176834"/>
            <a:ext cx="119428" cy="252791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8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5" y="77231"/>
                </a:lnTo>
                <a:lnTo>
                  <a:pt x="88775" y="19109"/>
                </a:lnTo>
                <a:cubicBezTo>
                  <a:pt x="90368" y="13535"/>
                  <a:pt x="90368" y="12739"/>
                  <a:pt x="90368" y="9953"/>
                </a:cubicBezTo>
                <a:cubicBezTo>
                  <a:pt x="90368" y="3583"/>
                  <a:pt x="85193" y="0"/>
                  <a:pt x="80017" y="0"/>
                </a:cubicBezTo>
                <a:cubicBezTo>
                  <a:pt x="76833" y="0"/>
                  <a:pt x="67676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5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4"/>
                  <a:pt x="110670" y="188299"/>
                  <a:pt x="108282" y="188299"/>
                </a:cubicBezTo>
                <a:cubicBezTo>
                  <a:pt x="107486" y="188299"/>
                  <a:pt x="105893" y="188299"/>
                  <a:pt x="105097" y="189892"/>
                </a:cubicBezTo>
                <a:cubicBezTo>
                  <a:pt x="104699" y="190290"/>
                  <a:pt x="104301" y="190688"/>
                  <a:pt x="101515" y="197057"/>
                </a:cubicBezTo>
                <a:cubicBezTo>
                  <a:pt x="93155" y="216962"/>
                  <a:pt x="74842" y="244829"/>
                  <a:pt x="51752" y="244829"/>
                </a:cubicBezTo>
                <a:cubicBezTo>
                  <a:pt x="39810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8">
            <a:extLst xmlns:a="http://schemas.openxmlformats.org/drawingml/2006/main">
              <a:ext uri="{FF2B5EF4-FFF2-40B4-BE49-F238E27FC236}">
                <a16:creationId xmlns:a16="http://schemas.microsoft.com/office/drawing/2014/main" id="{8C94B0B5-36FD-4B5A-A0AF-A545C3A3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943" y="1127076"/>
            <a:ext cx="90368" cy="398494"/>
          </a:xfrm>
          <a:custGeom xmlns:a="http://schemas.openxmlformats.org/drawingml/2006/main">
            <a:pathLst>
              <a:path w="90368" h="398494">
                <a:moveTo>
                  <a:pt x="90368" y="199446"/>
                </a:moveTo>
                <a:cubicBezTo>
                  <a:pt x="90368" y="169191"/>
                  <a:pt x="86387" y="119827"/>
                  <a:pt x="64093" y="73648"/>
                </a:cubicBezTo>
                <a:cubicBezTo>
                  <a:pt x="40606" y="25876"/>
                  <a:pt x="7962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1" y="117836"/>
                  <a:pt x="68871" y="199048"/>
                </a:cubicBezTo>
                <a:cubicBezTo>
                  <a:pt x="68871" y="276279"/>
                  <a:pt x="50160" y="342760"/>
                  <a:pt x="3981" y="389736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8"/>
                  <a:pt x="1991" y="398494"/>
                  <a:pt x="3583" y="398494"/>
                </a:cubicBezTo>
                <a:cubicBezTo>
                  <a:pt x="8758" y="398494"/>
                  <a:pt x="41402" y="369831"/>
                  <a:pt x="60909" y="330817"/>
                </a:cubicBezTo>
                <a:cubicBezTo>
                  <a:pt x="81211" y="290212"/>
                  <a:pt x="90368" y="247217"/>
                  <a:pt x="90368" y="199446"/>
                </a:cubicBez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9">
            <a:extLst xmlns:a="http://schemas.openxmlformats.org/drawingml/2006/main">
              <a:ext uri="{FF2B5EF4-FFF2-40B4-BE49-F238E27FC236}">
                <a16:creationId xmlns:a16="http://schemas.microsoft.com/office/drawing/2014/main" id="{5F45F653-A4FF-4F89-8BF1-9544BA2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989" y="1529457"/>
            <a:ext cx="267387" cy="473734"/>
          </a:xfrm>
          <a:custGeom xmlns:a="http://schemas.openxmlformats.org/drawingml/2006/main">
            <a:pathLst>
              <a:path w="267387" h="473734">
                <a:moveTo>
                  <a:pt x="267387" y="133362"/>
                </a:moveTo>
                <a:cubicBezTo>
                  <a:pt x="267387" y="65686"/>
                  <a:pt x="246156" y="0"/>
                  <a:pt x="191749" y="0"/>
                </a:cubicBezTo>
                <a:cubicBezTo>
                  <a:pt x="98860" y="0"/>
                  <a:pt x="0" y="194404"/>
                  <a:pt x="0" y="340372"/>
                </a:cubicBezTo>
                <a:cubicBezTo>
                  <a:pt x="0" y="370892"/>
                  <a:pt x="6635" y="473734"/>
                  <a:pt x="76302" y="473734"/>
                </a:cubicBezTo>
                <a:cubicBezTo>
                  <a:pt x="166537" y="473734"/>
                  <a:pt x="267387" y="283975"/>
                  <a:pt x="267387" y="133362"/>
                </a:cubicBezTo>
                <a:moveTo>
                  <a:pt x="66349" y="226915"/>
                </a:moveTo>
                <a:cubicBezTo>
                  <a:pt x="76302" y="187768"/>
                  <a:pt x="90235" y="132035"/>
                  <a:pt x="116775" y="84927"/>
                </a:cubicBezTo>
                <a:cubicBezTo>
                  <a:pt x="138670" y="45118"/>
                  <a:pt x="161892" y="13270"/>
                  <a:pt x="191086" y="13270"/>
                </a:cubicBezTo>
                <a:cubicBezTo>
                  <a:pt x="212981" y="13270"/>
                  <a:pt x="227578" y="31848"/>
                  <a:pt x="227578" y="95543"/>
                </a:cubicBezTo>
                <a:cubicBezTo>
                  <a:pt x="227578" y="119429"/>
                  <a:pt x="225587" y="152603"/>
                  <a:pt x="206346" y="226915"/>
                </a:cubicBezTo>
                <a:lnTo>
                  <a:pt x="66349" y="226915"/>
                </a:lnTo>
                <a:moveTo>
                  <a:pt x="201702" y="246819"/>
                </a:moveTo>
                <a:cubicBezTo>
                  <a:pt x="185115" y="311842"/>
                  <a:pt x="171181" y="353642"/>
                  <a:pt x="147296" y="395442"/>
                </a:cubicBezTo>
                <a:cubicBezTo>
                  <a:pt x="128054" y="429280"/>
                  <a:pt x="104832" y="460464"/>
                  <a:pt x="76965" y="460464"/>
                </a:cubicBezTo>
                <a:cubicBezTo>
                  <a:pt x="56397" y="460464"/>
                  <a:pt x="39810" y="444540"/>
                  <a:pt x="39810" y="378854"/>
                </a:cubicBezTo>
                <a:cubicBezTo>
                  <a:pt x="39810" y="335727"/>
                  <a:pt x="50425" y="290610"/>
                  <a:pt x="61041" y="246819"/>
                </a:cubicBezTo>
                <a:lnTo>
                  <a:pt x="201702" y="2468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100">
            <a:extLst xmlns:a="http://schemas.openxmlformats.org/drawingml/2006/main">
              <a:ext uri="{FF2B5EF4-FFF2-40B4-BE49-F238E27FC236}">
                <a16:creationId xmlns:a16="http://schemas.microsoft.com/office/drawing/2014/main" id="{B5257899-6C2C-44E2-97F7-F8376118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739" y="1644567"/>
            <a:ext cx="18417" cy="239429"/>
          </a:xfrm>
          <a:custGeom xmlns:a="http://schemas.openxmlformats.org/drawingml/2006/main">
            <a:pathLst>
              <a:path w="18417" h="239429">
                <a:moveTo>
                  <a:pt x="9208" y="239429"/>
                </a:moveTo>
                <a:lnTo>
                  <a:pt x="18417" y="239429"/>
                </a:lnTo>
                <a:lnTo>
                  <a:pt x="18417" y="209500"/>
                </a:lnTo>
                <a:lnTo>
                  <a:pt x="9208" y="209500"/>
                </a:lnTo>
                <a:lnTo>
                  <a:pt x="0" y="209500"/>
                </a:lnTo>
                <a:lnTo>
                  <a:pt x="0" y="239429"/>
                </a:lnTo>
                <a:lnTo>
                  <a:pt x="9208" y="239429"/>
                </a:lnTo>
                <a:moveTo>
                  <a:pt x="9208" y="149643"/>
                </a:moveTo>
                <a:lnTo>
                  <a:pt x="18417" y="149643"/>
                </a:lnTo>
                <a:lnTo>
                  <a:pt x="18417" y="89786"/>
                </a:lnTo>
                <a:lnTo>
                  <a:pt x="9208" y="89786"/>
                </a:lnTo>
                <a:lnTo>
                  <a:pt x="0" y="89786"/>
                </a:lnTo>
                <a:lnTo>
                  <a:pt x="0" y="149643"/>
                </a:lnTo>
                <a:lnTo>
                  <a:pt x="9208" y="149643"/>
                </a:lnTo>
                <a:moveTo>
                  <a:pt x="9208" y="29928"/>
                </a:moveTo>
                <a:lnTo>
                  <a:pt x="18417" y="29928"/>
                </a:lnTo>
                <a:lnTo>
                  <a:pt x="18417" y="0"/>
                </a:lnTo>
                <a:lnTo>
                  <a:pt x="9208" y="0"/>
                </a:lnTo>
                <a:lnTo>
                  <a:pt x="0" y="0"/>
                </a:lnTo>
                <a:lnTo>
                  <a:pt x="0" y="29928"/>
                </a:lnTo>
                <a:lnTo>
                  <a:pt x="9208" y="29928"/>
                </a:lnTo>
                <a:moveTo>
                  <a:pt x="9208" y="239429"/>
                </a:moveTo>
                <a:lnTo>
                  <a:pt x="18417" y="239429"/>
                </a:lnTo>
                <a:lnTo>
                  <a:pt x="18417" y="209500"/>
                </a:lnTo>
                <a:lnTo>
                  <a:pt x="9208" y="209500"/>
                </a:lnTo>
                <a:lnTo>
                  <a:pt x="0" y="209500"/>
                </a:lnTo>
                <a:lnTo>
                  <a:pt x="0" y="239429"/>
                </a:lnTo>
                <a:lnTo>
                  <a:pt x="9208" y="239429"/>
                </a:lnTo>
                <a:moveTo>
                  <a:pt x="9208" y="149643"/>
                </a:moveTo>
                <a:lnTo>
                  <a:pt x="18417" y="149643"/>
                </a:lnTo>
                <a:lnTo>
                  <a:pt x="18417" y="89786"/>
                </a:lnTo>
                <a:lnTo>
                  <a:pt x="9208" y="89786"/>
                </a:lnTo>
                <a:lnTo>
                  <a:pt x="0" y="89786"/>
                </a:lnTo>
                <a:lnTo>
                  <a:pt x="0" y="149643"/>
                </a:lnTo>
                <a:lnTo>
                  <a:pt x="9208" y="149643"/>
                </a:lnTo>
                <a:moveTo>
                  <a:pt x="9208" y="29928"/>
                </a:moveTo>
                <a:lnTo>
                  <a:pt x="18417" y="29928"/>
                </a:lnTo>
                <a:lnTo>
                  <a:pt x="18417" y="0"/>
                </a:lnTo>
                <a:lnTo>
                  <a:pt x="9208" y="0"/>
                </a:lnTo>
                <a:lnTo>
                  <a:pt x="0" y="0"/>
                </a:lnTo>
                <a:lnTo>
                  <a:pt x="0" y="29928"/>
                </a:lnTo>
                <a:lnTo>
                  <a:pt x="9208" y="2992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1">
            <a:extLst xmlns:a="http://schemas.openxmlformats.org/drawingml/2006/main">
              <a:ext uri="{FF2B5EF4-FFF2-40B4-BE49-F238E27FC236}">
                <a16:creationId xmlns:a16="http://schemas.microsoft.com/office/drawing/2014/main" id="{0FAE1947-6B16-4638-A0AA-78196BC8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141" y="1711115"/>
            <a:ext cx="322308" cy="106334"/>
          </a:xfrm>
          <a:custGeom xmlns:a="http://schemas.openxmlformats.org/drawingml/2006/main">
            <a:pathLst>
              <a:path w="322308" h="106334">
                <a:moveTo>
                  <a:pt x="322308" y="53167"/>
                </a:moveTo>
                <a:lnTo>
                  <a:pt x="230220" y="0"/>
                </a:lnTo>
                <a:lnTo>
                  <a:pt x="230220" y="106334"/>
                </a:lnTo>
                <a:lnTo>
                  <a:pt x="322308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239429" y="62376"/>
                </a:lnTo>
                <a:lnTo>
                  <a:pt x="239429" y="53167"/>
                </a:lnTo>
                <a:lnTo>
                  <a:pt x="239429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2">
            <a:extLst xmlns:a="http://schemas.openxmlformats.org/drawingml/2006/main">
              <a:ext uri="{FF2B5EF4-FFF2-40B4-BE49-F238E27FC236}">
                <a16:creationId xmlns:a16="http://schemas.microsoft.com/office/drawing/2014/main" id="{7F939FBA-0B6F-46B4-B2E8-B37EBA09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584" y="1711115"/>
            <a:ext cx="322308" cy="106334"/>
          </a:xfrm>
          <a:custGeom xmlns:a="http://schemas.openxmlformats.org/drawingml/2006/main">
            <a:pathLst>
              <a:path w="322308" h="106334">
                <a:moveTo>
                  <a:pt x="322308" y="53167"/>
                </a:moveTo>
                <a:lnTo>
                  <a:pt x="230220" y="0"/>
                </a:lnTo>
                <a:lnTo>
                  <a:pt x="230220" y="106334"/>
                </a:lnTo>
                <a:lnTo>
                  <a:pt x="322308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239429" y="62376"/>
                </a:lnTo>
                <a:lnTo>
                  <a:pt x="239429" y="53167"/>
                </a:lnTo>
                <a:lnTo>
                  <a:pt x="239429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3">
            <a:extLst xmlns:a="http://schemas.openxmlformats.org/drawingml/2006/main">
              <a:ext uri="{FF2B5EF4-FFF2-40B4-BE49-F238E27FC236}">
                <a16:creationId xmlns:a16="http://schemas.microsoft.com/office/drawing/2014/main" id="{E15E7D7B-9C24-434A-ACDA-AF772032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1883996"/>
            <a:ext cx="2449541" cy="644616"/>
          </a:xfrm>
          <a:custGeom xmlns:a="http://schemas.openxmlformats.org/drawingml/2006/main">
            <a:pathLst>
              <a:path w="2449541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416390" y="0"/>
                </a:lnTo>
                <a:cubicBezTo>
                  <a:pt x="2434699" y="0"/>
                  <a:pt x="2449541" y="14843"/>
                  <a:pt x="2449541" y="33152"/>
                </a:cubicBezTo>
                <a:lnTo>
                  <a:pt x="2449541" y="611465"/>
                </a:lnTo>
                <a:cubicBezTo>
                  <a:pt x="2449541" y="629774"/>
                  <a:pt x="2434699" y="644616"/>
                  <a:pt x="2416390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06AEE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4">
            <a:extLst xmlns:a="http://schemas.openxmlformats.org/drawingml/2006/main">
              <a:ext uri="{FF2B5EF4-FFF2-40B4-BE49-F238E27FC236}">
                <a16:creationId xmlns:a16="http://schemas.microsoft.com/office/drawing/2014/main" id="{9E53CAE8-C341-4C7B-B258-04DEA14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2459316"/>
            <a:ext cx="70390" cy="69296"/>
          </a:xfrm>
          <a:custGeom xmlns:a="http://schemas.openxmlformats.org/drawingml/2006/main">
            <a:pathLst>
              <a:path w="70390" h="69296">
                <a:moveTo>
                  <a:pt x="70390" y="60087"/>
                </a:moveTo>
                <a:lnTo>
                  <a:pt x="70390" y="50878"/>
                </a:lnTo>
                <a:lnTo>
                  <a:pt x="33152" y="50878"/>
                </a:lnTo>
                <a:lnTo>
                  <a:pt x="25715" y="48867"/>
                </a:lnTo>
                <a:lnTo>
                  <a:pt x="20429" y="43581"/>
                </a:lnTo>
                <a:lnTo>
                  <a:pt x="18417" y="36144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144"/>
                </a:lnTo>
                <a:lnTo>
                  <a:pt x="2605" y="49048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0390" y="69296"/>
                </a:lnTo>
                <a:lnTo>
                  <a:pt x="70390" y="60087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5">
            <a:extLst xmlns:a="http://schemas.openxmlformats.org/drawingml/2006/main">
              <a:ext uri="{FF2B5EF4-FFF2-40B4-BE49-F238E27FC236}">
                <a16:creationId xmlns:a16="http://schemas.microsoft.com/office/drawing/2014/main" id="{6528DDC0-519B-48D8-B762-882881E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2314738"/>
            <a:ext cx="18417" cy="7228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6">
            <a:extLst xmlns:a="http://schemas.openxmlformats.org/drawingml/2006/main">
              <a:ext uri="{FF2B5EF4-FFF2-40B4-BE49-F238E27FC236}">
                <a16:creationId xmlns:a16="http://schemas.microsoft.com/office/drawing/2014/main" id="{F4EA6A67-B417-4C79-B7A8-E542B122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2170160"/>
            <a:ext cx="18417" cy="7228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7">
            <a:extLst xmlns:a="http://schemas.openxmlformats.org/drawingml/2006/main">
              <a:ext uri="{FF2B5EF4-FFF2-40B4-BE49-F238E27FC236}">
                <a16:creationId xmlns:a16="http://schemas.microsoft.com/office/drawing/2014/main" id="{F41B464D-1C4E-4B10-968E-3631C002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2025582"/>
            <a:ext cx="18417" cy="72289"/>
          </a:xfrm>
          <a:custGeom xmlns:a="http://schemas.openxmlformats.org/drawingml/2006/main">
            <a:pathLst>
              <a:path w="18417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8">
            <a:extLst xmlns:a="http://schemas.openxmlformats.org/drawingml/2006/main">
              <a:ext uri="{FF2B5EF4-FFF2-40B4-BE49-F238E27FC236}">
                <a16:creationId xmlns:a16="http://schemas.microsoft.com/office/drawing/2014/main" id="{7ED5A63E-5965-47E7-8CAE-607E6FFA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1883996"/>
            <a:ext cx="70390" cy="69296"/>
          </a:xfrm>
          <a:custGeom xmlns:a="http://schemas.openxmlformats.org/drawingml/2006/main">
            <a:pathLst>
              <a:path w="70390" h="69296">
                <a:moveTo>
                  <a:pt x="9209" y="69296"/>
                </a:moveTo>
                <a:lnTo>
                  <a:pt x="18417" y="69296"/>
                </a:lnTo>
                <a:lnTo>
                  <a:pt x="18417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0390" y="18418"/>
                </a:lnTo>
                <a:lnTo>
                  <a:pt x="70390" y="9209"/>
                </a:lnTo>
                <a:lnTo>
                  <a:pt x="70390" y="0"/>
                </a:lnTo>
                <a:lnTo>
                  <a:pt x="33152" y="0"/>
                </a:lnTo>
                <a:lnTo>
                  <a:pt x="20248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9">
            <a:extLst xmlns:a="http://schemas.openxmlformats.org/drawingml/2006/main">
              <a:ext uri="{FF2B5EF4-FFF2-40B4-BE49-F238E27FC236}">
                <a16:creationId xmlns:a16="http://schemas.microsoft.com/office/drawing/2014/main" id="{57FB4E49-DC71-4E53-B236-BBBD989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66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10">
            <a:extLst xmlns:a="http://schemas.openxmlformats.org/drawingml/2006/main">
              <a:ext uri="{FF2B5EF4-FFF2-40B4-BE49-F238E27FC236}">
                <a16:creationId xmlns:a16="http://schemas.microsoft.com/office/drawing/2014/main" id="{DFD701C0-8DCF-4953-B352-57332A26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8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1">
            <a:extLst xmlns:a="http://schemas.openxmlformats.org/drawingml/2006/main">
              <a:ext uri="{FF2B5EF4-FFF2-40B4-BE49-F238E27FC236}">
                <a16:creationId xmlns:a16="http://schemas.microsoft.com/office/drawing/2014/main" id="{5B3CA0ED-B9A0-4C69-B2C0-577E3964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71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2">
            <a:extLst xmlns:a="http://schemas.openxmlformats.org/drawingml/2006/main">
              <a:ext uri="{FF2B5EF4-FFF2-40B4-BE49-F238E27FC236}">
                <a16:creationId xmlns:a16="http://schemas.microsoft.com/office/drawing/2014/main" id="{37F6BFB8-FD89-42BF-8BD1-0AA54D3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23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3">
            <a:extLst xmlns:a="http://schemas.openxmlformats.org/drawingml/2006/main">
              <a:ext uri="{FF2B5EF4-FFF2-40B4-BE49-F238E27FC236}">
                <a16:creationId xmlns:a16="http://schemas.microsoft.com/office/drawing/2014/main" id="{76D45099-35BE-41A0-A7CE-763A6D6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5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4">
            <a:extLst xmlns:a="http://schemas.openxmlformats.org/drawingml/2006/main">
              <a:ext uri="{FF2B5EF4-FFF2-40B4-BE49-F238E27FC236}">
                <a16:creationId xmlns:a16="http://schemas.microsoft.com/office/drawing/2014/main" id="{AD9A72CD-AF03-46BC-838C-244608D3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28" y="1883996"/>
            <a:ext cx="74477" cy="18418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5">
            <a:extLst xmlns:a="http://schemas.openxmlformats.org/drawingml/2006/main">
              <a:ext uri="{FF2B5EF4-FFF2-40B4-BE49-F238E27FC236}">
                <a16:creationId xmlns:a16="http://schemas.microsoft.com/office/drawing/2014/main" id="{C0A7401C-9AFE-4592-9919-871E7293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80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6">
            <a:extLst xmlns:a="http://schemas.openxmlformats.org/drawingml/2006/main">
              <a:ext uri="{FF2B5EF4-FFF2-40B4-BE49-F238E27FC236}">
                <a16:creationId xmlns:a16="http://schemas.microsoft.com/office/drawing/2014/main" id="{BDD29B37-A620-4F6F-A990-BBC65BC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33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7">
            <a:extLst xmlns:a="http://schemas.openxmlformats.org/drawingml/2006/main">
              <a:ext uri="{FF2B5EF4-FFF2-40B4-BE49-F238E27FC236}">
                <a16:creationId xmlns:a16="http://schemas.microsoft.com/office/drawing/2014/main" id="{7F40F7AA-78B5-48E1-A7CC-1F483BB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85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18418"/>
                </a:move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8">
            <a:extLst xmlns:a="http://schemas.openxmlformats.org/drawingml/2006/main">
              <a:ext uri="{FF2B5EF4-FFF2-40B4-BE49-F238E27FC236}">
                <a16:creationId xmlns:a16="http://schemas.microsoft.com/office/drawing/2014/main" id="{49C37A5C-6400-483E-8882-3D2F818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37" y="1883996"/>
            <a:ext cx="74477" cy="18418"/>
          </a:xfrm>
          <a:custGeom xmlns:a="http://schemas.openxmlformats.org/drawingml/2006/main">
            <a:pathLst>
              <a:path w="74477" h="18418">
                <a:moveTo>
                  <a:pt x="0" y="9209"/>
                </a:move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9">
            <a:extLst xmlns:a="http://schemas.openxmlformats.org/drawingml/2006/main">
              <a:ext uri="{FF2B5EF4-FFF2-40B4-BE49-F238E27FC236}">
                <a16:creationId xmlns:a16="http://schemas.microsoft.com/office/drawing/2014/main" id="{8200016E-8CC5-4259-8E5E-BF96E78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90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20">
            <a:extLst xmlns:a="http://schemas.openxmlformats.org/drawingml/2006/main">
              <a:ext uri="{FF2B5EF4-FFF2-40B4-BE49-F238E27FC236}">
                <a16:creationId xmlns:a16="http://schemas.microsoft.com/office/drawing/2014/main" id="{193BB063-4EFD-48EF-B3AC-100E524D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42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1">
            <a:extLst xmlns:a="http://schemas.openxmlformats.org/drawingml/2006/main">
              <a:ext uri="{FF2B5EF4-FFF2-40B4-BE49-F238E27FC236}">
                <a16:creationId xmlns:a16="http://schemas.microsoft.com/office/drawing/2014/main" id="{F7235EAB-E298-4082-9B64-F3A9A65E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894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18418"/>
                </a:move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2">
            <a:extLst xmlns:a="http://schemas.openxmlformats.org/drawingml/2006/main">
              <a:ext uri="{FF2B5EF4-FFF2-40B4-BE49-F238E27FC236}">
                <a16:creationId xmlns:a16="http://schemas.microsoft.com/office/drawing/2014/main" id="{96D963B8-D30A-4A11-9EC8-02EB47E8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46" y="1883996"/>
            <a:ext cx="74477" cy="18418"/>
          </a:xfrm>
          <a:custGeom xmlns:a="http://schemas.openxmlformats.org/drawingml/2006/main">
            <a:pathLst>
              <a:path w="74477" h="18418">
                <a:moveTo>
                  <a:pt x="74477" y="18418"/>
                </a:move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7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3">
            <a:extLst xmlns:a="http://schemas.openxmlformats.org/drawingml/2006/main">
              <a:ext uri="{FF2B5EF4-FFF2-40B4-BE49-F238E27FC236}">
                <a16:creationId xmlns:a16="http://schemas.microsoft.com/office/drawing/2014/main" id="{3231CFF6-BA6B-4520-AE29-F1992241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99" y="1883996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4">
            <a:extLst xmlns:a="http://schemas.openxmlformats.org/drawingml/2006/main">
              <a:ext uri="{FF2B5EF4-FFF2-40B4-BE49-F238E27FC236}">
                <a16:creationId xmlns:a16="http://schemas.microsoft.com/office/drawing/2014/main" id="{2A3BD759-D99B-4AEE-8485-00F96AF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751" y="1883996"/>
            <a:ext cx="70391" cy="69296"/>
          </a:xfrm>
          <a:custGeom xmlns:a="http://schemas.openxmlformats.org/drawingml/2006/main">
            <a:pathLst>
              <a:path w="70391" h="69296">
                <a:moveTo>
                  <a:pt x="0" y="9209"/>
                </a:moveTo>
                <a:lnTo>
                  <a:pt x="0" y="18418"/>
                </a:lnTo>
                <a:lnTo>
                  <a:pt x="37239" y="18418"/>
                </a:lnTo>
                <a:lnTo>
                  <a:pt x="44676" y="20429"/>
                </a:lnTo>
                <a:lnTo>
                  <a:pt x="49961" y="25715"/>
                </a:lnTo>
                <a:lnTo>
                  <a:pt x="51973" y="33152"/>
                </a:lnTo>
                <a:lnTo>
                  <a:pt x="51973" y="69296"/>
                </a:lnTo>
                <a:lnTo>
                  <a:pt x="61182" y="69296"/>
                </a:lnTo>
                <a:lnTo>
                  <a:pt x="70391" y="69296"/>
                </a:lnTo>
                <a:lnTo>
                  <a:pt x="70391" y="33152"/>
                </a:lnTo>
                <a:lnTo>
                  <a:pt x="67785" y="20248"/>
                </a:lnTo>
                <a:lnTo>
                  <a:pt x="60681" y="9710"/>
                </a:lnTo>
                <a:lnTo>
                  <a:pt x="50143" y="2605"/>
                </a:lnTo>
                <a:lnTo>
                  <a:pt x="37239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5">
            <a:extLst xmlns:a="http://schemas.openxmlformats.org/drawingml/2006/main">
              <a:ext uri="{FF2B5EF4-FFF2-40B4-BE49-F238E27FC236}">
                <a16:creationId xmlns:a16="http://schemas.microsoft.com/office/drawing/2014/main" id="{3F33F845-59D1-4176-8FD3-11E11AC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24" y="2025582"/>
            <a:ext cx="18418" cy="72289"/>
          </a:xfrm>
          <a:custGeom xmlns:a="http://schemas.openxmlformats.org/drawingml/2006/main">
            <a:pathLst>
              <a:path w="18418" h="72289">
                <a:moveTo>
                  <a:pt x="0" y="72289"/>
                </a:move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6">
            <a:extLst xmlns:a="http://schemas.openxmlformats.org/drawingml/2006/main">
              <a:ext uri="{FF2B5EF4-FFF2-40B4-BE49-F238E27FC236}">
                <a16:creationId xmlns:a16="http://schemas.microsoft.com/office/drawing/2014/main" id="{F8420000-AF32-4F4A-8845-1AAFE9E1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24" y="2170160"/>
            <a:ext cx="18418" cy="72289"/>
          </a:xfrm>
          <a:custGeom xmlns:a="http://schemas.openxmlformats.org/drawingml/2006/main">
            <a:pathLst>
              <a:path w="18418" h="72289">
                <a:moveTo>
                  <a:pt x="0" y="0"/>
                </a:move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7">
            <a:extLst xmlns:a="http://schemas.openxmlformats.org/drawingml/2006/main">
              <a:ext uri="{FF2B5EF4-FFF2-40B4-BE49-F238E27FC236}">
                <a16:creationId xmlns:a16="http://schemas.microsoft.com/office/drawing/2014/main" id="{6E81C8E5-EC3B-4EF4-9517-A4D2BA3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724" y="2314738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0"/>
                </a:move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8">
            <a:extLst xmlns:a="http://schemas.openxmlformats.org/drawingml/2006/main">
              <a:ext uri="{FF2B5EF4-FFF2-40B4-BE49-F238E27FC236}">
                <a16:creationId xmlns:a16="http://schemas.microsoft.com/office/drawing/2014/main" id="{E3127AEA-E8CD-421C-A406-DD0A6FA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752" y="2459316"/>
            <a:ext cx="70389" cy="69296"/>
          </a:xfrm>
          <a:custGeom xmlns:a="http://schemas.openxmlformats.org/drawingml/2006/main">
            <a:pathLst>
              <a:path w="70389" h="69296">
                <a:moveTo>
                  <a:pt x="37238" y="50878"/>
                </a:moveTo>
                <a:lnTo>
                  <a:pt x="0" y="50878"/>
                </a:lnTo>
                <a:lnTo>
                  <a:pt x="0" y="60087"/>
                </a:lnTo>
                <a:lnTo>
                  <a:pt x="0" y="69296"/>
                </a:lnTo>
                <a:lnTo>
                  <a:pt x="37238" y="69296"/>
                </a:lnTo>
                <a:lnTo>
                  <a:pt x="50142" y="66691"/>
                </a:lnTo>
                <a:lnTo>
                  <a:pt x="60679" y="59586"/>
                </a:lnTo>
                <a:lnTo>
                  <a:pt x="67784" y="49049"/>
                </a:lnTo>
                <a:lnTo>
                  <a:pt x="70389" y="36144"/>
                </a:lnTo>
                <a:lnTo>
                  <a:pt x="70389" y="0"/>
                </a:lnTo>
                <a:lnTo>
                  <a:pt x="61181" y="0"/>
                </a:lnTo>
                <a:lnTo>
                  <a:pt x="51972" y="0"/>
                </a:lnTo>
                <a:lnTo>
                  <a:pt x="51972" y="36144"/>
                </a:lnTo>
                <a:lnTo>
                  <a:pt x="49960" y="43581"/>
                </a:lnTo>
                <a:lnTo>
                  <a:pt x="44674" y="48867"/>
                </a:lnTo>
                <a:lnTo>
                  <a:pt x="37238" y="5087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9">
            <a:extLst xmlns:a="http://schemas.openxmlformats.org/drawingml/2006/main">
              <a:ext uri="{FF2B5EF4-FFF2-40B4-BE49-F238E27FC236}">
                <a16:creationId xmlns:a16="http://schemas.microsoft.com/office/drawing/2014/main" id="{3A354319-C5EF-40FC-A714-3A0A499B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99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30">
            <a:extLst xmlns:a="http://schemas.openxmlformats.org/drawingml/2006/main">
              <a:ext uri="{FF2B5EF4-FFF2-40B4-BE49-F238E27FC236}">
                <a16:creationId xmlns:a16="http://schemas.microsoft.com/office/drawing/2014/main" id="{BCB82CBD-9CE4-4C5A-91FD-FC653EB4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47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1">
            <a:extLst xmlns:a="http://schemas.openxmlformats.org/drawingml/2006/main">
              <a:ext uri="{FF2B5EF4-FFF2-40B4-BE49-F238E27FC236}">
                <a16:creationId xmlns:a16="http://schemas.microsoft.com/office/drawing/2014/main" id="{453F7C0F-8BA9-4462-A9BB-3C12B427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894" y="2510195"/>
            <a:ext cx="74477" cy="18418"/>
          </a:xfrm>
          <a:custGeom xmlns:a="http://schemas.openxmlformats.org/drawingml/2006/main">
            <a:pathLst>
              <a:path w="74477" h="18418">
                <a:moveTo>
                  <a:pt x="0" y="18418"/>
                </a:move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2">
            <a:extLst xmlns:a="http://schemas.openxmlformats.org/drawingml/2006/main">
              <a:ext uri="{FF2B5EF4-FFF2-40B4-BE49-F238E27FC236}">
                <a16:creationId xmlns:a16="http://schemas.microsoft.com/office/drawing/2014/main" id="{70643879-4F20-4BC4-A749-55192CE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42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3">
            <a:extLst xmlns:a="http://schemas.openxmlformats.org/drawingml/2006/main">
              <a:ext uri="{FF2B5EF4-FFF2-40B4-BE49-F238E27FC236}">
                <a16:creationId xmlns:a16="http://schemas.microsoft.com/office/drawing/2014/main" id="{D74269BE-49F2-4809-9425-968E7ED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90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4">
            <a:extLst xmlns:a="http://schemas.openxmlformats.org/drawingml/2006/main">
              <a:ext uri="{FF2B5EF4-FFF2-40B4-BE49-F238E27FC236}">
                <a16:creationId xmlns:a16="http://schemas.microsoft.com/office/drawing/2014/main" id="{0EAFF221-8780-4C87-8E48-4CFE92E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37" y="2510195"/>
            <a:ext cx="74477" cy="18418"/>
          </a:xfrm>
          <a:custGeom xmlns:a="http://schemas.openxmlformats.org/drawingml/2006/main">
            <a:pathLst>
              <a:path w="74477" h="18418">
                <a:moveTo>
                  <a:pt x="74477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7" y="18418"/>
                </a:lnTo>
                <a:lnTo>
                  <a:pt x="74477" y="9209"/>
                </a:lnTo>
                <a:lnTo>
                  <a:pt x="74477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5">
            <a:extLst xmlns:a="http://schemas.openxmlformats.org/drawingml/2006/main">
              <a:ext uri="{FF2B5EF4-FFF2-40B4-BE49-F238E27FC236}">
                <a16:creationId xmlns:a16="http://schemas.microsoft.com/office/drawing/2014/main" id="{A89DE5FB-1298-413D-AD0D-120F1EF0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85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6">
            <a:extLst xmlns:a="http://schemas.openxmlformats.org/drawingml/2006/main">
              <a:ext uri="{FF2B5EF4-FFF2-40B4-BE49-F238E27FC236}">
                <a16:creationId xmlns:a16="http://schemas.microsoft.com/office/drawing/2014/main" id="{4A3DF5DF-4BA5-4115-A71C-6494EE2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32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7">
            <a:extLst xmlns:a="http://schemas.openxmlformats.org/drawingml/2006/main">
              <a:ext uri="{FF2B5EF4-FFF2-40B4-BE49-F238E27FC236}">
                <a16:creationId xmlns:a16="http://schemas.microsoft.com/office/drawing/2014/main" id="{F6FCBAF5-E166-4C6A-B863-94CBE01C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80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8">
            <a:extLst xmlns:a="http://schemas.openxmlformats.org/drawingml/2006/main">
              <a:ext uri="{FF2B5EF4-FFF2-40B4-BE49-F238E27FC236}">
                <a16:creationId xmlns:a16="http://schemas.microsoft.com/office/drawing/2014/main" id="{69D7741A-F31E-437D-82D6-F969CAA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28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9">
            <a:extLst xmlns:a="http://schemas.openxmlformats.org/drawingml/2006/main">
              <a:ext uri="{FF2B5EF4-FFF2-40B4-BE49-F238E27FC236}">
                <a16:creationId xmlns:a16="http://schemas.microsoft.com/office/drawing/2014/main" id="{E4189228-1BD8-4BD9-BE18-BD93CE1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6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40">
            <a:extLst xmlns:a="http://schemas.openxmlformats.org/drawingml/2006/main">
              <a:ext uri="{FF2B5EF4-FFF2-40B4-BE49-F238E27FC236}">
                <a16:creationId xmlns:a16="http://schemas.microsoft.com/office/drawing/2014/main" id="{64AB9A85-CD8C-4890-AF71-7632577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23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74476" y="9209"/>
                </a:move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41">
            <a:extLst xmlns:a="http://schemas.openxmlformats.org/drawingml/2006/main">
              <a:ext uri="{FF2B5EF4-FFF2-40B4-BE49-F238E27FC236}">
                <a16:creationId xmlns:a16="http://schemas.microsoft.com/office/drawing/2014/main" id="{2AFFD82D-5A40-4670-8027-0577615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71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18418"/>
                </a:move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42">
            <a:extLst xmlns:a="http://schemas.openxmlformats.org/drawingml/2006/main">
              <a:ext uri="{FF2B5EF4-FFF2-40B4-BE49-F238E27FC236}">
                <a16:creationId xmlns:a16="http://schemas.microsoft.com/office/drawing/2014/main" id="{D2D9BE9A-7D4A-42CD-A4F5-3BFD5A3D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9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9209"/>
                </a:move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43">
            <a:extLst xmlns:a="http://schemas.openxmlformats.org/drawingml/2006/main">
              <a:ext uri="{FF2B5EF4-FFF2-40B4-BE49-F238E27FC236}">
                <a16:creationId xmlns:a16="http://schemas.microsoft.com/office/drawing/2014/main" id="{BEFD2591-0286-46C7-BC44-8E9AAB90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67" y="2510195"/>
            <a:ext cx="74476" cy="18418"/>
          </a:xfrm>
          <a:custGeom xmlns:a="http://schemas.openxmlformats.org/drawingml/2006/main">
            <a:pathLst>
              <a:path w="74476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74476" y="18418"/>
                </a:lnTo>
                <a:lnTo>
                  <a:pt x="74476" y="9209"/>
                </a:lnTo>
                <a:lnTo>
                  <a:pt x="744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4">
            <a:extLst xmlns:a="http://schemas.openxmlformats.org/drawingml/2006/main">
              <a:ext uri="{FF2B5EF4-FFF2-40B4-BE49-F238E27FC236}">
                <a16:creationId xmlns:a16="http://schemas.microsoft.com/office/drawing/2014/main" id="{FC7F1368-EC99-497B-A9D0-7C726C8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1883996"/>
            <a:ext cx="2200904" cy="644616"/>
          </a:xfrm>
          <a:custGeom xmlns:a="http://schemas.openxmlformats.org/drawingml/2006/main">
            <a:pathLst>
              <a:path w="2200904" h="644616">
                <a:moveTo>
                  <a:pt x="0" y="33152"/>
                </a:moveTo>
                <a:cubicBezTo>
                  <a:pt x="0" y="14843"/>
                  <a:pt x="14843" y="0"/>
                  <a:pt x="33152" y="0"/>
                </a:cubicBezTo>
                <a:lnTo>
                  <a:pt x="2167752" y="0"/>
                </a:lnTo>
                <a:cubicBezTo>
                  <a:pt x="2186061" y="0"/>
                  <a:pt x="2200904" y="14843"/>
                  <a:pt x="2200904" y="33152"/>
                </a:cubicBezTo>
                <a:lnTo>
                  <a:pt x="2200904" y="611465"/>
                </a:lnTo>
                <a:cubicBezTo>
                  <a:pt x="2200904" y="629774"/>
                  <a:pt x="2186061" y="644616"/>
                  <a:pt x="2167752" y="644616"/>
                </a:cubicBezTo>
                <a:lnTo>
                  <a:pt x="33152" y="644616"/>
                </a:lnTo>
                <a:cubicBezTo>
                  <a:pt x="14843" y="644616"/>
                  <a:pt x="0" y="629774"/>
                  <a:pt x="0" y="611465"/>
                </a:cubicBezTo>
                <a:lnTo>
                  <a:pt x="0" y="33152"/>
                </a:lnTo>
              </a:path>
            </a:pathLst>
          </a:custGeom>
          <a:solidFill xmlns:a="http://schemas.openxmlformats.org/drawingml/2006/main">
            <a:srgbClr val="06AEEF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45">
            <a:extLst xmlns:a="http://schemas.openxmlformats.org/drawingml/2006/main">
              <a:ext uri="{FF2B5EF4-FFF2-40B4-BE49-F238E27FC236}">
                <a16:creationId xmlns:a16="http://schemas.microsoft.com/office/drawing/2014/main" id="{9A9DF709-EDD5-493D-8A7E-D5D939A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2459316"/>
            <a:ext cx="71270" cy="69296"/>
          </a:xfrm>
          <a:custGeom xmlns:a="http://schemas.openxmlformats.org/drawingml/2006/main">
            <a:pathLst>
              <a:path w="71270" h="69296">
                <a:moveTo>
                  <a:pt x="20429" y="43581"/>
                </a:moveTo>
                <a:lnTo>
                  <a:pt x="18418" y="36144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36144"/>
                </a:lnTo>
                <a:lnTo>
                  <a:pt x="2605" y="49048"/>
                </a:lnTo>
                <a:lnTo>
                  <a:pt x="9710" y="59586"/>
                </a:lnTo>
                <a:lnTo>
                  <a:pt x="20248" y="66691"/>
                </a:lnTo>
                <a:lnTo>
                  <a:pt x="33152" y="69296"/>
                </a:lnTo>
                <a:lnTo>
                  <a:pt x="71270" y="69296"/>
                </a:lnTo>
                <a:lnTo>
                  <a:pt x="71270" y="60087"/>
                </a:lnTo>
                <a:lnTo>
                  <a:pt x="71270" y="50878"/>
                </a:lnTo>
                <a:lnTo>
                  <a:pt x="33152" y="50878"/>
                </a:lnTo>
                <a:lnTo>
                  <a:pt x="25715" y="48867"/>
                </a:lnTo>
                <a:lnTo>
                  <a:pt x="20429" y="43581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6">
            <a:extLst xmlns:a="http://schemas.openxmlformats.org/drawingml/2006/main">
              <a:ext uri="{FF2B5EF4-FFF2-40B4-BE49-F238E27FC236}">
                <a16:creationId xmlns:a16="http://schemas.microsoft.com/office/drawing/2014/main" id="{452E675B-4352-4A3A-BE24-4BF97E91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2314738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47">
            <a:extLst xmlns:a="http://schemas.openxmlformats.org/drawingml/2006/main">
              <a:ext uri="{FF2B5EF4-FFF2-40B4-BE49-F238E27FC236}">
                <a16:creationId xmlns:a16="http://schemas.microsoft.com/office/drawing/2014/main" id="{8C5C5E8C-D287-4FE3-A445-8574CC17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2170160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8">
            <a:extLst xmlns:a="http://schemas.openxmlformats.org/drawingml/2006/main">
              <a:ext uri="{FF2B5EF4-FFF2-40B4-BE49-F238E27FC236}">
                <a16:creationId xmlns:a16="http://schemas.microsoft.com/office/drawing/2014/main" id="{666B7029-12BF-42B1-90AB-593F3648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2025582"/>
            <a:ext cx="18418" cy="72289"/>
          </a:xfrm>
          <a:custGeom xmlns:a="http://schemas.openxmlformats.org/drawingml/2006/main">
            <a:pathLst>
              <a:path w="18418" h="72289">
                <a:moveTo>
                  <a:pt x="9209" y="72289"/>
                </a:moveTo>
                <a:lnTo>
                  <a:pt x="18418" y="72289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9">
            <a:extLst xmlns:a="http://schemas.openxmlformats.org/drawingml/2006/main">
              <a:ext uri="{FF2B5EF4-FFF2-40B4-BE49-F238E27FC236}">
                <a16:creationId xmlns:a16="http://schemas.microsoft.com/office/drawing/2014/main" id="{0436F261-61E0-4CEE-BF5F-34634539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2" y="1883996"/>
            <a:ext cx="71269" cy="69296"/>
          </a:xfrm>
          <a:custGeom xmlns:a="http://schemas.openxmlformats.org/drawingml/2006/main">
            <a:pathLst>
              <a:path w="71269" h="69296">
                <a:moveTo>
                  <a:pt x="9209" y="69296"/>
                </a:moveTo>
                <a:lnTo>
                  <a:pt x="18418" y="69296"/>
                </a:lnTo>
                <a:lnTo>
                  <a:pt x="18418" y="33152"/>
                </a:lnTo>
                <a:lnTo>
                  <a:pt x="20429" y="25715"/>
                </a:lnTo>
                <a:lnTo>
                  <a:pt x="25715" y="20429"/>
                </a:lnTo>
                <a:lnTo>
                  <a:pt x="33152" y="18418"/>
                </a:lnTo>
                <a:lnTo>
                  <a:pt x="71269" y="18418"/>
                </a:lnTo>
                <a:lnTo>
                  <a:pt x="71269" y="9209"/>
                </a:lnTo>
                <a:lnTo>
                  <a:pt x="71269" y="0"/>
                </a:lnTo>
                <a:lnTo>
                  <a:pt x="33151" y="0"/>
                </a:lnTo>
                <a:lnTo>
                  <a:pt x="20247" y="2605"/>
                </a:lnTo>
                <a:lnTo>
                  <a:pt x="9710" y="9710"/>
                </a:lnTo>
                <a:lnTo>
                  <a:pt x="2605" y="20248"/>
                </a:lnTo>
                <a:lnTo>
                  <a:pt x="0" y="33152"/>
                </a:lnTo>
                <a:lnTo>
                  <a:pt x="0" y="69296"/>
                </a:lnTo>
                <a:lnTo>
                  <a:pt x="9209" y="69296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50">
            <a:extLst xmlns:a="http://schemas.openxmlformats.org/drawingml/2006/main">
              <a:ext uri="{FF2B5EF4-FFF2-40B4-BE49-F238E27FC236}">
                <a16:creationId xmlns:a16="http://schemas.microsoft.com/office/drawing/2014/main" id="{6AD4309D-28E1-4B16-A321-22CC3B3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97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1">
            <a:extLst xmlns:a="http://schemas.openxmlformats.org/drawingml/2006/main">
              <a:ext uri="{FF2B5EF4-FFF2-40B4-BE49-F238E27FC236}">
                <a16:creationId xmlns:a16="http://schemas.microsoft.com/office/drawing/2014/main" id="{0457608B-5E5E-4B91-8E49-74318973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869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2">
            <a:extLst xmlns:a="http://schemas.openxmlformats.org/drawingml/2006/main">
              <a:ext uri="{FF2B5EF4-FFF2-40B4-BE49-F238E27FC236}">
                <a16:creationId xmlns:a16="http://schemas.microsoft.com/office/drawing/2014/main" id="{CD924D57-4156-40F8-85D4-FD2B9F88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40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3">
            <a:extLst xmlns:a="http://schemas.openxmlformats.org/drawingml/2006/main">
              <a:ext uri="{FF2B5EF4-FFF2-40B4-BE49-F238E27FC236}">
                <a16:creationId xmlns:a16="http://schemas.microsoft.com/office/drawing/2014/main" id="{8A2B2215-B59B-4D27-BF9F-97F5C75F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812" y="1883996"/>
            <a:ext cx="76236" cy="18418"/>
          </a:xfrm>
          <a:custGeom xmlns:a="http://schemas.openxmlformats.org/drawingml/2006/main">
            <a:pathLst>
              <a:path w="76236" h="18418">
                <a:moveTo>
                  <a:pt x="0" y="9209"/>
                </a:moveTo>
                <a:lnTo>
                  <a:pt x="0" y="18418"/>
                </a:lnTo>
                <a:lnTo>
                  <a:pt x="76236" y="18418"/>
                </a:lnTo>
                <a:lnTo>
                  <a:pt x="76236" y="9209"/>
                </a:ln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4">
            <a:extLst xmlns:a="http://schemas.openxmlformats.org/drawingml/2006/main">
              <a:ext uri="{FF2B5EF4-FFF2-40B4-BE49-F238E27FC236}">
                <a16:creationId xmlns:a16="http://schemas.microsoft.com/office/drawing/2014/main" id="{B29FC1C6-349F-431A-9799-142B755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83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18418"/>
                </a:move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5">
            <a:extLst xmlns:a="http://schemas.openxmlformats.org/drawingml/2006/main">
              <a:ext uri="{FF2B5EF4-FFF2-40B4-BE49-F238E27FC236}">
                <a16:creationId xmlns:a16="http://schemas.microsoft.com/office/drawing/2014/main" id="{2B9DDFFE-7D39-45E1-BEA8-CBCBA3F8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755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6">
            <a:extLst xmlns:a="http://schemas.openxmlformats.org/drawingml/2006/main">
              <a:ext uri="{FF2B5EF4-FFF2-40B4-BE49-F238E27FC236}">
                <a16:creationId xmlns:a16="http://schemas.microsoft.com/office/drawing/2014/main" id="{264EAABD-F186-437F-BBF2-75D85796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226" y="1883996"/>
            <a:ext cx="76237" cy="18418"/>
          </a:xfrm>
          <a:custGeom xmlns:a="http://schemas.openxmlformats.org/drawingml/2006/main">
            <a:pathLst>
              <a:path w="76237" h="18418">
                <a:moveTo>
                  <a:pt x="0" y="9209"/>
                </a:move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7">
            <a:extLst xmlns:a="http://schemas.openxmlformats.org/drawingml/2006/main">
              <a:ext uri="{FF2B5EF4-FFF2-40B4-BE49-F238E27FC236}">
                <a16:creationId xmlns:a16="http://schemas.microsoft.com/office/drawing/2014/main" id="{5D023EB1-29F8-424A-A2A6-9E9321A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698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8">
            <a:extLst xmlns:a="http://schemas.openxmlformats.org/drawingml/2006/main">
              <a:ext uri="{FF2B5EF4-FFF2-40B4-BE49-F238E27FC236}">
                <a16:creationId xmlns:a16="http://schemas.microsoft.com/office/drawing/2014/main" id="{B76DB47E-A216-4848-8BB1-D79FC9F9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69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9">
            <a:extLst xmlns:a="http://schemas.openxmlformats.org/drawingml/2006/main">
              <a:ext uri="{FF2B5EF4-FFF2-40B4-BE49-F238E27FC236}">
                <a16:creationId xmlns:a16="http://schemas.microsoft.com/office/drawing/2014/main" id="{BA26C8AD-A730-48E1-A994-A83B92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641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18418"/>
                </a:move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60">
            <a:extLst xmlns:a="http://schemas.openxmlformats.org/drawingml/2006/main">
              <a:ext uri="{FF2B5EF4-FFF2-40B4-BE49-F238E27FC236}">
                <a16:creationId xmlns:a16="http://schemas.microsoft.com/office/drawing/2014/main" id="{22007980-CFED-4558-856A-AEC245E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111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1">
            <a:extLst xmlns:a="http://schemas.openxmlformats.org/drawingml/2006/main">
              <a:ext uri="{FF2B5EF4-FFF2-40B4-BE49-F238E27FC236}">
                <a16:creationId xmlns:a16="http://schemas.microsoft.com/office/drawing/2014/main" id="{D6B3AF3B-F318-4E7E-ABF0-0947137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583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2">
            <a:extLst xmlns:a="http://schemas.openxmlformats.org/drawingml/2006/main">
              <a:ext uri="{FF2B5EF4-FFF2-40B4-BE49-F238E27FC236}">
                <a16:creationId xmlns:a16="http://schemas.microsoft.com/office/drawing/2014/main" id="{DF5B918F-5BB8-4610-BC94-E916B4AD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054" y="1883996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3">
            <a:extLst xmlns:a="http://schemas.openxmlformats.org/drawingml/2006/main">
              <a:ext uri="{FF2B5EF4-FFF2-40B4-BE49-F238E27FC236}">
                <a16:creationId xmlns:a16="http://schemas.microsoft.com/office/drawing/2014/main" id="{8D53ED28-A1D7-47E2-85DF-89973F7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25" y="1883996"/>
            <a:ext cx="71270" cy="69296"/>
          </a:xfrm>
          <a:custGeom xmlns:a="http://schemas.openxmlformats.org/drawingml/2006/main">
            <a:pathLst>
              <a:path w="71270" h="69296">
                <a:moveTo>
                  <a:pt x="38119" y="18418"/>
                </a:moveTo>
                <a:lnTo>
                  <a:pt x="45556" y="20429"/>
                </a:lnTo>
                <a:lnTo>
                  <a:pt x="50841" y="25715"/>
                </a:lnTo>
                <a:lnTo>
                  <a:pt x="52853" y="33152"/>
                </a:lnTo>
                <a:lnTo>
                  <a:pt x="52853" y="69296"/>
                </a:lnTo>
                <a:lnTo>
                  <a:pt x="62062" y="69296"/>
                </a:lnTo>
                <a:lnTo>
                  <a:pt x="71270" y="69296"/>
                </a:lnTo>
                <a:lnTo>
                  <a:pt x="71270" y="33152"/>
                </a:lnTo>
                <a:lnTo>
                  <a:pt x="68665" y="20248"/>
                </a:lnTo>
                <a:lnTo>
                  <a:pt x="61561" y="9710"/>
                </a:lnTo>
                <a:lnTo>
                  <a:pt x="51023" y="2605"/>
                </a:lnTo>
                <a:lnTo>
                  <a:pt x="38119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8119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4">
            <a:extLst xmlns:a="http://schemas.openxmlformats.org/drawingml/2006/main">
              <a:ext uri="{FF2B5EF4-FFF2-40B4-BE49-F238E27FC236}">
                <a16:creationId xmlns:a16="http://schemas.microsoft.com/office/drawing/2014/main" id="{38BB9CB2-562C-43D3-B27D-7A79388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378" y="2025582"/>
            <a:ext cx="18417" cy="72289"/>
          </a:xfrm>
          <a:custGeom xmlns:a="http://schemas.openxmlformats.org/drawingml/2006/main">
            <a:pathLst>
              <a:path w="18417" h="72289">
                <a:moveTo>
                  <a:pt x="18417" y="72289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lnTo>
                  <a:pt x="18417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5">
            <a:extLst xmlns:a="http://schemas.openxmlformats.org/drawingml/2006/main">
              <a:ext uri="{FF2B5EF4-FFF2-40B4-BE49-F238E27FC236}">
                <a16:creationId xmlns:a16="http://schemas.microsoft.com/office/drawing/2014/main" id="{00C54CC4-E39F-4402-82B8-3BAB7AEA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378" y="2170160"/>
            <a:ext cx="18417" cy="72289"/>
          </a:xfrm>
          <a:custGeom xmlns:a="http://schemas.openxmlformats.org/drawingml/2006/main">
            <a:pathLst>
              <a:path w="18417" h="72289">
                <a:moveTo>
                  <a:pt x="9209" y="72289"/>
                </a:move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lnTo>
                  <a:pt x="9209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6">
            <a:extLst xmlns:a="http://schemas.openxmlformats.org/drawingml/2006/main">
              <a:ext uri="{FF2B5EF4-FFF2-40B4-BE49-F238E27FC236}">
                <a16:creationId xmlns:a16="http://schemas.microsoft.com/office/drawing/2014/main" id="{91FA79A5-2407-4B3D-8B55-D55D4A55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378" y="2314738"/>
            <a:ext cx="18417" cy="72289"/>
          </a:xfrm>
          <a:custGeom xmlns:a="http://schemas.openxmlformats.org/drawingml/2006/main">
            <a:pathLst>
              <a:path w="18417" h="72289">
                <a:moveTo>
                  <a:pt x="0" y="72289"/>
                </a:moveTo>
                <a:lnTo>
                  <a:pt x="9209" y="72289"/>
                </a:lnTo>
                <a:lnTo>
                  <a:pt x="18417" y="72289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228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7">
            <a:extLst xmlns:a="http://schemas.openxmlformats.org/drawingml/2006/main">
              <a:ext uri="{FF2B5EF4-FFF2-40B4-BE49-F238E27FC236}">
                <a16:creationId xmlns:a16="http://schemas.microsoft.com/office/drawing/2014/main" id="{846293BF-7254-4211-845F-B93979CD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26" y="2459316"/>
            <a:ext cx="71269" cy="69296"/>
          </a:xfrm>
          <a:custGeom xmlns:a="http://schemas.openxmlformats.org/drawingml/2006/main">
            <a:pathLst>
              <a:path w="71269" h="69296">
                <a:moveTo>
                  <a:pt x="62061" y="0"/>
                </a:moveTo>
                <a:lnTo>
                  <a:pt x="52852" y="0"/>
                </a:lnTo>
                <a:lnTo>
                  <a:pt x="52852" y="36144"/>
                </a:lnTo>
                <a:lnTo>
                  <a:pt x="50840" y="43581"/>
                </a:lnTo>
                <a:lnTo>
                  <a:pt x="45554" y="48867"/>
                </a:lnTo>
                <a:lnTo>
                  <a:pt x="38118" y="50878"/>
                </a:lnTo>
                <a:lnTo>
                  <a:pt x="0" y="50878"/>
                </a:lnTo>
                <a:lnTo>
                  <a:pt x="0" y="60087"/>
                </a:lnTo>
                <a:lnTo>
                  <a:pt x="0" y="69296"/>
                </a:lnTo>
                <a:lnTo>
                  <a:pt x="38118" y="69296"/>
                </a:lnTo>
                <a:lnTo>
                  <a:pt x="51022" y="66691"/>
                </a:lnTo>
                <a:lnTo>
                  <a:pt x="61559" y="59586"/>
                </a:lnTo>
                <a:lnTo>
                  <a:pt x="68664" y="49049"/>
                </a:lnTo>
                <a:lnTo>
                  <a:pt x="71269" y="36144"/>
                </a:lnTo>
                <a:lnTo>
                  <a:pt x="71269" y="0"/>
                </a:lnTo>
                <a:lnTo>
                  <a:pt x="62061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8">
            <a:extLst xmlns:a="http://schemas.openxmlformats.org/drawingml/2006/main">
              <a:ext uri="{FF2B5EF4-FFF2-40B4-BE49-F238E27FC236}">
                <a16:creationId xmlns:a16="http://schemas.microsoft.com/office/drawing/2014/main" id="{24A5DBDD-7782-4374-9714-AD7A076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055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9">
            <a:extLst xmlns:a="http://schemas.openxmlformats.org/drawingml/2006/main">
              <a:ext uri="{FF2B5EF4-FFF2-40B4-BE49-F238E27FC236}">
                <a16:creationId xmlns:a16="http://schemas.microsoft.com/office/drawing/2014/main" id="{2EA1B387-648C-4938-B0DA-EB5A8D2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583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70">
            <a:extLst xmlns:a="http://schemas.openxmlformats.org/drawingml/2006/main">
              <a:ext uri="{FF2B5EF4-FFF2-40B4-BE49-F238E27FC236}">
                <a16:creationId xmlns:a16="http://schemas.microsoft.com/office/drawing/2014/main" id="{F566B012-8FD4-458A-A404-1B80F8D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111" y="2510195"/>
            <a:ext cx="76237" cy="18418"/>
          </a:xfrm>
          <a:custGeom xmlns:a="http://schemas.openxmlformats.org/drawingml/2006/main">
            <a:pathLst>
              <a:path w="76237" h="18418">
                <a:moveTo>
                  <a:pt x="76237" y="9209"/>
                </a:move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1">
            <a:extLst xmlns:a="http://schemas.openxmlformats.org/drawingml/2006/main">
              <a:ext uri="{FF2B5EF4-FFF2-40B4-BE49-F238E27FC236}">
                <a16:creationId xmlns:a16="http://schemas.microsoft.com/office/drawing/2014/main" id="{30E4C55B-9A22-4AFC-9BD6-153573AD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641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2">
            <a:extLst xmlns:a="http://schemas.openxmlformats.org/drawingml/2006/main">
              <a:ext uri="{FF2B5EF4-FFF2-40B4-BE49-F238E27FC236}">
                <a16:creationId xmlns:a16="http://schemas.microsoft.com/office/drawing/2014/main" id="{87D84F32-B4C1-44A3-AF66-F3BA0B3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69" y="2510195"/>
            <a:ext cx="76237" cy="18418"/>
          </a:xfrm>
          <a:custGeom xmlns:a="http://schemas.openxmlformats.org/drawingml/2006/main">
            <a:pathLst>
              <a:path w="76237" h="18418">
                <a:moveTo>
                  <a:pt x="0" y="18418"/>
                </a:move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3">
            <a:extLst xmlns:a="http://schemas.openxmlformats.org/drawingml/2006/main">
              <a:ext uri="{FF2B5EF4-FFF2-40B4-BE49-F238E27FC236}">
                <a16:creationId xmlns:a16="http://schemas.microsoft.com/office/drawing/2014/main" id="{A9AF8BB9-E7E5-412B-8348-2F3CADA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698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0" y="9209"/>
                </a:move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4">
            <a:extLst xmlns:a="http://schemas.openxmlformats.org/drawingml/2006/main">
              <a:ext uri="{FF2B5EF4-FFF2-40B4-BE49-F238E27FC236}">
                <a16:creationId xmlns:a16="http://schemas.microsoft.com/office/drawing/2014/main" id="{82B3C64A-C8BD-4164-A35E-F63BBCD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226" y="2510195"/>
            <a:ext cx="76237" cy="18418"/>
          </a:xfrm>
          <a:custGeom xmlns:a="http://schemas.openxmlformats.org/drawingml/2006/main">
            <a:pathLst>
              <a:path w="76237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76237" y="18418"/>
                </a:lnTo>
                <a:lnTo>
                  <a:pt x="76237" y="9209"/>
                </a:lnTo>
                <a:lnTo>
                  <a:pt x="762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5">
            <a:extLst xmlns:a="http://schemas.openxmlformats.org/drawingml/2006/main">
              <a:ext uri="{FF2B5EF4-FFF2-40B4-BE49-F238E27FC236}">
                <a16:creationId xmlns:a16="http://schemas.microsoft.com/office/drawing/2014/main" id="{060B01C7-0E1B-4308-89B8-E3DEEA9F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755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lnTo>
                  <a:pt x="76235" y="0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6">
            <a:extLst xmlns:a="http://schemas.openxmlformats.org/drawingml/2006/main">
              <a:ext uri="{FF2B5EF4-FFF2-40B4-BE49-F238E27FC236}">
                <a16:creationId xmlns:a16="http://schemas.microsoft.com/office/drawing/2014/main" id="{115E7355-9BD2-4240-8528-6B48AE5D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84" y="2510195"/>
            <a:ext cx="76236" cy="18418"/>
          </a:xfrm>
          <a:custGeom xmlns:a="http://schemas.openxmlformats.org/drawingml/2006/main">
            <a:pathLst>
              <a:path w="76236" h="18418">
                <a:moveTo>
                  <a:pt x="76236" y="9209"/>
                </a:moveTo>
                <a:lnTo>
                  <a:pt x="762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6" y="18418"/>
                </a:lnTo>
                <a:lnTo>
                  <a:pt x="76236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7">
            <a:extLst xmlns:a="http://schemas.openxmlformats.org/drawingml/2006/main">
              <a:ext uri="{FF2B5EF4-FFF2-40B4-BE49-F238E27FC236}">
                <a16:creationId xmlns:a16="http://schemas.microsoft.com/office/drawing/2014/main" id="{114F1B04-E581-4E1A-96F8-2F2B1F5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812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8">
            <a:extLst xmlns:a="http://schemas.openxmlformats.org/drawingml/2006/main">
              <a:ext uri="{FF2B5EF4-FFF2-40B4-BE49-F238E27FC236}">
                <a16:creationId xmlns:a16="http://schemas.microsoft.com/office/drawing/2014/main" id="{EF274E32-22E7-4CA2-BBF8-3A5A185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41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9">
            <a:extLst xmlns:a="http://schemas.openxmlformats.org/drawingml/2006/main">
              <a:ext uri="{FF2B5EF4-FFF2-40B4-BE49-F238E27FC236}">
                <a16:creationId xmlns:a16="http://schemas.microsoft.com/office/drawing/2014/main" id="{01F63395-4F7A-4022-A846-F34C5DB1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869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80">
            <a:extLst xmlns:a="http://schemas.openxmlformats.org/drawingml/2006/main">
              <a:ext uri="{FF2B5EF4-FFF2-40B4-BE49-F238E27FC236}">
                <a16:creationId xmlns:a16="http://schemas.microsoft.com/office/drawing/2014/main" id="{CFB90A7E-E324-47FD-8A37-06451D1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98" y="2510195"/>
            <a:ext cx="76235" cy="18418"/>
          </a:xfrm>
          <a:custGeom xmlns:a="http://schemas.openxmlformats.org/drawingml/2006/main">
            <a:pathLst>
              <a:path w="76235" h="18418">
                <a:moveTo>
                  <a:pt x="76235" y="9209"/>
                </a:moveTo>
                <a:lnTo>
                  <a:pt x="76235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6235" y="18418"/>
                </a:lnTo>
                <a:lnTo>
                  <a:pt x="76235" y="9209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1">
            <a:extLst xmlns:a="http://schemas.openxmlformats.org/drawingml/2006/main">
              <a:ext uri="{FF2B5EF4-FFF2-40B4-BE49-F238E27FC236}">
                <a16:creationId xmlns:a16="http://schemas.microsoft.com/office/drawing/2014/main" id="{FEA9DF9F-E40D-48E4-A42D-755B3F48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53" y="2130525"/>
            <a:ext cx="146101" cy="182726"/>
          </a:xfrm>
          <a:custGeom xmlns:a="http://schemas.openxmlformats.org/drawingml/2006/main">
            <a:pathLst>
              <a:path w="146101" h="182726">
                <a:moveTo>
                  <a:pt x="134954" y="10350"/>
                </a:moveTo>
                <a:cubicBezTo>
                  <a:pt x="134954" y="2787"/>
                  <a:pt x="134954" y="0"/>
                  <a:pt x="128983" y="0"/>
                </a:cubicBezTo>
                <a:cubicBezTo>
                  <a:pt x="126594" y="0"/>
                  <a:pt x="125798" y="0"/>
                  <a:pt x="119827" y="3583"/>
                </a:cubicBezTo>
                <a:cubicBezTo>
                  <a:pt x="118234" y="4777"/>
                  <a:pt x="113855" y="7564"/>
                  <a:pt x="111865" y="8758"/>
                </a:cubicBezTo>
                <a:cubicBezTo>
                  <a:pt x="100718" y="2388"/>
                  <a:pt x="85989" y="0"/>
                  <a:pt x="71657" y="0"/>
                </a:cubicBezTo>
                <a:cubicBezTo>
                  <a:pt x="59714" y="0"/>
                  <a:pt x="0" y="0"/>
                  <a:pt x="0" y="51752"/>
                </a:cubicBezTo>
                <a:cubicBezTo>
                  <a:pt x="0" y="93552"/>
                  <a:pt x="49364" y="102311"/>
                  <a:pt x="61705" y="104301"/>
                </a:cubicBezTo>
                <a:cubicBezTo>
                  <a:pt x="72453" y="106291"/>
                  <a:pt x="85591" y="108680"/>
                  <a:pt x="87183" y="108680"/>
                </a:cubicBezTo>
                <a:cubicBezTo>
                  <a:pt x="103107" y="112263"/>
                  <a:pt x="119030" y="122215"/>
                  <a:pt x="119030" y="138935"/>
                </a:cubicBezTo>
                <a:cubicBezTo>
                  <a:pt x="119030" y="169589"/>
                  <a:pt x="82804" y="169589"/>
                  <a:pt x="74444" y="169589"/>
                </a:cubicBezTo>
                <a:cubicBezTo>
                  <a:pt x="54141" y="169589"/>
                  <a:pt x="29061" y="163219"/>
                  <a:pt x="17915" y="124604"/>
                </a:cubicBezTo>
                <a:cubicBezTo>
                  <a:pt x="15526" y="116642"/>
                  <a:pt x="15128" y="116244"/>
                  <a:pt x="8360" y="116244"/>
                </a:cubicBezTo>
                <a:cubicBezTo>
                  <a:pt x="0" y="116244"/>
                  <a:pt x="0" y="117438"/>
                  <a:pt x="0" y="126594"/>
                </a:cubicBezTo>
                <a:lnTo>
                  <a:pt x="0" y="172375"/>
                </a:lnTo>
                <a:cubicBezTo>
                  <a:pt x="0" y="179939"/>
                  <a:pt x="0" y="182726"/>
                  <a:pt x="5971" y="182726"/>
                </a:cubicBezTo>
                <a:cubicBezTo>
                  <a:pt x="8758" y="182726"/>
                  <a:pt x="9555" y="182726"/>
                  <a:pt x="17516" y="176356"/>
                </a:cubicBezTo>
                <a:lnTo>
                  <a:pt x="27866" y="168792"/>
                </a:lnTo>
                <a:cubicBezTo>
                  <a:pt x="45781" y="182726"/>
                  <a:pt x="67278" y="182726"/>
                  <a:pt x="74444" y="182726"/>
                </a:cubicBezTo>
                <a:cubicBezTo>
                  <a:pt x="96339" y="182726"/>
                  <a:pt x="146101" y="177949"/>
                  <a:pt x="146101" y="125002"/>
                </a:cubicBezTo>
                <a:cubicBezTo>
                  <a:pt x="146101" y="105893"/>
                  <a:pt x="135750" y="92756"/>
                  <a:pt x="127788" y="85591"/>
                </a:cubicBezTo>
                <a:cubicBezTo>
                  <a:pt x="111467" y="72055"/>
                  <a:pt x="97931" y="69666"/>
                  <a:pt x="76434" y="65686"/>
                </a:cubicBezTo>
                <a:cubicBezTo>
                  <a:pt x="50956" y="61307"/>
                  <a:pt x="27070" y="56928"/>
                  <a:pt x="27070" y="37819"/>
                </a:cubicBezTo>
                <a:cubicBezTo>
                  <a:pt x="27070" y="11943"/>
                  <a:pt x="62501" y="11943"/>
                  <a:pt x="70861" y="11943"/>
                </a:cubicBezTo>
                <a:cubicBezTo>
                  <a:pt x="115050" y="11943"/>
                  <a:pt x="117438" y="39809"/>
                  <a:pt x="118234" y="49762"/>
                </a:cubicBezTo>
                <a:cubicBezTo>
                  <a:pt x="118632" y="54937"/>
                  <a:pt x="121817" y="54937"/>
                  <a:pt x="126594" y="54937"/>
                </a:cubicBezTo>
                <a:cubicBezTo>
                  <a:pt x="134954" y="54937"/>
                  <a:pt x="134954" y="53743"/>
                  <a:pt x="134954" y="44587"/>
                </a:cubicBezTo>
                <a:lnTo>
                  <a:pt x="134954" y="1035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2">
            <a:extLst xmlns:a="http://schemas.openxmlformats.org/drawingml/2006/main">
              <a:ext uri="{FF2B5EF4-FFF2-40B4-BE49-F238E27FC236}">
                <a16:creationId xmlns:a16="http://schemas.microsoft.com/office/drawing/2014/main" id="{1A9FAEAA-4260-44D5-9C4B-6E282DE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58" y="2183741"/>
            <a:ext cx="115448" cy="189494"/>
          </a:xfrm>
          <a:custGeom xmlns:a="http://schemas.openxmlformats.org/drawingml/2006/main">
            <a:pathLst>
              <a:path w="115448" h="189494">
                <a:moveTo>
                  <a:pt x="115448" y="56529"/>
                </a:moveTo>
                <a:cubicBezTo>
                  <a:pt x="115448" y="23355"/>
                  <a:pt x="102709" y="0"/>
                  <a:pt x="80681" y="0"/>
                </a:cubicBezTo>
                <a:cubicBezTo>
                  <a:pt x="41137" y="0"/>
                  <a:pt x="0" y="73780"/>
                  <a:pt x="0" y="132964"/>
                </a:cubicBezTo>
                <a:cubicBezTo>
                  <a:pt x="0" y="158442"/>
                  <a:pt x="8758" y="189494"/>
                  <a:pt x="35032" y="189494"/>
                </a:cubicBezTo>
                <a:cubicBezTo>
                  <a:pt x="73781" y="189494"/>
                  <a:pt x="115448" y="117571"/>
                  <a:pt x="115448" y="56529"/>
                </a:cubicBezTo>
                <a:moveTo>
                  <a:pt x="29725" y="90235"/>
                </a:moveTo>
                <a:cubicBezTo>
                  <a:pt x="42198" y="36625"/>
                  <a:pt x="63960" y="7431"/>
                  <a:pt x="80415" y="7431"/>
                </a:cubicBezTo>
                <a:cubicBezTo>
                  <a:pt x="96339" y="7431"/>
                  <a:pt x="96339" y="35829"/>
                  <a:pt x="96339" y="40871"/>
                </a:cubicBezTo>
                <a:cubicBezTo>
                  <a:pt x="96339" y="55733"/>
                  <a:pt x="91562" y="77230"/>
                  <a:pt x="88377" y="90235"/>
                </a:cubicBezTo>
                <a:lnTo>
                  <a:pt x="29725" y="90235"/>
                </a:lnTo>
                <a:moveTo>
                  <a:pt x="85989" y="99259"/>
                </a:moveTo>
                <a:cubicBezTo>
                  <a:pt x="73515" y="152603"/>
                  <a:pt x="51752" y="182062"/>
                  <a:pt x="35298" y="182062"/>
                </a:cubicBezTo>
                <a:cubicBezTo>
                  <a:pt x="20966" y="182062"/>
                  <a:pt x="19374" y="160830"/>
                  <a:pt x="19374" y="148622"/>
                </a:cubicBezTo>
                <a:cubicBezTo>
                  <a:pt x="19374" y="131902"/>
                  <a:pt x="24416" y="110405"/>
                  <a:pt x="27336" y="99259"/>
                </a:cubicBezTo>
                <a:lnTo>
                  <a:pt x="85989" y="99259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3">
            <a:extLst xmlns:a="http://schemas.openxmlformats.org/drawingml/2006/main">
              <a:ext uri="{FF2B5EF4-FFF2-40B4-BE49-F238E27FC236}">
                <a16:creationId xmlns:a16="http://schemas.microsoft.com/office/drawing/2014/main" id="{869757BF-DDE5-4A37-99A7-9D2BF0D4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264" y="2012294"/>
            <a:ext cx="90367" cy="398494"/>
          </a:xfrm>
          <a:custGeom xmlns:a="http://schemas.openxmlformats.org/drawingml/2006/main">
            <a:pathLst>
              <a:path w="90367" h="398494">
                <a:moveTo>
                  <a:pt x="90367" y="395309"/>
                </a:moveTo>
                <a:cubicBezTo>
                  <a:pt x="90367" y="394115"/>
                  <a:pt x="90367" y="393319"/>
                  <a:pt x="83601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3"/>
                  <a:pt x="86387" y="8758"/>
                </a:cubicBezTo>
                <a:cubicBezTo>
                  <a:pt x="90367" y="5175"/>
                  <a:pt x="90367" y="4379"/>
                  <a:pt x="90367" y="3185"/>
                </a:cubicBezTo>
                <a:cubicBezTo>
                  <a:pt x="90367" y="796"/>
                  <a:pt x="88377" y="0"/>
                  <a:pt x="86785" y="0"/>
                </a:cubicBezTo>
                <a:cubicBezTo>
                  <a:pt x="81610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7" y="397697"/>
                  <a:pt x="90367" y="395309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4">
            <a:extLst xmlns:a="http://schemas.openxmlformats.org/drawingml/2006/main">
              <a:ext uri="{FF2B5EF4-FFF2-40B4-BE49-F238E27FC236}">
                <a16:creationId xmlns:a16="http://schemas.microsoft.com/office/drawing/2014/main" id="{31F85358-3E82-4E52-990C-F1A04BB9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178" y="2134109"/>
            <a:ext cx="167599" cy="176755"/>
          </a:xfrm>
          <a:custGeom xmlns:a="http://schemas.openxmlformats.org/drawingml/2006/main">
            <a:pathLst>
              <a:path w="167599" h="176755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89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4" y="13137"/>
                </a:lnTo>
                <a:lnTo>
                  <a:pt x="3583" y="160831"/>
                </a:lnTo>
                <a:cubicBezTo>
                  <a:pt x="0" y="165209"/>
                  <a:pt x="0" y="166005"/>
                  <a:pt x="0" y="168793"/>
                </a:cubicBezTo>
                <a:cubicBezTo>
                  <a:pt x="0" y="176755"/>
                  <a:pt x="3583" y="176755"/>
                  <a:pt x="11545" y="176755"/>
                </a:cubicBezTo>
                <a:lnTo>
                  <a:pt x="160831" y="176755"/>
                </a:lnTo>
                <a:lnTo>
                  <a:pt x="167599" y="97931"/>
                </a:lnTo>
                <a:lnTo>
                  <a:pt x="150879" y="97931"/>
                </a:lnTo>
                <a:cubicBezTo>
                  <a:pt x="147694" y="140130"/>
                  <a:pt x="138935" y="162423"/>
                  <a:pt x="88775" y="162423"/>
                </a:cubicBezTo>
                <a:lnTo>
                  <a:pt x="52549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5">
            <a:extLst xmlns:a="http://schemas.openxmlformats.org/drawingml/2006/main">
              <a:ext uri="{FF2B5EF4-FFF2-40B4-BE49-F238E27FC236}">
                <a16:creationId xmlns:a16="http://schemas.microsoft.com/office/drawing/2014/main" id="{890778DC-BBC7-4FF9-B7AE-10A3DD67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520" y="2204708"/>
            <a:ext cx="86254" cy="168527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6" y="60245"/>
                </a:lnTo>
                <a:cubicBezTo>
                  <a:pt x="83070" y="60245"/>
                  <a:pt x="86254" y="60245"/>
                  <a:pt x="86254" y="55202"/>
                </a:cubicBezTo>
                <a:cubicBezTo>
                  <a:pt x="86254" y="51487"/>
                  <a:pt x="82803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6" y="9820"/>
                  <a:pt x="64756" y="8493"/>
                  <a:pt x="64756" y="8227"/>
                </a:cubicBezTo>
                <a:cubicBezTo>
                  <a:pt x="64756" y="2654"/>
                  <a:pt x="60510" y="0"/>
                  <a:pt x="55999" y="0"/>
                </a:cubicBezTo>
                <a:cubicBezTo>
                  <a:pt x="46976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1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2" y="130576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1" y="131106"/>
                  <a:pt x="83601" y="127921"/>
                </a:cubicBezTo>
                <a:cubicBezTo>
                  <a:pt x="83601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6" y="129514"/>
                </a:cubicBezTo>
                <a:cubicBezTo>
                  <a:pt x="69269" y="142253"/>
                  <a:pt x="55999" y="161096"/>
                  <a:pt x="39809" y="161096"/>
                </a:cubicBezTo>
                <a:cubicBezTo>
                  <a:pt x="34236" y="161096"/>
                  <a:pt x="31052" y="157381"/>
                  <a:pt x="31052" y="148623"/>
                </a:cubicBezTo>
                <a:cubicBezTo>
                  <a:pt x="31052" y="143580"/>
                  <a:pt x="31848" y="140661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6">
            <a:extLst xmlns:a="http://schemas.openxmlformats.org/drawingml/2006/main">
              <a:ext uri="{FF2B5EF4-FFF2-40B4-BE49-F238E27FC236}">
                <a16:creationId xmlns:a16="http://schemas.microsoft.com/office/drawing/2014/main" id="{F91C333B-A324-4869-A76A-FD58AC3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935" y="2272254"/>
            <a:ext cx="42994" cy="115448"/>
          </a:xfrm>
          <a:custGeom xmlns:a="http://schemas.openxmlformats.org/drawingml/2006/main">
            <a:pathLst>
              <a:path w="42994" h="115448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1"/>
                  <a:pt x="0" y="19109"/>
                </a:cubicBezTo>
                <a:cubicBezTo>
                  <a:pt x="0" y="27866"/>
                  <a:pt x="5972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5" y="115448"/>
                  <a:pt x="9156" y="115448"/>
                </a:cubicBezTo>
                <a:cubicBezTo>
                  <a:pt x="12341" y="115448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87">
            <a:extLst xmlns:a="http://schemas.openxmlformats.org/drawingml/2006/main">
              <a:ext uri="{FF2B5EF4-FFF2-40B4-BE49-F238E27FC236}">
                <a16:creationId xmlns:a16="http://schemas.microsoft.com/office/drawing/2014/main" id="{BAF901B2-A7A4-4927-801B-1BDA9065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685" y="2062052"/>
            <a:ext cx="119428" cy="252791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7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6" y="77231"/>
                </a:lnTo>
                <a:lnTo>
                  <a:pt x="88775" y="19109"/>
                </a:lnTo>
                <a:cubicBezTo>
                  <a:pt x="90367" y="13535"/>
                  <a:pt x="90367" y="12739"/>
                  <a:pt x="90367" y="9953"/>
                </a:cubicBezTo>
                <a:cubicBezTo>
                  <a:pt x="90367" y="3583"/>
                  <a:pt x="85193" y="0"/>
                  <a:pt x="80017" y="0"/>
                </a:cubicBezTo>
                <a:cubicBezTo>
                  <a:pt x="76833" y="0"/>
                  <a:pt x="67677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5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3"/>
                  <a:pt x="110671" y="188299"/>
                  <a:pt x="108282" y="188299"/>
                </a:cubicBezTo>
                <a:cubicBezTo>
                  <a:pt x="107486" y="188299"/>
                  <a:pt x="105894" y="188299"/>
                  <a:pt x="105098" y="189892"/>
                </a:cubicBezTo>
                <a:cubicBezTo>
                  <a:pt x="104699" y="190290"/>
                  <a:pt x="104301" y="190688"/>
                  <a:pt x="101514" y="197057"/>
                </a:cubicBezTo>
                <a:cubicBezTo>
                  <a:pt x="93154" y="216962"/>
                  <a:pt x="74842" y="244829"/>
                  <a:pt x="51753" y="244829"/>
                </a:cubicBezTo>
                <a:cubicBezTo>
                  <a:pt x="39809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8">
            <a:extLst xmlns:a="http://schemas.openxmlformats.org/drawingml/2006/main">
              <a:ext uri="{FF2B5EF4-FFF2-40B4-BE49-F238E27FC236}">
                <a16:creationId xmlns:a16="http://schemas.microsoft.com/office/drawing/2014/main" id="{FD62043B-6A88-4238-A420-480B144B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82" y="2012294"/>
            <a:ext cx="90367" cy="398494"/>
          </a:xfrm>
          <a:custGeom xmlns:a="http://schemas.openxmlformats.org/drawingml/2006/main">
            <a:pathLst>
              <a:path w="90367" h="398494">
                <a:moveTo>
                  <a:pt x="90367" y="199446"/>
                </a:moveTo>
                <a:cubicBezTo>
                  <a:pt x="90367" y="169191"/>
                  <a:pt x="86387" y="119827"/>
                  <a:pt x="64093" y="73648"/>
                </a:cubicBezTo>
                <a:cubicBezTo>
                  <a:pt x="40606" y="25876"/>
                  <a:pt x="7961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0" y="117836"/>
                  <a:pt x="68870" y="199048"/>
                </a:cubicBezTo>
                <a:cubicBezTo>
                  <a:pt x="68870" y="276278"/>
                  <a:pt x="50160" y="342760"/>
                  <a:pt x="3981" y="389735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7"/>
                  <a:pt x="1991" y="398494"/>
                  <a:pt x="3583" y="398494"/>
                </a:cubicBezTo>
                <a:cubicBezTo>
                  <a:pt x="8759" y="398494"/>
                  <a:pt x="41402" y="369831"/>
                  <a:pt x="60909" y="330818"/>
                </a:cubicBezTo>
                <a:cubicBezTo>
                  <a:pt x="81211" y="290211"/>
                  <a:pt x="90367" y="247217"/>
                  <a:pt x="90367" y="199446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9">
            <a:extLst xmlns:a="http://schemas.openxmlformats.org/drawingml/2006/main">
              <a:ext uri="{FF2B5EF4-FFF2-40B4-BE49-F238E27FC236}">
                <a16:creationId xmlns:a16="http://schemas.microsoft.com/office/drawing/2014/main" id="{4B58D7B6-0150-40B7-8CD9-94111009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26" y="2013670"/>
            <a:ext cx="90368" cy="398494"/>
          </a:xfrm>
          <a:custGeom xmlns:a="http://schemas.openxmlformats.org/drawingml/2006/main">
            <a:pathLst>
              <a:path w="90368" h="398494">
                <a:moveTo>
                  <a:pt x="90368" y="395309"/>
                </a:moveTo>
                <a:cubicBezTo>
                  <a:pt x="90368" y="394115"/>
                  <a:pt x="90368" y="393319"/>
                  <a:pt x="83600" y="386551"/>
                </a:cubicBezTo>
                <a:cubicBezTo>
                  <a:pt x="43790" y="346343"/>
                  <a:pt x="21497" y="280657"/>
                  <a:pt x="21497" y="199446"/>
                </a:cubicBezTo>
                <a:cubicBezTo>
                  <a:pt x="21497" y="122215"/>
                  <a:pt x="40208" y="55733"/>
                  <a:pt x="86387" y="8758"/>
                </a:cubicBezTo>
                <a:cubicBezTo>
                  <a:pt x="90368" y="5175"/>
                  <a:pt x="90368" y="4379"/>
                  <a:pt x="90368" y="3185"/>
                </a:cubicBezTo>
                <a:cubicBezTo>
                  <a:pt x="90368" y="796"/>
                  <a:pt x="88377" y="0"/>
                  <a:pt x="86785" y="0"/>
                </a:cubicBezTo>
                <a:cubicBezTo>
                  <a:pt x="81609" y="0"/>
                  <a:pt x="48966" y="28663"/>
                  <a:pt x="29459" y="67676"/>
                </a:cubicBezTo>
                <a:cubicBezTo>
                  <a:pt x="9156" y="107884"/>
                  <a:pt x="0" y="150480"/>
                  <a:pt x="0" y="199446"/>
                </a:cubicBezTo>
                <a:cubicBezTo>
                  <a:pt x="0" y="234876"/>
                  <a:pt x="5573" y="282250"/>
                  <a:pt x="26274" y="324846"/>
                </a:cubicBezTo>
                <a:cubicBezTo>
                  <a:pt x="49762" y="372617"/>
                  <a:pt x="82406" y="398494"/>
                  <a:pt x="86785" y="398494"/>
                </a:cubicBezTo>
                <a:cubicBezTo>
                  <a:pt x="88377" y="398494"/>
                  <a:pt x="90368" y="397697"/>
                  <a:pt x="90368" y="395309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90">
            <a:extLst xmlns:a="http://schemas.openxmlformats.org/drawingml/2006/main">
              <a:ext uri="{FF2B5EF4-FFF2-40B4-BE49-F238E27FC236}">
                <a16:creationId xmlns:a16="http://schemas.microsoft.com/office/drawing/2014/main" id="{C0E66E82-B642-4E0A-9F6B-78A90B87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42" y="2135485"/>
            <a:ext cx="167598" cy="176755"/>
          </a:xfrm>
          <a:custGeom xmlns:a="http://schemas.openxmlformats.org/drawingml/2006/main">
            <a:pathLst>
              <a:path w="167598" h="176755">
                <a:moveTo>
                  <a:pt x="162821" y="15128"/>
                </a:moveTo>
                <a:cubicBezTo>
                  <a:pt x="166404" y="10749"/>
                  <a:pt x="166404" y="9952"/>
                  <a:pt x="166404" y="7564"/>
                </a:cubicBezTo>
                <a:cubicBezTo>
                  <a:pt x="166404" y="0"/>
                  <a:pt x="162423" y="0"/>
                  <a:pt x="154859" y="0"/>
                </a:cubicBezTo>
                <a:lnTo>
                  <a:pt x="10749" y="0"/>
                </a:lnTo>
                <a:lnTo>
                  <a:pt x="6369" y="68472"/>
                </a:lnTo>
                <a:lnTo>
                  <a:pt x="23090" y="68472"/>
                </a:lnTo>
                <a:cubicBezTo>
                  <a:pt x="25478" y="30653"/>
                  <a:pt x="34236" y="13137"/>
                  <a:pt x="78425" y="13137"/>
                </a:cubicBezTo>
                <a:lnTo>
                  <a:pt x="114253" y="13137"/>
                </a:lnTo>
                <a:lnTo>
                  <a:pt x="3583" y="160831"/>
                </a:lnTo>
                <a:cubicBezTo>
                  <a:pt x="0" y="165209"/>
                  <a:pt x="0" y="166005"/>
                  <a:pt x="0" y="168793"/>
                </a:cubicBezTo>
                <a:cubicBezTo>
                  <a:pt x="0" y="176755"/>
                  <a:pt x="3583" y="176755"/>
                  <a:pt x="11545" y="176755"/>
                </a:cubicBezTo>
                <a:lnTo>
                  <a:pt x="160831" y="176755"/>
                </a:lnTo>
                <a:lnTo>
                  <a:pt x="167598" y="97931"/>
                </a:lnTo>
                <a:lnTo>
                  <a:pt x="150878" y="97931"/>
                </a:lnTo>
                <a:cubicBezTo>
                  <a:pt x="147694" y="140130"/>
                  <a:pt x="138936" y="162423"/>
                  <a:pt x="88775" y="162423"/>
                </a:cubicBezTo>
                <a:lnTo>
                  <a:pt x="52548" y="162423"/>
                </a:lnTo>
                <a:lnTo>
                  <a:pt x="162821" y="15128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1">
            <a:extLst xmlns:a="http://schemas.openxmlformats.org/drawingml/2006/main">
              <a:ext uri="{FF2B5EF4-FFF2-40B4-BE49-F238E27FC236}">
                <a16:creationId xmlns:a16="http://schemas.microsoft.com/office/drawing/2014/main" id="{333605DB-A944-4CB0-84FC-2CD8DF82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83" y="2206084"/>
            <a:ext cx="86254" cy="168527"/>
          </a:xfrm>
          <a:custGeom xmlns:a="http://schemas.openxmlformats.org/drawingml/2006/main">
            <a:pathLst>
              <a:path w="86254" h="168527">
                <a:moveTo>
                  <a:pt x="52018" y="60245"/>
                </a:moveTo>
                <a:lnTo>
                  <a:pt x="78027" y="60245"/>
                </a:lnTo>
                <a:cubicBezTo>
                  <a:pt x="83070" y="60245"/>
                  <a:pt x="86254" y="60245"/>
                  <a:pt x="86254" y="55202"/>
                </a:cubicBezTo>
                <a:cubicBezTo>
                  <a:pt x="86254" y="51487"/>
                  <a:pt x="82804" y="51487"/>
                  <a:pt x="78292" y="51487"/>
                </a:cubicBezTo>
                <a:lnTo>
                  <a:pt x="54141" y="51487"/>
                </a:lnTo>
                <a:lnTo>
                  <a:pt x="63695" y="13801"/>
                </a:lnTo>
                <a:cubicBezTo>
                  <a:pt x="64757" y="9820"/>
                  <a:pt x="64757" y="8493"/>
                  <a:pt x="64757" y="8227"/>
                </a:cubicBezTo>
                <a:cubicBezTo>
                  <a:pt x="64757" y="2654"/>
                  <a:pt x="60510" y="0"/>
                  <a:pt x="55998" y="0"/>
                </a:cubicBezTo>
                <a:cubicBezTo>
                  <a:pt x="46975" y="0"/>
                  <a:pt x="45117" y="7166"/>
                  <a:pt x="42198" y="19109"/>
                </a:cubicBezTo>
                <a:lnTo>
                  <a:pt x="33971" y="51487"/>
                </a:lnTo>
                <a:lnTo>
                  <a:pt x="8492" y="51487"/>
                </a:lnTo>
                <a:cubicBezTo>
                  <a:pt x="3450" y="51487"/>
                  <a:pt x="0" y="51487"/>
                  <a:pt x="0" y="56530"/>
                </a:cubicBezTo>
                <a:cubicBezTo>
                  <a:pt x="0" y="60245"/>
                  <a:pt x="3450" y="60245"/>
                  <a:pt x="7962" y="60245"/>
                </a:cubicBezTo>
                <a:lnTo>
                  <a:pt x="31848" y="60245"/>
                </a:lnTo>
                <a:lnTo>
                  <a:pt x="15924" y="123940"/>
                </a:lnTo>
                <a:cubicBezTo>
                  <a:pt x="14331" y="130576"/>
                  <a:pt x="11943" y="139864"/>
                  <a:pt x="11943" y="143580"/>
                </a:cubicBezTo>
                <a:cubicBezTo>
                  <a:pt x="11943" y="159504"/>
                  <a:pt x="24947" y="168527"/>
                  <a:pt x="39013" y="168527"/>
                </a:cubicBezTo>
                <a:cubicBezTo>
                  <a:pt x="67411" y="168527"/>
                  <a:pt x="83600" y="131106"/>
                  <a:pt x="83600" y="127921"/>
                </a:cubicBezTo>
                <a:cubicBezTo>
                  <a:pt x="83600" y="125002"/>
                  <a:pt x="81211" y="124471"/>
                  <a:pt x="79619" y="124471"/>
                </a:cubicBezTo>
                <a:cubicBezTo>
                  <a:pt x="76700" y="124471"/>
                  <a:pt x="76434" y="125533"/>
                  <a:pt x="74577" y="129514"/>
                </a:cubicBezTo>
                <a:cubicBezTo>
                  <a:pt x="69269" y="142253"/>
                  <a:pt x="55998" y="161096"/>
                  <a:pt x="39810" y="161096"/>
                </a:cubicBezTo>
                <a:cubicBezTo>
                  <a:pt x="34236" y="161096"/>
                  <a:pt x="31052" y="157381"/>
                  <a:pt x="31052" y="148623"/>
                </a:cubicBezTo>
                <a:cubicBezTo>
                  <a:pt x="31052" y="143580"/>
                  <a:pt x="31848" y="140661"/>
                  <a:pt x="32644" y="137210"/>
                </a:cubicBezTo>
                <a:lnTo>
                  <a:pt x="52018" y="6024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2">
            <a:extLst xmlns:a="http://schemas.openxmlformats.org/drawingml/2006/main">
              <a:ext uri="{FF2B5EF4-FFF2-40B4-BE49-F238E27FC236}">
                <a16:creationId xmlns:a16="http://schemas.microsoft.com/office/drawing/2014/main" id="{B87D3189-2A7A-4030-94E9-15F279F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9" y="2273630"/>
            <a:ext cx="42994" cy="115448"/>
          </a:xfrm>
          <a:custGeom xmlns:a="http://schemas.openxmlformats.org/drawingml/2006/main">
            <a:pathLst>
              <a:path w="42994" h="115448">
                <a:moveTo>
                  <a:pt x="42994" y="40208"/>
                </a:moveTo>
                <a:cubicBezTo>
                  <a:pt x="42994" y="17118"/>
                  <a:pt x="35430" y="0"/>
                  <a:pt x="19109" y="0"/>
                </a:cubicBezTo>
                <a:cubicBezTo>
                  <a:pt x="6369" y="0"/>
                  <a:pt x="0" y="10351"/>
                  <a:pt x="0" y="19109"/>
                </a:cubicBezTo>
                <a:cubicBezTo>
                  <a:pt x="0" y="27866"/>
                  <a:pt x="5971" y="38615"/>
                  <a:pt x="19507" y="38615"/>
                </a:cubicBezTo>
                <a:cubicBezTo>
                  <a:pt x="24682" y="38615"/>
                  <a:pt x="29061" y="37023"/>
                  <a:pt x="32644" y="33440"/>
                </a:cubicBezTo>
                <a:cubicBezTo>
                  <a:pt x="33440" y="32644"/>
                  <a:pt x="33838" y="32644"/>
                  <a:pt x="34236" y="32644"/>
                </a:cubicBezTo>
                <a:cubicBezTo>
                  <a:pt x="35032" y="32644"/>
                  <a:pt x="35032" y="38217"/>
                  <a:pt x="35032" y="40208"/>
                </a:cubicBezTo>
                <a:cubicBezTo>
                  <a:pt x="35032" y="53345"/>
                  <a:pt x="32644" y="79221"/>
                  <a:pt x="9555" y="105097"/>
                </a:cubicBezTo>
                <a:cubicBezTo>
                  <a:pt x="5175" y="109874"/>
                  <a:pt x="5175" y="110670"/>
                  <a:pt x="5175" y="111467"/>
                </a:cubicBezTo>
                <a:cubicBezTo>
                  <a:pt x="5175" y="113457"/>
                  <a:pt x="7166" y="115448"/>
                  <a:pt x="9156" y="115448"/>
                </a:cubicBezTo>
                <a:cubicBezTo>
                  <a:pt x="12341" y="115448"/>
                  <a:pt x="42994" y="85989"/>
                  <a:pt x="42994" y="40208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3">
            <a:extLst xmlns:a="http://schemas.openxmlformats.org/drawingml/2006/main">
              <a:ext uri="{FF2B5EF4-FFF2-40B4-BE49-F238E27FC236}">
                <a16:creationId xmlns:a16="http://schemas.microsoft.com/office/drawing/2014/main" id="{EE60DA75-6C22-4BCB-B47F-B8FFD67A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648" y="2063428"/>
            <a:ext cx="119428" cy="252791"/>
          </a:xfrm>
          <a:custGeom xmlns:a="http://schemas.openxmlformats.org/drawingml/2006/main">
            <a:pathLst>
              <a:path w="119428" h="252791">
                <a:moveTo>
                  <a:pt x="71259" y="88775"/>
                </a:moveTo>
                <a:lnTo>
                  <a:pt x="107884" y="88775"/>
                </a:lnTo>
                <a:cubicBezTo>
                  <a:pt x="115448" y="88775"/>
                  <a:pt x="119428" y="88775"/>
                  <a:pt x="119428" y="81610"/>
                </a:cubicBezTo>
                <a:cubicBezTo>
                  <a:pt x="119428" y="77231"/>
                  <a:pt x="117040" y="77231"/>
                  <a:pt x="109078" y="77231"/>
                </a:cubicBezTo>
                <a:lnTo>
                  <a:pt x="74045" y="77231"/>
                </a:lnTo>
                <a:lnTo>
                  <a:pt x="88775" y="19109"/>
                </a:lnTo>
                <a:cubicBezTo>
                  <a:pt x="90368" y="13535"/>
                  <a:pt x="90368" y="12739"/>
                  <a:pt x="90368" y="9953"/>
                </a:cubicBezTo>
                <a:cubicBezTo>
                  <a:pt x="90368" y="3583"/>
                  <a:pt x="85193" y="0"/>
                  <a:pt x="80017" y="0"/>
                </a:cubicBezTo>
                <a:cubicBezTo>
                  <a:pt x="76833" y="0"/>
                  <a:pt x="67676" y="1194"/>
                  <a:pt x="64491" y="13934"/>
                </a:cubicBezTo>
                <a:lnTo>
                  <a:pt x="48966" y="77231"/>
                </a:lnTo>
                <a:lnTo>
                  <a:pt x="11545" y="77231"/>
                </a:lnTo>
                <a:cubicBezTo>
                  <a:pt x="3583" y="77231"/>
                  <a:pt x="0" y="77231"/>
                  <a:pt x="0" y="84794"/>
                </a:cubicBezTo>
                <a:cubicBezTo>
                  <a:pt x="0" y="88775"/>
                  <a:pt x="2787" y="88775"/>
                  <a:pt x="10351" y="88775"/>
                </a:cubicBezTo>
                <a:lnTo>
                  <a:pt x="45781" y="88775"/>
                </a:lnTo>
                <a:lnTo>
                  <a:pt x="19507" y="193873"/>
                </a:lnTo>
                <a:cubicBezTo>
                  <a:pt x="16322" y="207806"/>
                  <a:pt x="15128" y="211787"/>
                  <a:pt x="15128" y="216962"/>
                </a:cubicBezTo>
                <a:cubicBezTo>
                  <a:pt x="15128" y="235673"/>
                  <a:pt x="28264" y="252791"/>
                  <a:pt x="50558" y="252791"/>
                </a:cubicBezTo>
                <a:cubicBezTo>
                  <a:pt x="90766" y="252791"/>
                  <a:pt x="112263" y="194669"/>
                  <a:pt x="112263" y="191882"/>
                </a:cubicBezTo>
                <a:cubicBezTo>
                  <a:pt x="112263" y="189493"/>
                  <a:pt x="110670" y="188299"/>
                  <a:pt x="108282" y="188299"/>
                </a:cubicBezTo>
                <a:cubicBezTo>
                  <a:pt x="107486" y="188299"/>
                  <a:pt x="105893" y="188299"/>
                  <a:pt x="105097" y="189892"/>
                </a:cubicBezTo>
                <a:cubicBezTo>
                  <a:pt x="104699" y="190290"/>
                  <a:pt x="104301" y="190688"/>
                  <a:pt x="101515" y="197057"/>
                </a:cubicBezTo>
                <a:cubicBezTo>
                  <a:pt x="93155" y="216962"/>
                  <a:pt x="74842" y="244829"/>
                  <a:pt x="51752" y="244829"/>
                </a:cubicBezTo>
                <a:cubicBezTo>
                  <a:pt x="39810" y="244829"/>
                  <a:pt x="39013" y="234876"/>
                  <a:pt x="39013" y="226118"/>
                </a:cubicBezTo>
                <a:cubicBezTo>
                  <a:pt x="39013" y="225720"/>
                  <a:pt x="39013" y="218156"/>
                  <a:pt x="40208" y="213379"/>
                </a:cubicBezTo>
                <a:lnTo>
                  <a:pt x="71259" y="88775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4">
            <a:extLst xmlns:a="http://schemas.openxmlformats.org/drawingml/2006/main">
              <a:ext uri="{FF2B5EF4-FFF2-40B4-BE49-F238E27FC236}">
                <a16:creationId xmlns:a16="http://schemas.microsoft.com/office/drawing/2014/main" id="{CE0C1CBA-D3C7-4415-A94E-A1AD77A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546" y="2013670"/>
            <a:ext cx="90368" cy="398494"/>
          </a:xfrm>
          <a:custGeom xmlns:a="http://schemas.openxmlformats.org/drawingml/2006/main">
            <a:pathLst>
              <a:path w="90368" h="398494">
                <a:moveTo>
                  <a:pt x="90368" y="199446"/>
                </a:moveTo>
                <a:cubicBezTo>
                  <a:pt x="90368" y="169191"/>
                  <a:pt x="86387" y="119827"/>
                  <a:pt x="64093" y="73648"/>
                </a:cubicBezTo>
                <a:cubicBezTo>
                  <a:pt x="40606" y="25876"/>
                  <a:pt x="7962" y="0"/>
                  <a:pt x="3583" y="0"/>
                </a:cubicBezTo>
                <a:cubicBezTo>
                  <a:pt x="1991" y="0"/>
                  <a:pt x="0" y="796"/>
                  <a:pt x="0" y="3185"/>
                </a:cubicBezTo>
                <a:cubicBezTo>
                  <a:pt x="0" y="4379"/>
                  <a:pt x="0" y="5175"/>
                  <a:pt x="6768" y="11943"/>
                </a:cubicBezTo>
                <a:cubicBezTo>
                  <a:pt x="46577" y="52151"/>
                  <a:pt x="68871" y="117836"/>
                  <a:pt x="68871" y="199048"/>
                </a:cubicBezTo>
                <a:cubicBezTo>
                  <a:pt x="68871" y="276278"/>
                  <a:pt x="50160" y="342760"/>
                  <a:pt x="3981" y="389735"/>
                </a:cubicBezTo>
                <a:cubicBezTo>
                  <a:pt x="0" y="393319"/>
                  <a:pt x="0" y="394115"/>
                  <a:pt x="0" y="395309"/>
                </a:cubicBezTo>
                <a:cubicBezTo>
                  <a:pt x="0" y="397697"/>
                  <a:pt x="1991" y="398494"/>
                  <a:pt x="3583" y="398494"/>
                </a:cubicBezTo>
                <a:cubicBezTo>
                  <a:pt x="8758" y="398494"/>
                  <a:pt x="41402" y="369831"/>
                  <a:pt x="60909" y="330818"/>
                </a:cubicBezTo>
                <a:cubicBezTo>
                  <a:pt x="81211" y="290211"/>
                  <a:pt x="90368" y="247217"/>
                  <a:pt x="90368" y="199446"/>
                </a:cubicBez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5">
            <a:extLst xmlns:a="http://schemas.openxmlformats.org/drawingml/2006/main">
              <a:ext uri="{FF2B5EF4-FFF2-40B4-BE49-F238E27FC236}">
                <a16:creationId xmlns:a16="http://schemas.microsoft.com/office/drawing/2014/main" id="{79E06620-E7B9-4D0B-A59F-8C657E0D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36" y="283175"/>
            <a:ext cx="893866" cy="290401"/>
          </a:xfrm>
          <a:custGeom xmlns:a="http://schemas.openxmlformats.org/drawingml/2006/main">
            <a:pathLst>
              <a:path w="893866" h="290401">
                <a:moveTo>
                  <a:pt x="102304" y="213511"/>
                </a:moveTo>
                <a:lnTo>
                  <a:pt x="102304" y="219500"/>
                </a:lnTo>
                <a:lnTo>
                  <a:pt x="8256" y="219500"/>
                </a:lnTo>
                <a:lnTo>
                  <a:pt x="8256" y="213511"/>
                </a:lnTo>
                <a:lnTo>
                  <a:pt x="16026" y="213511"/>
                </a:lnTo>
                <a:cubicBezTo>
                  <a:pt x="25090" y="213511"/>
                  <a:pt x="31673" y="210867"/>
                  <a:pt x="35774" y="205579"/>
                </a:cubicBezTo>
                <a:cubicBezTo>
                  <a:pt x="38364" y="202126"/>
                  <a:pt x="39659" y="193817"/>
                  <a:pt x="39659" y="180651"/>
                </a:cubicBezTo>
                <a:lnTo>
                  <a:pt x="39659" y="38850"/>
                </a:lnTo>
                <a:cubicBezTo>
                  <a:pt x="39659" y="27734"/>
                  <a:pt x="38957" y="20396"/>
                  <a:pt x="37555" y="16835"/>
                </a:cubicBezTo>
                <a:cubicBezTo>
                  <a:pt x="36475" y="14137"/>
                  <a:pt x="34263" y="11817"/>
                  <a:pt x="30918" y="9874"/>
                </a:cubicBezTo>
                <a:cubicBezTo>
                  <a:pt x="26170" y="7284"/>
                  <a:pt x="21206" y="5989"/>
                  <a:pt x="16026" y="5989"/>
                </a:cubicBezTo>
                <a:lnTo>
                  <a:pt x="8256" y="5989"/>
                </a:lnTo>
                <a:lnTo>
                  <a:pt x="8256" y="0"/>
                </a:lnTo>
                <a:lnTo>
                  <a:pt x="102304" y="0"/>
                </a:lnTo>
                <a:lnTo>
                  <a:pt x="102304" y="5989"/>
                </a:lnTo>
                <a:lnTo>
                  <a:pt x="94372" y="5989"/>
                </a:lnTo>
                <a:cubicBezTo>
                  <a:pt x="85415" y="5989"/>
                  <a:pt x="78887" y="8633"/>
                  <a:pt x="74786" y="13921"/>
                </a:cubicBezTo>
                <a:cubicBezTo>
                  <a:pt x="72088" y="17374"/>
                  <a:pt x="70739" y="25684"/>
                  <a:pt x="70739" y="38850"/>
                </a:cubicBezTo>
                <a:lnTo>
                  <a:pt x="70739" y="180651"/>
                </a:lnTo>
                <a:cubicBezTo>
                  <a:pt x="70739" y="191766"/>
                  <a:pt x="71440" y="199104"/>
                  <a:pt x="72843" y="202666"/>
                </a:cubicBezTo>
                <a:cubicBezTo>
                  <a:pt x="73922" y="205364"/>
                  <a:pt x="76189" y="207684"/>
                  <a:pt x="79642" y="209626"/>
                </a:cubicBezTo>
                <a:cubicBezTo>
                  <a:pt x="84282" y="212216"/>
                  <a:pt x="89192" y="213511"/>
                  <a:pt x="94372" y="213511"/>
                </a:cubicBezTo>
                <a:lnTo>
                  <a:pt x="102304" y="213511"/>
                </a:lnTo>
                <a:moveTo>
                  <a:pt x="163978" y="98257"/>
                </a:moveTo>
                <a:cubicBezTo>
                  <a:pt x="181352" y="77321"/>
                  <a:pt x="197918" y="66854"/>
                  <a:pt x="213673" y="66854"/>
                </a:cubicBezTo>
                <a:cubicBezTo>
                  <a:pt x="221767" y="66854"/>
                  <a:pt x="228727" y="68904"/>
                  <a:pt x="234555" y="73005"/>
                </a:cubicBezTo>
                <a:cubicBezTo>
                  <a:pt x="240382" y="76998"/>
                  <a:pt x="245023" y="83635"/>
                  <a:pt x="248476" y="92915"/>
                </a:cubicBezTo>
                <a:cubicBezTo>
                  <a:pt x="250850" y="99390"/>
                  <a:pt x="252037" y="109319"/>
                  <a:pt x="252037" y="122700"/>
                </a:cubicBezTo>
                <a:lnTo>
                  <a:pt x="252037" y="185992"/>
                </a:lnTo>
                <a:cubicBezTo>
                  <a:pt x="252037" y="195381"/>
                  <a:pt x="252792" y="201748"/>
                  <a:pt x="254303" y="205094"/>
                </a:cubicBezTo>
                <a:cubicBezTo>
                  <a:pt x="255490" y="207792"/>
                  <a:pt x="257379" y="209896"/>
                  <a:pt x="259969" y="211407"/>
                </a:cubicBezTo>
                <a:cubicBezTo>
                  <a:pt x="262667" y="212917"/>
                  <a:pt x="267577" y="213673"/>
                  <a:pt x="274699" y="213673"/>
                </a:cubicBezTo>
                <a:lnTo>
                  <a:pt x="274699" y="219500"/>
                </a:lnTo>
                <a:lnTo>
                  <a:pt x="201371" y="219500"/>
                </a:lnTo>
                <a:lnTo>
                  <a:pt x="201371" y="213673"/>
                </a:lnTo>
                <a:lnTo>
                  <a:pt x="204446" y="213673"/>
                </a:lnTo>
                <a:cubicBezTo>
                  <a:pt x="211353" y="213673"/>
                  <a:pt x="216155" y="212648"/>
                  <a:pt x="218853" y="210597"/>
                </a:cubicBezTo>
                <a:cubicBezTo>
                  <a:pt x="221659" y="208439"/>
                  <a:pt x="223601" y="205309"/>
                  <a:pt x="224681" y="201209"/>
                </a:cubicBezTo>
                <a:cubicBezTo>
                  <a:pt x="225112" y="199590"/>
                  <a:pt x="225328" y="194518"/>
                  <a:pt x="225328" y="185992"/>
                </a:cubicBezTo>
                <a:lnTo>
                  <a:pt x="225328" y="125290"/>
                </a:lnTo>
                <a:cubicBezTo>
                  <a:pt x="225328" y="111801"/>
                  <a:pt x="223547" y="102034"/>
                  <a:pt x="219986" y="95991"/>
                </a:cubicBezTo>
                <a:cubicBezTo>
                  <a:pt x="216533" y="89840"/>
                  <a:pt x="210652" y="86764"/>
                  <a:pt x="202342" y="86764"/>
                </a:cubicBezTo>
                <a:cubicBezTo>
                  <a:pt x="189500" y="86764"/>
                  <a:pt x="176712" y="93779"/>
                  <a:pt x="163978" y="107808"/>
                </a:cubicBezTo>
                <a:lnTo>
                  <a:pt x="163978" y="185992"/>
                </a:lnTo>
                <a:cubicBezTo>
                  <a:pt x="163978" y="196029"/>
                  <a:pt x="164571" y="202234"/>
                  <a:pt x="165758" y="204608"/>
                </a:cubicBezTo>
                <a:cubicBezTo>
                  <a:pt x="167269" y="207738"/>
                  <a:pt x="169320" y="210058"/>
                  <a:pt x="171910" y="211568"/>
                </a:cubicBezTo>
                <a:cubicBezTo>
                  <a:pt x="174608" y="212972"/>
                  <a:pt x="180004" y="213673"/>
                  <a:pt x="188097" y="213673"/>
                </a:cubicBezTo>
                <a:lnTo>
                  <a:pt x="188097" y="219500"/>
                </a:lnTo>
                <a:lnTo>
                  <a:pt x="114768" y="219500"/>
                </a:lnTo>
                <a:lnTo>
                  <a:pt x="114768" y="213673"/>
                </a:lnTo>
                <a:lnTo>
                  <a:pt x="118006" y="213673"/>
                </a:lnTo>
                <a:cubicBezTo>
                  <a:pt x="125560" y="213673"/>
                  <a:pt x="130632" y="211784"/>
                  <a:pt x="133222" y="208007"/>
                </a:cubicBezTo>
                <a:cubicBezTo>
                  <a:pt x="135920" y="204123"/>
                  <a:pt x="137269" y="196784"/>
                  <a:pt x="137269" y="185992"/>
                </a:cubicBezTo>
                <a:lnTo>
                  <a:pt x="137269" y="130956"/>
                </a:lnTo>
                <a:cubicBezTo>
                  <a:pt x="137269" y="113150"/>
                  <a:pt x="136837" y="102304"/>
                  <a:pt x="135974" y="98419"/>
                </a:cubicBezTo>
                <a:cubicBezTo>
                  <a:pt x="135219" y="94534"/>
                  <a:pt x="133977" y="91890"/>
                  <a:pt x="132251" y="90487"/>
                </a:cubicBezTo>
                <a:cubicBezTo>
                  <a:pt x="130632" y="89084"/>
                  <a:pt x="128420" y="88383"/>
                  <a:pt x="125614" y="88383"/>
                </a:cubicBezTo>
                <a:cubicBezTo>
                  <a:pt x="122592" y="88383"/>
                  <a:pt x="118977" y="89192"/>
                  <a:pt x="114768" y="90811"/>
                </a:cubicBezTo>
                <a:lnTo>
                  <a:pt x="112340" y="84984"/>
                </a:lnTo>
                <a:lnTo>
                  <a:pt x="157017" y="66854"/>
                </a:lnTo>
                <a:lnTo>
                  <a:pt x="163978" y="66854"/>
                </a:lnTo>
                <a:lnTo>
                  <a:pt x="163978" y="98257"/>
                </a:lnTo>
                <a:moveTo>
                  <a:pt x="275833" y="85955"/>
                </a:moveTo>
                <a:lnTo>
                  <a:pt x="321481" y="67501"/>
                </a:lnTo>
                <a:lnTo>
                  <a:pt x="327632" y="67501"/>
                </a:lnTo>
                <a:lnTo>
                  <a:pt x="327632" y="102142"/>
                </a:lnTo>
                <a:cubicBezTo>
                  <a:pt x="335294" y="89084"/>
                  <a:pt x="342956" y="79966"/>
                  <a:pt x="350618" y="74786"/>
                </a:cubicBezTo>
                <a:cubicBezTo>
                  <a:pt x="358388" y="69498"/>
                  <a:pt x="366536" y="66854"/>
                  <a:pt x="375061" y="66854"/>
                </a:cubicBezTo>
                <a:cubicBezTo>
                  <a:pt x="389953" y="66854"/>
                  <a:pt x="402364" y="72681"/>
                  <a:pt x="412292" y="84336"/>
                </a:cubicBezTo>
                <a:cubicBezTo>
                  <a:pt x="424487" y="98581"/>
                  <a:pt x="430584" y="117142"/>
                  <a:pt x="430584" y="140020"/>
                </a:cubicBezTo>
                <a:cubicBezTo>
                  <a:pt x="430584" y="165596"/>
                  <a:pt x="423245" y="186748"/>
                  <a:pt x="408569" y="203475"/>
                </a:cubicBezTo>
                <a:cubicBezTo>
                  <a:pt x="396482" y="217180"/>
                  <a:pt x="381266" y="224033"/>
                  <a:pt x="362921" y="224033"/>
                </a:cubicBezTo>
                <a:cubicBezTo>
                  <a:pt x="354934" y="224033"/>
                  <a:pt x="348028" y="222900"/>
                  <a:pt x="342201" y="220634"/>
                </a:cubicBezTo>
                <a:cubicBezTo>
                  <a:pt x="337884" y="219015"/>
                  <a:pt x="333028" y="215777"/>
                  <a:pt x="327632" y="210921"/>
                </a:cubicBezTo>
                <a:lnTo>
                  <a:pt x="327632" y="256084"/>
                </a:lnTo>
                <a:cubicBezTo>
                  <a:pt x="327632" y="266228"/>
                  <a:pt x="328225" y="272649"/>
                  <a:pt x="329413" y="275347"/>
                </a:cubicBezTo>
                <a:cubicBezTo>
                  <a:pt x="330707" y="278153"/>
                  <a:pt x="332866" y="280365"/>
                  <a:pt x="335887" y="281984"/>
                </a:cubicBezTo>
                <a:cubicBezTo>
                  <a:pt x="339017" y="283602"/>
                  <a:pt x="344629" y="284412"/>
                  <a:pt x="352723" y="284412"/>
                </a:cubicBezTo>
                <a:lnTo>
                  <a:pt x="352723" y="290401"/>
                </a:lnTo>
                <a:lnTo>
                  <a:pt x="275023" y="290401"/>
                </a:lnTo>
                <a:lnTo>
                  <a:pt x="275023" y="284412"/>
                </a:lnTo>
                <a:lnTo>
                  <a:pt x="279070" y="284412"/>
                </a:lnTo>
                <a:cubicBezTo>
                  <a:pt x="285005" y="284520"/>
                  <a:pt x="290077" y="283386"/>
                  <a:pt x="294286" y="281012"/>
                </a:cubicBezTo>
                <a:cubicBezTo>
                  <a:pt x="296337" y="279825"/>
                  <a:pt x="297901" y="277883"/>
                  <a:pt x="298980" y="275185"/>
                </a:cubicBezTo>
                <a:cubicBezTo>
                  <a:pt x="300167" y="272595"/>
                  <a:pt x="300761" y="265904"/>
                  <a:pt x="300761" y="255113"/>
                </a:cubicBezTo>
                <a:lnTo>
                  <a:pt x="300761" y="114930"/>
                </a:lnTo>
                <a:cubicBezTo>
                  <a:pt x="300761" y="105326"/>
                  <a:pt x="300329" y="99228"/>
                  <a:pt x="299466" y="96638"/>
                </a:cubicBezTo>
                <a:cubicBezTo>
                  <a:pt x="298603" y="94048"/>
                  <a:pt x="297200" y="92106"/>
                  <a:pt x="295258" y="90811"/>
                </a:cubicBezTo>
                <a:cubicBezTo>
                  <a:pt x="293423" y="89516"/>
                  <a:pt x="290887" y="88868"/>
                  <a:pt x="287649" y="88868"/>
                </a:cubicBezTo>
                <a:cubicBezTo>
                  <a:pt x="285060" y="88868"/>
                  <a:pt x="281768" y="89624"/>
                  <a:pt x="277775" y="91135"/>
                </a:cubicBezTo>
                <a:lnTo>
                  <a:pt x="275833" y="85955"/>
                </a:lnTo>
                <a:moveTo>
                  <a:pt x="327632" y="111693"/>
                </a:moveTo>
                <a:lnTo>
                  <a:pt x="327632" y="167053"/>
                </a:lnTo>
                <a:cubicBezTo>
                  <a:pt x="327632" y="179032"/>
                  <a:pt x="328118" y="186910"/>
                  <a:pt x="329089" y="190687"/>
                </a:cubicBezTo>
                <a:cubicBezTo>
                  <a:pt x="330600" y="196946"/>
                  <a:pt x="334269" y="202450"/>
                  <a:pt x="340096" y="207198"/>
                </a:cubicBezTo>
                <a:cubicBezTo>
                  <a:pt x="346032" y="211946"/>
                  <a:pt x="353478" y="214321"/>
                  <a:pt x="362435" y="214321"/>
                </a:cubicBezTo>
                <a:cubicBezTo>
                  <a:pt x="373226" y="214321"/>
                  <a:pt x="381968" y="210112"/>
                  <a:pt x="388658" y="201694"/>
                </a:cubicBezTo>
                <a:cubicBezTo>
                  <a:pt x="397400" y="190687"/>
                  <a:pt x="401770" y="175201"/>
                  <a:pt x="401770" y="155237"/>
                </a:cubicBezTo>
                <a:cubicBezTo>
                  <a:pt x="401770" y="132574"/>
                  <a:pt x="396806" y="115146"/>
                  <a:pt x="386878" y="102952"/>
                </a:cubicBezTo>
                <a:cubicBezTo>
                  <a:pt x="379971" y="94534"/>
                  <a:pt x="371770" y="90325"/>
                  <a:pt x="362273" y="90325"/>
                </a:cubicBezTo>
                <a:cubicBezTo>
                  <a:pt x="357093" y="90325"/>
                  <a:pt x="351967" y="91620"/>
                  <a:pt x="346895" y="94210"/>
                </a:cubicBezTo>
                <a:cubicBezTo>
                  <a:pt x="343010" y="96153"/>
                  <a:pt x="336589" y="101980"/>
                  <a:pt x="327632" y="111693"/>
                </a:cubicBezTo>
                <a:moveTo>
                  <a:pt x="582259" y="71224"/>
                </a:moveTo>
                <a:lnTo>
                  <a:pt x="582259" y="161064"/>
                </a:lnTo>
                <a:cubicBezTo>
                  <a:pt x="582259" y="178223"/>
                  <a:pt x="582636" y="188745"/>
                  <a:pt x="583392" y="192629"/>
                </a:cubicBezTo>
                <a:cubicBezTo>
                  <a:pt x="584256" y="196406"/>
                  <a:pt x="585550" y="199050"/>
                  <a:pt x="587277" y="200561"/>
                </a:cubicBezTo>
                <a:cubicBezTo>
                  <a:pt x="589112" y="202072"/>
                  <a:pt x="591216" y="202827"/>
                  <a:pt x="593590" y="202827"/>
                </a:cubicBezTo>
                <a:cubicBezTo>
                  <a:pt x="596935" y="202827"/>
                  <a:pt x="600712" y="201910"/>
                  <a:pt x="604921" y="200076"/>
                </a:cubicBezTo>
                <a:lnTo>
                  <a:pt x="607188" y="205741"/>
                </a:lnTo>
                <a:lnTo>
                  <a:pt x="562834" y="224033"/>
                </a:lnTo>
                <a:lnTo>
                  <a:pt x="555550" y="224033"/>
                </a:lnTo>
                <a:lnTo>
                  <a:pt x="555550" y="192629"/>
                </a:lnTo>
                <a:cubicBezTo>
                  <a:pt x="542816" y="206443"/>
                  <a:pt x="533104" y="215130"/>
                  <a:pt x="526413" y="218691"/>
                </a:cubicBezTo>
                <a:cubicBezTo>
                  <a:pt x="519722" y="222252"/>
                  <a:pt x="512653" y="224033"/>
                  <a:pt x="505207" y="224033"/>
                </a:cubicBezTo>
                <a:cubicBezTo>
                  <a:pt x="496897" y="224033"/>
                  <a:pt x="489668" y="221659"/>
                  <a:pt x="483517" y="216911"/>
                </a:cubicBezTo>
                <a:cubicBezTo>
                  <a:pt x="477473" y="212054"/>
                  <a:pt x="473264" y="205849"/>
                  <a:pt x="470890" y="198295"/>
                </a:cubicBezTo>
                <a:cubicBezTo>
                  <a:pt x="468516" y="190741"/>
                  <a:pt x="467329" y="180057"/>
                  <a:pt x="467329" y="166244"/>
                </a:cubicBezTo>
                <a:lnTo>
                  <a:pt x="467329" y="100038"/>
                </a:lnTo>
                <a:cubicBezTo>
                  <a:pt x="467329" y="93023"/>
                  <a:pt x="466573" y="88167"/>
                  <a:pt x="465063" y="85469"/>
                </a:cubicBezTo>
                <a:cubicBezTo>
                  <a:pt x="463552" y="82771"/>
                  <a:pt x="461285" y="80721"/>
                  <a:pt x="458264" y="79318"/>
                </a:cubicBezTo>
                <a:cubicBezTo>
                  <a:pt x="455350" y="77807"/>
                  <a:pt x="450008" y="77106"/>
                  <a:pt x="442238" y="77214"/>
                </a:cubicBezTo>
                <a:lnTo>
                  <a:pt x="442238" y="71224"/>
                </a:lnTo>
                <a:lnTo>
                  <a:pt x="494200" y="71224"/>
                </a:lnTo>
                <a:lnTo>
                  <a:pt x="494200" y="170453"/>
                </a:lnTo>
                <a:cubicBezTo>
                  <a:pt x="494200" y="184266"/>
                  <a:pt x="496574" y="193331"/>
                  <a:pt x="501322" y="197647"/>
                </a:cubicBezTo>
                <a:cubicBezTo>
                  <a:pt x="506179" y="201964"/>
                  <a:pt x="512006" y="204123"/>
                  <a:pt x="518804" y="204123"/>
                </a:cubicBezTo>
                <a:cubicBezTo>
                  <a:pt x="523445" y="204123"/>
                  <a:pt x="528679" y="202666"/>
                  <a:pt x="534506" y="199752"/>
                </a:cubicBezTo>
                <a:cubicBezTo>
                  <a:pt x="540442" y="196838"/>
                  <a:pt x="547456" y="191280"/>
                  <a:pt x="555550" y="183079"/>
                </a:cubicBezTo>
                <a:lnTo>
                  <a:pt x="555550" y="99066"/>
                </a:lnTo>
                <a:cubicBezTo>
                  <a:pt x="555550" y="90649"/>
                  <a:pt x="553985" y="84984"/>
                  <a:pt x="550856" y="82070"/>
                </a:cubicBezTo>
                <a:cubicBezTo>
                  <a:pt x="547834" y="79048"/>
                  <a:pt x="541467" y="77429"/>
                  <a:pt x="531754" y="77214"/>
                </a:cubicBezTo>
                <a:lnTo>
                  <a:pt x="531754" y="71224"/>
                </a:lnTo>
                <a:lnTo>
                  <a:pt x="582259" y="71224"/>
                </a:lnTo>
                <a:moveTo>
                  <a:pt x="661091" y="22500"/>
                </a:moveTo>
                <a:lnTo>
                  <a:pt x="661091" y="71224"/>
                </a:lnTo>
                <a:lnTo>
                  <a:pt x="695732" y="71224"/>
                </a:lnTo>
                <a:lnTo>
                  <a:pt x="695732" y="82555"/>
                </a:lnTo>
                <a:lnTo>
                  <a:pt x="661091" y="82555"/>
                </a:lnTo>
                <a:lnTo>
                  <a:pt x="661091" y="178708"/>
                </a:lnTo>
                <a:cubicBezTo>
                  <a:pt x="661091" y="188313"/>
                  <a:pt x="662440" y="194788"/>
                  <a:pt x="665138" y="198133"/>
                </a:cubicBezTo>
                <a:cubicBezTo>
                  <a:pt x="667944" y="201478"/>
                  <a:pt x="671505" y="203151"/>
                  <a:pt x="675822" y="203151"/>
                </a:cubicBezTo>
                <a:cubicBezTo>
                  <a:pt x="679383" y="203151"/>
                  <a:pt x="682836" y="202072"/>
                  <a:pt x="686182" y="199914"/>
                </a:cubicBezTo>
                <a:cubicBezTo>
                  <a:pt x="689527" y="197647"/>
                  <a:pt x="692117" y="194356"/>
                  <a:pt x="693952" y="190039"/>
                </a:cubicBezTo>
                <a:lnTo>
                  <a:pt x="700265" y="190039"/>
                </a:lnTo>
                <a:cubicBezTo>
                  <a:pt x="696488" y="200615"/>
                  <a:pt x="691146" y="208601"/>
                  <a:pt x="684239" y="213997"/>
                </a:cubicBezTo>
                <a:cubicBezTo>
                  <a:pt x="677333" y="219285"/>
                  <a:pt x="670210" y="221929"/>
                  <a:pt x="662872" y="221929"/>
                </a:cubicBezTo>
                <a:cubicBezTo>
                  <a:pt x="657908" y="221929"/>
                  <a:pt x="653051" y="220580"/>
                  <a:pt x="648304" y="217882"/>
                </a:cubicBezTo>
                <a:cubicBezTo>
                  <a:pt x="643555" y="215076"/>
                  <a:pt x="640048" y="211137"/>
                  <a:pt x="637782" y="206065"/>
                </a:cubicBezTo>
                <a:cubicBezTo>
                  <a:pt x="635515" y="200885"/>
                  <a:pt x="634382" y="192953"/>
                  <a:pt x="634382" y="182270"/>
                </a:cubicBezTo>
                <a:lnTo>
                  <a:pt x="634382" y="82555"/>
                </a:lnTo>
                <a:lnTo>
                  <a:pt x="610910" y="82555"/>
                </a:lnTo>
                <a:lnTo>
                  <a:pt x="610910" y="77214"/>
                </a:lnTo>
                <a:cubicBezTo>
                  <a:pt x="616846" y="74839"/>
                  <a:pt x="622889" y="70847"/>
                  <a:pt x="629041" y="65235"/>
                </a:cubicBezTo>
                <a:cubicBezTo>
                  <a:pt x="635300" y="59516"/>
                  <a:pt x="640857" y="52771"/>
                  <a:pt x="645713" y="45001"/>
                </a:cubicBezTo>
                <a:cubicBezTo>
                  <a:pt x="648195" y="40900"/>
                  <a:pt x="651649" y="33400"/>
                  <a:pt x="656073" y="22500"/>
                </a:cubicBezTo>
                <a:lnTo>
                  <a:pt x="661091" y="22500"/>
                </a:lnTo>
                <a:moveTo>
                  <a:pt x="806130" y="66854"/>
                </a:moveTo>
                <a:lnTo>
                  <a:pt x="806130" y="117358"/>
                </a:lnTo>
                <a:lnTo>
                  <a:pt x="800788" y="117358"/>
                </a:lnTo>
                <a:cubicBezTo>
                  <a:pt x="796687" y="101495"/>
                  <a:pt x="791400" y="90703"/>
                  <a:pt x="784925" y="84984"/>
                </a:cubicBezTo>
                <a:cubicBezTo>
                  <a:pt x="778558" y="79264"/>
                  <a:pt x="770410" y="76404"/>
                  <a:pt x="760482" y="76404"/>
                </a:cubicBezTo>
                <a:cubicBezTo>
                  <a:pt x="752928" y="76404"/>
                  <a:pt x="746830" y="78401"/>
                  <a:pt x="742190" y="82394"/>
                </a:cubicBezTo>
                <a:cubicBezTo>
                  <a:pt x="737550" y="86386"/>
                  <a:pt x="735229" y="90811"/>
                  <a:pt x="735229" y="95667"/>
                </a:cubicBezTo>
                <a:cubicBezTo>
                  <a:pt x="735229" y="101711"/>
                  <a:pt x="736956" y="106890"/>
                  <a:pt x="740410" y="111207"/>
                </a:cubicBezTo>
                <a:cubicBezTo>
                  <a:pt x="743755" y="115632"/>
                  <a:pt x="750553" y="120326"/>
                  <a:pt x="760806" y="125290"/>
                </a:cubicBezTo>
                <a:lnTo>
                  <a:pt x="784439" y="136783"/>
                </a:lnTo>
                <a:cubicBezTo>
                  <a:pt x="806346" y="147467"/>
                  <a:pt x="817299" y="161550"/>
                  <a:pt x="817299" y="179032"/>
                </a:cubicBezTo>
                <a:cubicBezTo>
                  <a:pt x="817299" y="192521"/>
                  <a:pt x="812173" y="203421"/>
                  <a:pt x="801921" y="211731"/>
                </a:cubicBezTo>
                <a:cubicBezTo>
                  <a:pt x="791777" y="219932"/>
                  <a:pt x="780392" y="224033"/>
                  <a:pt x="767766" y="224033"/>
                </a:cubicBezTo>
                <a:cubicBezTo>
                  <a:pt x="758701" y="224033"/>
                  <a:pt x="748341" y="222414"/>
                  <a:pt x="736686" y="219177"/>
                </a:cubicBezTo>
                <a:cubicBezTo>
                  <a:pt x="733125" y="218097"/>
                  <a:pt x="730212" y="217558"/>
                  <a:pt x="727945" y="217558"/>
                </a:cubicBezTo>
                <a:cubicBezTo>
                  <a:pt x="725463" y="217558"/>
                  <a:pt x="723521" y="218961"/>
                  <a:pt x="722118" y="221767"/>
                </a:cubicBezTo>
                <a:lnTo>
                  <a:pt x="716776" y="221767"/>
                </a:lnTo>
                <a:lnTo>
                  <a:pt x="716776" y="168834"/>
                </a:lnTo>
                <a:lnTo>
                  <a:pt x="722118" y="168834"/>
                </a:lnTo>
                <a:cubicBezTo>
                  <a:pt x="725139" y="183942"/>
                  <a:pt x="730913" y="195327"/>
                  <a:pt x="739438" y="202989"/>
                </a:cubicBezTo>
                <a:cubicBezTo>
                  <a:pt x="747964" y="210651"/>
                  <a:pt x="757514" y="214482"/>
                  <a:pt x="768090" y="214482"/>
                </a:cubicBezTo>
                <a:cubicBezTo>
                  <a:pt x="775536" y="214482"/>
                  <a:pt x="781579" y="212324"/>
                  <a:pt x="786220" y="208007"/>
                </a:cubicBezTo>
                <a:cubicBezTo>
                  <a:pt x="790968" y="203583"/>
                  <a:pt x="793342" y="198295"/>
                  <a:pt x="793342" y="192144"/>
                </a:cubicBezTo>
                <a:cubicBezTo>
                  <a:pt x="793342" y="184698"/>
                  <a:pt x="790698" y="178439"/>
                  <a:pt x="785410" y="173367"/>
                </a:cubicBezTo>
                <a:cubicBezTo>
                  <a:pt x="780231" y="168294"/>
                  <a:pt x="769816" y="161873"/>
                  <a:pt x="754168" y="154104"/>
                </a:cubicBezTo>
                <a:cubicBezTo>
                  <a:pt x="738521" y="146334"/>
                  <a:pt x="728269" y="139319"/>
                  <a:pt x="723413" y="133060"/>
                </a:cubicBezTo>
                <a:cubicBezTo>
                  <a:pt x="718557" y="126909"/>
                  <a:pt x="716128" y="119139"/>
                  <a:pt x="716128" y="109750"/>
                </a:cubicBezTo>
                <a:cubicBezTo>
                  <a:pt x="716128" y="97556"/>
                  <a:pt x="720283" y="87358"/>
                  <a:pt x="728592" y="79156"/>
                </a:cubicBezTo>
                <a:cubicBezTo>
                  <a:pt x="737010" y="70955"/>
                  <a:pt x="747855" y="66854"/>
                  <a:pt x="761129" y="66854"/>
                </a:cubicBezTo>
                <a:cubicBezTo>
                  <a:pt x="766957" y="66854"/>
                  <a:pt x="774025" y="68095"/>
                  <a:pt x="782335" y="70577"/>
                </a:cubicBezTo>
                <a:cubicBezTo>
                  <a:pt x="787838" y="72196"/>
                  <a:pt x="791507" y="73005"/>
                  <a:pt x="793342" y="73005"/>
                </a:cubicBezTo>
                <a:cubicBezTo>
                  <a:pt x="795069" y="73005"/>
                  <a:pt x="796418" y="72627"/>
                  <a:pt x="797389" y="71872"/>
                </a:cubicBezTo>
                <a:cubicBezTo>
                  <a:pt x="798360" y="71116"/>
                  <a:pt x="799494" y="69444"/>
                  <a:pt x="800788" y="66854"/>
                </a:cubicBezTo>
                <a:lnTo>
                  <a:pt x="806130" y="66854"/>
                </a:lnTo>
                <a:moveTo>
                  <a:pt x="875897" y="66692"/>
                </a:moveTo>
                <a:cubicBezTo>
                  <a:pt x="880862" y="66692"/>
                  <a:pt x="885071" y="68472"/>
                  <a:pt x="888524" y="72034"/>
                </a:cubicBezTo>
                <a:cubicBezTo>
                  <a:pt x="892084" y="75487"/>
                  <a:pt x="893866" y="79696"/>
                  <a:pt x="893866" y="84660"/>
                </a:cubicBezTo>
                <a:cubicBezTo>
                  <a:pt x="893866" y="89624"/>
                  <a:pt x="892084" y="93886"/>
                  <a:pt x="888524" y="97448"/>
                </a:cubicBezTo>
                <a:cubicBezTo>
                  <a:pt x="885071" y="100901"/>
                  <a:pt x="880862" y="102628"/>
                  <a:pt x="875897" y="102628"/>
                </a:cubicBezTo>
                <a:cubicBezTo>
                  <a:pt x="870933" y="102628"/>
                  <a:pt x="866671" y="100901"/>
                  <a:pt x="863110" y="97448"/>
                </a:cubicBezTo>
                <a:cubicBezTo>
                  <a:pt x="859656" y="93886"/>
                  <a:pt x="857930" y="89624"/>
                  <a:pt x="857930" y="84660"/>
                </a:cubicBezTo>
                <a:cubicBezTo>
                  <a:pt x="857930" y="79696"/>
                  <a:pt x="859656" y="75487"/>
                  <a:pt x="863110" y="72034"/>
                </a:cubicBezTo>
                <a:cubicBezTo>
                  <a:pt x="866671" y="68472"/>
                  <a:pt x="870933" y="66692"/>
                  <a:pt x="875897" y="66692"/>
                </a:cubicBezTo>
                <a:moveTo>
                  <a:pt x="875574" y="187935"/>
                </a:moveTo>
                <a:cubicBezTo>
                  <a:pt x="880646" y="187935"/>
                  <a:pt x="884909" y="189716"/>
                  <a:pt x="888362" y="193277"/>
                </a:cubicBezTo>
                <a:cubicBezTo>
                  <a:pt x="891923" y="196838"/>
                  <a:pt x="893704" y="201101"/>
                  <a:pt x="893704" y="206065"/>
                </a:cubicBezTo>
                <a:cubicBezTo>
                  <a:pt x="893704" y="211029"/>
                  <a:pt x="891923" y="215292"/>
                  <a:pt x="888362" y="218853"/>
                </a:cubicBezTo>
                <a:cubicBezTo>
                  <a:pt x="884801" y="222306"/>
                  <a:pt x="880538" y="224033"/>
                  <a:pt x="875574" y="224033"/>
                </a:cubicBezTo>
                <a:cubicBezTo>
                  <a:pt x="870610" y="224033"/>
                  <a:pt x="866347" y="222306"/>
                  <a:pt x="862786" y="218853"/>
                </a:cubicBezTo>
                <a:cubicBezTo>
                  <a:pt x="859333" y="215292"/>
                  <a:pt x="857606" y="211029"/>
                  <a:pt x="857606" y="206065"/>
                </a:cubicBezTo>
                <a:cubicBezTo>
                  <a:pt x="857606" y="201101"/>
                  <a:pt x="859333" y="196838"/>
                  <a:pt x="862786" y="193277"/>
                </a:cubicBezTo>
                <a:cubicBezTo>
                  <a:pt x="866347" y="189716"/>
                  <a:pt x="870610" y="187935"/>
                  <a:pt x="875574" y="1879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7">
            <a:extLst xmlns:a="http://schemas.openxmlformats.org/drawingml/2006/main">
              <a:ext uri="{FF2B5EF4-FFF2-40B4-BE49-F238E27FC236}">
                <a16:creationId xmlns:a16="http://schemas.microsoft.com/office/drawing/2014/main" id="{DACF58B2-E32A-4141-9F6E-C9D8AC5F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93" y="631635"/>
            <a:ext cx="2450765" cy="301732"/>
          </a:xfrm>
          <a:custGeom xmlns:a="http://schemas.openxmlformats.org/drawingml/2006/main">
            <a:pathLst>
              <a:path w="2450765" h="301732">
                <a:moveTo>
                  <a:pt x="59731" y="10684"/>
                </a:moveTo>
                <a:lnTo>
                  <a:pt x="146172" y="10684"/>
                </a:lnTo>
                <a:cubicBezTo>
                  <a:pt x="168834" y="10684"/>
                  <a:pt x="185777" y="15594"/>
                  <a:pt x="197000" y="25414"/>
                </a:cubicBezTo>
                <a:cubicBezTo>
                  <a:pt x="208223" y="35126"/>
                  <a:pt x="213835" y="46997"/>
                  <a:pt x="213835" y="61026"/>
                </a:cubicBezTo>
                <a:cubicBezTo>
                  <a:pt x="213835" y="72141"/>
                  <a:pt x="210274" y="82933"/>
                  <a:pt x="203151" y="93401"/>
                </a:cubicBezTo>
                <a:cubicBezTo>
                  <a:pt x="196029" y="103869"/>
                  <a:pt x="185453" y="112394"/>
                  <a:pt x="171424" y="118977"/>
                </a:cubicBezTo>
                <a:cubicBezTo>
                  <a:pt x="157395" y="125452"/>
                  <a:pt x="142233" y="128689"/>
                  <a:pt x="125938" y="128689"/>
                </a:cubicBezTo>
                <a:cubicBezTo>
                  <a:pt x="115793" y="128689"/>
                  <a:pt x="102898" y="126855"/>
                  <a:pt x="87250" y="123186"/>
                </a:cubicBezTo>
                <a:lnTo>
                  <a:pt x="69768" y="183079"/>
                </a:lnTo>
                <a:cubicBezTo>
                  <a:pt x="65667" y="197324"/>
                  <a:pt x="63616" y="206712"/>
                  <a:pt x="63616" y="211245"/>
                </a:cubicBezTo>
                <a:cubicBezTo>
                  <a:pt x="63616" y="214698"/>
                  <a:pt x="65073" y="217558"/>
                  <a:pt x="67987" y="219824"/>
                </a:cubicBezTo>
                <a:cubicBezTo>
                  <a:pt x="70901" y="222090"/>
                  <a:pt x="77861" y="223547"/>
                  <a:pt x="88868" y="224195"/>
                </a:cubicBezTo>
                <a:lnTo>
                  <a:pt x="87250" y="230184"/>
                </a:lnTo>
                <a:lnTo>
                  <a:pt x="0" y="230184"/>
                </a:lnTo>
                <a:lnTo>
                  <a:pt x="1781" y="224195"/>
                </a:lnTo>
                <a:cubicBezTo>
                  <a:pt x="13220" y="224195"/>
                  <a:pt x="21151" y="222252"/>
                  <a:pt x="25576" y="218367"/>
                </a:cubicBezTo>
                <a:cubicBezTo>
                  <a:pt x="30108" y="214374"/>
                  <a:pt x="34965" y="203475"/>
                  <a:pt x="40145" y="185669"/>
                </a:cubicBezTo>
                <a:lnTo>
                  <a:pt x="76404" y="60702"/>
                </a:lnTo>
                <a:cubicBezTo>
                  <a:pt x="80721" y="45702"/>
                  <a:pt x="82879" y="35666"/>
                  <a:pt x="82879" y="30594"/>
                </a:cubicBezTo>
                <a:cubicBezTo>
                  <a:pt x="82879" y="26817"/>
                  <a:pt x="81315" y="23687"/>
                  <a:pt x="78185" y="21205"/>
                </a:cubicBezTo>
                <a:cubicBezTo>
                  <a:pt x="75163" y="18723"/>
                  <a:pt x="68419" y="17213"/>
                  <a:pt x="57951" y="16673"/>
                </a:cubicBezTo>
                <a:lnTo>
                  <a:pt x="59731" y="10684"/>
                </a:lnTo>
                <a:moveTo>
                  <a:pt x="90002" y="112988"/>
                </a:moveTo>
                <a:cubicBezTo>
                  <a:pt x="102196" y="116117"/>
                  <a:pt x="112016" y="117682"/>
                  <a:pt x="119463" y="117682"/>
                </a:cubicBezTo>
                <a:cubicBezTo>
                  <a:pt x="131226" y="117682"/>
                  <a:pt x="141909" y="115254"/>
                  <a:pt x="151514" y="110398"/>
                </a:cubicBezTo>
                <a:cubicBezTo>
                  <a:pt x="161226" y="105542"/>
                  <a:pt x="168780" y="98257"/>
                  <a:pt x="174176" y="88545"/>
                </a:cubicBezTo>
                <a:cubicBezTo>
                  <a:pt x="179680" y="78832"/>
                  <a:pt x="182431" y="68742"/>
                  <a:pt x="182431" y="58274"/>
                </a:cubicBezTo>
                <a:cubicBezTo>
                  <a:pt x="182431" y="47375"/>
                  <a:pt x="179086" y="38742"/>
                  <a:pt x="172395" y="32375"/>
                </a:cubicBezTo>
                <a:cubicBezTo>
                  <a:pt x="165704" y="26008"/>
                  <a:pt x="155561" y="22824"/>
                  <a:pt x="141963" y="22824"/>
                </a:cubicBezTo>
                <a:cubicBezTo>
                  <a:pt x="134625" y="22824"/>
                  <a:pt x="125722" y="23742"/>
                  <a:pt x="115254" y="25576"/>
                </a:cubicBezTo>
                <a:lnTo>
                  <a:pt x="90002" y="112988"/>
                </a:lnTo>
                <a:moveTo>
                  <a:pt x="250095" y="169158"/>
                </a:moveTo>
                <a:cubicBezTo>
                  <a:pt x="249339" y="174553"/>
                  <a:pt x="248961" y="179032"/>
                  <a:pt x="248961" y="182593"/>
                </a:cubicBezTo>
                <a:cubicBezTo>
                  <a:pt x="248961" y="192198"/>
                  <a:pt x="252361" y="200399"/>
                  <a:pt x="259159" y="207198"/>
                </a:cubicBezTo>
                <a:cubicBezTo>
                  <a:pt x="265958" y="213889"/>
                  <a:pt x="274214" y="217234"/>
                  <a:pt x="283926" y="217234"/>
                </a:cubicBezTo>
                <a:cubicBezTo>
                  <a:pt x="291696" y="217234"/>
                  <a:pt x="299142" y="215670"/>
                  <a:pt x="306265" y="212540"/>
                </a:cubicBezTo>
                <a:cubicBezTo>
                  <a:pt x="313495" y="209302"/>
                  <a:pt x="324179" y="202234"/>
                  <a:pt x="338316" y="191335"/>
                </a:cubicBezTo>
                <a:lnTo>
                  <a:pt x="341715" y="196029"/>
                </a:lnTo>
                <a:cubicBezTo>
                  <a:pt x="316139" y="221389"/>
                  <a:pt x="291750" y="234069"/>
                  <a:pt x="268548" y="234069"/>
                </a:cubicBezTo>
                <a:cubicBezTo>
                  <a:pt x="252792" y="234069"/>
                  <a:pt x="240922" y="229105"/>
                  <a:pt x="232936" y="219177"/>
                </a:cubicBezTo>
                <a:cubicBezTo>
                  <a:pt x="224950" y="209248"/>
                  <a:pt x="220957" y="198295"/>
                  <a:pt x="220957" y="186316"/>
                </a:cubicBezTo>
                <a:cubicBezTo>
                  <a:pt x="220957" y="170237"/>
                  <a:pt x="225922" y="153780"/>
                  <a:pt x="235850" y="136945"/>
                </a:cubicBezTo>
                <a:cubicBezTo>
                  <a:pt x="245778" y="120110"/>
                  <a:pt x="258242" y="107052"/>
                  <a:pt x="273243" y="97772"/>
                </a:cubicBezTo>
                <a:cubicBezTo>
                  <a:pt x="288243" y="88383"/>
                  <a:pt x="303675" y="83688"/>
                  <a:pt x="319538" y="83688"/>
                </a:cubicBezTo>
                <a:cubicBezTo>
                  <a:pt x="330977" y="83688"/>
                  <a:pt x="339449" y="86009"/>
                  <a:pt x="344952" y="90649"/>
                </a:cubicBezTo>
                <a:cubicBezTo>
                  <a:pt x="350456" y="95290"/>
                  <a:pt x="353208" y="100793"/>
                  <a:pt x="353208" y="107160"/>
                </a:cubicBezTo>
                <a:cubicBezTo>
                  <a:pt x="353208" y="116117"/>
                  <a:pt x="349647" y="124697"/>
                  <a:pt x="342524" y="132898"/>
                </a:cubicBezTo>
                <a:cubicBezTo>
                  <a:pt x="333136" y="143582"/>
                  <a:pt x="319323" y="152215"/>
                  <a:pt x="301085" y="158798"/>
                </a:cubicBezTo>
                <a:cubicBezTo>
                  <a:pt x="288998" y="163222"/>
                  <a:pt x="272002" y="166676"/>
                  <a:pt x="250095" y="169158"/>
                </a:cubicBezTo>
                <a:moveTo>
                  <a:pt x="251228" y="161226"/>
                </a:moveTo>
                <a:cubicBezTo>
                  <a:pt x="267199" y="159391"/>
                  <a:pt x="280203" y="156262"/>
                  <a:pt x="290239" y="151837"/>
                </a:cubicBezTo>
                <a:cubicBezTo>
                  <a:pt x="303513" y="145902"/>
                  <a:pt x="313441" y="138834"/>
                  <a:pt x="320024" y="130632"/>
                </a:cubicBezTo>
                <a:cubicBezTo>
                  <a:pt x="326715" y="122322"/>
                  <a:pt x="330060" y="114444"/>
                  <a:pt x="330060" y="106998"/>
                </a:cubicBezTo>
                <a:cubicBezTo>
                  <a:pt x="330060" y="102466"/>
                  <a:pt x="328603" y="98797"/>
                  <a:pt x="325689" y="95991"/>
                </a:cubicBezTo>
                <a:cubicBezTo>
                  <a:pt x="322884" y="93185"/>
                  <a:pt x="318837" y="91782"/>
                  <a:pt x="313549" y="91782"/>
                </a:cubicBezTo>
                <a:cubicBezTo>
                  <a:pt x="302542" y="91782"/>
                  <a:pt x="290833" y="97664"/>
                  <a:pt x="278422" y="109426"/>
                </a:cubicBezTo>
                <a:cubicBezTo>
                  <a:pt x="266120" y="121081"/>
                  <a:pt x="257055" y="138348"/>
                  <a:pt x="251228" y="161226"/>
                </a:cubicBezTo>
                <a:moveTo>
                  <a:pt x="375223" y="92754"/>
                </a:moveTo>
                <a:lnTo>
                  <a:pt x="431069" y="83688"/>
                </a:lnTo>
                <a:lnTo>
                  <a:pt x="407759" y="162359"/>
                </a:lnTo>
                <a:cubicBezTo>
                  <a:pt x="426645" y="130092"/>
                  <a:pt x="443803" y="107538"/>
                  <a:pt x="459235" y="94696"/>
                </a:cubicBezTo>
                <a:cubicBezTo>
                  <a:pt x="467976" y="87358"/>
                  <a:pt x="475099" y="83688"/>
                  <a:pt x="480602" y="83688"/>
                </a:cubicBezTo>
                <a:cubicBezTo>
                  <a:pt x="484164" y="83688"/>
                  <a:pt x="486969" y="84768"/>
                  <a:pt x="489020" y="86926"/>
                </a:cubicBezTo>
                <a:cubicBezTo>
                  <a:pt x="491070" y="88976"/>
                  <a:pt x="492096" y="91998"/>
                  <a:pt x="492096" y="95991"/>
                </a:cubicBezTo>
                <a:cubicBezTo>
                  <a:pt x="492096" y="103113"/>
                  <a:pt x="490261" y="109912"/>
                  <a:pt x="486592" y="116387"/>
                </a:cubicBezTo>
                <a:cubicBezTo>
                  <a:pt x="484002" y="121243"/>
                  <a:pt x="480279" y="123671"/>
                  <a:pt x="475422" y="123671"/>
                </a:cubicBezTo>
                <a:cubicBezTo>
                  <a:pt x="472940" y="123671"/>
                  <a:pt x="470782" y="122862"/>
                  <a:pt x="468948" y="121243"/>
                </a:cubicBezTo>
                <a:cubicBezTo>
                  <a:pt x="467221" y="119624"/>
                  <a:pt x="466142" y="117142"/>
                  <a:pt x="465710" y="113797"/>
                </a:cubicBezTo>
                <a:cubicBezTo>
                  <a:pt x="465494" y="111747"/>
                  <a:pt x="465009" y="110398"/>
                  <a:pt x="464253" y="109750"/>
                </a:cubicBezTo>
                <a:cubicBezTo>
                  <a:pt x="463390" y="108887"/>
                  <a:pt x="462365" y="108455"/>
                  <a:pt x="461177" y="108455"/>
                </a:cubicBezTo>
                <a:cubicBezTo>
                  <a:pt x="459343" y="108455"/>
                  <a:pt x="457616" y="108887"/>
                  <a:pt x="455998" y="109750"/>
                </a:cubicBezTo>
                <a:cubicBezTo>
                  <a:pt x="453192" y="111261"/>
                  <a:pt x="448929" y="115470"/>
                  <a:pt x="443210" y="122376"/>
                </a:cubicBezTo>
                <a:cubicBezTo>
                  <a:pt x="434253" y="132952"/>
                  <a:pt x="424540" y="146657"/>
                  <a:pt x="414072" y="163492"/>
                </a:cubicBezTo>
                <a:cubicBezTo>
                  <a:pt x="409540" y="170615"/>
                  <a:pt x="405655" y="178654"/>
                  <a:pt x="402417" y="187611"/>
                </a:cubicBezTo>
                <a:cubicBezTo>
                  <a:pt x="397885" y="199914"/>
                  <a:pt x="395295" y="207306"/>
                  <a:pt x="394647" y="209788"/>
                </a:cubicBezTo>
                <a:lnTo>
                  <a:pt x="389468" y="230184"/>
                </a:lnTo>
                <a:lnTo>
                  <a:pt x="364701" y="230184"/>
                </a:lnTo>
                <a:lnTo>
                  <a:pt x="394647" y="129661"/>
                </a:lnTo>
                <a:cubicBezTo>
                  <a:pt x="398101" y="118006"/>
                  <a:pt x="399827" y="109696"/>
                  <a:pt x="399827" y="104732"/>
                </a:cubicBezTo>
                <a:cubicBezTo>
                  <a:pt x="399827" y="102790"/>
                  <a:pt x="399018" y="101171"/>
                  <a:pt x="397400" y="99876"/>
                </a:cubicBezTo>
                <a:cubicBezTo>
                  <a:pt x="395241" y="98149"/>
                  <a:pt x="392381" y="97286"/>
                  <a:pt x="388820" y="97286"/>
                </a:cubicBezTo>
                <a:cubicBezTo>
                  <a:pt x="386554" y="97286"/>
                  <a:pt x="382399" y="97772"/>
                  <a:pt x="376356" y="98743"/>
                </a:cubicBezTo>
                <a:lnTo>
                  <a:pt x="375223" y="92754"/>
                </a:lnTo>
                <a:moveTo>
                  <a:pt x="602817" y="194896"/>
                </a:moveTo>
                <a:cubicBezTo>
                  <a:pt x="591594" y="208385"/>
                  <a:pt x="580263" y="218313"/>
                  <a:pt x="568824" y="224680"/>
                </a:cubicBezTo>
                <a:cubicBezTo>
                  <a:pt x="557384" y="230940"/>
                  <a:pt x="545298" y="234069"/>
                  <a:pt x="532564" y="234069"/>
                </a:cubicBezTo>
                <a:cubicBezTo>
                  <a:pt x="517240" y="234069"/>
                  <a:pt x="505261" y="229752"/>
                  <a:pt x="496628" y="221119"/>
                </a:cubicBezTo>
                <a:cubicBezTo>
                  <a:pt x="488102" y="212486"/>
                  <a:pt x="483840" y="200885"/>
                  <a:pt x="483840" y="186316"/>
                </a:cubicBezTo>
                <a:cubicBezTo>
                  <a:pt x="483840" y="169805"/>
                  <a:pt x="488426" y="153564"/>
                  <a:pt x="497599" y="137593"/>
                </a:cubicBezTo>
                <a:cubicBezTo>
                  <a:pt x="506880" y="121621"/>
                  <a:pt x="519290" y="108671"/>
                  <a:pt x="534830" y="98743"/>
                </a:cubicBezTo>
                <a:cubicBezTo>
                  <a:pt x="550478" y="88707"/>
                  <a:pt x="565802" y="83688"/>
                  <a:pt x="580802" y="83688"/>
                </a:cubicBezTo>
                <a:cubicBezTo>
                  <a:pt x="592565" y="83688"/>
                  <a:pt x="601360" y="86171"/>
                  <a:pt x="607188" y="91135"/>
                </a:cubicBezTo>
                <a:cubicBezTo>
                  <a:pt x="613015" y="95991"/>
                  <a:pt x="615929" y="101980"/>
                  <a:pt x="615929" y="109103"/>
                </a:cubicBezTo>
                <a:cubicBezTo>
                  <a:pt x="615929" y="115793"/>
                  <a:pt x="613878" y="121513"/>
                  <a:pt x="609778" y="126261"/>
                </a:cubicBezTo>
                <a:cubicBezTo>
                  <a:pt x="606756" y="129930"/>
                  <a:pt x="603033" y="131765"/>
                  <a:pt x="598608" y="131765"/>
                </a:cubicBezTo>
                <a:cubicBezTo>
                  <a:pt x="595263" y="131765"/>
                  <a:pt x="592457" y="130686"/>
                  <a:pt x="590191" y="128528"/>
                </a:cubicBezTo>
                <a:cubicBezTo>
                  <a:pt x="588032" y="126369"/>
                  <a:pt x="586953" y="123671"/>
                  <a:pt x="586953" y="120434"/>
                </a:cubicBezTo>
                <a:cubicBezTo>
                  <a:pt x="586953" y="118383"/>
                  <a:pt x="587331" y="116495"/>
                  <a:pt x="588086" y="114768"/>
                </a:cubicBezTo>
                <a:cubicBezTo>
                  <a:pt x="588950" y="113042"/>
                  <a:pt x="590622" y="110991"/>
                  <a:pt x="593104" y="108617"/>
                </a:cubicBezTo>
                <a:cubicBezTo>
                  <a:pt x="595694" y="106135"/>
                  <a:pt x="597259" y="104354"/>
                  <a:pt x="597799" y="103275"/>
                </a:cubicBezTo>
                <a:cubicBezTo>
                  <a:pt x="598338" y="102196"/>
                  <a:pt x="598608" y="101063"/>
                  <a:pt x="598608" y="99876"/>
                </a:cubicBezTo>
                <a:cubicBezTo>
                  <a:pt x="598608" y="97610"/>
                  <a:pt x="597583" y="95721"/>
                  <a:pt x="595533" y="94210"/>
                </a:cubicBezTo>
                <a:cubicBezTo>
                  <a:pt x="592403" y="92052"/>
                  <a:pt x="587979" y="90973"/>
                  <a:pt x="582259" y="90973"/>
                </a:cubicBezTo>
                <a:cubicBezTo>
                  <a:pt x="571683" y="90973"/>
                  <a:pt x="561215" y="94696"/>
                  <a:pt x="550856" y="102142"/>
                </a:cubicBezTo>
                <a:cubicBezTo>
                  <a:pt x="540496" y="109588"/>
                  <a:pt x="531647" y="120164"/>
                  <a:pt x="524308" y="133869"/>
                </a:cubicBezTo>
                <a:cubicBezTo>
                  <a:pt x="515459" y="150488"/>
                  <a:pt x="511035" y="167107"/>
                  <a:pt x="511035" y="183726"/>
                </a:cubicBezTo>
                <a:cubicBezTo>
                  <a:pt x="511035" y="194734"/>
                  <a:pt x="514164" y="203475"/>
                  <a:pt x="520423" y="209950"/>
                </a:cubicBezTo>
                <a:cubicBezTo>
                  <a:pt x="526682" y="216317"/>
                  <a:pt x="535208" y="219501"/>
                  <a:pt x="545999" y="219501"/>
                </a:cubicBezTo>
                <a:cubicBezTo>
                  <a:pt x="554309" y="219501"/>
                  <a:pt x="562510" y="217450"/>
                  <a:pt x="570604" y="213349"/>
                </a:cubicBezTo>
                <a:cubicBezTo>
                  <a:pt x="578806" y="209141"/>
                  <a:pt x="587979" y="201586"/>
                  <a:pt x="598122" y="190687"/>
                </a:cubicBezTo>
                <a:lnTo>
                  <a:pt x="602817" y="194896"/>
                </a:lnTo>
                <a:moveTo>
                  <a:pt x="661577" y="169158"/>
                </a:moveTo>
                <a:cubicBezTo>
                  <a:pt x="660821" y="174553"/>
                  <a:pt x="660444" y="179032"/>
                  <a:pt x="660444" y="182593"/>
                </a:cubicBezTo>
                <a:cubicBezTo>
                  <a:pt x="660444" y="192198"/>
                  <a:pt x="663843" y="200399"/>
                  <a:pt x="670642" y="207198"/>
                </a:cubicBezTo>
                <a:cubicBezTo>
                  <a:pt x="677440" y="213889"/>
                  <a:pt x="685696" y="217234"/>
                  <a:pt x="695408" y="217234"/>
                </a:cubicBezTo>
                <a:cubicBezTo>
                  <a:pt x="703179" y="217234"/>
                  <a:pt x="710624" y="215670"/>
                  <a:pt x="717747" y="212540"/>
                </a:cubicBezTo>
                <a:cubicBezTo>
                  <a:pt x="724978" y="209302"/>
                  <a:pt x="735661" y="202234"/>
                  <a:pt x="749798" y="191335"/>
                </a:cubicBezTo>
                <a:lnTo>
                  <a:pt x="753197" y="196029"/>
                </a:lnTo>
                <a:cubicBezTo>
                  <a:pt x="727621" y="221389"/>
                  <a:pt x="703232" y="234069"/>
                  <a:pt x="680030" y="234069"/>
                </a:cubicBezTo>
                <a:cubicBezTo>
                  <a:pt x="664275" y="234069"/>
                  <a:pt x="652404" y="229105"/>
                  <a:pt x="644419" y="219177"/>
                </a:cubicBezTo>
                <a:cubicBezTo>
                  <a:pt x="636433" y="209248"/>
                  <a:pt x="632440" y="198295"/>
                  <a:pt x="632440" y="186316"/>
                </a:cubicBezTo>
                <a:cubicBezTo>
                  <a:pt x="632440" y="170237"/>
                  <a:pt x="637404" y="153780"/>
                  <a:pt x="647332" y="136945"/>
                </a:cubicBezTo>
                <a:cubicBezTo>
                  <a:pt x="657260" y="120110"/>
                  <a:pt x="669725" y="107052"/>
                  <a:pt x="684725" y="97772"/>
                </a:cubicBezTo>
                <a:cubicBezTo>
                  <a:pt x="699725" y="88383"/>
                  <a:pt x="715157" y="83688"/>
                  <a:pt x="731021" y="83688"/>
                </a:cubicBezTo>
                <a:cubicBezTo>
                  <a:pt x="742460" y="83688"/>
                  <a:pt x="750931" y="86009"/>
                  <a:pt x="756435" y="90649"/>
                </a:cubicBezTo>
                <a:cubicBezTo>
                  <a:pt x="761939" y="95290"/>
                  <a:pt x="764690" y="100793"/>
                  <a:pt x="764690" y="107160"/>
                </a:cubicBezTo>
                <a:cubicBezTo>
                  <a:pt x="764690" y="116117"/>
                  <a:pt x="761129" y="124697"/>
                  <a:pt x="754007" y="132898"/>
                </a:cubicBezTo>
                <a:cubicBezTo>
                  <a:pt x="744618" y="143582"/>
                  <a:pt x="730805" y="152215"/>
                  <a:pt x="712567" y="158798"/>
                </a:cubicBezTo>
                <a:cubicBezTo>
                  <a:pt x="700481" y="163222"/>
                  <a:pt x="683484" y="166676"/>
                  <a:pt x="661577" y="169158"/>
                </a:cubicBezTo>
                <a:moveTo>
                  <a:pt x="662710" y="161226"/>
                </a:moveTo>
                <a:cubicBezTo>
                  <a:pt x="678682" y="159391"/>
                  <a:pt x="691685" y="156262"/>
                  <a:pt x="701722" y="151837"/>
                </a:cubicBezTo>
                <a:cubicBezTo>
                  <a:pt x="714995" y="145902"/>
                  <a:pt x="724923" y="138834"/>
                  <a:pt x="731506" y="130632"/>
                </a:cubicBezTo>
                <a:cubicBezTo>
                  <a:pt x="738197" y="122322"/>
                  <a:pt x="741543" y="114444"/>
                  <a:pt x="741543" y="106998"/>
                </a:cubicBezTo>
                <a:cubicBezTo>
                  <a:pt x="741543" y="102466"/>
                  <a:pt x="740086" y="98797"/>
                  <a:pt x="737172" y="95991"/>
                </a:cubicBezTo>
                <a:cubicBezTo>
                  <a:pt x="734366" y="93185"/>
                  <a:pt x="730319" y="91782"/>
                  <a:pt x="725031" y="91782"/>
                </a:cubicBezTo>
                <a:cubicBezTo>
                  <a:pt x="714024" y="91782"/>
                  <a:pt x="702315" y="97664"/>
                  <a:pt x="689905" y="109426"/>
                </a:cubicBezTo>
                <a:cubicBezTo>
                  <a:pt x="677603" y="121081"/>
                  <a:pt x="668538" y="138348"/>
                  <a:pt x="662710" y="161226"/>
                </a:cubicBezTo>
                <a:moveTo>
                  <a:pt x="842713" y="83688"/>
                </a:moveTo>
                <a:lnTo>
                  <a:pt x="831544" y="120919"/>
                </a:lnTo>
                <a:cubicBezTo>
                  <a:pt x="843307" y="107106"/>
                  <a:pt x="853775" y="97448"/>
                  <a:pt x="862947" y="91944"/>
                </a:cubicBezTo>
                <a:cubicBezTo>
                  <a:pt x="872228" y="86440"/>
                  <a:pt x="881671" y="83688"/>
                  <a:pt x="891276" y="83688"/>
                </a:cubicBezTo>
                <a:cubicBezTo>
                  <a:pt x="900880" y="83688"/>
                  <a:pt x="909081" y="87519"/>
                  <a:pt x="915880" y="95182"/>
                </a:cubicBezTo>
                <a:cubicBezTo>
                  <a:pt x="922679" y="102736"/>
                  <a:pt x="926078" y="112610"/>
                  <a:pt x="926078" y="124805"/>
                </a:cubicBezTo>
                <a:cubicBezTo>
                  <a:pt x="926078" y="148546"/>
                  <a:pt x="916419" y="172719"/>
                  <a:pt x="897103" y="197324"/>
                </a:cubicBezTo>
                <a:cubicBezTo>
                  <a:pt x="877786" y="221821"/>
                  <a:pt x="855286" y="234069"/>
                  <a:pt x="829602" y="234069"/>
                </a:cubicBezTo>
                <a:cubicBezTo>
                  <a:pt x="824206" y="234069"/>
                  <a:pt x="819404" y="233475"/>
                  <a:pt x="815195" y="232288"/>
                </a:cubicBezTo>
                <a:cubicBezTo>
                  <a:pt x="811094" y="231101"/>
                  <a:pt x="806454" y="228997"/>
                  <a:pt x="801274" y="225975"/>
                </a:cubicBezTo>
                <a:lnTo>
                  <a:pt x="789457" y="267739"/>
                </a:lnTo>
                <a:cubicBezTo>
                  <a:pt x="787083" y="275940"/>
                  <a:pt x="785896" y="281282"/>
                  <a:pt x="785896" y="283764"/>
                </a:cubicBezTo>
                <a:cubicBezTo>
                  <a:pt x="785896" y="286138"/>
                  <a:pt x="786489" y="288135"/>
                  <a:pt x="787677" y="289753"/>
                </a:cubicBezTo>
                <a:cubicBezTo>
                  <a:pt x="788972" y="291480"/>
                  <a:pt x="791021" y="292775"/>
                  <a:pt x="793828" y="293639"/>
                </a:cubicBezTo>
                <a:cubicBezTo>
                  <a:pt x="796633" y="294610"/>
                  <a:pt x="802191" y="295095"/>
                  <a:pt x="810501" y="295095"/>
                </a:cubicBezTo>
                <a:lnTo>
                  <a:pt x="809044" y="301085"/>
                </a:lnTo>
                <a:lnTo>
                  <a:pt x="732801" y="301085"/>
                </a:lnTo>
                <a:lnTo>
                  <a:pt x="734420" y="295095"/>
                </a:lnTo>
                <a:cubicBezTo>
                  <a:pt x="744456" y="294664"/>
                  <a:pt x="751255" y="292937"/>
                  <a:pt x="754816" y="289915"/>
                </a:cubicBezTo>
                <a:cubicBezTo>
                  <a:pt x="758270" y="286894"/>
                  <a:pt x="761939" y="278530"/>
                  <a:pt x="765823" y="264825"/>
                </a:cubicBezTo>
                <a:lnTo>
                  <a:pt x="806777" y="123024"/>
                </a:lnTo>
                <a:cubicBezTo>
                  <a:pt x="809259" y="114067"/>
                  <a:pt x="810501" y="108509"/>
                  <a:pt x="810501" y="106351"/>
                </a:cubicBezTo>
                <a:cubicBezTo>
                  <a:pt x="810501" y="103437"/>
                  <a:pt x="809637" y="101171"/>
                  <a:pt x="807911" y="99552"/>
                </a:cubicBezTo>
                <a:cubicBezTo>
                  <a:pt x="806292" y="97933"/>
                  <a:pt x="803756" y="97124"/>
                  <a:pt x="800303" y="97124"/>
                </a:cubicBezTo>
                <a:cubicBezTo>
                  <a:pt x="797173" y="97124"/>
                  <a:pt x="792802" y="97502"/>
                  <a:pt x="787191" y="98257"/>
                </a:cubicBezTo>
                <a:lnTo>
                  <a:pt x="787191" y="91944"/>
                </a:lnTo>
                <a:lnTo>
                  <a:pt x="842713" y="83688"/>
                </a:lnTo>
                <a:moveTo>
                  <a:pt x="804997" y="213187"/>
                </a:moveTo>
                <a:cubicBezTo>
                  <a:pt x="811688" y="221173"/>
                  <a:pt x="820699" y="225166"/>
                  <a:pt x="832030" y="225166"/>
                </a:cubicBezTo>
                <a:cubicBezTo>
                  <a:pt x="837641" y="225166"/>
                  <a:pt x="843361" y="223601"/>
                  <a:pt x="849189" y="220472"/>
                </a:cubicBezTo>
                <a:cubicBezTo>
                  <a:pt x="855016" y="217342"/>
                  <a:pt x="860681" y="212702"/>
                  <a:pt x="866185" y="206551"/>
                </a:cubicBezTo>
                <a:cubicBezTo>
                  <a:pt x="871796" y="200399"/>
                  <a:pt x="876815" y="193331"/>
                  <a:pt x="881239" y="185345"/>
                </a:cubicBezTo>
                <a:cubicBezTo>
                  <a:pt x="885664" y="177251"/>
                  <a:pt x="889603" y="167755"/>
                  <a:pt x="893056" y="156855"/>
                </a:cubicBezTo>
                <a:cubicBezTo>
                  <a:pt x="896617" y="145956"/>
                  <a:pt x="898398" y="135164"/>
                  <a:pt x="898398" y="124481"/>
                </a:cubicBezTo>
                <a:cubicBezTo>
                  <a:pt x="898398" y="115848"/>
                  <a:pt x="896401" y="109264"/>
                  <a:pt x="892409" y="104732"/>
                </a:cubicBezTo>
                <a:cubicBezTo>
                  <a:pt x="888523" y="100092"/>
                  <a:pt x="883937" y="97772"/>
                  <a:pt x="878650" y="97772"/>
                </a:cubicBezTo>
                <a:cubicBezTo>
                  <a:pt x="866994" y="97772"/>
                  <a:pt x="855447" y="104462"/>
                  <a:pt x="844009" y="117844"/>
                </a:cubicBezTo>
                <a:cubicBezTo>
                  <a:pt x="832677" y="131226"/>
                  <a:pt x="824368" y="146873"/>
                  <a:pt x="819080" y="164787"/>
                </a:cubicBezTo>
                <a:lnTo>
                  <a:pt x="804997" y="213187"/>
                </a:lnTo>
                <a:moveTo>
                  <a:pt x="1021260" y="43544"/>
                </a:moveTo>
                <a:lnTo>
                  <a:pt x="1008634" y="87574"/>
                </a:lnTo>
                <a:lnTo>
                  <a:pt x="1034048" y="87574"/>
                </a:lnTo>
                <a:lnTo>
                  <a:pt x="1031296" y="97772"/>
                </a:lnTo>
                <a:lnTo>
                  <a:pt x="1006044" y="97772"/>
                </a:lnTo>
                <a:lnTo>
                  <a:pt x="978201" y="193277"/>
                </a:lnTo>
                <a:cubicBezTo>
                  <a:pt x="975180" y="203529"/>
                  <a:pt x="973669" y="210166"/>
                  <a:pt x="973669" y="213187"/>
                </a:cubicBezTo>
                <a:cubicBezTo>
                  <a:pt x="973669" y="215022"/>
                  <a:pt x="974100" y="216425"/>
                  <a:pt x="974964" y="217396"/>
                </a:cubicBezTo>
                <a:cubicBezTo>
                  <a:pt x="975827" y="218367"/>
                  <a:pt x="976853" y="218853"/>
                  <a:pt x="978040" y="218853"/>
                </a:cubicBezTo>
                <a:cubicBezTo>
                  <a:pt x="980738" y="218853"/>
                  <a:pt x="984298" y="216964"/>
                  <a:pt x="988723" y="213187"/>
                </a:cubicBezTo>
                <a:cubicBezTo>
                  <a:pt x="991314" y="211029"/>
                  <a:pt x="997087" y="204392"/>
                  <a:pt x="1006044" y="193277"/>
                </a:cubicBezTo>
                <a:lnTo>
                  <a:pt x="1011385" y="197324"/>
                </a:lnTo>
                <a:cubicBezTo>
                  <a:pt x="1001457" y="211784"/>
                  <a:pt x="992069" y="221983"/>
                  <a:pt x="983220" y="227918"/>
                </a:cubicBezTo>
                <a:cubicBezTo>
                  <a:pt x="977176" y="232019"/>
                  <a:pt x="971079" y="234069"/>
                  <a:pt x="964928" y="234069"/>
                </a:cubicBezTo>
                <a:cubicBezTo>
                  <a:pt x="960180" y="234069"/>
                  <a:pt x="956295" y="232612"/>
                  <a:pt x="953273" y="229699"/>
                </a:cubicBezTo>
                <a:cubicBezTo>
                  <a:pt x="950251" y="226677"/>
                  <a:pt x="948740" y="222846"/>
                  <a:pt x="948740" y="218205"/>
                </a:cubicBezTo>
                <a:cubicBezTo>
                  <a:pt x="948740" y="212378"/>
                  <a:pt x="950467" y="203475"/>
                  <a:pt x="953920" y="191496"/>
                </a:cubicBezTo>
                <a:lnTo>
                  <a:pt x="980954" y="97772"/>
                </a:lnTo>
                <a:lnTo>
                  <a:pt x="956511" y="97772"/>
                </a:lnTo>
                <a:lnTo>
                  <a:pt x="958129" y="91458"/>
                </a:lnTo>
                <a:cubicBezTo>
                  <a:pt x="970000" y="88221"/>
                  <a:pt x="979874" y="83419"/>
                  <a:pt x="987752" y="77052"/>
                </a:cubicBezTo>
                <a:cubicBezTo>
                  <a:pt x="995630" y="70577"/>
                  <a:pt x="1004425" y="59408"/>
                  <a:pt x="1014137" y="43544"/>
                </a:cubicBezTo>
                <a:lnTo>
                  <a:pt x="1021260" y="43544"/>
                </a:lnTo>
                <a:moveTo>
                  <a:pt x="1183457" y="87574"/>
                </a:moveTo>
                <a:lnTo>
                  <a:pt x="1155291" y="184050"/>
                </a:lnTo>
                <a:cubicBezTo>
                  <a:pt x="1151082" y="198403"/>
                  <a:pt x="1148978" y="207468"/>
                  <a:pt x="1148978" y="211245"/>
                </a:cubicBezTo>
                <a:cubicBezTo>
                  <a:pt x="1148978" y="213187"/>
                  <a:pt x="1149302" y="214644"/>
                  <a:pt x="1149949" y="215615"/>
                </a:cubicBezTo>
                <a:cubicBezTo>
                  <a:pt x="1150705" y="216479"/>
                  <a:pt x="1151676" y="216911"/>
                  <a:pt x="1152863" y="216911"/>
                </a:cubicBezTo>
                <a:cubicBezTo>
                  <a:pt x="1154697" y="216911"/>
                  <a:pt x="1156694" y="216101"/>
                  <a:pt x="1158852" y="214482"/>
                </a:cubicBezTo>
                <a:cubicBezTo>
                  <a:pt x="1161119" y="212756"/>
                  <a:pt x="1166730" y="206065"/>
                  <a:pt x="1175687" y="194410"/>
                </a:cubicBezTo>
                <a:lnTo>
                  <a:pt x="1180543" y="198133"/>
                </a:lnTo>
                <a:cubicBezTo>
                  <a:pt x="1172018" y="211623"/>
                  <a:pt x="1163277" y="221551"/>
                  <a:pt x="1154320" y="227918"/>
                </a:cubicBezTo>
                <a:cubicBezTo>
                  <a:pt x="1148384" y="232019"/>
                  <a:pt x="1142665" y="234069"/>
                  <a:pt x="1137161" y="234069"/>
                </a:cubicBezTo>
                <a:cubicBezTo>
                  <a:pt x="1132952" y="234069"/>
                  <a:pt x="1129661" y="232882"/>
                  <a:pt x="1127287" y="230508"/>
                </a:cubicBezTo>
                <a:cubicBezTo>
                  <a:pt x="1124913" y="228134"/>
                  <a:pt x="1123725" y="225058"/>
                  <a:pt x="1123725" y="221281"/>
                </a:cubicBezTo>
                <a:cubicBezTo>
                  <a:pt x="1123725" y="217612"/>
                  <a:pt x="1124427" y="212756"/>
                  <a:pt x="1125830" y="206712"/>
                </a:cubicBezTo>
                <a:cubicBezTo>
                  <a:pt x="1127557" y="198727"/>
                  <a:pt x="1132467" y="181352"/>
                  <a:pt x="1140561" y="154589"/>
                </a:cubicBezTo>
                <a:cubicBezTo>
                  <a:pt x="1122215" y="184698"/>
                  <a:pt x="1106837" y="205472"/>
                  <a:pt x="1094427" y="216911"/>
                </a:cubicBezTo>
                <a:cubicBezTo>
                  <a:pt x="1082124" y="228350"/>
                  <a:pt x="1070685" y="234069"/>
                  <a:pt x="1060109" y="234069"/>
                </a:cubicBezTo>
                <a:cubicBezTo>
                  <a:pt x="1055145" y="234069"/>
                  <a:pt x="1050937" y="232342"/>
                  <a:pt x="1047484" y="228889"/>
                </a:cubicBezTo>
                <a:cubicBezTo>
                  <a:pt x="1044030" y="225436"/>
                  <a:pt x="1042304" y="221065"/>
                  <a:pt x="1042304" y="215777"/>
                </a:cubicBezTo>
                <a:cubicBezTo>
                  <a:pt x="1042304" y="207684"/>
                  <a:pt x="1044677" y="195274"/>
                  <a:pt x="1049426" y="178547"/>
                </a:cubicBezTo>
                <a:lnTo>
                  <a:pt x="1063509" y="128528"/>
                </a:lnTo>
                <a:cubicBezTo>
                  <a:pt x="1066962" y="116549"/>
                  <a:pt x="1068689" y="109103"/>
                  <a:pt x="1068689" y="106189"/>
                </a:cubicBezTo>
                <a:cubicBezTo>
                  <a:pt x="1068689" y="104894"/>
                  <a:pt x="1068203" y="103815"/>
                  <a:pt x="1067232" y="102952"/>
                </a:cubicBezTo>
                <a:cubicBezTo>
                  <a:pt x="1066369" y="101980"/>
                  <a:pt x="1065397" y="101495"/>
                  <a:pt x="1064318" y="101495"/>
                </a:cubicBezTo>
                <a:cubicBezTo>
                  <a:pt x="1062052" y="101495"/>
                  <a:pt x="1059786" y="102304"/>
                  <a:pt x="1057520" y="103923"/>
                </a:cubicBezTo>
                <a:cubicBezTo>
                  <a:pt x="1055253" y="105542"/>
                  <a:pt x="1050127" y="111531"/>
                  <a:pt x="1042142" y="121891"/>
                </a:cubicBezTo>
                <a:lnTo>
                  <a:pt x="1037124" y="118330"/>
                </a:lnTo>
                <a:cubicBezTo>
                  <a:pt x="1045217" y="105811"/>
                  <a:pt x="1053797" y="96584"/>
                  <a:pt x="1062862" y="90649"/>
                </a:cubicBezTo>
                <a:cubicBezTo>
                  <a:pt x="1069768" y="86009"/>
                  <a:pt x="1076135" y="83688"/>
                  <a:pt x="1081962" y="83688"/>
                </a:cubicBezTo>
                <a:cubicBezTo>
                  <a:pt x="1085956" y="83688"/>
                  <a:pt x="1089193" y="84984"/>
                  <a:pt x="1091675" y="87574"/>
                </a:cubicBezTo>
                <a:cubicBezTo>
                  <a:pt x="1094265" y="90056"/>
                  <a:pt x="1095560" y="93293"/>
                  <a:pt x="1095560" y="97286"/>
                </a:cubicBezTo>
                <a:cubicBezTo>
                  <a:pt x="1095560" y="103113"/>
                  <a:pt x="1093401" y="113527"/>
                  <a:pt x="1089085" y="128528"/>
                </a:cubicBezTo>
                <a:lnTo>
                  <a:pt x="1073869" y="180813"/>
                </a:lnTo>
                <a:cubicBezTo>
                  <a:pt x="1069660" y="195058"/>
                  <a:pt x="1067555" y="204068"/>
                  <a:pt x="1067555" y="207845"/>
                </a:cubicBezTo>
                <a:cubicBezTo>
                  <a:pt x="1067555" y="209896"/>
                  <a:pt x="1068203" y="211569"/>
                  <a:pt x="1069498" y="212864"/>
                </a:cubicBezTo>
                <a:cubicBezTo>
                  <a:pt x="1070901" y="214051"/>
                  <a:pt x="1072735" y="214644"/>
                  <a:pt x="1075002" y="214644"/>
                </a:cubicBezTo>
                <a:cubicBezTo>
                  <a:pt x="1078563" y="214644"/>
                  <a:pt x="1083203" y="212864"/>
                  <a:pt x="1088923" y="209302"/>
                </a:cubicBezTo>
                <a:cubicBezTo>
                  <a:pt x="1094642" y="205741"/>
                  <a:pt x="1102251" y="197863"/>
                  <a:pt x="1111747" y="185669"/>
                </a:cubicBezTo>
                <a:cubicBezTo>
                  <a:pt x="1121352" y="173367"/>
                  <a:pt x="1129230" y="161873"/>
                  <a:pt x="1135381" y="151190"/>
                </a:cubicBezTo>
                <a:cubicBezTo>
                  <a:pt x="1141640" y="140398"/>
                  <a:pt x="1148277" y="123293"/>
                  <a:pt x="1155291" y="99876"/>
                </a:cubicBezTo>
                <a:lnTo>
                  <a:pt x="1158852" y="87574"/>
                </a:lnTo>
                <a:lnTo>
                  <a:pt x="1183457" y="87574"/>
                </a:lnTo>
                <a:moveTo>
                  <a:pt x="1348730" y="83688"/>
                </a:moveTo>
                <a:lnTo>
                  <a:pt x="1317164" y="193439"/>
                </a:lnTo>
                <a:lnTo>
                  <a:pt x="1313603" y="208169"/>
                </a:lnTo>
                <a:cubicBezTo>
                  <a:pt x="1313280" y="209572"/>
                  <a:pt x="1313118" y="210759"/>
                  <a:pt x="1313118" y="211731"/>
                </a:cubicBezTo>
                <a:cubicBezTo>
                  <a:pt x="1313118" y="213457"/>
                  <a:pt x="1313658" y="214968"/>
                  <a:pt x="1314736" y="216263"/>
                </a:cubicBezTo>
                <a:cubicBezTo>
                  <a:pt x="1315600" y="217234"/>
                  <a:pt x="1316679" y="217720"/>
                  <a:pt x="1317974" y="217720"/>
                </a:cubicBezTo>
                <a:cubicBezTo>
                  <a:pt x="1319377" y="217720"/>
                  <a:pt x="1321211" y="216856"/>
                  <a:pt x="1323478" y="215130"/>
                </a:cubicBezTo>
                <a:cubicBezTo>
                  <a:pt x="1327687" y="212000"/>
                  <a:pt x="1333298" y="205525"/>
                  <a:pt x="1340313" y="195705"/>
                </a:cubicBezTo>
                <a:lnTo>
                  <a:pt x="1345816" y="199590"/>
                </a:lnTo>
                <a:cubicBezTo>
                  <a:pt x="1338370" y="210813"/>
                  <a:pt x="1330708" y="219393"/>
                  <a:pt x="1322830" y="225328"/>
                </a:cubicBezTo>
                <a:cubicBezTo>
                  <a:pt x="1314952" y="231155"/>
                  <a:pt x="1307668" y="234069"/>
                  <a:pt x="1300977" y="234069"/>
                </a:cubicBezTo>
                <a:cubicBezTo>
                  <a:pt x="1296337" y="234069"/>
                  <a:pt x="1292830" y="232882"/>
                  <a:pt x="1290455" y="230508"/>
                </a:cubicBezTo>
                <a:cubicBezTo>
                  <a:pt x="1288189" y="228242"/>
                  <a:pt x="1287056" y="224896"/>
                  <a:pt x="1287056" y="220472"/>
                </a:cubicBezTo>
                <a:cubicBezTo>
                  <a:pt x="1287056" y="215184"/>
                  <a:pt x="1288243" y="208223"/>
                  <a:pt x="1290617" y="199590"/>
                </a:cubicBezTo>
                <a:lnTo>
                  <a:pt x="1294017" y="187449"/>
                </a:lnTo>
                <a:cubicBezTo>
                  <a:pt x="1279879" y="205903"/>
                  <a:pt x="1266876" y="218799"/>
                  <a:pt x="1255005" y="226137"/>
                </a:cubicBezTo>
                <a:cubicBezTo>
                  <a:pt x="1246480" y="231425"/>
                  <a:pt x="1238116" y="234069"/>
                  <a:pt x="1229915" y="234069"/>
                </a:cubicBezTo>
                <a:cubicBezTo>
                  <a:pt x="1222037" y="234069"/>
                  <a:pt x="1215238" y="230832"/>
                  <a:pt x="1209519" y="224356"/>
                </a:cubicBezTo>
                <a:cubicBezTo>
                  <a:pt x="1203799" y="217774"/>
                  <a:pt x="1200940" y="208763"/>
                  <a:pt x="1200940" y="197324"/>
                </a:cubicBezTo>
                <a:cubicBezTo>
                  <a:pt x="1200940" y="180165"/>
                  <a:pt x="1206065" y="162089"/>
                  <a:pt x="1216318" y="143096"/>
                </a:cubicBezTo>
                <a:cubicBezTo>
                  <a:pt x="1226677" y="123995"/>
                  <a:pt x="1239789" y="108725"/>
                  <a:pt x="1255652" y="97286"/>
                </a:cubicBezTo>
                <a:cubicBezTo>
                  <a:pt x="1268063" y="88221"/>
                  <a:pt x="1279772" y="83688"/>
                  <a:pt x="1290779" y="83688"/>
                </a:cubicBezTo>
                <a:cubicBezTo>
                  <a:pt x="1297362" y="83688"/>
                  <a:pt x="1302812" y="85415"/>
                  <a:pt x="1307129" y="88868"/>
                </a:cubicBezTo>
                <a:cubicBezTo>
                  <a:pt x="1311553" y="92322"/>
                  <a:pt x="1314898" y="98041"/>
                  <a:pt x="1317164" y="106027"/>
                </a:cubicBezTo>
                <a:lnTo>
                  <a:pt x="1322992" y="87574"/>
                </a:lnTo>
                <a:lnTo>
                  <a:pt x="1348730" y="83688"/>
                </a:lnTo>
                <a:moveTo>
                  <a:pt x="1291103" y="92106"/>
                </a:moveTo>
                <a:cubicBezTo>
                  <a:pt x="1284197" y="92106"/>
                  <a:pt x="1276858" y="95343"/>
                  <a:pt x="1269088" y="101819"/>
                </a:cubicBezTo>
                <a:cubicBezTo>
                  <a:pt x="1258081" y="110991"/>
                  <a:pt x="1248261" y="124589"/>
                  <a:pt x="1239627" y="142610"/>
                </a:cubicBezTo>
                <a:cubicBezTo>
                  <a:pt x="1231102" y="160632"/>
                  <a:pt x="1226839" y="176928"/>
                  <a:pt x="1226839" y="191496"/>
                </a:cubicBezTo>
                <a:cubicBezTo>
                  <a:pt x="1226839" y="198835"/>
                  <a:pt x="1228674" y="204662"/>
                  <a:pt x="1232343" y="208978"/>
                </a:cubicBezTo>
                <a:cubicBezTo>
                  <a:pt x="1236012" y="213187"/>
                  <a:pt x="1240221" y="215292"/>
                  <a:pt x="1244969" y="215292"/>
                </a:cubicBezTo>
                <a:cubicBezTo>
                  <a:pt x="1256732" y="215292"/>
                  <a:pt x="1269520" y="206605"/>
                  <a:pt x="1283333" y="189230"/>
                </a:cubicBezTo>
                <a:cubicBezTo>
                  <a:pt x="1301786" y="166136"/>
                  <a:pt x="1311013" y="142449"/>
                  <a:pt x="1311013" y="118168"/>
                </a:cubicBezTo>
                <a:cubicBezTo>
                  <a:pt x="1311013" y="108995"/>
                  <a:pt x="1309233" y="102358"/>
                  <a:pt x="1305671" y="98257"/>
                </a:cubicBezTo>
                <a:cubicBezTo>
                  <a:pt x="1302111" y="94156"/>
                  <a:pt x="1297254" y="92106"/>
                  <a:pt x="1291103" y="92106"/>
                </a:cubicBezTo>
                <a:moveTo>
                  <a:pt x="1457509" y="0"/>
                </a:moveTo>
                <a:lnTo>
                  <a:pt x="1402148" y="192629"/>
                </a:lnTo>
                <a:cubicBezTo>
                  <a:pt x="1399450" y="202234"/>
                  <a:pt x="1398101" y="208115"/>
                  <a:pt x="1398101" y="210274"/>
                </a:cubicBezTo>
                <a:cubicBezTo>
                  <a:pt x="1398101" y="211892"/>
                  <a:pt x="1398587" y="213241"/>
                  <a:pt x="1399558" y="214321"/>
                </a:cubicBezTo>
                <a:cubicBezTo>
                  <a:pt x="1400637" y="215400"/>
                  <a:pt x="1401933" y="215939"/>
                  <a:pt x="1403443" y="215939"/>
                </a:cubicBezTo>
                <a:cubicBezTo>
                  <a:pt x="1405494" y="215939"/>
                  <a:pt x="1407706" y="215022"/>
                  <a:pt x="1410080" y="213187"/>
                </a:cubicBezTo>
                <a:cubicBezTo>
                  <a:pt x="1415692" y="208763"/>
                  <a:pt x="1421573" y="201910"/>
                  <a:pt x="1427724" y="192629"/>
                </a:cubicBezTo>
                <a:lnTo>
                  <a:pt x="1432580" y="197647"/>
                </a:lnTo>
                <a:cubicBezTo>
                  <a:pt x="1422329" y="212108"/>
                  <a:pt x="1412886" y="222198"/>
                  <a:pt x="1404253" y="227918"/>
                </a:cubicBezTo>
                <a:cubicBezTo>
                  <a:pt x="1397886" y="232019"/>
                  <a:pt x="1391842" y="234069"/>
                  <a:pt x="1386123" y="234069"/>
                </a:cubicBezTo>
                <a:cubicBezTo>
                  <a:pt x="1382022" y="234069"/>
                  <a:pt x="1378569" y="232666"/>
                  <a:pt x="1375763" y="229860"/>
                </a:cubicBezTo>
                <a:cubicBezTo>
                  <a:pt x="1373065" y="227054"/>
                  <a:pt x="1371716" y="223817"/>
                  <a:pt x="1371716" y="220148"/>
                </a:cubicBezTo>
                <a:cubicBezTo>
                  <a:pt x="1371716" y="216263"/>
                  <a:pt x="1373443" y="208277"/>
                  <a:pt x="1376896" y="196191"/>
                </a:cubicBezTo>
                <a:lnTo>
                  <a:pt x="1420764" y="44353"/>
                </a:lnTo>
                <a:cubicBezTo>
                  <a:pt x="1424325" y="31943"/>
                  <a:pt x="1426105" y="24821"/>
                  <a:pt x="1426105" y="22986"/>
                </a:cubicBezTo>
                <a:cubicBezTo>
                  <a:pt x="1426105" y="20396"/>
                  <a:pt x="1425080" y="18292"/>
                  <a:pt x="1423030" y="16673"/>
                </a:cubicBezTo>
                <a:cubicBezTo>
                  <a:pt x="1420980" y="14946"/>
                  <a:pt x="1417796" y="14083"/>
                  <a:pt x="1413479" y="14083"/>
                </a:cubicBezTo>
                <a:cubicBezTo>
                  <a:pt x="1410997" y="14083"/>
                  <a:pt x="1407220" y="14461"/>
                  <a:pt x="1402148" y="15216"/>
                </a:cubicBezTo>
                <a:lnTo>
                  <a:pt x="1402148" y="9227"/>
                </a:lnTo>
                <a:lnTo>
                  <a:pt x="1457509" y="0"/>
                </a:lnTo>
                <a:moveTo>
                  <a:pt x="1549777" y="0"/>
                </a:moveTo>
                <a:lnTo>
                  <a:pt x="1494416" y="192629"/>
                </a:lnTo>
                <a:cubicBezTo>
                  <a:pt x="1491718" y="202234"/>
                  <a:pt x="1490370" y="208115"/>
                  <a:pt x="1490370" y="210274"/>
                </a:cubicBezTo>
                <a:cubicBezTo>
                  <a:pt x="1490370" y="211892"/>
                  <a:pt x="1490854" y="213241"/>
                  <a:pt x="1491826" y="214321"/>
                </a:cubicBezTo>
                <a:cubicBezTo>
                  <a:pt x="1492905" y="215400"/>
                  <a:pt x="1494200" y="215939"/>
                  <a:pt x="1495711" y="215939"/>
                </a:cubicBezTo>
                <a:cubicBezTo>
                  <a:pt x="1497761" y="215939"/>
                  <a:pt x="1499974" y="215022"/>
                  <a:pt x="1502348" y="213187"/>
                </a:cubicBezTo>
                <a:cubicBezTo>
                  <a:pt x="1507959" y="208763"/>
                  <a:pt x="1513841" y="201910"/>
                  <a:pt x="1519992" y="192629"/>
                </a:cubicBezTo>
                <a:lnTo>
                  <a:pt x="1524848" y="197647"/>
                </a:lnTo>
                <a:cubicBezTo>
                  <a:pt x="1514597" y="212108"/>
                  <a:pt x="1505154" y="222198"/>
                  <a:pt x="1496520" y="227918"/>
                </a:cubicBezTo>
                <a:cubicBezTo>
                  <a:pt x="1490153" y="232019"/>
                  <a:pt x="1484110" y="234069"/>
                  <a:pt x="1478390" y="234069"/>
                </a:cubicBezTo>
                <a:cubicBezTo>
                  <a:pt x="1474290" y="234069"/>
                  <a:pt x="1470836" y="232666"/>
                  <a:pt x="1468031" y="229860"/>
                </a:cubicBezTo>
                <a:cubicBezTo>
                  <a:pt x="1465333" y="227054"/>
                  <a:pt x="1463984" y="223817"/>
                  <a:pt x="1463984" y="220148"/>
                </a:cubicBezTo>
                <a:cubicBezTo>
                  <a:pt x="1463984" y="216263"/>
                  <a:pt x="1465711" y="208277"/>
                  <a:pt x="1469164" y="196191"/>
                </a:cubicBezTo>
                <a:lnTo>
                  <a:pt x="1513032" y="44353"/>
                </a:lnTo>
                <a:cubicBezTo>
                  <a:pt x="1516593" y="31943"/>
                  <a:pt x="1518373" y="24821"/>
                  <a:pt x="1518373" y="22986"/>
                </a:cubicBezTo>
                <a:cubicBezTo>
                  <a:pt x="1518373" y="20396"/>
                  <a:pt x="1517348" y="18292"/>
                  <a:pt x="1515298" y="16673"/>
                </a:cubicBezTo>
                <a:cubicBezTo>
                  <a:pt x="1513247" y="14946"/>
                  <a:pt x="1510064" y="14083"/>
                  <a:pt x="1505747" y="14083"/>
                </a:cubicBezTo>
                <a:cubicBezTo>
                  <a:pt x="1503265" y="14083"/>
                  <a:pt x="1499488" y="14461"/>
                  <a:pt x="1494416" y="15216"/>
                </a:cubicBezTo>
                <a:lnTo>
                  <a:pt x="1494416" y="9227"/>
                </a:lnTo>
                <a:lnTo>
                  <a:pt x="1549777" y="0"/>
                </a:lnTo>
                <a:moveTo>
                  <a:pt x="1596396" y="83688"/>
                </a:moveTo>
                <a:cubicBezTo>
                  <a:pt x="1600065" y="89948"/>
                  <a:pt x="1602601" y="95829"/>
                  <a:pt x="1604005" y="101333"/>
                </a:cubicBezTo>
                <a:cubicBezTo>
                  <a:pt x="1605407" y="106729"/>
                  <a:pt x="1606810" y="117412"/>
                  <a:pt x="1608213" y="133384"/>
                </a:cubicBezTo>
                <a:lnTo>
                  <a:pt x="1615336" y="213025"/>
                </a:lnTo>
                <a:cubicBezTo>
                  <a:pt x="1621810" y="205256"/>
                  <a:pt x="1631199" y="192953"/>
                  <a:pt x="1643502" y="176118"/>
                </a:cubicBezTo>
                <a:cubicBezTo>
                  <a:pt x="1649437" y="167917"/>
                  <a:pt x="1656775" y="156747"/>
                  <a:pt x="1665516" y="142610"/>
                </a:cubicBezTo>
                <a:cubicBezTo>
                  <a:pt x="1670804" y="133977"/>
                  <a:pt x="1674042" y="127934"/>
                  <a:pt x="1675229" y="124481"/>
                </a:cubicBezTo>
                <a:cubicBezTo>
                  <a:pt x="1675876" y="122754"/>
                  <a:pt x="1676200" y="120973"/>
                  <a:pt x="1676200" y="119139"/>
                </a:cubicBezTo>
                <a:cubicBezTo>
                  <a:pt x="1676200" y="117952"/>
                  <a:pt x="1675822" y="116981"/>
                  <a:pt x="1675067" y="116225"/>
                </a:cubicBezTo>
                <a:cubicBezTo>
                  <a:pt x="1674311" y="115470"/>
                  <a:pt x="1672315" y="114607"/>
                  <a:pt x="1669078" y="113635"/>
                </a:cubicBezTo>
                <a:cubicBezTo>
                  <a:pt x="1665948" y="112556"/>
                  <a:pt x="1663304" y="110668"/>
                  <a:pt x="1661146" y="107970"/>
                </a:cubicBezTo>
                <a:cubicBezTo>
                  <a:pt x="1659095" y="105164"/>
                  <a:pt x="1658070" y="101980"/>
                  <a:pt x="1658070" y="98419"/>
                </a:cubicBezTo>
                <a:cubicBezTo>
                  <a:pt x="1658070" y="93994"/>
                  <a:pt x="1659365" y="90433"/>
                  <a:pt x="1661955" y="87735"/>
                </a:cubicBezTo>
                <a:cubicBezTo>
                  <a:pt x="1664545" y="85037"/>
                  <a:pt x="1667782" y="83688"/>
                  <a:pt x="1671667" y="83688"/>
                </a:cubicBezTo>
                <a:cubicBezTo>
                  <a:pt x="1676416" y="83688"/>
                  <a:pt x="1680462" y="85685"/>
                  <a:pt x="1683808" y="89678"/>
                </a:cubicBezTo>
                <a:cubicBezTo>
                  <a:pt x="1687153" y="93563"/>
                  <a:pt x="1688826" y="98959"/>
                  <a:pt x="1688826" y="105865"/>
                </a:cubicBezTo>
                <a:cubicBezTo>
                  <a:pt x="1688826" y="114391"/>
                  <a:pt x="1685912" y="124157"/>
                  <a:pt x="1680085" y="135164"/>
                </a:cubicBezTo>
                <a:cubicBezTo>
                  <a:pt x="1674258" y="146064"/>
                  <a:pt x="1663034" y="162845"/>
                  <a:pt x="1646415" y="185507"/>
                </a:cubicBezTo>
                <a:cubicBezTo>
                  <a:pt x="1629797" y="208169"/>
                  <a:pt x="1609670" y="232882"/>
                  <a:pt x="1586036" y="259645"/>
                </a:cubicBezTo>
                <a:cubicBezTo>
                  <a:pt x="1569741" y="278099"/>
                  <a:pt x="1557655" y="289700"/>
                  <a:pt x="1549777" y="294448"/>
                </a:cubicBezTo>
                <a:cubicBezTo>
                  <a:pt x="1541899" y="299304"/>
                  <a:pt x="1535154" y="301732"/>
                  <a:pt x="1529542" y="301732"/>
                </a:cubicBezTo>
                <a:cubicBezTo>
                  <a:pt x="1526197" y="301732"/>
                  <a:pt x="1523284" y="300437"/>
                  <a:pt x="1520801" y="297847"/>
                </a:cubicBezTo>
                <a:cubicBezTo>
                  <a:pt x="1518211" y="295365"/>
                  <a:pt x="1516917" y="292451"/>
                  <a:pt x="1516917" y="289106"/>
                </a:cubicBezTo>
                <a:cubicBezTo>
                  <a:pt x="1516917" y="284897"/>
                  <a:pt x="1518697" y="281066"/>
                  <a:pt x="1522258" y="277613"/>
                </a:cubicBezTo>
                <a:cubicBezTo>
                  <a:pt x="1525711" y="274160"/>
                  <a:pt x="1529488" y="272433"/>
                  <a:pt x="1533589" y="272433"/>
                </a:cubicBezTo>
                <a:cubicBezTo>
                  <a:pt x="1535748" y="272433"/>
                  <a:pt x="1537528" y="272919"/>
                  <a:pt x="1538931" y="273890"/>
                </a:cubicBezTo>
                <a:cubicBezTo>
                  <a:pt x="1539795" y="274430"/>
                  <a:pt x="1540766" y="275940"/>
                  <a:pt x="1541845" y="278422"/>
                </a:cubicBezTo>
                <a:cubicBezTo>
                  <a:pt x="1542816" y="281012"/>
                  <a:pt x="1543733" y="282739"/>
                  <a:pt x="1544597" y="283602"/>
                </a:cubicBezTo>
                <a:cubicBezTo>
                  <a:pt x="1545136" y="284142"/>
                  <a:pt x="1545784" y="284412"/>
                  <a:pt x="1546539" y="284412"/>
                </a:cubicBezTo>
                <a:cubicBezTo>
                  <a:pt x="1547187" y="284412"/>
                  <a:pt x="1548320" y="283872"/>
                  <a:pt x="1549938" y="282793"/>
                </a:cubicBezTo>
                <a:cubicBezTo>
                  <a:pt x="1555874" y="279124"/>
                  <a:pt x="1562780" y="273296"/>
                  <a:pt x="1570658" y="265311"/>
                </a:cubicBezTo>
                <a:cubicBezTo>
                  <a:pt x="1581018" y="254735"/>
                  <a:pt x="1588680" y="246102"/>
                  <a:pt x="1593645" y="239411"/>
                </a:cubicBezTo>
                <a:lnTo>
                  <a:pt x="1584580" y="136783"/>
                </a:lnTo>
                <a:cubicBezTo>
                  <a:pt x="1583069" y="119840"/>
                  <a:pt x="1580803" y="109534"/>
                  <a:pt x="1577781" y="105865"/>
                </a:cubicBezTo>
                <a:cubicBezTo>
                  <a:pt x="1574759" y="102196"/>
                  <a:pt x="1569687" y="100362"/>
                  <a:pt x="1562565" y="100362"/>
                </a:cubicBezTo>
                <a:cubicBezTo>
                  <a:pt x="1560298" y="100362"/>
                  <a:pt x="1556252" y="100685"/>
                  <a:pt x="1550424" y="101333"/>
                </a:cubicBezTo>
                <a:lnTo>
                  <a:pt x="1548967" y="95343"/>
                </a:lnTo>
                <a:lnTo>
                  <a:pt x="1596396" y="83688"/>
                </a:lnTo>
                <a:moveTo>
                  <a:pt x="1901690" y="194896"/>
                </a:moveTo>
                <a:cubicBezTo>
                  <a:pt x="1890466" y="208385"/>
                  <a:pt x="1879135" y="218313"/>
                  <a:pt x="1867697" y="224680"/>
                </a:cubicBezTo>
                <a:cubicBezTo>
                  <a:pt x="1856257" y="230940"/>
                  <a:pt x="1844171" y="234069"/>
                  <a:pt x="1831436" y="234069"/>
                </a:cubicBezTo>
                <a:cubicBezTo>
                  <a:pt x="1816113" y="234069"/>
                  <a:pt x="1804134" y="229752"/>
                  <a:pt x="1795500" y="221119"/>
                </a:cubicBezTo>
                <a:cubicBezTo>
                  <a:pt x="1786975" y="212486"/>
                  <a:pt x="1782713" y="200885"/>
                  <a:pt x="1782713" y="186316"/>
                </a:cubicBezTo>
                <a:cubicBezTo>
                  <a:pt x="1782713" y="169805"/>
                  <a:pt x="1787299" y="153564"/>
                  <a:pt x="1796472" y="137593"/>
                </a:cubicBezTo>
                <a:cubicBezTo>
                  <a:pt x="1805753" y="121621"/>
                  <a:pt x="1818163" y="108671"/>
                  <a:pt x="1833703" y="98743"/>
                </a:cubicBezTo>
                <a:cubicBezTo>
                  <a:pt x="1849350" y="88707"/>
                  <a:pt x="1864675" y="83688"/>
                  <a:pt x="1879675" y="83688"/>
                </a:cubicBezTo>
                <a:cubicBezTo>
                  <a:pt x="1891437" y="83688"/>
                  <a:pt x="1900233" y="86171"/>
                  <a:pt x="1906060" y="91135"/>
                </a:cubicBezTo>
                <a:cubicBezTo>
                  <a:pt x="1911888" y="95991"/>
                  <a:pt x="1914802" y="101980"/>
                  <a:pt x="1914802" y="109103"/>
                </a:cubicBezTo>
                <a:cubicBezTo>
                  <a:pt x="1914802" y="115793"/>
                  <a:pt x="1912751" y="121513"/>
                  <a:pt x="1908651" y="126261"/>
                </a:cubicBezTo>
                <a:cubicBezTo>
                  <a:pt x="1905629" y="129930"/>
                  <a:pt x="1901906" y="131765"/>
                  <a:pt x="1897481" y="131765"/>
                </a:cubicBezTo>
                <a:cubicBezTo>
                  <a:pt x="1894135" y="131765"/>
                  <a:pt x="1891330" y="130686"/>
                  <a:pt x="1889064" y="128528"/>
                </a:cubicBezTo>
                <a:cubicBezTo>
                  <a:pt x="1886905" y="126369"/>
                  <a:pt x="1885826" y="123671"/>
                  <a:pt x="1885826" y="120434"/>
                </a:cubicBezTo>
                <a:cubicBezTo>
                  <a:pt x="1885826" y="118383"/>
                  <a:pt x="1886204" y="116495"/>
                  <a:pt x="1886959" y="114768"/>
                </a:cubicBezTo>
                <a:cubicBezTo>
                  <a:pt x="1887823" y="113042"/>
                  <a:pt x="1889495" y="110991"/>
                  <a:pt x="1891977" y="108617"/>
                </a:cubicBezTo>
                <a:cubicBezTo>
                  <a:pt x="1894567" y="106135"/>
                  <a:pt x="1896132" y="104354"/>
                  <a:pt x="1896671" y="103275"/>
                </a:cubicBezTo>
                <a:cubicBezTo>
                  <a:pt x="1897211" y="102196"/>
                  <a:pt x="1897481" y="101063"/>
                  <a:pt x="1897481" y="99876"/>
                </a:cubicBezTo>
                <a:cubicBezTo>
                  <a:pt x="1897481" y="97610"/>
                  <a:pt x="1896456" y="95721"/>
                  <a:pt x="1894405" y="94210"/>
                </a:cubicBezTo>
                <a:cubicBezTo>
                  <a:pt x="1891276" y="92052"/>
                  <a:pt x="1886851" y="90973"/>
                  <a:pt x="1881132" y="90973"/>
                </a:cubicBezTo>
                <a:cubicBezTo>
                  <a:pt x="1870556" y="90973"/>
                  <a:pt x="1860088" y="94696"/>
                  <a:pt x="1849728" y="102142"/>
                </a:cubicBezTo>
                <a:cubicBezTo>
                  <a:pt x="1839368" y="109588"/>
                  <a:pt x="1830519" y="120164"/>
                  <a:pt x="1823181" y="133869"/>
                </a:cubicBezTo>
                <a:cubicBezTo>
                  <a:pt x="1814332" y="150488"/>
                  <a:pt x="1809907" y="167107"/>
                  <a:pt x="1809907" y="183726"/>
                </a:cubicBezTo>
                <a:cubicBezTo>
                  <a:pt x="1809907" y="194734"/>
                  <a:pt x="1813037" y="203475"/>
                  <a:pt x="1819296" y="209950"/>
                </a:cubicBezTo>
                <a:cubicBezTo>
                  <a:pt x="1825555" y="216317"/>
                  <a:pt x="1834081" y="219501"/>
                  <a:pt x="1844872" y="219501"/>
                </a:cubicBezTo>
                <a:cubicBezTo>
                  <a:pt x="1853181" y="219501"/>
                  <a:pt x="1861383" y="217450"/>
                  <a:pt x="1869477" y="213349"/>
                </a:cubicBezTo>
                <a:cubicBezTo>
                  <a:pt x="1877679" y="209141"/>
                  <a:pt x="1886851" y="201586"/>
                  <a:pt x="1896995" y="190687"/>
                </a:cubicBezTo>
                <a:lnTo>
                  <a:pt x="1901690" y="194896"/>
                </a:lnTo>
                <a:moveTo>
                  <a:pt x="2019533" y="0"/>
                </a:moveTo>
                <a:lnTo>
                  <a:pt x="1964173" y="192629"/>
                </a:lnTo>
                <a:cubicBezTo>
                  <a:pt x="1961475" y="202234"/>
                  <a:pt x="1960126" y="208115"/>
                  <a:pt x="1960126" y="210274"/>
                </a:cubicBezTo>
                <a:cubicBezTo>
                  <a:pt x="1960126" y="211892"/>
                  <a:pt x="1960612" y="213241"/>
                  <a:pt x="1961583" y="214321"/>
                </a:cubicBezTo>
                <a:cubicBezTo>
                  <a:pt x="1962662" y="215400"/>
                  <a:pt x="1963957" y="215939"/>
                  <a:pt x="1965468" y="215939"/>
                </a:cubicBezTo>
                <a:cubicBezTo>
                  <a:pt x="1967518" y="215939"/>
                  <a:pt x="1969730" y="215022"/>
                  <a:pt x="1972105" y="213187"/>
                </a:cubicBezTo>
                <a:cubicBezTo>
                  <a:pt x="1977717" y="208763"/>
                  <a:pt x="1983598" y="201910"/>
                  <a:pt x="1989749" y="192629"/>
                </a:cubicBezTo>
                <a:lnTo>
                  <a:pt x="1994605" y="197647"/>
                </a:lnTo>
                <a:cubicBezTo>
                  <a:pt x="1984353" y="212108"/>
                  <a:pt x="1974910" y="222198"/>
                  <a:pt x="1966277" y="227918"/>
                </a:cubicBezTo>
                <a:cubicBezTo>
                  <a:pt x="1959910" y="232019"/>
                  <a:pt x="1953867" y="234069"/>
                  <a:pt x="1948147" y="234069"/>
                </a:cubicBezTo>
                <a:cubicBezTo>
                  <a:pt x="1944047" y="234069"/>
                  <a:pt x="1940593" y="232666"/>
                  <a:pt x="1937787" y="229860"/>
                </a:cubicBezTo>
                <a:cubicBezTo>
                  <a:pt x="1935089" y="227054"/>
                  <a:pt x="1933740" y="223817"/>
                  <a:pt x="1933740" y="220148"/>
                </a:cubicBezTo>
                <a:cubicBezTo>
                  <a:pt x="1933740" y="216263"/>
                  <a:pt x="1935467" y="208277"/>
                  <a:pt x="1938920" y="196191"/>
                </a:cubicBezTo>
                <a:lnTo>
                  <a:pt x="1982788" y="44353"/>
                </a:lnTo>
                <a:cubicBezTo>
                  <a:pt x="1986350" y="31943"/>
                  <a:pt x="1988130" y="24821"/>
                  <a:pt x="1988130" y="22986"/>
                </a:cubicBezTo>
                <a:cubicBezTo>
                  <a:pt x="1988130" y="20396"/>
                  <a:pt x="1987105" y="18292"/>
                  <a:pt x="1985055" y="16673"/>
                </a:cubicBezTo>
                <a:cubicBezTo>
                  <a:pt x="1983004" y="14946"/>
                  <a:pt x="1979821" y="14083"/>
                  <a:pt x="1975504" y="14083"/>
                </a:cubicBezTo>
                <a:cubicBezTo>
                  <a:pt x="1973022" y="14083"/>
                  <a:pt x="1969245" y="14461"/>
                  <a:pt x="1964173" y="15216"/>
                </a:cubicBezTo>
                <a:lnTo>
                  <a:pt x="1964173" y="9227"/>
                </a:lnTo>
                <a:lnTo>
                  <a:pt x="2019533" y="0"/>
                </a:lnTo>
                <a:moveTo>
                  <a:pt x="2166515" y="134355"/>
                </a:moveTo>
                <a:cubicBezTo>
                  <a:pt x="2166515" y="150542"/>
                  <a:pt x="2162198" y="166568"/>
                  <a:pt x="2153565" y="182431"/>
                </a:cubicBezTo>
                <a:cubicBezTo>
                  <a:pt x="2145040" y="198295"/>
                  <a:pt x="2133115" y="210867"/>
                  <a:pt x="2117791" y="220148"/>
                </a:cubicBezTo>
                <a:cubicBezTo>
                  <a:pt x="2102467" y="229429"/>
                  <a:pt x="2087574" y="234069"/>
                  <a:pt x="2073114" y="234069"/>
                </a:cubicBezTo>
                <a:cubicBezTo>
                  <a:pt x="2058329" y="234069"/>
                  <a:pt x="2046243" y="229375"/>
                  <a:pt x="2036854" y="219986"/>
                </a:cubicBezTo>
                <a:cubicBezTo>
                  <a:pt x="2027573" y="210489"/>
                  <a:pt x="2022933" y="198241"/>
                  <a:pt x="2022933" y="183241"/>
                </a:cubicBezTo>
                <a:cubicBezTo>
                  <a:pt x="2022933" y="167377"/>
                  <a:pt x="2027465" y="151460"/>
                  <a:pt x="2036530" y="135488"/>
                </a:cubicBezTo>
                <a:cubicBezTo>
                  <a:pt x="2045703" y="119517"/>
                  <a:pt x="2057898" y="106890"/>
                  <a:pt x="2073114" y="97610"/>
                </a:cubicBezTo>
                <a:cubicBezTo>
                  <a:pt x="2088438" y="88329"/>
                  <a:pt x="2103222" y="83688"/>
                  <a:pt x="2117467" y="83688"/>
                </a:cubicBezTo>
                <a:cubicBezTo>
                  <a:pt x="2131712" y="83688"/>
                  <a:pt x="2143421" y="88383"/>
                  <a:pt x="2152593" y="97772"/>
                </a:cubicBezTo>
                <a:cubicBezTo>
                  <a:pt x="2161874" y="107160"/>
                  <a:pt x="2166515" y="119355"/>
                  <a:pt x="2166515" y="134355"/>
                </a:cubicBezTo>
                <a:moveTo>
                  <a:pt x="2139644" y="123186"/>
                </a:moveTo>
                <a:cubicBezTo>
                  <a:pt x="2139644" y="113150"/>
                  <a:pt x="2137162" y="105488"/>
                  <a:pt x="2132197" y="100200"/>
                </a:cubicBezTo>
                <a:cubicBezTo>
                  <a:pt x="2127342" y="94804"/>
                  <a:pt x="2121028" y="92106"/>
                  <a:pt x="2113259" y="92106"/>
                </a:cubicBezTo>
                <a:cubicBezTo>
                  <a:pt x="2097395" y="92106"/>
                  <a:pt x="2082772" y="103491"/>
                  <a:pt x="2069391" y="126261"/>
                </a:cubicBezTo>
                <a:cubicBezTo>
                  <a:pt x="2056117" y="148924"/>
                  <a:pt x="2049480" y="171478"/>
                  <a:pt x="2049480" y="193925"/>
                </a:cubicBezTo>
                <a:cubicBezTo>
                  <a:pt x="2049480" y="204176"/>
                  <a:pt x="2052070" y="212108"/>
                  <a:pt x="2057250" y="217720"/>
                </a:cubicBezTo>
                <a:cubicBezTo>
                  <a:pt x="2062430" y="223223"/>
                  <a:pt x="2068959" y="225975"/>
                  <a:pt x="2076837" y="225975"/>
                </a:cubicBezTo>
                <a:cubicBezTo>
                  <a:pt x="2092053" y="225975"/>
                  <a:pt x="2106298" y="214698"/>
                  <a:pt x="2119571" y="192144"/>
                </a:cubicBezTo>
                <a:cubicBezTo>
                  <a:pt x="2132953" y="169482"/>
                  <a:pt x="2139644" y="146495"/>
                  <a:pt x="2139644" y="123186"/>
                </a:cubicBezTo>
                <a:moveTo>
                  <a:pt x="2299251" y="83688"/>
                </a:moveTo>
                <a:lnTo>
                  <a:pt x="2289377" y="133384"/>
                </a:lnTo>
                <a:lnTo>
                  <a:pt x="2283387" y="133384"/>
                </a:lnTo>
                <a:cubicBezTo>
                  <a:pt x="2282848" y="118923"/>
                  <a:pt x="2279772" y="108401"/>
                  <a:pt x="2274160" y="101819"/>
                </a:cubicBezTo>
                <a:cubicBezTo>
                  <a:pt x="2268549" y="95235"/>
                  <a:pt x="2261589" y="91944"/>
                  <a:pt x="2253279" y="91944"/>
                </a:cubicBezTo>
                <a:cubicBezTo>
                  <a:pt x="2246588" y="91944"/>
                  <a:pt x="2241246" y="93779"/>
                  <a:pt x="2237253" y="97448"/>
                </a:cubicBezTo>
                <a:cubicBezTo>
                  <a:pt x="2233368" y="101117"/>
                  <a:pt x="2231426" y="105542"/>
                  <a:pt x="2231426" y="110721"/>
                </a:cubicBezTo>
                <a:cubicBezTo>
                  <a:pt x="2231426" y="114283"/>
                  <a:pt x="2232181" y="117682"/>
                  <a:pt x="2233692" y="120919"/>
                </a:cubicBezTo>
                <a:cubicBezTo>
                  <a:pt x="2235311" y="124157"/>
                  <a:pt x="2238764" y="128689"/>
                  <a:pt x="2244052" y="134517"/>
                </a:cubicBezTo>
                <a:cubicBezTo>
                  <a:pt x="2258081" y="149841"/>
                  <a:pt x="2267146" y="161388"/>
                  <a:pt x="2271247" y="169158"/>
                </a:cubicBezTo>
                <a:cubicBezTo>
                  <a:pt x="2275348" y="176928"/>
                  <a:pt x="2277398" y="184266"/>
                  <a:pt x="2277398" y="191172"/>
                </a:cubicBezTo>
                <a:cubicBezTo>
                  <a:pt x="2277398" y="202396"/>
                  <a:pt x="2272704" y="212378"/>
                  <a:pt x="2263315" y="221119"/>
                </a:cubicBezTo>
                <a:cubicBezTo>
                  <a:pt x="2254034" y="229752"/>
                  <a:pt x="2242271" y="234069"/>
                  <a:pt x="2228027" y="234069"/>
                </a:cubicBezTo>
                <a:cubicBezTo>
                  <a:pt x="2220257" y="234069"/>
                  <a:pt x="2211300" y="232234"/>
                  <a:pt x="2201156" y="228565"/>
                </a:cubicBezTo>
                <a:cubicBezTo>
                  <a:pt x="2197594" y="227270"/>
                  <a:pt x="2194843" y="226623"/>
                  <a:pt x="2192900" y="226623"/>
                </a:cubicBezTo>
                <a:cubicBezTo>
                  <a:pt x="2188044" y="226623"/>
                  <a:pt x="2184375" y="229105"/>
                  <a:pt x="2181893" y="234069"/>
                </a:cubicBezTo>
                <a:lnTo>
                  <a:pt x="2175903" y="234069"/>
                </a:lnTo>
                <a:lnTo>
                  <a:pt x="2185778" y="181622"/>
                </a:lnTo>
                <a:lnTo>
                  <a:pt x="2191767" y="181622"/>
                </a:lnTo>
                <a:cubicBezTo>
                  <a:pt x="2192414" y="198025"/>
                  <a:pt x="2195814" y="209626"/>
                  <a:pt x="2201965" y="216425"/>
                </a:cubicBezTo>
                <a:cubicBezTo>
                  <a:pt x="2208116" y="223223"/>
                  <a:pt x="2216534" y="226623"/>
                  <a:pt x="2227217" y="226623"/>
                </a:cubicBezTo>
                <a:cubicBezTo>
                  <a:pt x="2235419" y="226623"/>
                  <a:pt x="2241894" y="224356"/>
                  <a:pt x="2246642" y="219824"/>
                </a:cubicBezTo>
                <a:cubicBezTo>
                  <a:pt x="2251498" y="215184"/>
                  <a:pt x="2253926" y="209518"/>
                  <a:pt x="2253926" y="202827"/>
                </a:cubicBezTo>
                <a:cubicBezTo>
                  <a:pt x="2253926" y="198511"/>
                  <a:pt x="2253063" y="194518"/>
                  <a:pt x="2251336" y="190849"/>
                </a:cubicBezTo>
                <a:cubicBezTo>
                  <a:pt x="2248315" y="184374"/>
                  <a:pt x="2241948" y="175417"/>
                  <a:pt x="2232235" y="163978"/>
                </a:cubicBezTo>
                <a:cubicBezTo>
                  <a:pt x="2222631" y="152539"/>
                  <a:pt x="2216426" y="143959"/>
                  <a:pt x="2213620" y="138240"/>
                </a:cubicBezTo>
                <a:cubicBezTo>
                  <a:pt x="2210922" y="132520"/>
                  <a:pt x="2209573" y="126801"/>
                  <a:pt x="2209573" y="121081"/>
                </a:cubicBezTo>
                <a:cubicBezTo>
                  <a:pt x="2209573" y="110613"/>
                  <a:pt x="2213350" y="101764"/>
                  <a:pt x="2220904" y="94534"/>
                </a:cubicBezTo>
                <a:cubicBezTo>
                  <a:pt x="2228566" y="87304"/>
                  <a:pt x="2238386" y="83688"/>
                  <a:pt x="2250365" y="83688"/>
                </a:cubicBezTo>
                <a:cubicBezTo>
                  <a:pt x="2253819" y="83688"/>
                  <a:pt x="2256948" y="83958"/>
                  <a:pt x="2259754" y="84498"/>
                </a:cubicBezTo>
                <a:cubicBezTo>
                  <a:pt x="2261264" y="84822"/>
                  <a:pt x="2264772" y="86063"/>
                  <a:pt x="2270275" y="88221"/>
                </a:cubicBezTo>
                <a:cubicBezTo>
                  <a:pt x="2275887" y="90272"/>
                  <a:pt x="2279611" y="91297"/>
                  <a:pt x="2281445" y="91297"/>
                </a:cubicBezTo>
                <a:cubicBezTo>
                  <a:pt x="2286085" y="91297"/>
                  <a:pt x="2289970" y="88761"/>
                  <a:pt x="2293100" y="83688"/>
                </a:cubicBezTo>
                <a:lnTo>
                  <a:pt x="2299251" y="83688"/>
                </a:lnTo>
                <a:moveTo>
                  <a:pt x="2347651" y="169158"/>
                </a:moveTo>
                <a:cubicBezTo>
                  <a:pt x="2346896" y="174553"/>
                  <a:pt x="2346518" y="179032"/>
                  <a:pt x="2346518" y="182593"/>
                </a:cubicBezTo>
                <a:cubicBezTo>
                  <a:pt x="2346518" y="192198"/>
                  <a:pt x="2349917" y="200399"/>
                  <a:pt x="2356716" y="207198"/>
                </a:cubicBezTo>
                <a:cubicBezTo>
                  <a:pt x="2363515" y="213889"/>
                  <a:pt x="2371771" y="217234"/>
                  <a:pt x="2381483" y="217234"/>
                </a:cubicBezTo>
                <a:cubicBezTo>
                  <a:pt x="2389253" y="217234"/>
                  <a:pt x="2396699" y="215670"/>
                  <a:pt x="2403821" y="212540"/>
                </a:cubicBezTo>
                <a:cubicBezTo>
                  <a:pt x="2411051" y="209302"/>
                  <a:pt x="2421736" y="202234"/>
                  <a:pt x="2435872" y="191335"/>
                </a:cubicBezTo>
                <a:lnTo>
                  <a:pt x="2439272" y="196029"/>
                </a:lnTo>
                <a:cubicBezTo>
                  <a:pt x="2413696" y="221389"/>
                  <a:pt x="2389307" y="234069"/>
                  <a:pt x="2366105" y="234069"/>
                </a:cubicBezTo>
                <a:cubicBezTo>
                  <a:pt x="2350349" y="234069"/>
                  <a:pt x="2338478" y="229105"/>
                  <a:pt x="2330492" y="219177"/>
                </a:cubicBezTo>
                <a:cubicBezTo>
                  <a:pt x="2322507" y="209248"/>
                  <a:pt x="2318514" y="198295"/>
                  <a:pt x="2318514" y="186316"/>
                </a:cubicBezTo>
                <a:cubicBezTo>
                  <a:pt x="2318514" y="170237"/>
                  <a:pt x="2323478" y="153780"/>
                  <a:pt x="2333406" y="136945"/>
                </a:cubicBezTo>
                <a:cubicBezTo>
                  <a:pt x="2343335" y="120110"/>
                  <a:pt x="2355799" y="107052"/>
                  <a:pt x="2370799" y="97772"/>
                </a:cubicBezTo>
                <a:cubicBezTo>
                  <a:pt x="2385800" y="88383"/>
                  <a:pt x="2401231" y="83688"/>
                  <a:pt x="2417095" y="83688"/>
                </a:cubicBezTo>
                <a:cubicBezTo>
                  <a:pt x="2428534" y="83688"/>
                  <a:pt x="2437005" y="86009"/>
                  <a:pt x="2442509" y="90649"/>
                </a:cubicBezTo>
                <a:cubicBezTo>
                  <a:pt x="2448012" y="95290"/>
                  <a:pt x="2450765" y="100793"/>
                  <a:pt x="2450765" y="107160"/>
                </a:cubicBezTo>
                <a:cubicBezTo>
                  <a:pt x="2450765" y="116117"/>
                  <a:pt x="2447203" y="124697"/>
                  <a:pt x="2440081" y="132898"/>
                </a:cubicBezTo>
                <a:cubicBezTo>
                  <a:pt x="2430692" y="143582"/>
                  <a:pt x="2416879" y="152215"/>
                  <a:pt x="2398642" y="158798"/>
                </a:cubicBezTo>
                <a:cubicBezTo>
                  <a:pt x="2386555" y="163222"/>
                  <a:pt x="2369558" y="166676"/>
                  <a:pt x="2347651" y="169158"/>
                </a:cubicBezTo>
                <a:moveTo>
                  <a:pt x="2348784" y="161226"/>
                </a:moveTo>
                <a:cubicBezTo>
                  <a:pt x="2364756" y="159391"/>
                  <a:pt x="2377760" y="156262"/>
                  <a:pt x="2387796" y="151837"/>
                </a:cubicBezTo>
                <a:cubicBezTo>
                  <a:pt x="2401069" y="145902"/>
                  <a:pt x="2410998" y="138834"/>
                  <a:pt x="2417580" y="130632"/>
                </a:cubicBezTo>
                <a:cubicBezTo>
                  <a:pt x="2424271" y="122322"/>
                  <a:pt x="2427616" y="114444"/>
                  <a:pt x="2427616" y="106998"/>
                </a:cubicBezTo>
                <a:cubicBezTo>
                  <a:pt x="2427616" y="102466"/>
                  <a:pt x="2426160" y="98797"/>
                  <a:pt x="2423246" y="95991"/>
                </a:cubicBezTo>
                <a:cubicBezTo>
                  <a:pt x="2420440" y="93185"/>
                  <a:pt x="2416394" y="91782"/>
                  <a:pt x="2411106" y="91782"/>
                </a:cubicBezTo>
                <a:cubicBezTo>
                  <a:pt x="2400098" y="91782"/>
                  <a:pt x="2388389" y="97664"/>
                  <a:pt x="2375979" y="109426"/>
                </a:cubicBezTo>
                <a:cubicBezTo>
                  <a:pt x="2363677" y="121081"/>
                  <a:pt x="2354612" y="138348"/>
                  <a:pt x="2348784" y="16122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9">
            <a:extLst xmlns:a="http://schemas.openxmlformats.org/drawingml/2006/main">
              <a:ext uri="{FF2B5EF4-FFF2-40B4-BE49-F238E27FC236}">
                <a16:creationId xmlns:a16="http://schemas.microsoft.com/office/drawing/2014/main" id="{A39211CB-3904-48E6-A4FB-4E15CEFF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830" y="272492"/>
            <a:ext cx="1166946" cy="593860"/>
          </a:xfrm>
          <a:custGeom xmlns:a="http://schemas.openxmlformats.org/drawingml/2006/main">
            <a:pathLst>
              <a:path w="1166946" h="593860">
                <a:moveTo>
                  <a:pt x="129013" y="10684"/>
                </a:moveTo>
                <a:lnTo>
                  <a:pt x="188582" y="10684"/>
                </a:lnTo>
                <a:lnTo>
                  <a:pt x="322776" y="175309"/>
                </a:lnTo>
                <a:lnTo>
                  <a:pt x="322776" y="48724"/>
                </a:lnTo>
                <a:cubicBezTo>
                  <a:pt x="322776" y="35234"/>
                  <a:pt x="321265" y="26817"/>
                  <a:pt x="318243" y="23472"/>
                </a:cubicBezTo>
                <a:cubicBezTo>
                  <a:pt x="314250" y="18939"/>
                  <a:pt x="307937" y="16673"/>
                  <a:pt x="299304" y="16673"/>
                </a:cubicBezTo>
                <a:lnTo>
                  <a:pt x="291696" y="16673"/>
                </a:lnTo>
                <a:lnTo>
                  <a:pt x="291696" y="10684"/>
                </a:lnTo>
                <a:lnTo>
                  <a:pt x="368100" y="10684"/>
                </a:lnTo>
                <a:lnTo>
                  <a:pt x="368100" y="16673"/>
                </a:lnTo>
                <a:lnTo>
                  <a:pt x="360330" y="16673"/>
                </a:lnTo>
                <a:cubicBezTo>
                  <a:pt x="351050" y="16673"/>
                  <a:pt x="344467" y="19479"/>
                  <a:pt x="340581" y="25090"/>
                </a:cubicBezTo>
                <a:cubicBezTo>
                  <a:pt x="338207" y="28544"/>
                  <a:pt x="337021" y="36422"/>
                  <a:pt x="337021" y="48724"/>
                </a:cubicBezTo>
                <a:lnTo>
                  <a:pt x="337021" y="233745"/>
                </a:lnTo>
                <a:lnTo>
                  <a:pt x="331193" y="233745"/>
                </a:lnTo>
                <a:lnTo>
                  <a:pt x="186478" y="56979"/>
                </a:lnTo>
                <a:lnTo>
                  <a:pt x="186478" y="192144"/>
                </a:lnTo>
                <a:cubicBezTo>
                  <a:pt x="186478" y="205633"/>
                  <a:pt x="187935" y="214051"/>
                  <a:pt x="190849" y="217396"/>
                </a:cubicBezTo>
                <a:cubicBezTo>
                  <a:pt x="194949" y="221929"/>
                  <a:pt x="201263" y="224195"/>
                  <a:pt x="209788" y="224195"/>
                </a:cubicBezTo>
                <a:lnTo>
                  <a:pt x="217558" y="224195"/>
                </a:lnTo>
                <a:lnTo>
                  <a:pt x="217558" y="230184"/>
                </a:lnTo>
                <a:lnTo>
                  <a:pt x="141153" y="230184"/>
                </a:lnTo>
                <a:lnTo>
                  <a:pt x="141153" y="224195"/>
                </a:lnTo>
                <a:lnTo>
                  <a:pt x="148762" y="224195"/>
                </a:lnTo>
                <a:cubicBezTo>
                  <a:pt x="158150" y="224195"/>
                  <a:pt x="164787" y="221389"/>
                  <a:pt x="168672" y="215777"/>
                </a:cubicBezTo>
                <a:cubicBezTo>
                  <a:pt x="171046" y="212324"/>
                  <a:pt x="172233" y="204446"/>
                  <a:pt x="172233" y="192144"/>
                </a:cubicBezTo>
                <a:lnTo>
                  <a:pt x="172233" y="39497"/>
                </a:lnTo>
                <a:cubicBezTo>
                  <a:pt x="165866" y="32051"/>
                  <a:pt x="161010" y="27141"/>
                  <a:pt x="157664" y="24767"/>
                </a:cubicBezTo>
                <a:cubicBezTo>
                  <a:pt x="154427" y="22393"/>
                  <a:pt x="149625" y="20180"/>
                  <a:pt x="143258" y="18130"/>
                </a:cubicBezTo>
                <a:cubicBezTo>
                  <a:pt x="140128" y="17159"/>
                  <a:pt x="135380" y="16673"/>
                  <a:pt x="129013" y="16673"/>
                </a:cubicBezTo>
                <a:lnTo>
                  <a:pt x="129013" y="10684"/>
                </a:lnTo>
                <a:moveTo>
                  <a:pt x="408244" y="137754"/>
                </a:moveTo>
                <a:cubicBezTo>
                  <a:pt x="408137" y="159769"/>
                  <a:pt x="413478" y="177036"/>
                  <a:pt x="424270" y="189554"/>
                </a:cubicBezTo>
                <a:cubicBezTo>
                  <a:pt x="435062" y="202072"/>
                  <a:pt x="447742" y="208331"/>
                  <a:pt x="462310" y="208331"/>
                </a:cubicBezTo>
                <a:cubicBezTo>
                  <a:pt x="472023" y="208331"/>
                  <a:pt x="480440" y="205687"/>
                  <a:pt x="487563" y="200399"/>
                </a:cubicBezTo>
                <a:cubicBezTo>
                  <a:pt x="494793" y="195004"/>
                  <a:pt x="500837" y="185831"/>
                  <a:pt x="505693" y="172881"/>
                </a:cubicBezTo>
                <a:lnTo>
                  <a:pt x="510711" y="176118"/>
                </a:lnTo>
                <a:cubicBezTo>
                  <a:pt x="508444" y="190903"/>
                  <a:pt x="501862" y="204392"/>
                  <a:pt x="490962" y="216587"/>
                </a:cubicBezTo>
                <a:cubicBezTo>
                  <a:pt x="480063" y="228673"/>
                  <a:pt x="466411" y="234717"/>
                  <a:pt x="450008" y="234717"/>
                </a:cubicBezTo>
                <a:cubicBezTo>
                  <a:pt x="432202" y="234717"/>
                  <a:pt x="416932" y="227810"/>
                  <a:pt x="404198" y="213997"/>
                </a:cubicBezTo>
                <a:cubicBezTo>
                  <a:pt x="391572" y="200076"/>
                  <a:pt x="385259" y="181406"/>
                  <a:pt x="385259" y="157988"/>
                </a:cubicBezTo>
                <a:cubicBezTo>
                  <a:pt x="385259" y="132628"/>
                  <a:pt x="391733" y="112880"/>
                  <a:pt x="404684" y="98743"/>
                </a:cubicBezTo>
                <a:cubicBezTo>
                  <a:pt x="417741" y="84498"/>
                  <a:pt x="434091" y="77376"/>
                  <a:pt x="453731" y="77376"/>
                </a:cubicBezTo>
                <a:cubicBezTo>
                  <a:pt x="470350" y="77376"/>
                  <a:pt x="484001" y="82879"/>
                  <a:pt x="494685" y="93887"/>
                </a:cubicBezTo>
                <a:cubicBezTo>
                  <a:pt x="505369" y="104786"/>
                  <a:pt x="510711" y="119409"/>
                  <a:pt x="510711" y="137754"/>
                </a:cubicBezTo>
                <a:lnTo>
                  <a:pt x="408244" y="137754"/>
                </a:lnTo>
                <a:moveTo>
                  <a:pt x="408244" y="128366"/>
                </a:moveTo>
                <a:lnTo>
                  <a:pt x="476879" y="128366"/>
                </a:lnTo>
                <a:cubicBezTo>
                  <a:pt x="476339" y="118869"/>
                  <a:pt x="475206" y="112178"/>
                  <a:pt x="473480" y="108293"/>
                </a:cubicBezTo>
                <a:cubicBezTo>
                  <a:pt x="470782" y="102250"/>
                  <a:pt x="466735" y="97502"/>
                  <a:pt x="461339" y="94048"/>
                </a:cubicBezTo>
                <a:cubicBezTo>
                  <a:pt x="456052" y="90595"/>
                  <a:pt x="450494" y="88868"/>
                  <a:pt x="444666" y="88868"/>
                </a:cubicBezTo>
                <a:cubicBezTo>
                  <a:pt x="435709" y="88868"/>
                  <a:pt x="427669" y="92376"/>
                  <a:pt x="420547" y="99390"/>
                </a:cubicBezTo>
                <a:cubicBezTo>
                  <a:pt x="413533" y="106297"/>
                  <a:pt x="409432" y="115955"/>
                  <a:pt x="408244" y="128366"/>
                </a:cubicBezTo>
                <a:moveTo>
                  <a:pt x="660605" y="81908"/>
                </a:moveTo>
                <a:lnTo>
                  <a:pt x="660605" y="171748"/>
                </a:lnTo>
                <a:cubicBezTo>
                  <a:pt x="660605" y="188906"/>
                  <a:pt x="660983" y="199428"/>
                  <a:pt x="661738" y="203313"/>
                </a:cubicBezTo>
                <a:cubicBezTo>
                  <a:pt x="662602" y="207090"/>
                  <a:pt x="663897" y="209734"/>
                  <a:pt x="665624" y="211245"/>
                </a:cubicBezTo>
                <a:cubicBezTo>
                  <a:pt x="667458" y="212756"/>
                  <a:pt x="669563" y="213511"/>
                  <a:pt x="671936" y="213511"/>
                </a:cubicBezTo>
                <a:cubicBezTo>
                  <a:pt x="675282" y="213511"/>
                  <a:pt x="679059" y="212594"/>
                  <a:pt x="683267" y="210759"/>
                </a:cubicBezTo>
                <a:lnTo>
                  <a:pt x="685534" y="216425"/>
                </a:lnTo>
                <a:lnTo>
                  <a:pt x="641180" y="234717"/>
                </a:lnTo>
                <a:lnTo>
                  <a:pt x="633896" y="234717"/>
                </a:lnTo>
                <a:lnTo>
                  <a:pt x="633896" y="203313"/>
                </a:lnTo>
                <a:cubicBezTo>
                  <a:pt x="621162" y="217126"/>
                  <a:pt x="611450" y="225813"/>
                  <a:pt x="604759" y="229375"/>
                </a:cubicBezTo>
                <a:cubicBezTo>
                  <a:pt x="598068" y="232936"/>
                  <a:pt x="591000" y="234717"/>
                  <a:pt x="583554" y="234717"/>
                </a:cubicBezTo>
                <a:cubicBezTo>
                  <a:pt x="575244" y="234717"/>
                  <a:pt x="568014" y="232342"/>
                  <a:pt x="561863" y="227594"/>
                </a:cubicBezTo>
                <a:cubicBezTo>
                  <a:pt x="555819" y="222738"/>
                  <a:pt x="551611" y="216533"/>
                  <a:pt x="549236" y="208979"/>
                </a:cubicBezTo>
                <a:cubicBezTo>
                  <a:pt x="546862" y="201425"/>
                  <a:pt x="545676" y="190741"/>
                  <a:pt x="545676" y="176928"/>
                </a:cubicBezTo>
                <a:lnTo>
                  <a:pt x="545676" y="110721"/>
                </a:lnTo>
                <a:cubicBezTo>
                  <a:pt x="545676" y="103707"/>
                  <a:pt x="544920" y="98851"/>
                  <a:pt x="543409" y="96153"/>
                </a:cubicBezTo>
                <a:cubicBezTo>
                  <a:pt x="541898" y="93455"/>
                  <a:pt x="539632" y="91405"/>
                  <a:pt x="536611" y="90002"/>
                </a:cubicBezTo>
                <a:cubicBezTo>
                  <a:pt x="533697" y="88491"/>
                  <a:pt x="528355" y="87789"/>
                  <a:pt x="520585" y="87897"/>
                </a:cubicBezTo>
                <a:lnTo>
                  <a:pt x="520585" y="81908"/>
                </a:lnTo>
                <a:lnTo>
                  <a:pt x="572546" y="81908"/>
                </a:lnTo>
                <a:lnTo>
                  <a:pt x="572546" y="181137"/>
                </a:lnTo>
                <a:cubicBezTo>
                  <a:pt x="572546" y="194950"/>
                  <a:pt x="574921" y="204015"/>
                  <a:pt x="579669" y="208331"/>
                </a:cubicBezTo>
                <a:cubicBezTo>
                  <a:pt x="584525" y="212648"/>
                  <a:pt x="590352" y="214806"/>
                  <a:pt x="597151" y="214806"/>
                </a:cubicBezTo>
                <a:cubicBezTo>
                  <a:pt x="601791" y="214806"/>
                  <a:pt x="607026" y="213349"/>
                  <a:pt x="612853" y="210435"/>
                </a:cubicBezTo>
                <a:cubicBezTo>
                  <a:pt x="618788" y="207522"/>
                  <a:pt x="625803" y="201964"/>
                  <a:pt x="633896" y="193763"/>
                </a:cubicBezTo>
                <a:lnTo>
                  <a:pt x="633896" y="109750"/>
                </a:lnTo>
                <a:cubicBezTo>
                  <a:pt x="633896" y="101333"/>
                  <a:pt x="632332" y="95667"/>
                  <a:pt x="629202" y="92754"/>
                </a:cubicBezTo>
                <a:cubicBezTo>
                  <a:pt x="626180" y="89732"/>
                  <a:pt x="619813" y="88113"/>
                  <a:pt x="610101" y="87897"/>
                </a:cubicBezTo>
                <a:lnTo>
                  <a:pt x="610101" y="81908"/>
                </a:lnTo>
                <a:lnTo>
                  <a:pt x="660605" y="81908"/>
                </a:lnTo>
                <a:moveTo>
                  <a:pt x="739762" y="77537"/>
                </a:moveTo>
                <a:lnTo>
                  <a:pt x="739762" y="110883"/>
                </a:lnTo>
                <a:cubicBezTo>
                  <a:pt x="752172" y="88653"/>
                  <a:pt x="764906" y="77537"/>
                  <a:pt x="777964" y="77537"/>
                </a:cubicBezTo>
                <a:cubicBezTo>
                  <a:pt x="783899" y="77537"/>
                  <a:pt x="788809" y="79372"/>
                  <a:pt x="792694" y="83041"/>
                </a:cubicBezTo>
                <a:cubicBezTo>
                  <a:pt x="796579" y="86602"/>
                  <a:pt x="798522" y="90757"/>
                  <a:pt x="798522" y="95505"/>
                </a:cubicBezTo>
                <a:cubicBezTo>
                  <a:pt x="798522" y="99714"/>
                  <a:pt x="797119" y="103275"/>
                  <a:pt x="794313" y="106189"/>
                </a:cubicBezTo>
                <a:cubicBezTo>
                  <a:pt x="791507" y="109103"/>
                  <a:pt x="788162" y="110560"/>
                  <a:pt x="784277" y="110560"/>
                </a:cubicBezTo>
                <a:cubicBezTo>
                  <a:pt x="780500" y="110560"/>
                  <a:pt x="776237" y="108725"/>
                  <a:pt x="771489" y="105056"/>
                </a:cubicBezTo>
                <a:cubicBezTo>
                  <a:pt x="766849" y="101279"/>
                  <a:pt x="763395" y="99390"/>
                  <a:pt x="761129" y="99390"/>
                </a:cubicBezTo>
                <a:cubicBezTo>
                  <a:pt x="759186" y="99390"/>
                  <a:pt x="757082" y="100470"/>
                  <a:pt x="754816" y="102628"/>
                </a:cubicBezTo>
                <a:cubicBezTo>
                  <a:pt x="749960" y="107052"/>
                  <a:pt x="744942" y="114337"/>
                  <a:pt x="739762" y="124481"/>
                </a:cubicBezTo>
                <a:lnTo>
                  <a:pt x="739762" y="195543"/>
                </a:lnTo>
                <a:cubicBezTo>
                  <a:pt x="739762" y="203745"/>
                  <a:pt x="740787" y="209950"/>
                  <a:pt x="742837" y="214158"/>
                </a:cubicBezTo>
                <a:cubicBezTo>
                  <a:pt x="744240" y="217072"/>
                  <a:pt x="746722" y="219501"/>
                  <a:pt x="750284" y="221443"/>
                </a:cubicBezTo>
                <a:cubicBezTo>
                  <a:pt x="753844" y="223385"/>
                  <a:pt x="758971" y="224357"/>
                  <a:pt x="765662" y="224357"/>
                </a:cubicBezTo>
                <a:lnTo>
                  <a:pt x="765662" y="230184"/>
                </a:lnTo>
                <a:lnTo>
                  <a:pt x="689743" y="230184"/>
                </a:lnTo>
                <a:lnTo>
                  <a:pt x="689743" y="224357"/>
                </a:lnTo>
                <a:cubicBezTo>
                  <a:pt x="697297" y="224357"/>
                  <a:pt x="702908" y="223170"/>
                  <a:pt x="706578" y="220795"/>
                </a:cubicBezTo>
                <a:cubicBezTo>
                  <a:pt x="709275" y="219069"/>
                  <a:pt x="711164" y="216317"/>
                  <a:pt x="712243" y="212540"/>
                </a:cubicBezTo>
                <a:cubicBezTo>
                  <a:pt x="712783" y="210705"/>
                  <a:pt x="713052" y="205472"/>
                  <a:pt x="713052" y="196838"/>
                </a:cubicBezTo>
                <a:lnTo>
                  <a:pt x="713052" y="139373"/>
                </a:lnTo>
                <a:cubicBezTo>
                  <a:pt x="713052" y="122107"/>
                  <a:pt x="712675" y="111854"/>
                  <a:pt x="711919" y="108617"/>
                </a:cubicBezTo>
                <a:cubicBezTo>
                  <a:pt x="711272" y="105272"/>
                  <a:pt x="709977" y="102844"/>
                  <a:pt x="708034" y="101333"/>
                </a:cubicBezTo>
                <a:cubicBezTo>
                  <a:pt x="706200" y="99822"/>
                  <a:pt x="703880" y="99066"/>
                  <a:pt x="701074" y="99066"/>
                </a:cubicBezTo>
                <a:cubicBezTo>
                  <a:pt x="697728" y="99066"/>
                  <a:pt x="693952" y="99876"/>
                  <a:pt x="689743" y="101495"/>
                </a:cubicBezTo>
                <a:lnTo>
                  <a:pt x="688124" y="95667"/>
                </a:lnTo>
                <a:lnTo>
                  <a:pt x="732963" y="77537"/>
                </a:lnTo>
                <a:lnTo>
                  <a:pt x="739762" y="77537"/>
                </a:lnTo>
                <a:moveTo>
                  <a:pt x="890789" y="208817"/>
                </a:moveTo>
                <a:cubicBezTo>
                  <a:pt x="875573" y="220580"/>
                  <a:pt x="866023" y="227378"/>
                  <a:pt x="862138" y="229213"/>
                </a:cubicBezTo>
                <a:cubicBezTo>
                  <a:pt x="856310" y="231911"/>
                  <a:pt x="850106" y="233260"/>
                  <a:pt x="843522" y="233260"/>
                </a:cubicBezTo>
                <a:cubicBezTo>
                  <a:pt x="833270" y="233260"/>
                  <a:pt x="824799" y="229752"/>
                  <a:pt x="818108" y="222738"/>
                </a:cubicBezTo>
                <a:cubicBezTo>
                  <a:pt x="811525" y="215723"/>
                  <a:pt x="808234" y="206497"/>
                  <a:pt x="808234" y="195058"/>
                </a:cubicBezTo>
                <a:cubicBezTo>
                  <a:pt x="808234" y="187827"/>
                  <a:pt x="809853" y="181568"/>
                  <a:pt x="813090" y="176280"/>
                </a:cubicBezTo>
                <a:cubicBezTo>
                  <a:pt x="817515" y="168942"/>
                  <a:pt x="825177" y="162035"/>
                  <a:pt x="836077" y="155561"/>
                </a:cubicBezTo>
                <a:cubicBezTo>
                  <a:pt x="847084" y="149085"/>
                  <a:pt x="865322" y="141208"/>
                  <a:pt x="890789" y="131927"/>
                </a:cubicBezTo>
                <a:lnTo>
                  <a:pt x="890789" y="126099"/>
                </a:lnTo>
                <a:cubicBezTo>
                  <a:pt x="890789" y="111315"/>
                  <a:pt x="888415" y="101171"/>
                  <a:pt x="883667" y="95667"/>
                </a:cubicBezTo>
                <a:cubicBezTo>
                  <a:pt x="879027" y="90164"/>
                  <a:pt x="872228" y="87412"/>
                  <a:pt x="863271" y="87412"/>
                </a:cubicBezTo>
                <a:cubicBezTo>
                  <a:pt x="856473" y="87412"/>
                  <a:pt x="851077" y="89246"/>
                  <a:pt x="847084" y="92915"/>
                </a:cubicBezTo>
                <a:cubicBezTo>
                  <a:pt x="842983" y="96584"/>
                  <a:pt x="840932" y="100793"/>
                  <a:pt x="840932" y="105542"/>
                </a:cubicBezTo>
                <a:lnTo>
                  <a:pt x="841256" y="114930"/>
                </a:lnTo>
                <a:cubicBezTo>
                  <a:pt x="841256" y="119894"/>
                  <a:pt x="839961" y="123725"/>
                  <a:pt x="837371" y="126423"/>
                </a:cubicBezTo>
                <a:cubicBezTo>
                  <a:pt x="834889" y="129121"/>
                  <a:pt x="831598" y="130470"/>
                  <a:pt x="827497" y="130470"/>
                </a:cubicBezTo>
                <a:cubicBezTo>
                  <a:pt x="823504" y="130470"/>
                  <a:pt x="820213" y="129067"/>
                  <a:pt x="817623" y="126261"/>
                </a:cubicBezTo>
                <a:cubicBezTo>
                  <a:pt x="815141" y="123456"/>
                  <a:pt x="813900" y="119624"/>
                  <a:pt x="813900" y="114768"/>
                </a:cubicBezTo>
                <a:cubicBezTo>
                  <a:pt x="813900" y="105488"/>
                  <a:pt x="818648" y="96962"/>
                  <a:pt x="828145" y="89192"/>
                </a:cubicBezTo>
                <a:cubicBezTo>
                  <a:pt x="837641" y="81422"/>
                  <a:pt x="850969" y="77537"/>
                  <a:pt x="868127" y="77537"/>
                </a:cubicBezTo>
                <a:cubicBezTo>
                  <a:pt x="881293" y="77537"/>
                  <a:pt x="892084" y="79750"/>
                  <a:pt x="900502" y="84174"/>
                </a:cubicBezTo>
                <a:cubicBezTo>
                  <a:pt x="906869" y="87519"/>
                  <a:pt x="911563" y="92754"/>
                  <a:pt x="914585" y="99876"/>
                </a:cubicBezTo>
                <a:cubicBezTo>
                  <a:pt x="916527" y="104516"/>
                  <a:pt x="917498" y="114013"/>
                  <a:pt x="917498" y="128366"/>
                </a:cubicBezTo>
                <a:lnTo>
                  <a:pt x="917498" y="178708"/>
                </a:lnTo>
                <a:cubicBezTo>
                  <a:pt x="917498" y="192845"/>
                  <a:pt x="917769" y="201533"/>
                  <a:pt x="918308" y="204770"/>
                </a:cubicBezTo>
                <a:cubicBezTo>
                  <a:pt x="918847" y="207899"/>
                  <a:pt x="919711" y="210004"/>
                  <a:pt x="920898" y="211083"/>
                </a:cubicBezTo>
                <a:cubicBezTo>
                  <a:pt x="922193" y="212162"/>
                  <a:pt x="923650" y="212702"/>
                  <a:pt x="925269" y="212702"/>
                </a:cubicBezTo>
                <a:cubicBezTo>
                  <a:pt x="926995" y="212702"/>
                  <a:pt x="928506" y="212324"/>
                  <a:pt x="929801" y="211568"/>
                </a:cubicBezTo>
                <a:cubicBezTo>
                  <a:pt x="932067" y="210166"/>
                  <a:pt x="936438" y="206227"/>
                  <a:pt x="942913" y="199752"/>
                </a:cubicBezTo>
                <a:lnTo>
                  <a:pt x="942913" y="208817"/>
                </a:lnTo>
                <a:cubicBezTo>
                  <a:pt x="930826" y="225004"/>
                  <a:pt x="919279" y="233098"/>
                  <a:pt x="908272" y="233098"/>
                </a:cubicBezTo>
                <a:cubicBezTo>
                  <a:pt x="902984" y="233098"/>
                  <a:pt x="898776" y="231263"/>
                  <a:pt x="895646" y="227594"/>
                </a:cubicBezTo>
                <a:cubicBezTo>
                  <a:pt x="892516" y="223925"/>
                  <a:pt x="890898" y="217666"/>
                  <a:pt x="890789" y="208817"/>
                </a:cubicBezTo>
                <a:moveTo>
                  <a:pt x="890789" y="198295"/>
                </a:moveTo>
                <a:lnTo>
                  <a:pt x="890789" y="141801"/>
                </a:lnTo>
                <a:cubicBezTo>
                  <a:pt x="874494" y="148276"/>
                  <a:pt x="863973" y="152863"/>
                  <a:pt x="859224" y="155561"/>
                </a:cubicBezTo>
                <a:cubicBezTo>
                  <a:pt x="850699" y="160309"/>
                  <a:pt x="844601" y="165273"/>
                  <a:pt x="840932" y="170453"/>
                </a:cubicBezTo>
                <a:cubicBezTo>
                  <a:pt x="837263" y="175633"/>
                  <a:pt x="835429" y="181298"/>
                  <a:pt x="835429" y="187449"/>
                </a:cubicBezTo>
                <a:cubicBezTo>
                  <a:pt x="835429" y="195219"/>
                  <a:pt x="837749" y="201694"/>
                  <a:pt x="842389" y="206874"/>
                </a:cubicBezTo>
                <a:cubicBezTo>
                  <a:pt x="847030" y="211946"/>
                  <a:pt x="852372" y="214482"/>
                  <a:pt x="858415" y="214482"/>
                </a:cubicBezTo>
                <a:cubicBezTo>
                  <a:pt x="866617" y="214482"/>
                  <a:pt x="877408" y="209086"/>
                  <a:pt x="890789" y="198295"/>
                </a:cubicBezTo>
                <a:moveTo>
                  <a:pt x="1005072" y="0"/>
                </a:moveTo>
                <a:lnTo>
                  <a:pt x="1005072" y="196676"/>
                </a:lnTo>
                <a:cubicBezTo>
                  <a:pt x="1005072" y="205957"/>
                  <a:pt x="1005720" y="212108"/>
                  <a:pt x="1007015" y="215130"/>
                </a:cubicBezTo>
                <a:cubicBezTo>
                  <a:pt x="1008418" y="218152"/>
                  <a:pt x="1010522" y="220472"/>
                  <a:pt x="1013328" y="222090"/>
                </a:cubicBezTo>
                <a:cubicBezTo>
                  <a:pt x="1016133" y="223601"/>
                  <a:pt x="1021367" y="224357"/>
                  <a:pt x="1029029" y="224357"/>
                </a:cubicBezTo>
                <a:lnTo>
                  <a:pt x="1029029" y="230184"/>
                </a:lnTo>
                <a:lnTo>
                  <a:pt x="956348" y="230184"/>
                </a:lnTo>
                <a:lnTo>
                  <a:pt x="956348" y="224357"/>
                </a:lnTo>
                <a:cubicBezTo>
                  <a:pt x="963147" y="224357"/>
                  <a:pt x="967788" y="223655"/>
                  <a:pt x="970270" y="222252"/>
                </a:cubicBezTo>
                <a:cubicBezTo>
                  <a:pt x="972751" y="220849"/>
                  <a:pt x="974694" y="218529"/>
                  <a:pt x="976097" y="215292"/>
                </a:cubicBezTo>
                <a:cubicBezTo>
                  <a:pt x="977500" y="212054"/>
                  <a:pt x="978201" y="205849"/>
                  <a:pt x="978201" y="196676"/>
                </a:cubicBezTo>
                <a:lnTo>
                  <a:pt x="978201" y="61998"/>
                </a:lnTo>
                <a:cubicBezTo>
                  <a:pt x="978201" y="45271"/>
                  <a:pt x="977824" y="35018"/>
                  <a:pt x="977068" y="31242"/>
                </a:cubicBezTo>
                <a:cubicBezTo>
                  <a:pt x="976313" y="27357"/>
                  <a:pt x="975072" y="24713"/>
                  <a:pt x="973345" y="23310"/>
                </a:cubicBezTo>
                <a:cubicBezTo>
                  <a:pt x="971726" y="21907"/>
                  <a:pt x="969622" y="21205"/>
                  <a:pt x="967032" y="21205"/>
                </a:cubicBezTo>
                <a:cubicBezTo>
                  <a:pt x="964226" y="21205"/>
                  <a:pt x="960665" y="22069"/>
                  <a:pt x="956348" y="23795"/>
                </a:cubicBezTo>
                <a:lnTo>
                  <a:pt x="953597" y="18130"/>
                </a:lnTo>
                <a:lnTo>
                  <a:pt x="997788" y="0"/>
                </a:lnTo>
                <a:lnTo>
                  <a:pt x="1005072" y="0"/>
                </a:lnTo>
                <a:moveTo>
                  <a:pt x="0" y="369827"/>
                </a:moveTo>
                <a:lnTo>
                  <a:pt x="59569" y="369827"/>
                </a:lnTo>
                <a:lnTo>
                  <a:pt x="193763" y="534452"/>
                </a:lnTo>
                <a:lnTo>
                  <a:pt x="193763" y="407867"/>
                </a:lnTo>
                <a:cubicBezTo>
                  <a:pt x="193763" y="394378"/>
                  <a:pt x="192251" y="385960"/>
                  <a:pt x="189230" y="382615"/>
                </a:cubicBezTo>
                <a:cubicBezTo>
                  <a:pt x="185237" y="378083"/>
                  <a:pt x="178924" y="375816"/>
                  <a:pt x="170291" y="375816"/>
                </a:cubicBezTo>
                <a:lnTo>
                  <a:pt x="162682" y="375816"/>
                </a:lnTo>
                <a:lnTo>
                  <a:pt x="162682" y="369827"/>
                </a:lnTo>
                <a:lnTo>
                  <a:pt x="239087" y="369827"/>
                </a:lnTo>
                <a:lnTo>
                  <a:pt x="239087" y="375816"/>
                </a:lnTo>
                <a:lnTo>
                  <a:pt x="231317" y="375816"/>
                </a:lnTo>
                <a:cubicBezTo>
                  <a:pt x="222036" y="375816"/>
                  <a:pt x="215454" y="378622"/>
                  <a:pt x="211568" y="384234"/>
                </a:cubicBezTo>
                <a:cubicBezTo>
                  <a:pt x="209194" y="387687"/>
                  <a:pt x="208007" y="395565"/>
                  <a:pt x="208007" y="407867"/>
                </a:cubicBezTo>
                <a:lnTo>
                  <a:pt x="208007" y="592889"/>
                </a:lnTo>
                <a:lnTo>
                  <a:pt x="202180" y="592889"/>
                </a:lnTo>
                <a:lnTo>
                  <a:pt x="57465" y="416123"/>
                </a:lnTo>
                <a:lnTo>
                  <a:pt x="57465" y="551287"/>
                </a:lnTo>
                <a:cubicBezTo>
                  <a:pt x="57465" y="564777"/>
                  <a:pt x="58922" y="573194"/>
                  <a:pt x="61836" y="576540"/>
                </a:cubicBezTo>
                <a:cubicBezTo>
                  <a:pt x="65936" y="581072"/>
                  <a:pt x="72249" y="583338"/>
                  <a:pt x="80775" y="583338"/>
                </a:cubicBezTo>
                <a:lnTo>
                  <a:pt x="88545" y="583338"/>
                </a:lnTo>
                <a:lnTo>
                  <a:pt x="88545" y="589328"/>
                </a:lnTo>
                <a:lnTo>
                  <a:pt x="12140" y="589328"/>
                </a:lnTo>
                <a:lnTo>
                  <a:pt x="12140" y="583338"/>
                </a:lnTo>
                <a:lnTo>
                  <a:pt x="19748" y="583338"/>
                </a:lnTo>
                <a:cubicBezTo>
                  <a:pt x="29137" y="583338"/>
                  <a:pt x="35774" y="580532"/>
                  <a:pt x="39659" y="574921"/>
                </a:cubicBezTo>
                <a:cubicBezTo>
                  <a:pt x="42033" y="571467"/>
                  <a:pt x="43220" y="563589"/>
                  <a:pt x="43220" y="551287"/>
                </a:cubicBezTo>
                <a:lnTo>
                  <a:pt x="43220" y="398641"/>
                </a:lnTo>
                <a:cubicBezTo>
                  <a:pt x="36853" y="391194"/>
                  <a:pt x="31997" y="386284"/>
                  <a:pt x="28651" y="383910"/>
                </a:cubicBezTo>
                <a:cubicBezTo>
                  <a:pt x="25414" y="381536"/>
                  <a:pt x="20612" y="379324"/>
                  <a:pt x="14245" y="377273"/>
                </a:cubicBezTo>
                <a:cubicBezTo>
                  <a:pt x="11115" y="376302"/>
                  <a:pt x="6367" y="375816"/>
                  <a:pt x="0" y="375816"/>
                </a:cubicBezTo>
                <a:lnTo>
                  <a:pt x="0" y="369827"/>
                </a:lnTo>
                <a:moveTo>
                  <a:pt x="279231" y="496898"/>
                </a:moveTo>
                <a:cubicBezTo>
                  <a:pt x="279124" y="518912"/>
                  <a:pt x="284466" y="536179"/>
                  <a:pt x="295257" y="548697"/>
                </a:cubicBezTo>
                <a:cubicBezTo>
                  <a:pt x="306049" y="561215"/>
                  <a:pt x="318729" y="567474"/>
                  <a:pt x="333297" y="567474"/>
                </a:cubicBezTo>
                <a:cubicBezTo>
                  <a:pt x="343010" y="567474"/>
                  <a:pt x="351427" y="564830"/>
                  <a:pt x="358550" y="559543"/>
                </a:cubicBezTo>
                <a:cubicBezTo>
                  <a:pt x="365780" y="554147"/>
                  <a:pt x="371823" y="544974"/>
                  <a:pt x="376679" y="532024"/>
                </a:cubicBezTo>
                <a:lnTo>
                  <a:pt x="381697" y="535262"/>
                </a:lnTo>
                <a:cubicBezTo>
                  <a:pt x="379431" y="550046"/>
                  <a:pt x="372848" y="563536"/>
                  <a:pt x="361949" y="575730"/>
                </a:cubicBezTo>
                <a:cubicBezTo>
                  <a:pt x="351050" y="587816"/>
                  <a:pt x="337398" y="593860"/>
                  <a:pt x="320995" y="593860"/>
                </a:cubicBezTo>
                <a:cubicBezTo>
                  <a:pt x="303189" y="593860"/>
                  <a:pt x="287919" y="586953"/>
                  <a:pt x="275184" y="573140"/>
                </a:cubicBezTo>
                <a:cubicBezTo>
                  <a:pt x="262559" y="559219"/>
                  <a:pt x="256246" y="540550"/>
                  <a:pt x="256246" y="517132"/>
                </a:cubicBezTo>
                <a:cubicBezTo>
                  <a:pt x="256246" y="491772"/>
                  <a:pt x="262720" y="472023"/>
                  <a:pt x="275671" y="457886"/>
                </a:cubicBezTo>
                <a:cubicBezTo>
                  <a:pt x="288728" y="443641"/>
                  <a:pt x="305078" y="436519"/>
                  <a:pt x="324718" y="436519"/>
                </a:cubicBezTo>
                <a:cubicBezTo>
                  <a:pt x="341337" y="436519"/>
                  <a:pt x="354988" y="442023"/>
                  <a:pt x="365672" y="453030"/>
                </a:cubicBezTo>
                <a:cubicBezTo>
                  <a:pt x="376355" y="463929"/>
                  <a:pt x="381697" y="478552"/>
                  <a:pt x="381697" y="496898"/>
                </a:cubicBezTo>
                <a:lnTo>
                  <a:pt x="279231" y="496898"/>
                </a:lnTo>
                <a:moveTo>
                  <a:pt x="279231" y="487509"/>
                </a:moveTo>
                <a:lnTo>
                  <a:pt x="347866" y="487509"/>
                </a:lnTo>
                <a:cubicBezTo>
                  <a:pt x="347326" y="478012"/>
                  <a:pt x="346193" y="471322"/>
                  <a:pt x="344467" y="467437"/>
                </a:cubicBezTo>
                <a:cubicBezTo>
                  <a:pt x="341769" y="461393"/>
                  <a:pt x="337722" y="456645"/>
                  <a:pt x="332326" y="453192"/>
                </a:cubicBezTo>
                <a:cubicBezTo>
                  <a:pt x="327038" y="449738"/>
                  <a:pt x="321481" y="448012"/>
                  <a:pt x="315653" y="448012"/>
                </a:cubicBezTo>
                <a:cubicBezTo>
                  <a:pt x="306696" y="448012"/>
                  <a:pt x="298656" y="451519"/>
                  <a:pt x="291534" y="458534"/>
                </a:cubicBezTo>
                <a:cubicBezTo>
                  <a:pt x="284520" y="465440"/>
                  <a:pt x="280419" y="475099"/>
                  <a:pt x="279231" y="487509"/>
                </a:cubicBezTo>
                <a:moveTo>
                  <a:pt x="444666" y="392327"/>
                </a:moveTo>
                <a:lnTo>
                  <a:pt x="444666" y="441051"/>
                </a:lnTo>
                <a:lnTo>
                  <a:pt x="479307" y="441051"/>
                </a:lnTo>
                <a:lnTo>
                  <a:pt x="479307" y="452382"/>
                </a:lnTo>
                <a:lnTo>
                  <a:pt x="444666" y="452382"/>
                </a:lnTo>
                <a:lnTo>
                  <a:pt x="444666" y="548535"/>
                </a:lnTo>
                <a:cubicBezTo>
                  <a:pt x="444666" y="558140"/>
                  <a:pt x="446015" y="564615"/>
                  <a:pt x="448713" y="567960"/>
                </a:cubicBezTo>
                <a:cubicBezTo>
                  <a:pt x="451519" y="571305"/>
                  <a:pt x="455080" y="572978"/>
                  <a:pt x="459397" y="572978"/>
                </a:cubicBezTo>
                <a:cubicBezTo>
                  <a:pt x="462958" y="572978"/>
                  <a:pt x="466411" y="571899"/>
                  <a:pt x="469757" y="569741"/>
                </a:cubicBezTo>
                <a:cubicBezTo>
                  <a:pt x="473102" y="567474"/>
                  <a:pt x="475692" y="564183"/>
                  <a:pt x="477526" y="559866"/>
                </a:cubicBezTo>
                <a:lnTo>
                  <a:pt x="483839" y="559866"/>
                </a:lnTo>
                <a:cubicBezTo>
                  <a:pt x="480063" y="570442"/>
                  <a:pt x="474721" y="578428"/>
                  <a:pt x="467814" y="583824"/>
                </a:cubicBezTo>
                <a:cubicBezTo>
                  <a:pt x="460908" y="589112"/>
                  <a:pt x="453785" y="591755"/>
                  <a:pt x="446447" y="591755"/>
                </a:cubicBezTo>
                <a:cubicBezTo>
                  <a:pt x="441483" y="591755"/>
                  <a:pt x="436627" y="590407"/>
                  <a:pt x="431878" y="587709"/>
                </a:cubicBezTo>
                <a:cubicBezTo>
                  <a:pt x="427130" y="584903"/>
                  <a:pt x="423623" y="580964"/>
                  <a:pt x="421356" y="575892"/>
                </a:cubicBezTo>
                <a:cubicBezTo>
                  <a:pt x="419090" y="570712"/>
                  <a:pt x="417957" y="562780"/>
                  <a:pt x="417957" y="552097"/>
                </a:cubicBezTo>
                <a:lnTo>
                  <a:pt x="417957" y="452382"/>
                </a:lnTo>
                <a:lnTo>
                  <a:pt x="394486" y="452382"/>
                </a:lnTo>
                <a:lnTo>
                  <a:pt x="394486" y="447041"/>
                </a:lnTo>
                <a:cubicBezTo>
                  <a:pt x="400421" y="444666"/>
                  <a:pt x="406464" y="440674"/>
                  <a:pt x="412615" y="435062"/>
                </a:cubicBezTo>
                <a:cubicBezTo>
                  <a:pt x="418874" y="429342"/>
                  <a:pt x="424432" y="422598"/>
                  <a:pt x="429288" y="414828"/>
                </a:cubicBezTo>
                <a:cubicBezTo>
                  <a:pt x="431770" y="410727"/>
                  <a:pt x="435224" y="403227"/>
                  <a:pt x="439648" y="392327"/>
                </a:cubicBezTo>
                <a:lnTo>
                  <a:pt x="444666" y="392327"/>
                </a:lnTo>
                <a:moveTo>
                  <a:pt x="485620" y="441051"/>
                </a:moveTo>
                <a:lnTo>
                  <a:pt x="547780" y="441051"/>
                </a:lnTo>
                <a:lnTo>
                  <a:pt x="547780" y="447041"/>
                </a:lnTo>
                <a:cubicBezTo>
                  <a:pt x="542060" y="447472"/>
                  <a:pt x="538283" y="448497"/>
                  <a:pt x="536449" y="450116"/>
                </a:cubicBezTo>
                <a:cubicBezTo>
                  <a:pt x="534722" y="451735"/>
                  <a:pt x="533858" y="454055"/>
                  <a:pt x="533858" y="457077"/>
                </a:cubicBezTo>
                <a:cubicBezTo>
                  <a:pt x="533858" y="460422"/>
                  <a:pt x="534776" y="464469"/>
                  <a:pt x="536611" y="469217"/>
                </a:cubicBezTo>
                <a:lnTo>
                  <a:pt x="568338" y="554525"/>
                </a:lnTo>
                <a:lnTo>
                  <a:pt x="600227" y="485081"/>
                </a:lnTo>
                <a:lnTo>
                  <a:pt x="591809" y="463228"/>
                </a:lnTo>
                <a:cubicBezTo>
                  <a:pt x="589219" y="456753"/>
                  <a:pt x="585820" y="452274"/>
                  <a:pt x="581611" y="449793"/>
                </a:cubicBezTo>
                <a:cubicBezTo>
                  <a:pt x="579237" y="448282"/>
                  <a:pt x="574812" y="447364"/>
                  <a:pt x="568338" y="447041"/>
                </a:cubicBezTo>
                <a:lnTo>
                  <a:pt x="568338" y="441051"/>
                </a:lnTo>
                <a:lnTo>
                  <a:pt x="638914" y="441051"/>
                </a:lnTo>
                <a:lnTo>
                  <a:pt x="638914" y="447041"/>
                </a:lnTo>
                <a:cubicBezTo>
                  <a:pt x="631144" y="447364"/>
                  <a:pt x="625641" y="448767"/>
                  <a:pt x="622404" y="451249"/>
                </a:cubicBezTo>
                <a:cubicBezTo>
                  <a:pt x="620245" y="452976"/>
                  <a:pt x="619166" y="455728"/>
                  <a:pt x="619166" y="459505"/>
                </a:cubicBezTo>
                <a:cubicBezTo>
                  <a:pt x="619166" y="461663"/>
                  <a:pt x="619597" y="463875"/>
                  <a:pt x="620461" y="466142"/>
                </a:cubicBezTo>
                <a:lnTo>
                  <a:pt x="654131" y="551287"/>
                </a:lnTo>
                <a:lnTo>
                  <a:pt x="685372" y="469217"/>
                </a:lnTo>
                <a:cubicBezTo>
                  <a:pt x="687530" y="463390"/>
                  <a:pt x="688610" y="458750"/>
                  <a:pt x="688610" y="455296"/>
                </a:cubicBezTo>
                <a:cubicBezTo>
                  <a:pt x="688610" y="453246"/>
                  <a:pt x="687530" y="451411"/>
                  <a:pt x="685372" y="449793"/>
                </a:cubicBezTo>
                <a:cubicBezTo>
                  <a:pt x="683322" y="448174"/>
                  <a:pt x="679221" y="447256"/>
                  <a:pt x="673069" y="447041"/>
                </a:cubicBezTo>
                <a:lnTo>
                  <a:pt x="673069" y="441051"/>
                </a:lnTo>
                <a:lnTo>
                  <a:pt x="719851" y="441051"/>
                </a:lnTo>
                <a:lnTo>
                  <a:pt x="719851" y="447041"/>
                </a:lnTo>
                <a:cubicBezTo>
                  <a:pt x="710463" y="448444"/>
                  <a:pt x="703556" y="454811"/>
                  <a:pt x="699132" y="466142"/>
                </a:cubicBezTo>
                <a:lnTo>
                  <a:pt x="649598" y="593860"/>
                </a:lnTo>
                <a:lnTo>
                  <a:pt x="642961" y="593860"/>
                </a:lnTo>
                <a:lnTo>
                  <a:pt x="605892" y="499164"/>
                </a:lnTo>
                <a:lnTo>
                  <a:pt x="562672" y="593860"/>
                </a:lnTo>
                <a:lnTo>
                  <a:pt x="556683" y="593860"/>
                </a:lnTo>
                <a:lnTo>
                  <a:pt x="509092" y="469217"/>
                </a:lnTo>
                <a:cubicBezTo>
                  <a:pt x="505962" y="461340"/>
                  <a:pt x="502887" y="456052"/>
                  <a:pt x="499865" y="453354"/>
                </a:cubicBezTo>
                <a:cubicBezTo>
                  <a:pt x="496844" y="450548"/>
                  <a:pt x="492095" y="448444"/>
                  <a:pt x="485620" y="447041"/>
                </a:cubicBezTo>
                <a:lnTo>
                  <a:pt x="485620" y="441051"/>
                </a:lnTo>
                <a:moveTo>
                  <a:pt x="805968" y="436681"/>
                </a:moveTo>
                <a:cubicBezTo>
                  <a:pt x="828414" y="436681"/>
                  <a:pt x="846436" y="445206"/>
                  <a:pt x="860034" y="462257"/>
                </a:cubicBezTo>
                <a:cubicBezTo>
                  <a:pt x="871580" y="476825"/>
                  <a:pt x="877354" y="493552"/>
                  <a:pt x="877354" y="512437"/>
                </a:cubicBezTo>
                <a:cubicBezTo>
                  <a:pt x="877354" y="525711"/>
                  <a:pt x="874171" y="539147"/>
                  <a:pt x="867804" y="552744"/>
                </a:cubicBezTo>
                <a:cubicBezTo>
                  <a:pt x="861437" y="566341"/>
                  <a:pt x="852641" y="576593"/>
                  <a:pt x="841418" y="583500"/>
                </a:cubicBezTo>
                <a:cubicBezTo>
                  <a:pt x="830303" y="590407"/>
                  <a:pt x="817892" y="593860"/>
                  <a:pt x="804187" y="593860"/>
                </a:cubicBezTo>
                <a:cubicBezTo>
                  <a:pt x="781849" y="593860"/>
                  <a:pt x="764097" y="584957"/>
                  <a:pt x="750931" y="567151"/>
                </a:cubicBezTo>
                <a:cubicBezTo>
                  <a:pt x="739815" y="552150"/>
                  <a:pt x="734258" y="535316"/>
                  <a:pt x="734258" y="516646"/>
                </a:cubicBezTo>
                <a:cubicBezTo>
                  <a:pt x="734258" y="503049"/>
                  <a:pt x="737604" y="489559"/>
                  <a:pt x="744294" y="476178"/>
                </a:cubicBezTo>
                <a:cubicBezTo>
                  <a:pt x="751093" y="462689"/>
                  <a:pt x="759996" y="452760"/>
                  <a:pt x="771003" y="446393"/>
                </a:cubicBezTo>
                <a:cubicBezTo>
                  <a:pt x="782011" y="439918"/>
                  <a:pt x="793665" y="436681"/>
                  <a:pt x="805968" y="436681"/>
                </a:cubicBezTo>
                <a:moveTo>
                  <a:pt x="800950" y="447203"/>
                </a:moveTo>
                <a:cubicBezTo>
                  <a:pt x="795230" y="447203"/>
                  <a:pt x="789457" y="448929"/>
                  <a:pt x="783629" y="452382"/>
                </a:cubicBezTo>
                <a:cubicBezTo>
                  <a:pt x="777910" y="455728"/>
                  <a:pt x="773269" y="461663"/>
                  <a:pt x="769708" y="470189"/>
                </a:cubicBezTo>
                <a:cubicBezTo>
                  <a:pt x="766147" y="478714"/>
                  <a:pt x="764366" y="489667"/>
                  <a:pt x="764366" y="503049"/>
                </a:cubicBezTo>
                <a:cubicBezTo>
                  <a:pt x="764366" y="524632"/>
                  <a:pt x="768629" y="543247"/>
                  <a:pt x="777154" y="558895"/>
                </a:cubicBezTo>
                <a:cubicBezTo>
                  <a:pt x="785788" y="574543"/>
                  <a:pt x="797119" y="582367"/>
                  <a:pt x="811148" y="582367"/>
                </a:cubicBezTo>
                <a:cubicBezTo>
                  <a:pt x="821616" y="582367"/>
                  <a:pt x="830249" y="578050"/>
                  <a:pt x="837048" y="569417"/>
                </a:cubicBezTo>
                <a:cubicBezTo>
                  <a:pt x="843846" y="560784"/>
                  <a:pt x="847246" y="545945"/>
                  <a:pt x="847246" y="524902"/>
                </a:cubicBezTo>
                <a:cubicBezTo>
                  <a:pt x="847246" y="498570"/>
                  <a:pt x="841580" y="477850"/>
                  <a:pt x="830249" y="462742"/>
                </a:cubicBezTo>
                <a:cubicBezTo>
                  <a:pt x="822587" y="452382"/>
                  <a:pt x="812821" y="447203"/>
                  <a:pt x="800950" y="447203"/>
                </a:cubicBezTo>
                <a:moveTo>
                  <a:pt x="942589" y="436681"/>
                </a:moveTo>
                <a:lnTo>
                  <a:pt x="942589" y="470027"/>
                </a:lnTo>
                <a:cubicBezTo>
                  <a:pt x="954999" y="447796"/>
                  <a:pt x="967733" y="436681"/>
                  <a:pt x="980791" y="436681"/>
                </a:cubicBezTo>
                <a:cubicBezTo>
                  <a:pt x="986726" y="436681"/>
                  <a:pt x="991637" y="438515"/>
                  <a:pt x="995522" y="442184"/>
                </a:cubicBezTo>
                <a:cubicBezTo>
                  <a:pt x="999407" y="445746"/>
                  <a:pt x="1001349" y="449900"/>
                  <a:pt x="1001349" y="454649"/>
                </a:cubicBezTo>
                <a:cubicBezTo>
                  <a:pt x="1001349" y="458857"/>
                  <a:pt x="999946" y="462419"/>
                  <a:pt x="997140" y="465332"/>
                </a:cubicBezTo>
                <a:cubicBezTo>
                  <a:pt x="994335" y="468246"/>
                  <a:pt x="990989" y="469703"/>
                  <a:pt x="987104" y="469703"/>
                </a:cubicBezTo>
                <a:cubicBezTo>
                  <a:pt x="983327" y="469703"/>
                  <a:pt x="979064" y="467868"/>
                  <a:pt x="974316" y="464199"/>
                </a:cubicBezTo>
                <a:cubicBezTo>
                  <a:pt x="969676" y="460422"/>
                  <a:pt x="966223" y="458534"/>
                  <a:pt x="963957" y="458534"/>
                </a:cubicBezTo>
                <a:cubicBezTo>
                  <a:pt x="962014" y="458534"/>
                  <a:pt x="959910" y="459613"/>
                  <a:pt x="957643" y="461771"/>
                </a:cubicBezTo>
                <a:cubicBezTo>
                  <a:pt x="952787" y="466195"/>
                  <a:pt x="947769" y="473480"/>
                  <a:pt x="942589" y="483624"/>
                </a:cubicBezTo>
                <a:lnTo>
                  <a:pt x="942589" y="554686"/>
                </a:lnTo>
                <a:cubicBezTo>
                  <a:pt x="942589" y="562888"/>
                  <a:pt x="943614" y="569093"/>
                  <a:pt x="945665" y="573302"/>
                </a:cubicBezTo>
                <a:cubicBezTo>
                  <a:pt x="947068" y="576216"/>
                  <a:pt x="949550" y="578644"/>
                  <a:pt x="953111" y="580586"/>
                </a:cubicBezTo>
                <a:cubicBezTo>
                  <a:pt x="956672" y="582529"/>
                  <a:pt x="961798" y="583500"/>
                  <a:pt x="968489" y="583500"/>
                </a:cubicBezTo>
                <a:lnTo>
                  <a:pt x="968489" y="589328"/>
                </a:lnTo>
                <a:lnTo>
                  <a:pt x="892570" y="589328"/>
                </a:lnTo>
                <a:lnTo>
                  <a:pt x="892570" y="583500"/>
                </a:lnTo>
                <a:cubicBezTo>
                  <a:pt x="900124" y="583500"/>
                  <a:pt x="905736" y="582313"/>
                  <a:pt x="909405" y="579939"/>
                </a:cubicBezTo>
                <a:cubicBezTo>
                  <a:pt x="912103" y="578212"/>
                  <a:pt x="913991" y="575460"/>
                  <a:pt x="915071" y="571683"/>
                </a:cubicBezTo>
                <a:cubicBezTo>
                  <a:pt x="915610" y="569848"/>
                  <a:pt x="915880" y="564615"/>
                  <a:pt x="915880" y="555981"/>
                </a:cubicBezTo>
                <a:lnTo>
                  <a:pt x="915880" y="498516"/>
                </a:lnTo>
                <a:cubicBezTo>
                  <a:pt x="915880" y="481250"/>
                  <a:pt x="915503" y="470998"/>
                  <a:pt x="914747" y="467760"/>
                </a:cubicBezTo>
                <a:cubicBezTo>
                  <a:pt x="914099" y="464415"/>
                  <a:pt x="912805" y="461987"/>
                  <a:pt x="910862" y="460476"/>
                </a:cubicBezTo>
                <a:cubicBezTo>
                  <a:pt x="909027" y="458965"/>
                  <a:pt x="906707" y="458210"/>
                  <a:pt x="903901" y="458210"/>
                </a:cubicBezTo>
                <a:cubicBezTo>
                  <a:pt x="900556" y="458210"/>
                  <a:pt x="896779" y="459019"/>
                  <a:pt x="892570" y="460638"/>
                </a:cubicBezTo>
                <a:lnTo>
                  <a:pt x="890951" y="454811"/>
                </a:lnTo>
                <a:lnTo>
                  <a:pt x="935790" y="436681"/>
                </a:lnTo>
                <a:lnTo>
                  <a:pt x="942589" y="436681"/>
                </a:lnTo>
                <a:moveTo>
                  <a:pt x="1053472" y="359143"/>
                </a:moveTo>
                <a:lnTo>
                  <a:pt x="1053472" y="506772"/>
                </a:lnTo>
                <a:lnTo>
                  <a:pt x="1091189" y="472293"/>
                </a:lnTo>
                <a:cubicBezTo>
                  <a:pt x="1099175" y="464955"/>
                  <a:pt x="1103815" y="460314"/>
                  <a:pt x="1105110" y="458372"/>
                </a:cubicBezTo>
                <a:cubicBezTo>
                  <a:pt x="1105973" y="457077"/>
                  <a:pt x="1106405" y="455782"/>
                  <a:pt x="1106405" y="454487"/>
                </a:cubicBezTo>
                <a:cubicBezTo>
                  <a:pt x="1106405" y="452328"/>
                  <a:pt x="1105488" y="450494"/>
                  <a:pt x="1103653" y="448983"/>
                </a:cubicBezTo>
                <a:cubicBezTo>
                  <a:pt x="1101926" y="447364"/>
                  <a:pt x="1099013" y="446447"/>
                  <a:pt x="1094912" y="446231"/>
                </a:cubicBezTo>
                <a:lnTo>
                  <a:pt x="1094912" y="441051"/>
                </a:lnTo>
                <a:lnTo>
                  <a:pt x="1159338" y="441051"/>
                </a:lnTo>
                <a:lnTo>
                  <a:pt x="1159338" y="446231"/>
                </a:lnTo>
                <a:cubicBezTo>
                  <a:pt x="1150489" y="446447"/>
                  <a:pt x="1143096" y="447796"/>
                  <a:pt x="1137161" y="450278"/>
                </a:cubicBezTo>
                <a:cubicBezTo>
                  <a:pt x="1131333" y="452760"/>
                  <a:pt x="1124913" y="457185"/>
                  <a:pt x="1117898" y="463552"/>
                </a:cubicBezTo>
                <a:lnTo>
                  <a:pt x="1079858" y="498678"/>
                </a:lnTo>
                <a:lnTo>
                  <a:pt x="1117898" y="546755"/>
                </a:lnTo>
                <a:cubicBezTo>
                  <a:pt x="1128473" y="560028"/>
                  <a:pt x="1135596" y="568446"/>
                  <a:pt x="1139265" y="572007"/>
                </a:cubicBezTo>
                <a:cubicBezTo>
                  <a:pt x="1144445" y="577079"/>
                  <a:pt x="1148978" y="580370"/>
                  <a:pt x="1152863" y="581881"/>
                </a:cubicBezTo>
                <a:cubicBezTo>
                  <a:pt x="1155560" y="582960"/>
                  <a:pt x="1160255" y="583500"/>
                  <a:pt x="1166946" y="583500"/>
                </a:cubicBezTo>
                <a:lnTo>
                  <a:pt x="1166946" y="589328"/>
                </a:lnTo>
                <a:lnTo>
                  <a:pt x="1094912" y="589328"/>
                </a:lnTo>
                <a:lnTo>
                  <a:pt x="1094912" y="583500"/>
                </a:lnTo>
                <a:cubicBezTo>
                  <a:pt x="1099013" y="583392"/>
                  <a:pt x="1101765" y="582799"/>
                  <a:pt x="1103168" y="581719"/>
                </a:cubicBezTo>
                <a:cubicBezTo>
                  <a:pt x="1104678" y="580532"/>
                  <a:pt x="1105434" y="578914"/>
                  <a:pt x="1105434" y="576863"/>
                </a:cubicBezTo>
                <a:cubicBezTo>
                  <a:pt x="1105434" y="574381"/>
                  <a:pt x="1103275" y="570388"/>
                  <a:pt x="1098959" y="564885"/>
                </a:cubicBezTo>
                <a:lnTo>
                  <a:pt x="1053472" y="506772"/>
                </a:lnTo>
                <a:lnTo>
                  <a:pt x="1053472" y="555981"/>
                </a:lnTo>
                <a:cubicBezTo>
                  <a:pt x="1053472" y="565586"/>
                  <a:pt x="1054120" y="571899"/>
                  <a:pt x="1055415" y="574921"/>
                </a:cubicBezTo>
                <a:cubicBezTo>
                  <a:pt x="1056818" y="577942"/>
                  <a:pt x="1058760" y="580101"/>
                  <a:pt x="1061243" y="581395"/>
                </a:cubicBezTo>
                <a:cubicBezTo>
                  <a:pt x="1063724" y="582691"/>
                  <a:pt x="1069120" y="583392"/>
                  <a:pt x="1077430" y="583500"/>
                </a:cubicBezTo>
                <a:lnTo>
                  <a:pt x="1077430" y="589328"/>
                </a:lnTo>
                <a:lnTo>
                  <a:pt x="1001997" y="589328"/>
                </a:lnTo>
                <a:lnTo>
                  <a:pt x="1001997" y="583500"/>
                </a:lnTo>
                <a:cubicBezTo>
                  <a:pt x="1009551" y="583500"/>
                  <a:pt x="1015216" y="582583"/>
                  <a:pt x="1018993" y="580748"/>
                </a:cubicBezTo>
                <a:cubicBezTo>
                  <a:pt x="1021260" y="579561"/>
                  <a:pt x="1022987" y="577726"/>
                  <a:pt x="1024173" y="575244"/>
                </a:cubicBezTo>
                <a:cubicBezTo>
                  <a:pt x="1025792" y="571683"/>
                  <a:pt x="1026601" y="565532"/>
                  <a:pt x="1026601" y="556791"/>
                </a:cubicBezTo>
                <a:lnTo>
                  <a:pt x="1026601" y="421788"/>
                </a:lnTo>
                <a:cubicBezTo>
                  <a:pt x="1026601" y="404630"/>
                  <a:pt x="1026224" y="394162"/>
                  <a:pt x="1025468" y="390385"/>
                </a:cubicBezTo>
                <a:cubicBezTo>
                  <a:pt x="1024713" y="386500"/>
                  <a:pt x="1023472" y="383856"/>
                  <a:pt x="1021745" y="382453"/>
                </a:cubicBezTo>
                <a:cubicBezTo>
                  <a:pt x="1020018" y="380942"/>
                  <a:pt x="1017752" y="380187"/>
                  <a:pt x="1014947" y="380187"/>
                </a:cubicBezTo>
                <a:cubicBezTo>
                  <a:pt x="1012680" y="380187"/>
                  <a:pt x="1009281" y="381104"/>
                  <a:pt x="1004749" y="382939"/>
                </a:cubicBezTo>
                <a:lnTo>
                  <a:pt x="1001997" y="377273"/>
                </a:lnTo>
                <a:lnTo>
                  <a:pt x="1046026" y="359143"/>
                </a:lnTo>
                <a:lnTo>
                  <a:pt x="1053472" y="3591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201">
            <a:extLst xmlns:a="http://schemas.openxmlformats.org/drawingml/2006/main">
              <a:ext uri="{FF2B5EF4-FFF2-40B4-BE49-F238E27FC236}">
                <a16:creationId xmlns:a16="http://schemas.microsoft.com/office/drawing/2014/main" id="{EC556322-59A9-4A43-9229-6C7AADB4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65" y="278157"/>
            <a:ext cx="1115308" cy="295419"/>
          </a:xfrm>
          <a:custGeom xmlns:a="http://schemas.openxmlformats.org/drawingml/2006/main">
            <a:pathLst>
              <a:path w="1115308" h="295419">
                <a:moveTo>
                  <a:pt x="121243" y="0"/>
                </a:moveTo>
                <a:cubicBezTo>
                  <a:pt x="149733" y="0"/>
                  <a:pt x="174392" y="10846"/>
                  <a:pt x="195220" y="32537"/>
                </a:cubicBezTo>
                <a:cubicBezTo>
                  <a:pt x="216155" y="54120"/>
                  <a:pt x="226623" y="81099"/>
                  <a:pt x="226623" y="113473"/>
                </a:cubicBezTo>
                <a:cubicBezTo>
                  <a:pt x="226623" y="146819"/>
                  <a:pt x="216101" y="174500"/>
                  <a:pt x="195058" y="196515"/>
                </a:cubicBezTo>
                <a:cubicBezTo>
                  <a:pt x="174014" y="218529"/>
                  <a:pt x="148546" y="229537"/>
                  <a:pt x="118653" y="229537"/>
                </a:cubicBezTo>
                <a:cubicBezTo>
                  <a:pt x="88437" y="229537"/>
                  <a:pt x="63023" y="218799"/>
                  <a:pt x="42411" y="197324"/>
                </a:cubicBezTo>
                <a:cubicBezTo>
                  <a:pt x="21907" y="175849"/>
                  <a:pt x="11655" y="148060"/>
                  <a:pt x="11655" y="113959"/>
                </a:cubicBezTo>
                <a:cubicBezTo>
                  <a:pt x="11655" y="79102"/>
                  <a:pt x="23526" y="50666"/>
                  <a:pt x="47267" y="28652"/>
                </a:cubicBezTo>
                <a:cubicBezTo>
                  <a:pt x="67879" y="9551"/>
                  <a:pt x="92538" y="0"/>
                  <a:pt x="121243" y="0"/>
                </a:cubicBezTo>
                <a:moveTo>
                  <a:pt x="118168" y="11817"/>
                </a:moveTo>
                <a:cubicBezTo>
                  <a:pt x="98527" y="11817"/>
                  <a:pt x="82771" y="19101"/>
                  <a:pt x="70900" y="33670"/>
                </a:cubicBezTo>
                <a:cubicBezTo>
                  <a:pt x="56116" y="51800"/>
                  <a:pt x="48724" y="78347"/>
                  <a:pt x="48724" y="113311"/>
                </a:cubicBezTo>
                <a:cubicBezTo>
                  <a:pt x="48724" y="149139"/>
                  <a:pt x="56386" y="176712"/>
                  <a:pt x="71710" y="196029"/>
                </a:cubicBezTo>
                <a:cubicBezTo>
                  <a:pt x="83473" y="210705"/>
                  <a:pt x="99013" y="218044"/>
                  <a:pt x="118330" y="218044"/>
                </a:cubicBezTo>
                <a:cubicBezTo>
                  <a:pt x="138941" y="218044"/>
                  <a:pt x="155938" y="210004"/>
                  <a:pt x="169320" y="193925"/>
                </a:cubicBezTo>
                <a:cubicBezTo>
                  <a:pt x="182809" y="177845"/>
                  <a:pt x="189554" y="152485"/>
                  <a:pt x="189554" y="117844"/>
                </a:cubicBezTo>
                <a:cubicBezTo>
                  <a:pt x="189554" y="80289"/>
                  <a:pt x="182162" y="52285"/>
                  <a:pt x="167377" y="33832"/>
                </a:cubicBezTo>
                <a:cubicBezTo>
                  <a:pt x="155506" y="19155"/>
                  <a:pt x="139104" y="11817"/>
                  <a:pt x="118168" y="11817"/>
                </a:cubicBezTo>
                <a:moveTo>
                  <a:pt x="379917" y="76242"/>
                </a:moveTo>
                <a:lnTo>
                  <a:pt x="379917" y="166082"/>
                </a:lnTo>
                <a:cubicBezTo>
                  <a:pt x="379917" y="183241"/>
                  <a:pt x="380295" y="193763"/>
                  <a:pt x="381050" y="197648"/>
                </a:cubicBezTo>
                <a:cubicBezTo>
                  <a:pt x="381913" y="201425"/>
                  <a:pt x="383208" y="204068"/>
                  <a:pt x="384935" y="205579"/>
                </a:cubicBezTo>
                <a:cubicBezTo>
                  <a:pt x="386770" y="207090"/>
                  <a:pt x="388874" y="207846"/>
                  <a:pt x="391248" y="207846"/>
                </a:cubicBezTo>
                <a:cubicBezTo>
                  <a:pt x="394594" y="207846"/>
                  <a:pt x="398371" y="206928"/>
                  <a:pt x="402579" y="205094"/>
                </a:cubicBezTo>
                <a:lnTo>
                  <a:pt x="404845" y="210759"/>
                </a:lnTo>
                <a:lnTo>
                  <a:pt x="360492" y="229051"/>
                </a:lnTo>
                <a:lnTo>
                  <a:pt x="353208" y="229051"/>
                </a:lnTo>
                <a:lnTo>
                  <a:pt x="353208" y="197648"/>
                </a:lnTo>
                <a:cubicBezTo>
                  <a:pt x="340474" y="211461"/>
                  <a:pt x="330761" y="220148"/>
                  <a:pt x="324070" y="223709"/>
                </a:cubicBezTo>
                <a:cubicBezTo>
                  <a:pt x="317380" y="227270"/>
                  <a:pt x="310312" y="229051"/>
                  <a:pt x="302865" y="229051"/>
                </a:cubicBezTo>
                <a:cubicBezTo>
                  <a:pt x="294556" y="229051"/>
                  <a:pt x="287326" y="226677"/>
                  <a:pt x="281174" y="221929"/>
                </a:cubicBezTo>
                <a:cubicBezTo>
                  <a:pt x="275131" y="217072"/>
                  <a:pt x="270923" y="210867"/>
                  <a:pt x="268548" y="203313"/>
                </a:cubicBezTo>
                <a:cubicBezTo>
                  <a:pt x="266174" y="195759"/>
                  <a:pt x="264986" y="185076"/>
                  <a:pt x="264986" y="171262"/>
                </a:cubicBezTo>
                <a:lnTo>
                  <a:pt x="264986" y="105056"/>
                </a:lnTo>
                <a:cubicBezTo>
                  <a:pt x="264986" y="98042"/>
                  <a:pt x="264232" y="93185"/>
                  <a:pt x="262720" y="90487"/>
                </a:cubicBezTo>
                <a:cubicBezTo>
                  <a:pt x="261210" y="87789"/>
                  <a:pt x="258944" y="85739"/>
                  <a:pt x="255922" y="84336"/>
                </a:cubicBezTo>
                <a:cubicBezTo>
                  <a:pt x="253008" y="82825"/>
                  <a:pt x="247666" y="82124"/>
                  <a:pt x="239897" y="82232"/>
                </a:cubicBezTo>
                <a:lnTo>
                  <a:pt x="239897" y="76242"/>
                </a:lnTo>
                <a:lnTo>
                  <a:pt x="291858" y="76242"/>
                </a:lnTo>
                <a:lnTo>
                  <a:pt x="291858" y="175471"/>
                </a:lnTo>
                <a:cubicBezTo>
                  <a:pt x="291858" y="189284"/>
                  <a:pt x="294232" y="198349"/>
                  <a:pt x="298981" y="202666"/>
                </a:cubicBezTo>
                <a:cubicBezTo>
                  <a:pt x="303836" y="206982"/>
                  <a:pt x="309664" y="209141"/>
                  <a:pt x="316463" y="209141"/>
                </a:cubicBezTo>
                <a:cubicBezTo>
                  <a:pt x="321103" y="209141"/>
                  <a:pt x="326336" y="207684"/>
                  <a:pt x="332164" y="204770"/>
                </a:cubicBezTo>
                <a:cubicBezTo>
                  <a:pt x="338099" y="201856"/>
                  <a:pt x="345114" y="196299"/>
                  <a:pt x="353208" y="188097"/>
                </a:cubicBezTo>
                <a:lnTo>
                  <a:pt x="353208" y="104085"/>
                </a:lnTo>
                <a:cubicBezTo>
                  <a:pt x="353208" y="95667"/>
                  <a:pt x="351643" y="90002"/>
                  <a:pt x="348514" y="87088"/>
                </a:cubicBezTo>
                <a:cubicBezTo>
                  <a:pt x="345492" y="84066"/>
                  <a:pt x="339125" y="82448"/>
                  <a:pt x="329413" y="82232"/>
                </a:cubicBezTo>
                <a:lnTo>
                  <a:pt x="329413" y="76242"/>
                </a:lnTo>
                <a:lnTo>
                  <a:pt x="379917" y="76242"/>
                </a:lnTo>
                <a:moveTo>
                  <a:pt x="458750" y="27518"/>
                </a:moveTo>
                <a:lnTo>
                  <a:pt x="458750" y="76242"/>
                </a:lnTo>
                <a:lnTo>
                  <a:pt x="493391" y="76242"/>
                </a:lnTo>
                <a:lnTo>
                  <a:pt x="493391" y="87574"/>
                </a:lnTo>
                <a:lnTo>
                  <a:pt x="458750" y="87574"/>
                </a:lnTo>
                <a:lnTo>
                  <a:pt x="458750" y="183727"/>
                </a:lnTo>
                <a:cubicBezTo>
                  <a:pt x="458750" y="193331"/>
                  <a:pt x="460098" y="199806"/>
                  <a:pt x="462796" y="203151"/>
                </a:cubicBezTo>
                <a:cubicBezTo>
                  <a:pt x="465603" y="206497"/>
                  <a:pt x="469163" y="208169"/>
                  <a:pt x="473480" y="208169"/>
                </a:cubicBezTo>
                <a:cubicBezTo>
                  <a:pt x="477041" y="208169"/>
                  <a:pt x="480495" y="207090"/>
                  <a:pt x="483840" y="204932"/>
                </a:cubicBezTo>
                <a:cubicBezTo>
                  <a:pt x="487185" y="202666"/>
                  <a:pt x="489775" y="199374"/>
                  <a:pt x="491610" y="195058"/>
                </a:cubicBezTo>
                <a:lnTo>
                  <a:pt x="497923" y="195058"/>
                </a:lnTo>
                <a:cubicBezTo>
                  <a:pt x="494146" y="205633"/>
                  <a:pt x="488804" y="213619"/>
                  <a:pt x="481898" y="219015"/>
                </a:cubicBezTo>
                <a:cubicBezTo>
                  <a:pt x="474990" y="224303"/>
                  <a:pt x="467869" y="226947"/>
                  <a:pt x="460530" y="226947"/>
                </a:cubicBezTo>
                <a:cubicBezTo>
                  <a:pt x="455565" y="226947"/>
                  <a:pt x="450710" y="225598"/>
                  <a:pt x="445961" y="222900"/>
                </a:cubicBezTo>
                <a:cubicBezTo>
                  <a:pt x="441214" y="220094"/>
                  <a:pt x="437705" y="216155"/>
                  <a:pt x="435439" y="211083"/>
                </a:cubicBezTo>
                <a:cubicBezTo>
                  <a:pt x="433173" y="205903"/>
                  <a:pt x="432040" y="197971"/>
                  <a:pt x="432040" y="187288"/>
                </a:cubicBezTo>
                <a:lnTo>
                  <a:pt x="432040" y="87574"/>
                </a:lnTo>
                <a:lnTo>
                  <a:pt x="408569" y="87574"/>
                </a:lnTo>
                <a:lnTo>
                  <a:pt x="408569" y="82232"/>
                </a:lnTo>
                <a:cubicBezTo>
                  <a:pt x="414504" y="79858"/>
                  <a:pt x="420548" y="75865"/>
                  <a:pt x="426698" y="70253"/>
                </a:cubicBezTo>
                <a:cubicBezTo>
                  <a:pt x="432958" y="64533"/>
                  <a:pt x="438516" y="57789"/>
                  <a:pt x="443372" y="50019"/>
                </a:cubicBezTo>
                <a:cubicBezTo>
                  <a:pt x="445854" y="45918"/>
                  <a:pt x="449307" y="38418"/>
                  <a:pt x="453731" y="27518"/>
                </a:cubicBezTo>
                <a:lnTo>
                  <a:pt x="458750" y="27518"/>
                </a:lnTo>
                <a:moveTo>
                  <a:pt x="497275" y="90973"/>
                </a:moveTo>
                <a:lnTo>
                  <a:pt x="542924" y="72519"/>
                </a:lnTo>
                <a:lnTo>
                  <a:pt x="549075" y="72519"/>
                </a:lnTo>
                <a:lnTo>
                  <a:pt x="549075" y="107160"/>
                </a:lnTo>
                <a:cubicBezTo>
                  <a:pt x="556736" y="94103"/>
                  <a:pt x="564398" y="84984"/>
                  <a:pt x="572061" y="79804"/>
                </a:cubicBezTo>
                <a:cubicBezTo>
                  <a:pt x="579831" y="74516"/>
                  <a:pt x="587979" y="71872"/>
                  <a:pt x="596504" y="71872"/>
                </a:cubicBezTo>
                <a:cubicBezTo>
                  <a:pt x="611397" y="71872"/>
                  <a:pt x="623806" y="77699"/>
                  <a:pt x="633735" y="89354"/>
                </a:cubicBezTo>
                <a:cubicBezTo>
                  <a:pt x="645929" y="103599"/>
                  <a:pt x="652026" y="122161"/>
                  <a:pt x="652026" y="145039"/>
                </a:cubicBezTo>
                <a:cubicBezTo>
                  <a:pt x="652026" y="170615"/>
                  <a:pt x="644688" y="191766"/>
                  <a:pt x="630011" y="208493"/>
                </a:cubicBezTo>
                <a:cubicBezTo>
                  <a:pt x="617926" y="222198"/>
                  <a:pt x="602709" y="229051"/>
                  <a:pt x="584364" y="229051"/>
                </a:cubicBezTo>
                <a:cubicBezTo>
                  <a:pt x="576378" y="229051"/>
                  <a:pt x="569471" y="227918"/>
                  <a:pt x="563644" y="225652"/>
                </a:cubicBezTo>
                <a:cubicBezTo>
                  <a:pt x="559327" y="224033"/>
                  <a:pt x="554470" y="220795"/>
                  <a:pt x="549075" y="215939"/>
                </a:cubicBezTo>
                <a:lnTo>
                  <a:pt x="549075" y="261102"/>
                </a:lnTo>
                <a:cubicBezTo>
                  <a:pt x="549075" y="271246"/>
                  <a:pt x="549668" y="277667"/>
                  <a:pt x="550856" y="280365"/>
                </a:cubicBezTo>
                <a:cubicBezTo>
                  <a:pt x="552151" y="283171"/>
                  <a:pt x="554309" y="285383"/>
                  <a:pt x="557330" y="287002"/>
                </a:cubicBezTo>
                <a:cubicBezTo>
                  <a:pt x="560460" y="288621"/>
                  <a:pt x="566072" y="289430"/>
                  <a:pt x="574165" y="289430"/>
                </a:cubicBezTo>
                <a:lnTo>
                  <a:pt x="574165" y="295419"/>
                </a:lnTo>
                <a:lnTo>
                  <a:pt x="496466" y="295419"/>
                </a:lnTo>
                <a:lnTo>
                  <a:pt x="496466" y="289430"/>
                </a:lnTo>
                <a:lnTo>
                  <a:pt x="500513" y="289430"/>
                </a:lnTo>
                <a:cubicBezTo>
                  <a:pt x="506448" y="289538"/>
                  <a:pt x="511521" y="288405"/>
                  <a:pt x="515729" y="286031"/>
                </a:cubicBezTo>
                <a:cubicBezTo>
                  <a:pt x="517779" y="284843"/>
                  <a:pt x="519344" y="282901"/>
                  <a:pt x="520424" y="280203"/>
                </a:cubicBezTo>
                <a:cubicBezTo>
                  <a:pt x="521610" y="277613"/>
                  <a:pt x="522204" y="270922"/>
                  <a:pt x="522204" y="260131"/>
                </a:cubicBezTo>
                <a:lnTo>
                  <a:pt x="522204" y="119948"/>
                </a:lnTo>
                <a:cubicBezTo>
                  <a:pt x="522204" y="110344"/>
                  <a:pt x="521772" y="104246"/>
                  <a:pt x="520909" y="101656"/>
                </a:cubicBezTo>
                <a:cubicBezTo>
                  <a:pt x="520045" y="99067"/>
                  <a:pt x="518642" y="97124"/>
                  <a:pt x="516700" y="95829"/>
                </a:cubicBezTo>
                <a:cubicBezTo>
                  <a:pt x="514866" y="94534"/>
                  <a:pt x="512330" y="93887"/>
                  <a:pt x="509093" y="93887"/>
                </a:cubicBezTo>
                <a:cubicBezTo>
                  <a:pt x="506502" y="93887"/>
                  <a:pt x="503211" y="94642"/>
                  <a:pt x="499217" y="96153"/>
                </a:cubicBezTo>
                <a:lnTo>
                  <a:pt x="497275" y="90973"/>
                </a:lnTo>
                <a:moveTo>
                  <a:pt x="549075" y="116711"/>
                </a:moveTo>
                <a:lnTo>
                  <a:pt x="549075" y="172072"/>
                </a:lnTo>
                <a:cubicBezTo>
                  <a:pt x="549075" y="184050"/>
                  <a:pt x="549560" y="191928"/>
                  <a:pt x="550531" y="195705"/>
                </a:cubicBezTo>
                <a:cubicBezTo>
                  <a:pt x="552043" y="201964"/>
                  <a:pt x="555712" y="207468"/>
                  <a:pt x="561540" y="212216"/>
                </a:cubicBezTo>
                <a:cubicBezTo>
                  <a:pt x="567475" y="216964"/>
                  <a:pt x="574921" y="219339"/>
                  <a:pt x="583878" y="219339"/>
                </a:cubicBezTo>
                <a:cubicBezTo>
                  <a:pt x="594670" y="219339"/>
                  <a:pt x="603410" y="215130"/>
                  <a:pt x="610101" y="206713"/>
                </a:cubicBezTo>
                <a:cubicBezTo>
                  <a:pt x="618842" y="195705"/>
                  <a:pt x="623213" y="180219"/>
                  <a:pt x="623213" y="160255"/>
                </a:cubicBezTo>
                <a:cubicBezTo>
                  <a:pt x="623213" y="137593"/>
                  <a:pt x="618248" y="120164"/>
                  <a:pt x="608320" y="107970"/>
                </a:cubicBezTo>
                <a:cubicBezTo>
                  <a:pt x="601414" y="99552"/>
                  <a:pt x="593212" y="95344"/>
                  <a:pt x="583716" y="95344"/>
                </a:cubicBezTo>
                <a:cubicBezTo>
                  <a:pt x="578536" y="95344"/>
                  <a:pt x="573410" y="96638"/>
                  <a:pt x="568338" y="99228"/>
                </a:cubicBezTo>
                <a:cubicBezTo>
                  <a:pt x="564453" y="101171"/>
                  <a:pt x="558032" y="106999"/>
                  <a:pt x="549075" y="116711"/>
                </a:cubicBezTo>
                <a:moveTo>
                  <a:pt x="803702" y="76242"/>
                </a:moveTo>
                <a:lnTo>
                  <a:pt x="803702" y="166082"/>
                </a:lnTo>
                <a:cubicBezTo>
                  <a:pt x="803702" y="183241"/>
                  <a:pt x="804080" y="193763"/>
                  <a:pt x="804836" y="197648"/>
                </a:cubicBezTo>
                <a:cubicBezTo>
                  <a:pt x="805698" y="201425"/>
                  <a:pt x="806993" y="204068"/>
                  <a:pt x="808720" y="205579"/>
                </a:cubicBezTo>
                <a:cubicBezTo>
                  <a:pt x="810554" y="207090"/>
                  <a:pt x="812659" y="207846"/>
                  <a:pt x="815034" y="207846"/>
                </a:cubicBezTo>
                <a:cubicBezTo>
                  <a:pt x="818378" y="207846"/>
                  <a:pt x="822155" y="206928"/>
                  <a:pt x="826365" y="205094"/>
                </a:cubicBezTo>
                <a:lnTo>
                  <a:pt x="828631" y="210759"/>
                </a:lnTo>
                <a:lnTo>
                  <a:pt x="784278" y="229051"/>
                </a:lnTo>
                <a:lnTo>
                  <a:pt x="776993" y="229051"/>
                </a:lnTo>
                <a:lnTo>
                  <a:pt x="776993" y="197648"/>
                </a:lnTo>
                <a:cubicBezTo>
                  <a:pt x="764259" y="211461"/>
                  <a:pt x="754546" y="220148"/>
                  <a:pt x="747856" y="223709"/>
                </a:cubicBezTo>
                <a:cubicBezTo>
                  <a:pt x="741165" y="227270"/>
                  <a:pt x="734097" y="229051"/>
                  <a:pt x="726650" y="229051"/>
                </a:cubicBezTo>
                <a:cubicBezTo>
                  <a:pt x="718341" y="229051"/>
                  <a:pt x="711110" y="226677"/>
                  <a:pt x="704959" y="221929"/>
                </a:cubicBezTo>
                <a:cubicBezTo>
                  <a:pt x="698916" y="217072"/>
                  <a:pt x="694707" y="210867"/>
                  <a:pt x="692334" y="203313"/>
                </a:cubicBezTo>
                <a:cubicBezTo>
                  <a:pt x="689958" y="195759"/>
                  <a:pt x="688772" y="185076"/>
                  <a:pt x="688772" y="171262"/>
                </a:cubicBezTo>
                <a:lnTo>
                  <a:pt x="688772" y="105056"/>
                </a:lnTo>
                <a:cubicBezTo>
                  <a:pt x="688772" y="98042"/>
                  <a:pt x="688016" y="93185"/>
                  <a:pt x="686506" y="90487"/>
                </a:cubicBezTo>
                <a:cubicBezTo>
                  <a:pt x="684994" y="87789"/>
                  <a:pt x="682728" y="85739"/>
                  <a:pt x="679707" y="84336"/>
                </a:cubicBezTo>
                <a:cubicBezTo>
                  <a:pt x="676793" y="82825"/>
                  <a:pt x="671451" y="82124"/>
                  <a:pt x="663682" y="82232"/>
                </a:cubicBezTo>
                <a:lnTo>
                  <a:pt x="663682" y="76242"/>
                </a:lnTo>
                <a:lnTo>
                  <a:pt x="715643" y="76242"/>
                </a:lnTo>
                <a:lnTo>
                  <a:pt x="715643" y="175471"/>
                </a:lnTo>
                <a:cubicBezTo>
                  <a:pt x="715643" y="189284"/>
                  <a:pt x="718017" y="198349"/>
                  <a:pt x="722765" y="202666"/>
                </a:cubicBezTo>
                <a:cubicBezTo>
                  <a:pt x="727621" y="206982"/>
                  <a:pt x="733448" y="209141"/>
                  <a:pt x="740247" y="209141"/>
                </a:cubicBezTo>
                <a:cubicBezTo>
                  <a:pt x="744888" y="209141"/>
                  <a:pt x="750122" y="207684"/>
                  <a:pt x="755950" y="204770"/>
                </a:cubicBezTo>
                <a:cubicBezTo>
                  <a:pt x="761885" y="201856"/>
                  <a:pt x="768899" y="196299"/>
                  <a:pt x="776993" y="188097"/>
                </a:cubicBezTo>
                <a:lnTo>
                  <a:pt x="776993" y="104085"/>
                </a:lnTo>
                <a:cubicBezTo>
                  <a:pt x="776993" y="95667"/>
                  <a:pt x="775428" y="90002"/>
                  <a:pt x="772298" y="87088"/>
                </a:cubicBezTo>
                <a:cubicBezTo>
                  <a:pt x="769276" y="84066"/>
                  <a:pt x="762909" y="82448"/>
                  <a:pt x="753197" y="82232"/>
                </a:cubicBezTo>
                <a:lnTo>
                  <a:pt x="753197" y="76242"/>
                </a:lnTo>
                <a:lnTo>
                  <a:pt x="803702" y="76242"/>
                </a:lnTo>
                <a:moveTo>
                  <a:pt x="882534" y="27518"/>
                </a:moveTo>
                <a:lnTo>
                  <a:pt x="882534" y="76242"/>
                </a:lnTo>
                <a:lnTo>
                  <a:pt x="917176" y="76242"/>
                </a:lnTo>
                <a:lnTo>
                  <a:pt x="917176" y="87574"/>
                </a:lnTo>
                <a:lnTo>
                  <a:pt x="882534" y="87574"/>
                </a:lnTo>
                <a:lnTo>
                  <a:pt x="882534" y="183727"/>
                </a:lnTo>
                <a:cubicBezTo>
                  <a:pt x="882534" y="193331"/>
                  <a:pt x="883884" y="199806"/>
                  <a:pt x="886582" y="203151"/>
                </a:cubicBezTo>
                <a:cubicBezTo>
                  <a:pt x="889387" y="206497"/>
                  <a:pt x="892949" y="208169"/>
                  <a:pt x="897265" y="208169"/>
                </a:cubicBezTo>
                <a:cubicBezTo>
                  <a:pt x="900826" y="208169"/>
                  <a:pt x="904280" y="207090"/>
                  <a:pt x="907625" y="204932"/>
                </a:cubicBezTo>
                <a:cubicBezTo>
                  <a:pt x="910969" y="202666"/>
                  <a:pt x="913560" y="199374"/>
                  <a:pt x="915394" y="195058"/>
                </a:cubicBezTo>
                <a:lnTo>
                  <a:pt x="921708" y="195058"/>
                </a:lnTo>
                <a:cubicBezTo>
                  <a:pt x="917930" y="205633"/>
                  <a:pt x="912589" y="213619"/>
                  <a:pt x="905682" y="219015"/>
                </a:cubicBezTo>
                <a:cubicBezTo>
                  <a:pt x="898776" y="224303"/>
                  <a:pt x="891653" y="226947"/>
                  <a:pt x="884315" y="226947"/>
                </a:cubicBezTo>
                <a:cubicBezTo>
                  <a:pt x="879351" y="226947"/>
                  <a:pt x="874495" y="225598"/>
                  <a:pt x="869746" y="222900"/>
                </a:cubicBezTo>
                <a:cubicBezTo>
                  <a:pt x="864998" y="220094"/>
                  <a:pt x="861491" y="216155"/>
                  <a:pt x="859225" y="211083"/>
                </a:cubicBezTo>
                <a:cubicBezTo>
                  <a:pt x="856959" y="205903"/>
                  <a:pt x="855826" y="197971"/>
                  <a:pt x="855826" y="187288"/>
                </a:cubicBezTo>
                <a:lnTo>
                  <a:pt x="855826" y="87574"/>
                </a:lnTo>
                <a:lnTo>
                  <a:pt x="832353" y="87574"/>
                </a:lnTo>
                <a:lnTo>
                  <a:pt x="832353" y="82232"/>
                </a:lnTo>
                <a:cubicBezTo>
                  <a:pt x="838288" y="79858"/>
                  <a:pt x="844332" y="75865"/>
                  <a:pt x="850483" y="70253"/>
                </a:cubicBezTo>
                <a:cubicBezTo>
                  <a:pt x="856742" y="64533"/>
                  <a:pt x="862300" y="57789"/>
                  <a:pt x="867157" y="50019"/>
                </a:cubicBezTo>
                <a:cubicBezTo>
                  <a:pt x="869638" y="45918"/>
                  <a:pt x="873092" y="38418"/>
                  <a:pt x="877517" y="27518"/>
                </a:cubicBezTo>
                <a:lnTo>
                  <a:pt x="882534" y="27518"/>
                </a:lnTo>
                <a:moveTo>
                  <a:pt x="1027573" y="71872"/>
                </a:moveTo>
                <a:lnTo>
                  <a:pt x="1027573" y="122377"/>
                </a:lnTo>
                <a:lnTo>
                  <a:pt x="1022231" y="122377"/>
                </a:lnTo>
                <a:cubicBezTo>
                  <a:pt x="1018130" y="106513"/>
                  <a:pt x="1012843" y="95721"/>
                  <a:pt x="1006367" y="90002"/>
                </a:cubicBezTo>
                <a:cubicBezTo>
                  <a:pt x="1000000" y="84282"/>
                  <a:pt x="991853" y="81423"/>
                  <a:pt x="981925" y="81423"/>
                </a:cubicBezTo>
                <a:cubicBezTo>
                  <a:pt x="974370" y="81423"/>
                  <a:pt x="968273" y="83419"/>
                  <a:pt x="963633" y="87412"/>
                </a:cubicBezTo>
                <a:cubicBezTo>
                  <a:pt x="958993" y="91405"/>
                  <a:pt x="956672" y="95829"/>
                  <a:pt x="956672" y="100685"/>
                </a:cubicBezTo>
                <a:cubicBezTo>
                  <a:pt x="956672" y="106729"/>
                  <a:pt x="958399" y="111909"/>
                  <a:pt x="961852" y="116225"/>
                </a:cubicBezTo>
                <a:cubicBezTo>
                  <a:pt x="965198" y="120650"/>
                  <a:pt x="971997" y="125344"/>
                  <a:pt x="982249" y="130308"/>
                </a:cubicBezTo>
                <a:lnTo>
                  <a:pt x="1005882" y="141801"/>
                </a:lnTo>
                <a:cubicBezTo>
                  <a:pt x="1027789" y="152485"/>
                  <a:pt x="1038742" y="166568"/>
                  <a:pt x="1038742" y="184050"/>
                </a:cubicBezTo>
                <a:cubicBezTo>
                  <a:pt x="1038742" y="197540"/>
                  <a:pt x="1033616" y="208439"/>
                  <a:pt x="1023364" y="216749"/>
                </a:cubicBezTo>
                <a:cubicBezTo>
                  <a:pt x="1013220" y="224950"/>
                  <a:pt x="1001835" y="229051"/>
                  <a:pt x="989209" y="229051"/>
                </a:cubicBezTo>
                <a:cubicBezTo>
                  <a:pt x="980144" y="229051"/>
                  <a:pt x="969784" y="227432"/>
                  <a:pt x="958130" y="224195"/>
                </a:cubicBezTo>
                <a:cubicBezTo>
                  <a:pt x="954568" y="223116"/>
                  <a:pt x="951654" y="222576"/>
                  <a:pt x="949388" y="222576"/>
                </a:cubicBezTo>
                <a:cubicBezTo>
                  <a:pt x="946906" y="222576"/>
                  <a:pt x="944964" y="223979"/>
                  <a:pt x="943560" y="226785"/>
                </a:cubicBezTo>
                <a:lnTo>
                  <a:pt x="938219" y="226785"/>
                </a:lnTo>
                <a:lnTo>
                  <a:pt x="938219" y="173852"/>
                </a:lnTo>
                <a:lnTo>
                  <a:pt x="943560" y="173852"/>
                </a:lnTo>
                <a:cubicBezTo>
                  <a:pt x="946582" y="188960"/>
                  <a:pt x="952355" y="200346"/>
                  <a:pt x="960881" y="208007"/>
                </a:cubicBezTo>
                <a:cubicBezTo>
                  <a:pt x="969406" y="215670"/>
                  <a:pt x="978957" y="219501"/>
                  <a:pt x="989533" y="219501"/>
                </a:cubicBezTo>
                <a:cubicBezTo>
                  <a:pt x="996979" y="219501"/>
                  <a:pt x="1003022" y="217342"/>
                  <a:pt x="1007662" y="213026"/>
                </a:cubicBezTo>
                <a:cubicBezTo>
                  <a:pt x="1012411" y="208601"/>
                  <a:pt x="1014785" y="203313"/>
                  <a:pt x="1014785" y="197162"/>
                </a:cubicBezTo>
                <a:cubicBezTo>
                  <a:pt x="1014785" y="189716"/>
                  <a:pt x="1012140" y="183457"/>
                  <a:pt x="1006853" y="178384"/>
                </a:cubicBezTo>
                <a:cubicBezTo>
                  <a:pt x="1001673" y="173313"/>
                  <a:pt x="991259" y="166892"/>
                  <a:pt x="975611" y="159122"/>
                </a:cubicBezTo>
                <a:cubicBezTo>
                  <a:pt x="959964" y="151352"/>
                  <a:pt x="949712" y="144337"/>
                  <a:pt x="944855" y="138078"/>
                </a:cubicBezTo>
                <a:cubicBezTo>
                  <a:pt x="940000" y="131927"/>
                  <a:pt x="937572" y="124157"/>
                  <a:pt x="937572" y="114768"/>
                </a:cubicBezTo>
                <a:cubicBezTo>
                  <a:pt x="937572" y="102574"/>
                  <a:pt x="941725" y="92376"/>
                  <a:pt x="950036" y="84174"/>
                </a:cubicBezTo>
                <a:cubicBezTo>
                  <a:pt x="958452" y="75973"/>
                  <a:pt x="969299" y="71872"/>
                  <a:pt x="982572" y="71872"/>
                </a:cubicBezTo>
                <a:cubicBezTo>
                  <a:pt x="988399" y="71872"/>
                  <a:pt x="995468" y="73113"/>
                  <a:pt x="1003778" y="75595"/>
                </a:cubicBezTo>
                <a:cubicBezTo>
                  <a:pt x="1009282" y="77214"/>
                  <a:pt x="1012951" y="78023"/>
                  <a:pt x="1014785" y="78023"/>
                </a:cubicBezTo>
                <a:cubicBezTo>
                  <a:pt x="1016512" y="78023"/>
                  <a:pt x="1017860" y="77645"/>
                  <a:pt x="1018831" y="76890"/>
                </a:cubicBezTo>
                <a:cubicBezTo>
                  <a:pt x="1019802" y="76135"/>
                  <a:pt x="1020936" y="74462"/>
                  <a:pt x="1022231" y="71872"/>
                </a:cubicBezTo>
                <a:lnTo>
                  <a:pt x="1027573" y="71872"/>
                </a:lnTo>
                <a:moveTo>
                  <a:pt x="1097340" y="71710"/>
                </a:moveTo>
                <a:cubicBezTo>
                  <a:pt x="1102304" y="71710"/>
                  <a:pt x="1106513" y="73491"/>
                  <a:pt x="1109966" y="77052"/>
                </a:cubicBezTo>
                <a:cubicBezTo>
                  <a:pt x="1113528" y="80505"/>
                  <a:pt x="1115308" y="84714"/>
                  <a:pt x="1115308" y="89678"/>
                </a:cubicBezTo>
                <a:cubicBezTo>
                  <a:pt x="1115308" y="94642"/>
                  <a:pt x="1113528" y="98905"/>
                  <a:pt x="1109966" y="102466"/>
                </a:cubicBezTo>
                <a:cubicBezTo>
                  <a:pt x="1106513" y="105919"/>
                  <a:pt x="1102304" y="107646"/>
                  <a:pt x="1097340" y="107646"/>
                </a:cubicBezTo>
                <a:cubicBezTo>
                  <a:pt x="1092376" y="107646"/>
                  <a:pt x="1088113" y="105919"/>
                  <a:pt x="1084553" y="102466"/>
                </a:cubicBezTo>
                <a:cubicBezTo>
                  <a:pt x="1081099" y="98905"/>
                  <a:pt x="1079372" y="94642"/>
                  <a:pt x="1079372" y="89678"/>
                </a:cubicBezTo>
                <a:cubicBezTo>
                  <a:pt x="1079372" y="84714"/>
                  <a:pt x="1081099" y="80505"/>
                  <a:pt x="1084553" y="77052"/>
                </a:cubicBezTo>
                <a:cubicBezTo>
                  <a:pt x="1088113" y="73491"/>
                  <a:pt x="1092376" y="71710"/>
                  <a:pt x="1097340" y="71710"/>
                </a:cubicBezTo>
                <a:moveTo>
                  <a:pt x="1097017" y="192953"/>
                </a:moveTo>
                <a:cubicBezTo>
                  <a:pt x="1102089" y="192953"/>
                  <a:pt x="1106352" y="194734"/>
                  <a:pt x="1109804" y="198295"/>
                </a:cubicBezTo>
                <a:cubicBezTo>
                  <a:pt x="1113366" y="201856"/>
                  <a:pt x="1115147" y="206119"/>
                  <a:pt x="1115147" y="211083"/>
                </a:cubicBezTo>
                <a:cubicBezTo>
                  <a:pt x="1115147" y="216047"/>
                  <a:pt x="1113366" y="220310"/>
                  <a:pt x="1109804" y="223871"/>
                </a:cubicBezTo>
                <a:cubicBezTo>
                  <a:pt x="1106243" y="227324"/>
                  <a:pt x="1101980" y="229051"/>
                  <a:pt x="1097017" y="229051"/>
                </a:cubicBezTo>
                <a:cubicBezTo>
                  <a:pt x="1092053" y="229051"/>
                  <a:pt x="1087790" y="227324"/>
                  <a:pt x="1084229" y="223871"/>
                </a:cubicBezTo>
                <a:cubicBezTo>
                  <a:pt x="1080775" y="220310"/>
                  <a:pt x="1079048" y="216047"/>
                  <a:pt x="1079048" y="211083"/>
                </a:cubicBezTo>
                <a:cubicBezTo>
                  <a:pt x="1079048" y="206119"/>
                  <a:pt x="1080775" y="201856"/>
                  <a:pt x="1084229" y="198295"/>
                </a:cubicBezTo>
                <a:cubicBezTo>
                  <a:pt x="1087790" y="194734"/>
                  <a:pt x="1092053" y="192953"/>
                  <a:pt x="1097017" y="1929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203">
            <a:extLst xmlns:a="http://schemas.openxmlformats.org/drawingml/2006/main">
              <a:ext uri="{FF2B5EF4-FFF2-40B4-BE49-F238E27FC236}">
                <a16:creationId xmlns:a16="http://schemas.microsoft.com/office/drawing/2014/main" id="{795A8C79-E89F-491F-B515-F8D95D2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661" y="631635"/>
            <a:ext cx="1061567" cy="301732"/>
          </a:xfrm>
          <a:custGeom xmlns:a="http://schemas.openxmlformats.org/drawingml/2006/main">
            <a:pathLst>
              <a:path w="1061567" h="301732">
                <a:moveTo>
                  <a:pt x="186964" y="5666"/>
                </a:moveTo>
                <a:lnTo>
                  <a:pt x="170291" y="188259"/>
                </a:lnTo>
                <a:cubicBezTo>
                  <a:pt x="169427" y="196784"/>
                  <a:pt x="168996" y="202396"/>
                  <a:pt x="168996" y="205094"/>
                </a:cubicBezTo>
                <a:cubicBezTo>
                  <a:pt x="168996" y="209410"/>
                  <a:pt x="169805" y="212702"/>
                  <a:pt x="171424" y="214968"/>
                </a:cubicBezTo>
                <a:cubicBezTo>
                  <a:pt x="173474" y="218097"/>
                  <a:pt x="176226" y="220418"/>
                  <a:pt x="179680" y="221929"/>
                </a:cubicBezTo>
                <a:cubicBezTo>
                  <a:pt x="183240" y="223439"/>
                  <a:pt x="189176" y="224195"/>
                  <a:pt x="197485" y="224195"/>
                </a:cubicBezTo>
                <a:lnTo>
                  <a:pt x="195705" y="230184"/>
                </a:lnTo>
                <a:lnTo>
                  <a:pt x="109265" y="230184"/>
                </a:lnTo>
                <a:lnTo>
                  <a:pt x="111045" y="224195"/>
                </a:lnTo>
                <a:lnTo>
                  <a:pt x="114768" y="224195"/>
                </a:lnTo>
                <a:cubicBezTo>
                  <a:pt x="121783" y="224195"/>
                  <a:pt x="127502" y="222684"/>
                  <a:pt x="131927" y="219662"/>
                </a:cubicBezTo>
                <a:cubicBezTo>
                  <a:pt x="135057" y="217612"/>
                  <a:pt x="137484" y="214213"/>
                  <a:pt x="139211" y="209464"/>
                </a:cubicBezTo>
                <a:cubicBezTo>
                  <a:pt x="140398" y="206119"/>
                  <a:pt x="141531" y="198241"/>
                  <a:pt x="142610" y="185831"/>
                </a:cubicBezTo>
                <a:lnTo>
                  <a:pt x="145200" y="157988"/>
                </a:lnTo>
                <a:lnTo>
                  <a:pt x="82394" y="157988"/>
                </a:lnTo>
                <a:lnTo>
                  <a:pt x="60055" y="188259"/>
                </a:lnTo>
                <a:cubicBezTo>
                  <a:pt x="54983" y="195058"/>
                  <a:pt x="51800" y="199968"/>
                  <a:pt x="50504" y="202989"/>
                </a:cubicBezTo>
                <a:cubicBezTo>
                  <a:pt x="49209" y="205903"/>
                  <a:pt x="48562" y="208655"/>
                  <a:pt x="48562" y="211245"/>
                </a:cubicBezTo>
                <a:cubicBezTo>
                  <a:pt x="48562" y="214698"/>
                  <a:pt x="49965" y="217666"/>
                  <a:pt x="52771" y="220148"/>
                </a:cubicBezTo>
                <a:cubicBezTo>
                  <a:pt x="55576" y="222630"/>
                  <a:pt x="60217" y="223979"/>
                  <a:pt x="66691" y="224195"/>
                </a:cubicBezTo>
                <a:lnTo>
                  <a:pt x="64911" y="230184"/>
                </a:lnTo>
                <a:lnTo>
                  <a:pt x="0" y="230184"/>
                </a:lnTo>
                <a:lnTo>
                  <a:pt x="1781" y="224195"/>
                </a:lnTo>
                <a:cubicBezTo>
                  <a:pt x="9766" y="223871"/>
                  <a:pt x="16781" y="221227"/>
                  <a:pt x="22824" y="216263"/>
                </a:cubicBezTo>
                <a:cubicBezTo>
                  <a:pt x="28975" y="211191"/>
                  <a:pt x="38094" y="200453"/>
                  <a:pt x="50181" y="184050"/>
                </a:cubicBezTo>
                <a:lnTo>
                  <a:pt x="181298" y="5666"/>
                </a:lnTo>
                <a:lnTo>
                  <a:pt x="186964" y="5666"/>
                </a:lnTo>
                <a:moveTo>
                  <a:pt x="154913" y="59569"/>
                </a:moveTo>
                <a:lnTo>
                  <a:pt x="91296" y="146172"/>
                </a:lnTo>
                <a:lnTo>
                  <a:pt x="146495" y="146172"/>
                </a:lnTo>
                <a:lnTo>
                  <a:pt x="154913" y="59569"/>
                </a:lnTo>
                <a:moveTo>
                  <a:pt x="317434" y="0"/>
                </a:moveTo>
                <a:lnTo>
                  <a:pt x="262073" y="192629"/>
                </a:lnTo>
                <a:cubicBezTo>
                  <a:pt x="259375" y="202234"/>
                  <a:pt x="258026" y="208115"/>
                  <a:pt x="258026" y="210274"/>
                </a:cubicBezTo>
                <a:cubicBezTo>
                  <a:pt x="258026" y="211892"/>
                  <a:pt x="258512" y="213241"/>
                  <a:pt x="259483" y="214321"/>
                </a:cubicBezTo>
                <a:cubicBezTo>
                  <a:pt x="260562" y="215400"/>
                  <a:pt x="261857" y="215939"/>
                  <a:pt x="263368" y="215939"/>
                </a:cubicBezTo>
                <a:cubicBezTo>
                  <a:pt x="265418" y="215939"/>
                  <a:pt x="267631" y="215022"/>
                  <a:pt x="270005" y="213187"/>
                </a:cubicBezTo>
                <a:cubicBezTo>
                  <a:pt x="275616" y="208763"/>
                  <a:pt x="281498" y="201910"/>
                  <a:pt x="287649" y="192629"/>
                </a:cubicBezTo>
                <a:lnTo>
                  <a:pt x="292505" y="197647"/>
                </a:lnTo>
                <a:cubicBezTo>
                  <a:pt x="282253" y="212108"/>
                  <a:pt x="272811" y="222198"/>
                  <a:pt x="264177" y="227918"/>
                </a:cubicBezTo>
                <a:cubicBezTo>
                  <a:pt x="257810" y="232019"/>
                  <a:pt x="251767" y="234069"/>
                  <a:pt x="246048" y="234069"/>
                </a:cubicBezTo>
                <a:cubicBezTo>
                  <a:pt x="241947" y="234069"/>
                  <a:pt x="238494" y="232666"/>
                  <a:pt x="235688" y="229860"/>
                </a:cubicBezTo>
                <a:cubicBezTo>
                  <a:pt x="232990" y="227054"/>
                  <a:pt x="231641" y="223817"/>
                  <a:pt x="231641" y="220148"/>
                </a:cubicBezTo>
                <a:cubicBezTo>
                  <a:pt x="231641" y="216263"/>
                  <a:pt x="233368" y="208277"/>
                  <a:pt x="236821" y="196191"/>
                </a:cubicBezTo>
                <a:lnTo>
                  <a:pt x="280689" y="44353"/>
                </a:lnTo>
                <a:cubicBezTo>
                  <a:pt x="284249" y="31943"/>
                  <a:pt x="286031" y="24821"/>
                  <a:pt x="286031" y="22986"/>
                </a:cubicBezTo>
                <a:cubicBezTo>
                  <a:pt x="286031" y="20396"/>
                  <a:pt x="285005" y="18292"/>
                  <a:pt x="282955" y="16673"/>
                </a:cubicBezTo>
                <a:cubicBezTo>
                  <a:pt x="280904" y="14946"/>
                  <a:pt x="277720" y="14083"/>
                  <a:pt x="273404" y="14083"/>
                </a:cubicBezTo>
                <a:cubicBezTo>
                  <a:pt x="270922" y="14083"/>
                  <a:pt x="267145" y="14461"/>
                  <a:pt x="262073" y="15216"/>
                </a:cubicBezTo>
                <a:lnTo>
                  <a:pt x="262073" y="9227"/>
                </a:lnTo>
                <a:lnTo>
                  <a:pt x="317434" y="0"/>
                </a:lnTo>
                <a:moveTo>
                  <a:pt x="385259" y="19425"/>
                </a:moveTo>
                <a:cubicBezTo>
                  <a:pt x="389792" y="19425"/>
                  <a:pt x="393622" y="20989"/>
                  <a:pt x="396751" y="24119"/>
                </a:cubicBezTo>
                <a:cubicBezTo>
                  <a:pt x="399881" y="27249"/>
                  <a:pt x="401446" y="31080"/>
                  <a:pt x="401446" y="35612"/>
                </a:cubicBezTo>
                <a:cubicBezTo>
                  <a:pt x="401446" y="40037"/>
                  <a:pt x="399828" y="43868"/>
                  <a:pt x="396590" y="47105"/>
                </a:cubicBezTo>
                <a:cubicBezTo>
                  <a:pt x="393461" y="50235"/>
                  <a:pt x="389683" y="51800"/>
                  <a:pt x="385259" y="51800"/>
                </a:cubicBezTo>
                <a:cubicBezTo>
                  <a:pt x="380835" y="51800"/>
                  <a:pt x="377004" y="50235"/>
                  <a:pt x="373766" y="47105"/>
                </a:cubicBezTo>
                <a:cubicBezTo>
                  <a:pt x="370637" y="43868"/>
                  <a:pt x="369072" y="40037"/>
                  <a:pt x="369072" y="35612"/>
                </a:cubicBezTo>
                <a:cubicBezTo>
                  <a:pt x="369072" y="31080"/>
                  <a:pt x="370637" y="27249"/>
                  <a:pt x="373766" y="24119"/>
                </a:cubicBezTo>
                <a:cubicBezTo>
                  <a:pt x="376896" y="20989"/>
                  <a:pt x="380727" y="19425"/>
                  <a:pt x="385259" y="19425"/>
                </a:cubicBezTo>
                <a:moveTo>
                  <a:pt x="387364" y="83688"/>
                </a:moveTo>
                <a:lnTo>
                  <a:pt x="355312" y="197162"/>
                </a:lnTo>
                <a:cubicBezTo>
                  <a:pt x="353154" y="204824"/>
                  <a:pt x="352075" y="209410"/>
                  <a:pt x="352075" y="210921"/>
                </a:cubicBezTo>
                <a:cubicBezTo>
                  <a:pt x="352075" y="212648"/>
                  <a:pt x="352560" y="214051"/>
                  <a:pt x="353531" y="215130"/>
                </a:cubicBezTo>
                <a:cubicBezTo>
                  <a:pt x="354611" y="216209"/>
                  <a:pt x="355852" y="216749"/>
                  <a:pt x="357255" y="216749"/>
                </a:cubicBezTo>
                <a:cubicBezTo>
                  <a:pt x="358874" y="216749"/>
                  <a:pt x="360816" y="215885"/>
                  <a:pt x="363082" y="214158"/>
                </a:cubicBezTo>
                <a:cubicBezTo>
                  <a:pt x="369234" y="209302"/>
                  <a:pt x="375439" y="202396"/>
                  <a:pt x="381698" y="193439"/>
                </a:cubicBezTo>
                <a:lnTo>
                  <a:pt x="387364" y="197162"/>
                </a:lnTo>
                <a:cubicBezTo>
                  <a:pt x="380024" y="208385"/>
                  <a:pt x="371391" y="217828"/>
                  <a:pt x="361463" y="225490"/>
                </a:cubicBezTo>
                <a:cubicBezTo>
                  <a:pt x="354125" y="231209"/>
                  <a:pt x="347111" y="234069"/>
                  <a:pt x="340420" y="234069"/>
                </a:cubicBezTo>
                <a:cubicBezTo>
                  <a:pt x="335995" y="234069"/>
                  <a:pt x="332380" y="232774"/>
                  <a:pt x="329574" y="230184"/>
                </a:cubicBezTo>
                <a:cubicBezTo>
                  <a:pt x="326768" y="227486"/>
                  <a:pt x="325365" y="224141"/>
                  <a:pt x="325365" y="220148"/>
                </a:cubicBezTo>
                <a:cubicBezTo>
                  <a:pt x="325365" y="216155"/>
                  <a:pt x="326715" y="209518"/>
                  <a:pt x="329413" y="200237"/>
                </a:cubicBezTo>
                <a:lnTo>
                  <a:pt x="350456" y="127718"/>
                </a:lnTo>
                <a:cubicBezTo>
                  <a:pt x="353910" y="115848"/>
                  <a:pt x="355636" y="108401"/>
                  <a:pt x="355636" y="105380"/>
                </a:cubicBezTo>
                <a:cubicBezTo>
                  <a:pt x="355636" y="103005"/>
                  <a:pt x="354773" y="101063"/>
                  <a:pt x="353046" y="99552"/>
                </a:cubicBezTo>
                <a:cubicBezTo>
                  <a:pt x="351427" y="98041"/>
                  <a:pt x="349161" y="97286"/>
                  <a:pt x="346247" y="97286"/>
                </a:cubicBezTo>
                <a:cubicBezTo>
                  <a:pt x="343874" y="97286"/>
                  <a:pt x="338963" y="97880"/>
                  <a:pt x="331517" y="99066"/>
                </a:cubicBezTo>
                <a:lnTo>
                  <a:pt x="331517" y="92754"/>
                </a:lnTo>
                <a:lnTo>
                  <a:pt x="387364" y="83688"/>
                </a:lnTo>
                <a:moveTo>
                  <a:pt x="576108" y="93725"/>
                </a:moveTo>
                <a:lnTo>
                  <a:pt x="571414" y="110560"/>
                </a:lnTo>
                <a:lnTo>
                  <a:pt x="544380" y="110560"/>
                </a:lnTo>
                <a:cubicBezTo>
                  <a:pt x="546431" y="116387"/>
                  <a:pt x="547456" y="121837"/>
                  <a:pt x="547456" y="126909"/>
                </a:cubicBezTo>
                <a:cubicBezTo>
                  <a:pt x="547456" y="141154"/>
                  <a:pt x="541412" y="153834"/>
                  <a:pt x="529326" y="164949"/>
                </a:cubicBezTo>
                <a:cubicBezTo>
                  <a:pt x="517132" y="176064"/>
                  <a:pt x="500405" y="182216"/>
                  <a:pt x="479146" y="183403"/>
                </a:cubicBezTo>
                <a:cubicBezTo>
                  <a:pt x="467707" y="186856"/>
                  <a:pt x="459127" y="190957"/>
                  <a:pt x="453408" y="195705"/>
                </a:cubicBezTo>
                <a:cubicBezTo>
                  <a:pt x="451249" y="197432"/>
                  <a:pt x="450170" y="199212"/>
                  <a:pt x="450170" y="201047"/>
                </a:cubicBezTo>
                <a:cubicBezTo>
                  <a:pt x="450170" y="203205"/>
                  <a:pt x="451142" y="205202"/>
                  <a:pt x="453084" y="207036"/>
                </a:cubicBezTo>
                <a:cubicBezTo>
                  <a:pt x="455026" y="208763"/>
                  <a:pt x="459936" y="210543"/>
                  <a:pt x="467814" y="212378"/>
                </a:cubicBezTo>
                <a:lnTo>
                  <a:pt x="499217" y="219662"/>
                </a:lnTo>
                <a:cubicBezTo>
                  <a:pt x="516593" y="223763"/>
                  <a:pt x="528086" y="228619"/>
                  <a:pt x="533697" y="234231"/>
                </a:cubicBezTo>
                <a:cubicBezTo>
                  <a:pt x="539200" y="239950"/>
                  <a:pt x="541953" y="246533"/>
                  <a:pt x="541953" y="253979"/>
                </a:cubicBezTo>
                <a:cubicBezTo>
                  <a:pt x="541953" y="262828"/>
                  <a:pt x="538661" y="270922"/>
                  <a:pt x="532078" y="278261"/>
                </a:cubicBezTo>
                <a:cubicBezTo>
                  <a:pt x="525603" y="285599"/>
                  <a:pt x="516052" y="291318"/>
                  <a:pt x="503427" y="295419"/>
                </a:cubicBezTo>
                <a:cubicBezTo>
                  <a:pt x="490908" y="299628"/>
                  <a:pt x="477041" y="301732"/>
                  <a:pt x="461825" y="301732"/>
                </a:cubicBezTo>
                <a:cubicBezTo>
                  <a:pt x="448444" y="301732"/>
                  <a:pt x="436249" y="300113"/>
                  <a:pt x="425241" y="296876"/>
                </a:cubicBezTo>
                <a:cubicBezTo>
                  <a:pt x="414234" y="293747"/>
                  <a:pt x="406357" y="289484"/>
                  <a:pt x="401608" y="284088"/>
                </a:cubicBezTo>
                <a:cubicBezTo>
                  <a:pt x="396860" y="278692"/>
                  <a:pt x="394485" y="273135"/>
                  <a:pt x="394485" y="267415"/>
                </a:cubicBezTo>
                <a:cubicBezTo>
                  <a:pt x="394485" y="262775"/>
                  <a:pt x="396050" y="257918"/>
                  <a:pt x="399180" y="252846"/>
                </a:cubicBezTo>
                <a:cubicBezTo>
                  <a:pt x="402202" y="247882"/>
                  <a:pt x="406033" y="243781"/>
                  <a:pt x="410673" y="240544"/>
                </a:cubicBezTo>
                <a:cubicBezTo>
                  <a:pt x="413587" y="238493"/>
                  <a:pt x="421842" y="233637"/>
                  <a:pt x="435439" y="225975"/>
                </a:cubicBezTo>
                <a:cubicBezTo>
                  <a:pt x="430475" y="222090"/>
                  <a:pt x="427993" y="217828"/>
                  <a:pt x="427993" y="213187"/>
                </a:cubicBezTo>
                <a:cubicBezTo>
                  <a:pt x="427993" y="208871"/>
                  <a:pt x="430152" y="204284"/>
                  <a:pt x="434468" y="199428"/>
                </a:cubicBezTo>
                <a:cubicBezTo>
                  <a:pt x="438893" y="194572"/>
                  <a:pt x="448174" y="189230"/>
                  <a:pt x="462311" y="183403"/>
                </a:cubicBezTo>
                <a:cubicBezTo>
                  <a:pt x="450440" y="181136"/>
                  <a:pt x="440997" y="176172"/>
                  <a:pt x="433983" y="168510"/>
                </a:cubicBezTo>
                <a:cubicBezTo>
                  <a:pt x="427076" y="160848"/>
                  <a:pt x="423623" y="152323"/>
                  <a:pt x="423623" y="142934"/>
                </a:cubicBezTo>
                <a:cubicBezTo>
                  <a:pt x="423623" y="127610"/>
                  <a:pt x="430314" y="113905"/>
                  <a:pt x="443695" y="101819"/>
                </a:cubicBezTo>
                <a:cubicBezTo>
                  <a:pt x="457185" y="89732"/>
                  <a:pt x="475098" y="83688"/>
                  <a:pt x="497437" y="83688"/>
                </a:cubicBezTo>
                <a:cubicBezTo>
                  <a:pt x="505531" y="83688"/>
                  <a:pt x="512168" y="84498"/>
                  <a:pt x="517347" y="86117"/>
                </a:cubicBezTo>
                <a:cubicBezTo>
                  <a:pt x="522528" y="87735"/>
                  <a:pt x="527545" y="90272"/>
                  <a:pt x="532402" y="93725"/>
                </a:cubicBezTo>
                <a:lnTo>
                  <a:pt x="576108" y="93725"/>
                </a:lnTo>
                <a:moveTo>
                  <a:pt x="519937" y="119139"/>
                </a:moveTo>
                <a:cubicBezTo>
                  <a:pt x="519937" y="110505"/>
                  <a:pt x="517509" y="103707"/>
                  <a:pt x="512653" y="98743"/>
                </a:cubicBezTo>
                <a:cubicBezTo>
                  <a:pt x="507905" y="93779"/>
                  <a:pt x="501646" y="91297"/>
                  <a:pt x="493876" y="91297"/>
                </a:cubicBezTo>
                <a:cubicBezTo>
                  <a:pt x="481681" y="91297"/>
                  <a:pt x="471591" y="97448"/>
                  <a:pt x="463606" y="109750"/>
                </a:cubicBezTo>
                <a:cubicBezTo>
                  <a:pt x="455728" y="121945"/>
                  <a:pt x="451789" y="134679"/>
                  <a:pt x="451789" y="147952"/>
                </a:cubicBezTo>
                <a:cubicBezTo>
                  <a:pt x="451789" y="156262"/>
                  <a:pt x="454325" y="163061"/>
                  <a:pt x="459397" y="168349"/>
                </a:cubicBezTo>
                <a:cubicBezTo>
                  <a:pt x="464468" y="173636"/>
                  <a:pt x="470620" y="176280"/>
                  <a:pt x="477850" y="176280"/>
                </a:cubicBezTo>
                <a:cubicBezTo>
                  <a:pt x="483570" y="176280"/>
                  <a:pt x="489074" y="174715"/>
                  <a:pt x="494362" y="171586"/>
                </a:cubicBezTo>
                <a:cubicBezTo>
                  <a:pt x="499757" y="168456"/>
                  <a:pt x="504289" y="164140"/>
                  <a:pt x="507959" y="158636"/>
                </a:cubicBezTo>
                <a:cubicBezTo>
                  <a:pt x="511628" y="153132"/>
                  <a:pt x="514542" y="146118"/>
                  <a:pt x="516700" y="137593"/>
                </a:cubicBezTo>
                <a:cubicBezTo>
                  <a:pt x="518859" y="129067"/>
                  <a:pt x="519937" y="122916"/>
                  <a:pt x="519937" y="119139"/>
                </a:cubicBezTo>
                <a:moveTo>
                  <a:pt x="442400" y="230184"/>
                </a:moveTo>
                <a:cubicBezTo>
                  <a:pt x="433659" y="234177"/>
                  <a:pt x="427022" y="239303"/>
                  <a:pt x="422490" y="245562"/>
                </a:cubicBezTo>
                <a:cubicBezTo>
                  <a:pt x="418065" y="251821"/>
                  <a:pt x="415853" y="257972"/>
                  <a:pt x="415853" y="264016"/>
                </a:cubicBezTo>
                <a:cubicBezTo>
                  <a:pt x="415853" y="271138"/>
                  <a:pt x="419091" y="277020"/>
                  <a:pt x="425565" y="281660"/>
                </a:cubicBezTo>
                <a:cubicBezTo>
                  <a:pt x="434847" y="288351"/>
                  <a:pt x="448444" y="291696"/>
                  <a:pt x="466357" y="291696"/>
                </a:cubicBezTo>
                <a:cubicBezTo>
                  <a:pt x="481789" y="291696"/>
                  <a:pt x="494955" y="289052"/>
                  <a:pt x="505854" y="283764"/>
                </a:cubicBezTo>
                <a:cubicBezTo>
                  <a:pt x="516862" y="278584"/>
                  <a:pt x="522366" y="271840"/>
                  <a:pt x="522366" y="263530"/>
                </a:cubicBezTo>
                <a:cubicBezTo>
                  <a:pt x="522366" y="259321"/>
                  <a:pt x="520315" y="255328"/>
                  <a:pt x="516214" y="251551"/>
                </a:cubicBezTo>
                <a:cubicBezTo>
                  <a:pt x="512221" y="247774"/>
                  <a:pt x="504398" y="244699"/>
                  <a:pt x="492743" y="242325"/>
                </a:cubicBezTo>
                <a:cubicBezTo>
                  <a:pt x="486376" y="241030"/>
                  <a:pt x="469595" y="236983"/>
                  <a:pt x="442400" y="230184"/>
                </a:cubicBezTo>
                <a:moveTo>
                  <a:pt x="642313" y="83688"/>
                </a:moveTo>
                <a:lnTo>
                  <a:pt x="620784" y="157341"/>
                </a:lnTo>
                <a:cubicBezTo>
                  <a:pt x="640965" y="127232"/>
                  <a:pt x="656397" y="107430"/>
                  <a:pt x="667081" y="97933"/>
                </a:cubicBezTo>
                <a:cubicBezTo>
                  <a:pt x="677872" y="88437"/>
                  <a:pt x="688232" y="83688"/>
                  <a:pt x="698160" y="83688"/>
                </a:cubicBezTo>
                <a:cubicBezTo>
                  <a:pt x="703556" y="83688"/>
                  <a:pt x="707981" y="85469"/>
                  <a:pt x="711434" y="89030"/>
                </a:cubicBezTo>
                <a:cubicBezTo>
                  <a:pt x="714995" y="92592"/>
                  <a:pt x="716776" y="97232"/>
                  <a:pt x="716776" y="102952"/>
                </a:cubicBezTo>
                <a:cubicBezTo>
                  <a:pt x="716776" y="109426"/>
                  <a:pt x="715211" y="118060"/>
                  <a:pt x="712081" y="128851"/>
                </a:cubicBezTo>
                <a:lnTo>
                  <a:pt x="692332" y="197000"/>
                </a:lnTo>
                <a:cubicBezTo>
                  <a:pt x="690066" y="204878"/>
                  <a:pt x="688933" y="209680"/>
                  <a:pt x="688933" y="211407"/>
                </a:cubicBezTo>
                <a:cubicBezTo>
                  <a:pt x="688933" y="212917"/>
                  <a:pt x="689365" y="214213"/>
                  <a:pt x="690228" y="215292"/>
                </a:cubicBezTo>
                <a:cubicBezTo>
                  <a:pt x="691092" y="216263"/>
                  <a:pt x="692009" y="216749"/>
                  <a:pt x="692981" y="216749"/>
                </a:cubicBezTo>
                <a:cubicBezTo>
                  <a:pt x="694276" y="216749"/>
                  <a:pt x="695840" y="216047"/>
                  <a:pt x="697675" y="214644"/>
                </a:cubicBezTo>
                <a:cubicBezTo>
                  <a:pt x="703394" y="210112"/>
                  <a:pt x="709653" y="203205"/>
                  <a:pt x="716452" y="193925"/>
                </a:cubicBezTo>
                <a:lnTo>
                  <a:pt x="721470" y="197000"/>
                </a:lnTo>
                <a:cubicBezTo>
                  <a:pt x="711434" y="211353"/>
                  <a:pt x="701938" y="221605"/>
                  <a:pt x="692981" y="227756"/>
                </a:cubicBezTo>
                <a:cubicBezTo>
                  <a:pt x="686721" y="231965"/>
                  <a:pt x="681110" y="234069"/>
                  <a:pt x="676146" y="234069"/>
                </a:cubicBezTo>
                <a:cubicBezTo>
                  <a:pt x="672153" y="234069"/>
                  <a:pt x="668969" y="232828"/>
                  <a:pt x="666595" y="230346"/>
                </a:cubicBezTo>
                <a:cubicBezTo>
                  <a:pt x="664221" y="227972"/>
                  <a:pt x="663034" y="224734"/>
                  <a:pt x="663034" y="220634"/>
                </a:cubicBezTo>
                <a:cubicBezTo>
                  <a:pt x="663034" y="215454"/>
                  <a:pt x="664868" y="206551"/>
                  <a:pt x="668537" y="193925"/>
                </a:cubicBezTo>
                <a:lnTo>
                  <a:pt x="687315" y="128851"/>
                </a:lnTo>
                <a:cubicBezTo>
                  <a:pt x="689689" y="120758"/>
                  <a:pt x="690876" y="114444"/>
                  <a:pt x="690876" y="109912"/>
                </a:cubicBezTo>
                <a:cubicBezTo>
                  <a:pt x="690876" y="107754"/>
                  <a:pt x="690175" y="106027"/>
                  <a:pt x="688772" y="104732"/>
                </a:cubicBezTo>
                <a:cubicBezTo>
                  <a:pt x="687368" y="103329"/>
                  <a:pt x="685643" y="102628"/>
                  <a:pt x="683592" y="102628"/>
                </a:cubicBezTo>
                <a:cubicBezTo>
                  <a:pt x="680570" y="102628"/>
                  <a:pt x="676955" y="103923"/>
                  <a:pt x="672747" y="106513"/>
                </a:cubicBezTo>
                <a:cubicBezTo>
                  <a:pt x="664760" y="111369"/>
                  <a:pt x="656451" y="119409"/>
                  <a:pt x="647817" y="130632"/>
                </a:cubicBezTo>
                <a:cubicBezTo>
                  <a:pt x="639184" y="141747"/>
                  <a:pt x="630066" y="155992"/>
                  <a:pt x="620461" y="173367"/>
                </a:cubicBezTo>
                <a:cubicBezTo>
                  <a:pt x="615388" y="182539"/>
                  <a:pt x="611180" y="192576"/>
                  <a:pt x="607835" y="203475"/>
                </a:cubicBezTo>
                <a:lnTo>
                  <a:pt x="599741" y="230184"/>
                </a:lnTo>
                <a:lnTo>
                  <a:pt x="575460" y="230184"/>
                </a:lnTo>
                <a:lnTo>
                  <a:pt x="604921" y="128851"/>
                </a:lnTo>
                <a:cubicBezTo>
                  <a:pt x="608375" y="116657"/>
                  <a:pt x="610101" y="109319"/>
                  <a:pt x="610101" y="106836"/>
                </a:cubicBezTo>
                <a:cubicBezTo>
                  <a:pt x="610101" y="104462"/>
                  <a:pt x="609130" y="102412"/>
                  <a:pt x="607187" y="100685"/>
                </a:cubicBezTo>
                <a:cubicBezTo>
                  <a:pt x="605353" y="98851"/>
                  <a:pt x="603033" y="97933"/>
                  <a:pt x="600226" y="97933"/>
                </a:cubicBezTo>
                <a:cubicBezTo>
                  <a:pt x="598932" y="97933"/>
                  <a:pt x="596666" y="98149"/>
                  <a:pt x="593428" y="98581"/>
                </a:cubicBezTo>
                <a:lnTo>
                  <a:pt x="587277" y="99552"/>
                </a:lnTo>
                <a:lnTo>
                  <a:pt x="586306" y="93725"/>
                </a:lnTo>
                <a:lnTo>
                  <a:pt x="642313" y="83688"/>
                </a:lnTo>
                <a:moveTo>
                  <a:pt x="774402" y="169158"/>
                </a:moveTo>
                <a:cubicBezTo>
                  <a:pt x="773647" y="174553"/>
                  <a:pt x="773269" y="179032"/>
                  <a:pt x="773269" y="182593"/>
                </a:cubicBezTo>
                <a:cubicBezTo>
                  <a:pt x="773269" y="192198"/>
                  <a:pt x="776669" y="200399"/>
                  <a:pt x="783467" y="207198"/>
                </a:cubicBezTo>
                <a:cubicBezTo>
                  <a:pt x="790266" y="213889"/>
                  <a:pt x="798522" y="217234"/>
                  <a:pt x="808234" y="217234"/>
                </a:cubicBezTo>
                <a:cubicBezTo>
                  <a:pt x="816005" y="217234"/>
                  <a:pt x="823450" y="215670"/>
                  <a:pt x="830573" y="212540"/>
                </a:cubicBezTo>
                <a:cubicBezTo>
                  <a:pt x="837803" y="209302"/>
                  <a:pt x="848486" y="202234"/>
                  <a:pt x="862624" y="191335"/>
                </a:cubicBezTo>
                <a:lnTo>
                  <a:pt x="866024" y="196029"/>
                </a:lnTo>
                <a:cubicBezTo>
                  <a:pt x="840447" y="221389"/>
                  <a:pt x="816058" y="234069"/>
                  <a:pt x="792856" y="234069"/>
                </a:cubicBezTo>
                <a:cubicBezTo>
                  <a:pt x="777100" y="234069"/>
                  <a:pt x="765230" y="229105"/>
                  <a:pt x="757244" y="219177"/>
                </a:cubicBezTo>
                <a:cubicBezTo>
                  <a:pt x="749259" y="209248"/>
                  <a:pt x="745266" y="198295"/>
                  <a:pt x="745266" y="186316"/>
                </a:cubicBezTo>
                <a:cubicBezTo>
                  <a:pt x="745266" y="170237"/>
                  <a:pt x="750230" y="153780"/>
                  <a:pt x="760158" y="136945"/>
                </a:cubicBezTo>
                <a:cubicBezTo>
                  <a:pt x="770086" y="120110"/>
                  <a:pt x="782551" y="107052"/>
                  <a:pt x="797551" y="97772"/>
                </a:cubicBezTo>
                <a:cubicBezTo>
                  <a:pt x="812551" y="88383"/>
                  <a:pt x="827983" y="83688"/>
                  <a:pt x="843846" y="83688"/>
                </a:cubicBezTo>
                <a:cubicBezTo>
                  <a:pt x="855285" y="83688"/>
                  <a:pt x="863757" y="86009"/>
                  <a:pt x="869261" y="90649"/>
                </a:cubicBezTo>
                <a:cubicBezTo>
                  <a:pt x="874764" y="95290"/>
                  <a:pt x="877516" y="100793"/>
                  <a:pt x="877516" y="107160"/>
                </a:cubicBezTo>
                <a:cubicBezTo>
                  <a:pt x="877516" y="116117"/>
                  <a:pt x="873955" y="124697"/>
                  <a:pt x="866833" y="132898"/>
                </a:cubicBezTo>
                <a:cubicBezTo>
                  <a:pt x="857444" y="143582"/>
                  <a:pt x="843631" y="152215"/>
                  <a:pt x="825392" y="158798"/>
                </a:cubicBezTo>
                <a:cubicBezTo>
                  <a:pt x="813307" y="163222"/>
                  <a:pt x="796310" y="166676"/>
                  <a:pt x="774402" y="169158"/>
                </a:cubicBezTo>
                <a:moveTo>
                  <a:pt x="775536" y="161226"/>
                </a:moveTo>
                <a:cubicBezTo>
                  <a:pt x="791507" y="159391"/>
                  <a:pt x="804511" y="156262"/>
                  <a:pt x="814547" y="151837"/>
                </a:cubicBezTo>
                <a:cubicBezTo>
                  <a:pt x="827821" y="145902"/>
                  <a:pt x="837749" y="138834"/>
                  <a:pt x="844332" y="130632"/>
                </a:cubicBezTo>
                <a:cubicBezTo>
                  <a:pt x="851022" y="122322"/>
                  <a:pt x="854368" y="114444"/>
                  <a:pt x="854368" y="106998"/>
                </a:cubicBezTo>
                <a:cubicBezTo>
                  <a:pt x="854368" y="102466"/>
                  <a:pt x="852911" y="98797"/>
                  <a:pt x="849998" y="95991"/>
                </a:cubicBezTo>
                <a:cubicBezTo>
                  <a:pt x="847192" y="93185"/>
                  <a:pt x="843145" y="91782"/>
                  <a:pt x="837857" y="91782"/>
                </a:cubicBezTo>
                <a:cubicBezTo>
                  <a:pt x="826850" y="91782"/>
                  <a:pt x="815141" y="97664"/>
                  <a:pt x="802730" y="109426"/>
                </a:cubicBezTo>
                <a:cubicBezTo>
                  <a:pt x="790428" y="121081"/>
                  <a:pt x="781363" y="138348"/>
                  <a:pt x="775536" y="161226"/>
                </a:cubicBezTo>
                <a:moveTo>
                  <a:pt x="1061567" y="0"/>
                </a:moveTo>
                <a:lnTo>
                  <a:pt x="1005882" y="191011"/>
                </a:lnTo>
                <a:cubicBezTo>
                  <a:pt x="1002860" y="201370"/>
                  <a:pt x="1001350" y="208169"/>
                  <a:pt x="1001350" y="211407"/>
                </a:cubicBezTo>
                <a:cubicBezTo>
                  <a:pt x="1001350" y="212486"/>
                  <a:pt x="1001780" y="213511"/>
                  <a:pt x="1002644" y="214482"/>
                </a:cubicBezTo>
                <a:cubicBezTo>
                  <a:pt x="1003616" y="215454"/>
                  <a:pt x="1004587" y="215939"/>
                  <a:pt x="1005558" y="215939"/>
                </a:cubicBezTo>
                <a:cubicBezTo>
                  <a:pt x="1006961" y="215939"/>
                  <a:pt x="1008633" y="215238"/>
                  <a:pt x="1010576" y="213835"/>
                </a:cubicBezTo>
                <a:cubicBezTo>
                  <a:pt x="1014245" y="211245"/>
                  <a:pt x="1020396" y="204770"/>
                  <a:pt x="1029029" y="194410"/>
                </a:cubicBezTo>
                <a:lnTo>
                  <a:pt x="1034533" y="197809"/>
                </a:lnTo>
                <a:cubicBezTo>
                  <a:pt x="1026763" y="208601"/>
                  <a:pt x="1018886" y="217342"/>
                  <a:pt x="1010900" y="224033"/>
                </a:cubicBezTo>
                <a:cubicBezTo>
                  <a:pt x="1003022" y="230724"/>
                  <a:pt x="995630" y="234069"/>
                  <a:pt x="988724" y="234069"/>
                </a:cubicBezTo>
                <a:cubicBezTo>
                  <a:pt x="985053" y="234069"/>
                  <a:pt x="982033" y="232774"/>
                  <a:pt x="979659" y="230184"/>
                </a:cubicBezTo>
                <a:cubicBezTo>
                  <a:pt x="977284" y="227594"/>
                  <a:pt x="976097" y="223925"/>
                  <a:pt x="976097" y="219177"/>
                </a:cubicBezTo>
                <a:cubicBezTo>
                  <a:pt x="976097" y="213025"/>
                  <a:pt x="977715" y="204770"/>
                  <a:pt x="980953" y="194410"/>
                </a:cubicBezTo>
                <a:lnTo>
                  <a:pt x="987266" y="174338"/>
                </a:lnTo>
                <a:cubicBezTo>
                  <a:pt x="971618" y="198511"/>
                  <a:pt x="957374" y="215238"/>
                  <a:pt x="944531" y="224519"/>
                </a:cubicBezTo>
                <a:cubicBezTo>
                  <a:pt x="935683" y="230885"/>
                  <a:pt x="927212" y="234069"/>
                  <a:pt x="919118" y="234069"/>
                </a:cubicBezTo>
                <a:cubicBezTo>
                  <a:pt x="910916" y="234069"/>
                  <a:pt x="903739" y="230454"/>
                  <a:pt x="897589" y="223223"/>
                </a:cubicBezTo>
                <a:cubicBezTo>
                  <a:pt x="891545" y="215885"/>
                  <a:pt x="888524" y="205957"/>
                  <a:pt x="888524" y="193439"/>
                </a:cubicBezTo>
                <a:cubicBezTo>
                  <a:pt x="888524" y="177359"/>
                  <a:pt x="893650" y="160201"/>
                  <a:pt x="903901" y="141963"/>
                </a:cubicBezTo>
                <a:cubicBezTo>
                  <a:pt x="914154" y="123725"/>
                  <a:pt x="927696" y="108887"/>
                  <a:pt x="944531" y="97448"/>
                </a:cubicBezTo>
                <a:cubicBezTo>
                  <a:pt x="957805" y="88275"/>
                  <a:pt x="970000" y="83688"/>
                  <a:pt x="981115" y="83688"/>
                </a:cubicBezTo>
                <a:cubicBezTo>
                  <a:pt x="986942" y="83688"/>
                  <a:pt x="991961" y="84876"/>
                  <a:pt x="996169" y="87250"/>
                </a:cubicBezTo>
                <a:cubicBezTo>
                  <a:pt x="1000378" y="89624"/>
                  <a:pt x="1004533" y="93563"/>
                  <a:pt x="1008633" y="99066"/>
                </a:cubicBezTo>
                <a:lnTo>
                  <a:pt x="1024497" y="42735"/>
                </a:lnTo>
                <a:cubicBezTo>
                  <a:pt x="1025684" y="38742"/>
                  <a:pt x="1026656" y="35558"/>
                  <a:pt x="1027411" y="33184"/>
                </a:cubicBezTo>
                <a:cubicBezTo>
                  <a:pt x="1028705" y="28867"/>
                  <a:pt x="1029354" y="25306"/>
                  <a:pt x="1029354" y="22500"/>
                </a:cubicBezTo>
                <a:cubicBezTo>
                  <a:pt x="1029354" y="20234"/>
                  <a:pt x="1028544" y="18346"/>
                  <a:pt x="1026925" y="16835"/>
                </a:cubicBezTo>
                <a:cubicBezTo>
                  <a:pt x="1024659" y="15000"/>
                  <a:pt x="1021746" y="14083"/>
                  <a:pt x="1018184" y="14083"/>
                </a:cubicBezTo>
                <a:cubicBezTo>
                  <a:pt x="1015702" y="14083"/>
                  <a:pt x="1011601" y="14461"/>
                  <a:pt x="1005882" y="15216"/>
                </a:cubicBezTo>
                <a:lnTo>
                  <a:pt x="1005882" y="9227"/>
                </a:lnTo>
                <a:lnTo>
                  <a:pt x="1061567" y="0"/>
                </a:lnTo>
                <a:moveTo>
                  <a:pt x="1001511" y="114930"/>
                </a:moveTo>
                <a:cubicBezTo>
                  <a:pt x="1001511" y="108023"/>
                  <a:pt x="999514" y="102466"/>
                  <a:pt x="995522" y="98257"/>
                </a:cubicBezTo>
                <a:cubicBezTo>
                  <a:pt x="991529" y="94048"/>
                  <a:pt x="986457" y="91944"/>
                  <a:pt x="980306" y="91944"/>
                </a:cubicBezTo>
                <a:cubicBezTo>
                  <a:pt x="966708" y="91944"/>
                  <a:pt x="952517" y="103167"/>
                  <a:pt x="937732" y="125614"/>
                </a:cubicBezTo>
                <a:cubicBezTo>
                  <a:pt x="923056" y="148060"/>
                  <a:pt x="915718" y="169535"/>
                  <a:pt x="915718" y="190039"/>
                </a:cubicBezTo>
                <a:cubicBezTo>
                  <a:pt x="915718" y="198133"/>
                  <a:pt x="917498" y="204338"/>
                  <a:pt x="921060" y="208655"/>
                </a:cubicBezTo>
                <a:cubicBezTo>
                  <a:pt x="924621" y="212864"/>
                  <a:pt x="928884" y="214968"/>
                  <a:pt x="933848" y="214968"/>
                </a:cubicBezTo>
                <a:cubicBezTo>
                  <a:pt x="945072" y="214968"/>
                  <a:pt x="959154" y="202827"/>
                  <a:pt x="976097" y="178547"/>
                </a:cubicBezTo>
                <a:cubicBezTo>
                  <a:pt x="993040" y="154265"/>
                  <a:pt x="1001511" y="133060"/>
                  <a:pt x="1001511" y="114930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text-205 (a)">
            <a:extLst xmlns:a="http://schemas.openxmlformats.org/drawingml/2006/main">
              <a:ext uri="{FF2B5EF4-FFF2-40B4-BE49-F238E27FC236}">
                <a16:creationId xmlns:a16="http://schemas.microsoft.com/office/drawing/2014/main" id="{ABCF21DC-8E8F-4BF5-A3EE-3230C6C8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9453" y="3125000"/>
            <a:ext cx="448308" cy="48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200" name="text-206 Definition">
            <a:extLst xmlns:a="http://schemas.openxmlformats.org/drawingml/2006/main">
              <a:ext uri="{FF2B5EF4-FFF2-40B4-BE49-F238E27FC236}">
                <a16:creationId xmlns:a16="http://schemas.microsoft.com/office/drawing/2014/main" id="{09771B8F-8FCF-4243-B494-ABD8A7F4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075" y="3129511"/>
            <a:ext cx="1529313" cy="480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Definition</a:t>
            </a:r>
          </a:p>
        </p:txBody>
      </p:sp>
      <p:sp>
        <p:nvSpPr>
          <p:cNvPr id="201" name="text-206 of">
            <a:extLst xmlns:a="http://schemas.openxmlformats.org/drawingml/2006/main">
              <a:ext uri="{FF2B5EF4-FFF2-40B4-BE49-F238E27FC236}">
                <a16:creationId xmlns:a16="http://schemas.microsoft.com/office/drawing/2014/main" id="{86ECA121-7450-49D0-87FD-7BD1AFA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6515" y="3125049"/>
            <a:ext cx="352037" cy="486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202" name="text-207 PAT.">
            <a:extLst xmlns:a="http://schemas.openxmlformats.org/drawingml/2006/main">
              <a:ext uri="{FF2B5EF4-FFF2-40B4-BE49-F238E27FC236}">
                <a16:creationId xmlns:a16="http://schemas.microsoft.com/office/drawing/2014/main" id="{C801E3D1-B10B-448F-9EC2-A45BED0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2875" y="3131312"/>
            <a:ext cx="753333" cy="477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87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87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87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rPr>
              <a:t>PAT.</a:t>
            </a:r>
          </a:p>
        </p:txBody>
      </p:sp>
      <p:sp>
        <p:nvSpPr>
          <p:cNvPr id="203" name="path-208">
            <a:extLst xmlns:a="http://schemas.openxmlformats.org/drawingml/2006/main">
              <a:ext uri="{FF2B5EF4-FFF2-40B4-BE49-F238E27FC236}">
                <a16:creationId xmlns:a16="http://schemas.microsoft.com/office/drawing/2014/main" id="{01C0F13E-6226-4021-ADA4-BF9ED885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07994"/>
            <a:ext cx="7367043" cy="2762641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9">
            <a:extLst xmlns:a="http://schemas.openxmlformats.org/drawingml/2006/main">
              <a:ext uri="{FF2B5EF4-FFF2-40B4-BE49-F238E27FC236}">
                <a16:creationId xmlns:a16="http://schemas.microsoft.com/office/drawing/2014/main" id="{A1337F34-EC78-44DA-B415-6B78379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952" y="207994"/>
            <a:ext cx="18418" cy="2762641"/>
          </a:xfrm>
          <a:custGeom xmlns:a="http://schemas.openxmlformats.org/drawingml/2006/main">
            <a:pathLst>
              <a:path w="18418" h="2762641">
                <a:moveTo>
                  <a:pt x="9209" y="0"/>
                </a:moveTo>
                <a:lnTo>
                  <a:pt x="0" y="0"/>
                </a:lnTo>
                <a:lnTo>
                  <a:pt x="0" y="53128"/>
                </a:lnTo>
                <a:lnTo>
                  <a:pt x="9209" y="53128"/>
                </a:lnTo>
                <a:lnTo>
                  <a:pt x="18418" y="53128"/>
                </a:lnTo>
                <a:lnTo>
                  <a:pt x="18418" y="0"/>
                </a:lnTo>
                <a:lnTo>
                  <a:pt x="9209" y="0"/>
                </a:lnTo>
                <a:moveTo>
                  <a:pt x="9209" y="159383"/>
                </a:moveTo>
                <a:lnTo>
                  <a:pt x="0" y="159383"/>
                </a:lnTo>
                <a:lnTo>
                  <a:pt x="0" y="265638"/>
                </a:lnTo>
                <a:lnTo>
                  <a:pt x="9209" y="265638"/>
                </a:lnTo>
                <a:lnTo>
                  <a:pt x="18418" y="265638"/>
                </a:lnTo>
                <a:lnTo>
                  <a:pt x="18418" y="159383"/>
                </a:lnTo>
                <a:lnTo>
                  <a:pt x="9209" y="159383"/>
                </a:lnTo>
                <a:moveTo>
                  <a:pt x="9209" y="371894"/>
                </a:moveTo>
                <a:lnTo>
                  <a:pt x="0" y="371894"/>
                </a:lnTo>
                <a:lnTo>
                  <a:pt x="0" y="478149"/>
                </a:lnTo>
                <a:lnTo>
                  <a:pt x="9209" y="478149"/>
                </a:lnTo>
                <a:lnTo>
                  <a:pt x="18418" y="478149"/>
                </a:lnTo>
                <a:lnTo>
                  <a:pt x="18418" y="371894"/>
                </a:lnTo>
                <a:lnTo>
                  <a:pt x="9209" y="371894"/>
                </a:lnTo>
                <a:moveTo>
                  <a:pt x="9209" y="584405"/>
                </a:moveTo>
                <a:lnTo>
                  <a:pt x="0" y="584405"/>
                </a:lnTo>
                <a:lnTo>
                  <a:pt x="0" y="690660"/>
                </a:lnTo>
                <a:lnTo>
                  <a:pt x="9209" y="690660"/>
                </a:lnTo>
                <a:lnTo>
                  <a:pt x="18418" y="690660"/>
                </a:lnTo>
                <a:lnTo>
                  <a:pt x="18418" y="584405"/>
                </a:lnTo>
                <a:lnTo>
                  <a:pt x="9209" y="584405"/>
                </a:lnTo>
                <a:moveTo>
                  <a:pt x="9209" y="796916"/>
                </a:moveTo>
                <a:lnTo>
                  <a:pt x="0" y="796916"/>
                </a:lnTo>
                <a:lnTo>
                  <a:pt x="0" y="903171"/>
                </a:lnTo>
                <a:lnTo>
                  <a:pt x="9209" y="903171"/>
                </a:lnTo>
                <a:lnTo>
                  <a:pt x="18418" y="903171"/>
                </a:lnTo>
                <a:lnTo>
                  <a:pt x="18418" y="796916"/>
                </a:lnTo>
                <a:lnTo>
                  <a:pt x="9209" y="796916"/>
                </a:lnTo>
                <a:moveTo>
                  <a:pt x="9209" y="1009426"/>
                </a:moveTo>
                <a:lnTo>
                  <a:pt x="0" y="1009426"/>
                </a:lnTo>
                <a:lnTo>
                  <a:pt x="0" y="1115682"/>
                </a:lnTo>
                <a:lnTo>
                  <a:pt x="9209" y="1115682"/>
                </a:lnTo>
                <a:lnTo>
                  <a:pt x="18418" y="1115682"/>
                </a:lnTo>
                <a:lnTo>
                  <a:pt x="18418" y="1009426"/>
                </a:lnTo>
                <a:lnTo>
                  <a:pt x="9209" y="1009426"/>
                </a:lnTo>
                <a:moveTo>
                  <a:pt x="9209" y="1221937"/>
                </a:moveTo>
                <a:lnTo>
                  <a:pt x="0" y="1221937"/>
                </a:lnTo>
                <a:lnTo>
                  <a:pt x="0" y="1328193"/>
                </a:lnTo>
                <a:lnTo>
                  <a:pt x="9209" y="1328193"/>
                </a:lnTo>
                <a:lnTo>
                  <a:pt x="18418" y="1328193"/>
                </a:lnTo>
                <a:lnTo>
                  <a:pt x="18418" y="1221937"/>
                </a:lnTo>
                <a:lnTo>
                  <a:pt x="9209" y="1221937"/>
                </a:lnTo>
                <a:moveTo>
                  <a:pt x="9209" y="1434448"/>
                </a:moveTo>
                <a:lnTo>
                  <a:pt x="0" y="1434448"/>
                </a:lnTo>
                <a:lnTo>
                  <a:pt x="0" y="1540704"/>
                </a:lnTo>
                <a:lnTo>
                  <a:pt x="9209" y="1540704"/>
                </a:lnTo>
                <a:lnTo>
                  <a:pt x="18418" y="1540704"/>
                </a:lnTo>
                <a:lnTo>
                  <a:pt x="18418" y="1434448"/>
                </a:lnTo>
                <a:lnTo>
                  <a:pt x="9209" y="1434448"/>
                </a:lnTo>
                <a:moveTo>
                  <a:pt x="9209" y="1646959"/>
                </a:moveTo>
                <a:lnTo>
                  <a:pt x="0" y="1646959"/>
                </a:lnTo>
                <a:lnTo>
                  <a:pt x="0" y="1753215"/>
                </a:lnTo>
                <a:lnTo>
                  <a:pt x="9209" y="1753215"/>
                </a:lnTo>
                <a:lnTo>
                  <a:pt x="18418" y="1753215"/>
                </a:lnTo>
                <a:lnTo>
                  <a:pt x="18418" y="1646959"/>
                </a:lnTo>
                <a:lnTo>
                  <a:pt x="9209" y="1646959"/>
                </a:lnTo>
                <a:moveTo>
                  <a:pt x="9209" y="1859470"/>
                </a:moveTo>
                <a:lnTo>
                  <a:pt x="0" y="1859470"/>
                </a:lnTo>
                <a:lnTo>
                  <a:pt x="0" y="1965726"/>
                </a:lnTo>
                <a:lnTo>
                  <a:pt x="9209" y="1965726"/>
                </a:lnTo>
                <a:lnTo>
                  <a:pt x="18418" y="1965726"/>
                </a:lnTo>
                <a:lnTo>
                  <a:pt x="18418" y="1859470"/>
                </a:lnTo>
                <a:lnTo>
                  <a:pt x="9209" y="1859470"/>
                </a:lnTo>
                <a:moveTo>
                  <a:pt x="9209" y="2071981"/>
                </a:moveTo>
                <a:lnTo>
                  <a:pt x="0" y="2071981"/>
                </a:lnTo>
                <a:lnTo>
                  <a:pt x="0" y="2178237"/>
                </a:lnTo>
                <a:lnTo>
                  <a:pt x="9209" y="2178237"/>
                </a:lnTo>
                <a:lnTo>
                  <a:pt x="18418" y="2178237"/>
                </a:lnTo>
                <a:lnTo>
                  <a:pt x="18418" y="2071981"/>
                </a:lnTo>
                <a:lnTo>
                  <a:pt x="9209" y="2071981"/>
                </a:lnTo>
                <a:moveTo>
                  <a:pt x="9209" y="2284492"/>
                </a:moveTo>
                <a:lnTo>
                  <a:pt x="0" y="2284492"/>
                </a:lnTo>
                <a:lnTo>
                  <a:pt x="0" y="2390747"/>
                </a:lnTo>
                <a:lnTo>
                  <a:pt x="9209" y="2390747"/>
                </a:lnTo>
                <a:lnTo>
                  <a:pt x="18418" y="2390747"/>
                </a:lnTo>
                <a:lnTo>
                  <a:pt x="18418" y="2284492"/>
                </a:lnTo>
                <a:lnTo>
                  <a:pt x="9209" y="2284492"/>
                </a:lnTo>
                <a:moveTo>
                  <a:pt x="9209" y="2497003"/>
                </a:moveTo>
                <a:lnTo>
                  <a:pt x="0" y="2497003"/>
                </a:lnTo>
                <a:lnTo>
                  <a:pt x="0" y="2603258"/>
                </a:lnTo>
                <a:lnTo>
                  <a:pt x="9209" y="2603258"/>
                </a:lnTo>
                <a:lnTo>
                  <a:pt x="18418" y="2603258"/>
                </a:lnTo>
                <a:lnTo>
                  <a:pt x="18418" y="2497003"/>
                </a:lnTo>
                <a:lnTo>
                  <a:pt x="9209" y="2497003"/>
                </a:lnTo>
                <a:moveTo>
                  <a:pt x="9209" y="2709513"/>
                </a:moveTo>
                <a:lnTo>
                  <a:pt x="0" y="2709513"/>
                </a:lnTo>
                <a:lnTo>
                  <a:pt x="0" y="2762641"/>
                </a:lnTo>
                <a:lnTo>
                  <a:pt x="9209" y="2762641"/>
                </a:lnTo>
                <a:lnTo>
                  <a:pt x="18418" y="2762641"/>
                </a:lnTo>
                <a:lnTo>
                  <a:pt x="18418" y="2709513"/>
                </a:lnTo>
                <a:lnTo>
                  <a:pt x="9209" y="270951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10">
            <a:extLst xmlns:a="http://schemas.openxmlformats.org/drawingml/2006/main">
              <a:ext uri="{FF2B5EF4-FFF2-40B4-BE49-F238E27FC236}">
                <a16:creationId xmlns:a16="http://schemas.microsoft.com/office/drawing/2014/main" id="{CAEE762C-046F-4F92-8598-1C526E5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07994"/>
            <a:ext cx="3536180" cy="2762641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11">
            <a:extLst xmlns:a="http://schemas.openxmlformats.org/drawingml/2006/main">
              <a:ext uri="{FF2B5EF4-FFF2-40B4-BE49-F238E27FC236}">
                <a16:creationId xmlns:a16="http://schemas.microsoft.com/office/drawing/2014/main" id="{5FBAE334-FFE6-4C20-AA72-4D8F3263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381271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12">
            <a:extLst xmlns:a="http://schemas.openxmlformats.org/drawingml/2006/main">
              <a:ext uri="{FF2B5EF4-FFF2-40B4-BE49-F238E27FC236}">
                <a16:creationId xmlns:a16="http://schemas.microsoft.com/office/drawing/2014/main" id="{BC30D4C0-0014-4434-BDFF-15B9FCF2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381271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13">
            <a:extLst xmlns:a="http://schemas.openxmlformats.org/drawingml/2006/main">
              <a:ext uri="{FF2B5EF4-FFF2-40B4-BE49-F238E27FC236}">
                <a16:creationId xmlns:a16="http://schemas.microsoft.com/office/drawing/2014/main" id="{735D1819-7567-4165-BF47-EA393C3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528" y="2601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14">
            <a:extLst xmlns:a="http://schemas.openxmlformats.org/drawingml/2006/main">
              <a:ext uri="{FF2B5EF4-FFF2-40B4-BE49-F238E27FC236}">
                <a16:creationId xmlns:a16="http://schemas.microsoft.com/office/drawing/2014/main" id="{F2A17282-3122-41DC-9634-F28FE784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092" y="26167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5">
            <a:extLst xmlns:a="http://schemas.openxmlformats.org/drawingml/2006/main">
              <a:ext uri="{FF2B5EF4-FFF2-40B4-BE49-F238E27FC236}">
                <a16:creationId xmlns:a16="http://schemas.microsoft.com/office/drawing/2014/main" id="{0379F8F2-3CFB-45ED-9964-E0335C4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52" y="2612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6">
            <a:extLst xmlns:a="http://schemas.openxmlformats.org/drawingml/2006/main">
              <a:ext uri="{FF2B5EF4-FFF2-40B4-BE49-F238E27FC236}">
                <a16:creationId xmlns:a16="http://schemas.microsoft.com/office/drawing/2014/main" id="{DE078890-5899-4213-97B3-1E0C7A8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050" y="2677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17">
            <a:extLst xmlns:a="http://schemas.openxmlformats.org/drawingml/2006/main">
              <a:ext uri="{FF2B5EF4-FFF2-40B4-BE49-F238E27FC236}">
                <a16:creationId xmlns:a16="http://schemas.microsoft.com/office/drawing/2014/main" id="{23C28661-E3F7-46F9-943F-4599F0F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8" y="2633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8">
            <a:extLst xmlns:a="http://schemas.openxmlformats.org/drawingml/2006/main">
              <a:ext uri="{FF2B5EF4-FFF2-40B4-BE49-F238E27FC236}">
                <a16:creationId xmlns:a16="http://schemas.microsoft.com/office/drawing/2014/main" id="{80C91FEC-2A40-49EC-904A-823AA0B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17" y="26094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9">
            <a:extLst xmlns:a="http://schemas.openxmlformats.org/drawingml/2006/main">
              <a:ext uri="{FF2B5EF4-FFF2-40B4-BE49-F238E27FC236}">
                <a16:creationId xmlns:a16="http://schemas.microsoft.com/office/drawing/2014/main" id="{F44FD4BD-7B16-45B3-81B7-8EBB6009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033" y="26545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20">
            <a:extLst xmlns:a="http://schemas.openxmlformats.org/drawingml/2006/main">
              <a:ext uri="{FF2B5EF4-FFF2-40B4-BE49-F238E27FC236}">
                <a16:creationId xmlns:a16="http://schemas.microsoft.com/office/drawing/2014/main" id="{9FE69E50-3DD5-4F8B-AEE6-E468A0C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02" y="2626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21">
            <a:extLst xmlns:a="http://schemas.openxmlformats.org/drawingml/2006/main">
              <a:ext uri="{FF2B5EF4-FFF2-40B4-BE49-F238E27FC236}">
                <a16:creationId xmlns:a16="http://schemas.microsoft.com/office/drawing/2014/main" id="{ACA10A23-73A5-45DD-93AD-9CCF68D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143" y="26418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22">
            <a:extLst xmlns:a="http://schemas.openxmlformats.org/drawingml/2006/main">
              <a:ext uri="{FF2B5EF4-FFF2-40B4-BE49-F238E27FC236}">
                <a16:creationId xmlns:a16="http://schemas.microsoft.com/office/drawing/2014/main" id="{F98CB873-75A7-42C1-93F4-EB5B0BE3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397" y="26230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23">
            <a:extLst xmlns:a="http://schemas.openxmlformats.org/drawingml/2006/main">
              <a:ext uri="{FF2B5EF4-FFF2-40B4-BE49-F238E27FC236}">
                <a16:creationId xmlns:a16="http://schemas.microsoft.com/office/drawing/2014/main" id="{79939CFF-FD45-410E-984C-BC3F626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589" y="2632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24">
            <a:extLst xmlns:a="http://schemas.openxmlformats.org/drawingml/2006/main">
              <a:ext uri="{FF2B5EF4-FFF2-40B4-BE49-F238E27FC236}">
                <a16:creationId xmlns:a16="http://schemas.microsoft.com/office/drawing/2014/main" id="{71935634-EFEC-4F29-ABD0-2D525A9F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7" y="2651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25">
            <a:extLst xmlns:a="http://schemas.openxmlformats.org/drawingml/2006/main">
              <a:ext uri="{FF2B5EF4-FFF2-40B4-BE49-F238E27FC236}">
                <a16:creationId xmlns:a16="http://schemas.microsoft.com/office/drawing/2014/main" id="{7C9BA462-4E12-4573-A693-C26F0677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843" y="26497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6">
            <a:extLst xmlns:a="http://schemas.openxmlformats.org/drawingml/2006/main">
              <a:ext uri="{FF2B5EF4-FFF2-40B4-BE49-F238E27FC236}">
                <a16:creationId xmlns:a16="http://schemas.microsoft.com/office/drawing/2014/main" id="{BAED56BD-408B-4D5F-A88A-14D04B31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178" y="2627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27">
            <a:extLst xmlns:a="http://schemas.openxmlformats.org/drawingml/2006/main">
              <a:ext uri="{FF2B5EF4-FFF2-40B4-BE49-F238E27FC236}">
                <a16:creationId xmlns:a16="http://schemas.microsoft.com/office/drawing/2014/main" id="{9539221D-8D4E-49D5-8F9E-3C3F1C80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792" y="2626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8">
            <a:extLst xmlns:a="http://schemas.openxmlformats.org/drawingml/2006/main">
              <a:ext uri="{FF2B5EF4-FFF2-40B4-BE49-F238E27FC236}">
                <a16:creationId xmlns:a16="http://schemas.microsoft.com/office/drawing/2014/main" id="{6AC384E9-A50C-4433-9EC9-B9FD0EF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46" y="26149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9">
            <a:extLst xmlns:a="http://schemas.openxmlformats.org/drawingml/2006/main">
              <a:ext uri="{FF2B5EF4-FFF2-40B4-BE49-F238E27FC236}">
                <a16:creationId xmlns:a16="http://schemas.microsoft.com/office/drawing/2014/main" id="{588618E5-05C2-47BB-A587-42E2C88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137" y="2640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30">
            <a:extLst xmlns:a="http://schemas.openxmlformats.org/drawingml/2006/main">
              <a:ext uri="{FF2B5EF4-FFF2-40B4-BE49-F238E27FC236}">
                <a16:creationId xmlns:a16="http://schemas.microsoft.com/office/drawing/2014/main" id="{A9BB2493-4985-4FC6-BEED-A956DAE1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365" y="2622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31">
            <a:extLst xmlns:a="http://schemas.openxmlformats.org/drawingml/2006/main">
              <a:ext uri="{FF2B5EF4-FFF2-40B4-BE49-F238E27FC236}">
                <a16:creationId xmlns:a16="http://schemas.microsoft.com/office/drawing/2014/main" id="{0857036A-34BB-4FF3-A44D-08339EA0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482" y="26198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32">
            <a:extLst xmlns:a="http://schemas.openxmlformats.org/drawingml/2006/main">
              <a:ext uri="{FF2B5EF4-FFF2-40B4-BE49-F238E27FC236}">
                <a16:creationId xmlns:a16="http://schemas.microsoft.com/office/drawing/2014/main" id="{3D537576-E163-48BA-847C-0970EFF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235" y="2658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33">
            <a:extLst xmlns:a="http://schemas.openxmlformats.org/drawingml/2006/main">
              <a:ext uri="{FF2B5EF4-FFF2-40B4-BE49-F238E27FC236}">
                <a16:creationId xmlns:a16="http://schemas.microsoft.com/office/drawing/2014/main" id="{59AE69C3-4223-47C9-A1A2-746A435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940" y="2672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34">
            <a:extLst xmlns:a="http://schemas.openxmlformats.org/drawingml/2006/main">
              <a:ext uri="{FF2B5EF4-FFF2-40B4-BE49-F238E27FC236}">
                <a16:creationId xmlns:a16="http://schemas.microsoft.com/office/drawing/2014/main" id="{F2675634-E3EC-44A9-A8C5-4817818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003" y="2608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5">
            <a:extLst xmlns:a="http://schemas.openxmlformats.org/drawingml/2006/main">
              <a:ext uri="{FF2B5EF4-FFF2-40B4-BE49-F238E27FC236}">
                <a16:creationId xmlns:a16="http://schemas.microsoft.com/office/drawing/2014/main" id="{54FB4331-03B0-47C8-B483-EDBEE62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094" y="2624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6">
            <a:extLst xmlns:a="http://schemas.openxmlformats.org/drawingml/2006/main">
              <a:ext uri="{FF2B5EF4-FFF2-40B4-BE49-F238E27FC236}">
                <a16:creationId xmlns:a16="http://schemas.microsoft.com/office/drawing/2014/main" id="{10065F30-E4AF-49C2-99E3-FC4B32E1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38" y="2628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7">
            <a:extLst xmlns:a="http://schemas.openxmlformats.org/drawingml/2006/main">
              <a:ext uri="{FF2B5EF4-FFF2-40B4-BE49-F238E27FC236}">
                <a16:creationId xmlns:a16="http://schemas.microsoft.com/office/drawing/2014/main" id="{4B5893F7-B5A9-4C73-B64F-47193AC0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334" y="2624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8">
            <a:extLst xmlns:a="http://schemas.openxmlformats.org/drawingml/2006/main">
              <a:ext uri="{FF2B5EF4-FFF2-40B4-BE49-F238E27FC236}">
                <a16:creationId xmlns:a16="http://schemas.microsoft.com/office/drawing/2014/main" id="{AE89DE1E-734A-4635-A17A-F4BC261C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305" y="26395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9">
            <a:extLst xmlns:a="http://schemas.openxmlformats.org/drawingml/2006/main">
              <a:ext uri="{FF2B5EF4-FFF2-40B4-BE49-F238E27FC236}">
                <a16:creationId xmlns:a16="http://schemas.microsoft.com/office/drawing/2014/main" id="{7A5DD818-1E66-440C-8848-A145A314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745" y="2659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40">
            <a:extLst xmlns:a="http://schemas.openxmlformats.org/drawingml/2006/main">
              <a:ext uri="{FF2B5EF4-FFF2-40B4-BE49-F238E27FC236}">
                <a16:creationId xmlns:a16="http://schemas.microsoft.com/office/drawing/2014/main" id="{B438863D-A338-4B2D-B2BC-36799942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5" y="2654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41">
            <a:extLst xmlns:a="http://schemas.openxmlformats.org/drawingml/2006/main">
              <a:ext uri="{FF2B5EF4-FFF2-40B4-BE49-F238E27FC236}">
                <a16:creationId xmlns:a16="http://schemas.microsoft.com/office/drawing/2014/main" id="{D48D7288-252A-44D3-AA07-826078E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393" y="262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42">
            <a:extLst xmlns:a="http://schemas.openxmlformats.org/drawingml/2006/main">
              <a:ext uri="{FF2B5EF4-FFF2-40B4-BE49-F238E27FC236}">
                <a16:creationId xmlns:a16="http://schemas.microsoft.com/office/drawing/2014/main" id="{31935190-579B-4F38-8257-A09BE50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7" y="2638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43">
            <a:extLst xmlns:a="http://schemas.openxmlformats.org/drawingml/2006/main">
              <a:ext uri="{FF2B5EF4-FFF2-40B4-BE49-F238E27FC236}">
                <a16:creationId xmlns:a16="http://schemas.microsoft.com/office/drawing/2014/main" id="{58D3D83D-7C3F-49CC-AB4F-6DB18F69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609" y="2645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44">
            <a:extLst xmlns:a="http://schemas.openxmlformats.org/drawingml/2006/main">
              <a:ext uri="{FF2B5EF4-FFF2-40B4-BE49-F238E27FC236}">
                <a16:creationId xmlns:a16="http://schemas.microsoft.com/office/drawing/2014/main" id="{96F11254-A444-405E-B885-AFEDD420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214" y="2634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5">
            <a:extLst xmlns:a="http://schemas.openxmlformats.org/drawingml/2006/main">
              <a:ext uri="{FF2B5EF4-FFF2-40B4-BE49-F238E27FC236}">
                <a16:creationId xmlns:a16="http://schemas.microsoft.com/office/drawing/2014/main" id="{2670659F-FBA0-4E79-8151-5CAA38B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822" y="2627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6">
            <a:extLst xmlns:a="http://schemas.openxmlformats.org/drawingml/2006/main">
              <a:ext uri="{FF2B5EF4-FFF2-40B4-BE49-F238E27FC236}">
                <a16:creationId xmlns:a16="http://schemas.microsoft.com/office/drawing/2014/main" id="{749E4543-944E-4542-A303-113C4425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611" y="2640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7">
            <a:extLst xmlns:a="http://schemas.openxmlformats.org/drawingml/2006/main">
              <a:ext uri="{FF2B5EF4-FFF2-40B4-BE49-F238E27FC236}">
                <a16:creationId xmlns:a16="http://schemas.microsoft.com/office/drawing/2014/main" id="{814CF185-4D37-42DC-9762-09669028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785" y="2644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48">
            <a:extLst xmlns:a="http://schemas.openxmlformats.org/drawingml/2006/main">
              <a:ext uri="{FF2B5EF4-FFF2-40B4-BE49-F238E27FC236}">
                <a16:creationId xmlns:a16="http://schemas.microsoft.com/office/drawing/2014/main" id="{68AD1994-5AAB-449D-9C84-B4C09FB1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408" y="26505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9">
            <a:extLst xmlns:a="http://schemas.openxmlformats.org/drawingml/2006/main">
              <a:ext uri="{FF2B5EF4-FFF2-40B4-BE49-F238E27FC236}">
                <a16:creationId xmlns:a16="http://schemas.microsoft.com/office/drawing/2014/main" id="{89050660-BC36-4B66-83D9-B051287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308" y="2622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50">
            <a:extLst xmlns:a="http://schemas.openxmlformats.org/drawingml/2006/main">
              <a:ext uri="{FF2B5EF4-FFF2-40B4-BE49-F238E27FC236}">
                <a16:creationId xmlns:a16="http://schemas.microsoft.com/office/drawing/2014/main" id="{9807EC27-D041-4C9C-ADC7-2C3506F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11" y="2641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51">
            <a:extLst xmlns:a="http://schemas.openxmlformats.org/drawingml/2006/main">
              <a:ext uri="{FF2B5EF4-FFF2-40B4-BE49-F238E27FC236}">
                <a16:creationId xmlns:a16="http://schemas.microsoft.com/office/drawing/2014/main" id="{032F5231-FA1B-4472-B83D-9B3EDC7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475" y="2634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52">
            <a:extLst xmlns:a="http://schemas.openxmlformats.org/drawingml/2006/main">
              <a:ext uri="{FF2B5EF4-FFF2-40B4-BE49-F238E27FC236}">
                <a16:creationId xmlns:a16="http://schemas.microsoft.com/office/drawing/2014/main" id="{14A67F92-70A4-4BE3-A7ED-CD8ECF32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076" y="26327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53">
            <a:extLst xmlns:a="http://schemas.openxmlformats.org/drawingml/2006/main">
              <a:ext uri="{FF2B5EF4-FFF2-40B4-BE49-F238E27FC236}">
                <a16:creationId xmlns:a16="http://schemas.microsoft.com/office/drawing/2014/main" id="{6F95644E-C0CB-4EDB-9DAE-9382C3F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9" y="2654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54">
            <a:extLst xmlns:a="http://schemas.openxmlformats.org/drawingml/2006/main">
              <a:ext uri="{FF2B5EF4-FFF2-40B4-BE49-F238E27FC236}">
                <a16:creationId xmlns:a16="http://schemas.microsoft.com/office/drawing/2014/main" id="{74A323B2-140E-4CA2-A055-3A55C0B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886" y="2617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5">
            <a:extLst xmlns:a="http://schemas.openxmlformats.org/drawingml/2006/main">
              <a:ext uri="{FF2B5EF4-FFF2-40B4-BE49-F238E27FC236}">
                <a16:creationId xmlns:a16="http://schemas.microsoft.com/office/drawing/2014/main" id="{DD35745D-AE42-4FD0-8068-9869F630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437" y="2616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56">
            <a:extLst xmlns:a="http://schemas.openxmlformats.org/drawingml/2006/main">
              <a:ext uri="{FF2B5EF4-FFF2-40B4-BE49-F238E27FC236}">
                <a16:creationId xmlns:a16="http://schemas.microsoft.com/office/drawing/2014/main" id="{681CCBC1-82A3-4F3A-B7FA-CE06B61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038" y="2647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7">
            <a:extLst xmlns:a="http://schemas.openxmlformats.org/drawingml/2006/main">
              <a:ext uri="{FF2B5EF4-FFF2-40B4-BE49-F238E27FC236}">
                <a16:creationId xmlns:a16="http://schemas.microsoft.com/office/drawing/2014/main" id="{2EAACAFD-E18B-4CA8-8778-C24A839B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44" y="2617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8">
            <a:extLst xmlns:a="http://schemas.openxmlformats.org/drawingml/2006/main">
              <a:ext uri="{FF2B5EF4-FFF2-40B4-BE49-F238E27FC236}">
                <a16:creationId xmlns:a16="http://schemas.microsoft.com/office/drawing/2014/main" id="{77DF7FCA-0D62-42CF-8DD4-D8DEB24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183" y="26271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9">
            <a:extLst xmlns:a="http://schemas.openxmlformats.org/drawingml/2006/main">
              <a:ext uri="{FF2B5EF4-FFF2-40B4-BE49-F238E27FC236}">
                <a16:creationId xmlns:a16="http://schemas.microsoft.com/office/drawing/2014/main" id="{42ECEA5F-FBF7-4BD3-9FD9-9FB2DE8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22" y="26583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60">
            <a:extLst xmlns:a="http://schemas.openxmlformats.org/drawingml/2006/main">
              <a:ext uri="{FF2B5EF4-FFF2-40B4-BE49-F238E27FC236}">
                <a16:creationId xmlns:a16="http://schemas.microsoft.com/office/drawing/2014/main" id="{ADE180BD-150D-43B9-AE50-52C2692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06" y="2623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61">
            <a:extLst xmlns:a="http://schemas.openxmlformats.org/drawingml/2006/main">
              <a:ext uri="{FF2B5EF4-FFF2-40B4-BE49-F238E27FC236}">
                <a16:creationId xmlns:a16="http://schemas.microsoft.com/office/drawing/2014/main" id="{E710425E-0288-4D2B-91AC-287727D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91" y="2625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62">
            <a:extLst xmlns:a="http://schemas.openxmlformats.org/drawingml/2006/main">
              <a:ext uri="{FF2B5EF4-FFF2-40B4-BE49-F238E27FC236}">
                <a16:creationId xmlns:a16="http://schemas.microsoft.com/office/drawing/2014/main" id="{973BD6EE-ABE7-43FA-A52F-505336D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979" y="26336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63">
            <a:extLst xmlns:a="http://schemas.openxmlformats.org/drawingml/2006/main">
              <a:ext uri="{FF2B5EF4-FFF2-40B4-BE49-F238E27FC236}">
                <a16:creationId xmlns:a16="http://schemas.microsoft.com/office/drawing/2014/main" id="{C7483831-88BB-42B2-89CF-BF64FBF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388" y="2641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64">
            <a:extLst xmlns:a="http://schemas.openxmlformats.org/drawingml/2006/main">
              <a:ext uri="{FF2B5EF4-FFF2-40B4-BE49-F238E27FC236}">
                <a16:creationId xmlns:a16="http://schemas.microsoft.com/office/drawing/2014/main" id="{7E4AA8A9-8ADD-41FB-9D00-F608CA2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744" y="2621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5">
            <a:extLst xmlns:a="http://schemas.openxmlformats.org/drawingml/2006/main">
              <a:ext uri="{FF2B5EF4-FFF2-40B4-BE49-F238E27FC236}">
                <a16:creationId xmlns:a16="http://schemas.microsoft.com/office/drawing/2014/main" id="{8893083C-95F2-424B-8216-7CB8FB60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56" y="26628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66">
            <a:extLst xmlns:a="http://schemas.openxmlformats.org/drawingml/2006/main">
              <a:ext uri="{FF2B5EF4-FFF2-40B4-BE49-F238E27FC236}">
                <a16:creationId xmlns:a16="http://schemas.microsoft.com/office/drawing/2014/main" id="{48396BB4-244B-4134-AD62-2F939202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324" y="26371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7">
            <a:extLst xmlns:a="http://schemas.openxmlformats.org/drawingml/2006/main">
              <a:ext uri="{FF2B5EF4-FFF2-40B4-BE49-F238E27FC236}">
                <a16:creationId xmlns:a16="http://schemas.microsoft.com/office/drawing/2014/main" id="{7E640552-7B72-4525-AAD4-94375DAA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82" y="2647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68">
            <a:extLst xmlns:a="http://schemas.openxmlformats.org/drawingml/2006/main">
              <a:ext uri="{FF2B5EF4-FFF2-40B4-BE49-F238E27FC236}">
                <a16:creationId xmlns:a16="http://schemas.microsoft.com/office/drawing/2014/main" id="{4EC4F000-F17B-4E13-A741-1215E09D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598" y="2627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69">
            <a:extLst xmlns:a="http://schemas.openxmlformats.org/drawingml/2006/main">
              <a:ext uri="{FF2B5EF4-FFF2-40B4-BE49-F238E27FC236}">
                <a16:creationId xmlns:a16="http://schemas.microsoft.com/office/drawing/2014/main" id="{7DEE0E12-E738-4B4A-B4BA-38CD579C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251" y="2614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70">
            <a:extLst xmlns:a="http://schemas.openxmlformats.org/drawingml/2006/main">
              <a:ext uri="{FF2B5EF4-FFF2-40B4-BE49-F238E27FC236}">
                <a16:creationId xmlns:a16="http://schemas.microsoft.com/office/drawing/2014/main" id="{AA8F48B5-4D2B-43E0-9689-CCD9735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42" y="26495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71">
            <a:extLst xmlns:a="http://schemas.openxmlformats.org/drawingml/2006/main">
              <a:ext uri="{FF2B5EF4-FFF2-40B4-BE49-F238E27FC236}">
                <a16:creationId xmlns:a16="http://schemas.microsoft.com/office/drawing/2014/main" id="{9C80072E-B069-4FDC-B24E-453BE18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7" y="2635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72">
            <a:extLst xmlns:a="http://schemas.openxmlformats.org/drawingml/2006/main">
              <a:ext uri="{FF2B5EF4-FFF2-40B4-BE49-F238E27FC236}">
                <a16:creationId xmlns:a16="http://schemas.microsoft.com/office/drawing/2014/main" id="{A970ECD5-7C17-45BA-A8E1-8E20A40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024" y="2650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73">
            <a:extLst xmlns:a="http://schemas.openxmlformats.org/drawingml/2006/main">
              <a:ext uri="{FF2B5EF4-FFF2-40B4-BE49-F238E27FC236}">
                <a16:creationId xmlns:a16="http://schemas.microsoft.com/office/drawing/2014/main" id="{8F0D29F4-A038-4847-B408-2A10BCB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62" y="2641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74">
            <a:extLst xmlns:a="http://schemas.openxmlformats.org/drawingml/2006/main">
              <a:ext uri="{FF2B5EF4-FFF2-40B4-BE49-F238E27FC236}">
                <a16:creationId xmlns:a16="http://schemas.microsoft.com/office/drawing/2014/main" id="{582E5896-6B9B-4135-94FA-03791F2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743" y="2622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75">
            <a:extLst xmlns:a="http://schemas.openxmlformats.org/drawingml/2006/main">
              <a:ext uri="{FF2B5EF4-FFF2-40B4-BE49-F238E27FC236}">
                <a16:creationId xmlns:a16="http://schemas.microsoft.com/office/drawing/2014/main" id="{5ADF33D6-BA4C-4FFA-A86E-D4E3DAB5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79" y="26270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76">
            <a:extLst xmlns:a="http://schemas.openxmlformats.org/drawingml/2006/main">
              <a:ext uri="{FF2B5EF4-FFF2-40B4-BE49-F238E27FC236}">
                <a16:creationId xmlns:a16="http://schemas.microsoft.com/office/drawing/2014/main" id="{237AEAD6-EFA4-47EB-AB16-9D8471D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296" y="2625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7">
            <a:extLst xmlns:a="http://schemas.openxmlformats.org/drawingml/2006/main">
              <a:ext uri="{FF2B5EF4-FFF2-40B4-BE49-F238E27FC236}">
                <a16:creationId xmlns:a16="http://schemas.microsoft.com/office/drawing/2014/main" id="{F4A7E38A-128D-4592-B3B3-92FC7AF4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77" y="26274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78">
            <a:extLst xmlns:a="http://schemas.openxmlformats.org/drawingml/2006/main">
              <a:ext uri="{FF2B5EF4-FFF2-40B4-BE49-F238E27FC236}">
                <a16:creationId xmlns:a16="http://schemas.microsoft.com/office/drawing/2014/main" id="{07493259-BF85-4B50-AE46-954E086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211" y="2639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9">
            <a:extLst xmlns:a="http://schemas.openxmlformats.org/drawingml/2006/main">
              <a:ext uri="{FF2B5EF4-FFF2-40B4-BE49-F238E27FC236}">
                <a16:creationId xmlns:a16="http://schemas.microsoft.com/office/drawing/2014/main" id="{B5482C0A-41E2-4523-818A-D769EABC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899" y="2614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80">
            <a:extLst xmlns:a="http://schemas.openxmlformats.org/drawingml/2006/main">
              <a:ext uri="{FF2B5EF4-FFF2-40B4-BE49-F238E27FC236}">
                <a16:creationId xmlns:a16="http://schemas.microsoft.com/office/drawing/2014/main" id="{3574D9EF-61E1-4C97-B1D7-42BDDC0E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17" y="2620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81">
            <a:extLst xmlns:a="http://schemas.openxmlformats.org/drawingml/2006/main">
              <a:ext uri="{FF2B5EF4-FFF2-40B4-BE49-F238E27FC236}">
                <a16:creationId xmlns:a16="http://schemas.microsoft.com/office/drawing/2014/main" id="{BE9017D4-FC9A-49D2-B0A2-101D25C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139" y="2648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82">
            <a:extLst xmlns:a="http://schemas.openxmlformats.org/drawingml/2006/main">
              <a:ext uri="{FF2B5EF4-FFF2-40B4-BE49-F238E27FC236}">
                <a16:creationId xmlns:a16="http://schemas.microsoft.com/office/drawing/2014/main" id="{2D6E8B49-492C-4416-AEB0-4C8750E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0" y="26329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83">
            <a:extLst xmlns:a="http://schemas.openxmlformats.org/drawingml/2006/main">
              <a:ext uri="{FF2B5EF4-FFF2-40B4-BE49-F238E27FC236}">
                <a16:creationId xmlns:a16="http://schemas.microsoft.com/office/drawing/2014/main" id="{770DF5F2-43EB-41C4-9200-180266CD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932" y="26375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84">
            <a:extLst xmlns:a="http://schemas.openxmlformats.org/drawingml/2006/main">
              <a:ext uri="{FF2B5EF4-FFF2-40B4-BE49-F238E27FC236}">
                <a16:creationId xmlns:a16="http://schemas.microsoft.com/office/drawing/2014/main" id="{D8AD89B2-1C08-416C-BE73-440E9A45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8" y="2633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85">
            <a:extLst xmlns:a="http://schemas.openxmlformats.org/drawingml/2006/main">
              <a:ext uri="{FF2B5EF4-FFF2-40B4-BE49-F238E27FC236}">
                <a16:creationId xmlns:a16="http://schemas.microsoft.com/office/drawing/2014/main" id="{D8CB5CB0-A7C5-4E01-B22E-4ED6E6D8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7" y="2621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6">
            <a:extLst xmlns:a="http://schemas.openxmlformats.org/drawingml/2006/main">
              <a:ext uri="{FF2B5EF4-FFF2-40B4-BE49-F238E27FC236}">
                <a16:creationId xmlns:a16="http://schemas.microsoft.com/office/drawing/2014/main" id="{BDA76D9A-9717-449E-9B68-C0FD9A1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933" y="26568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87">
            <a:extLst xmlns:a="http://schemas.openxmlformats.org/drawingml/2006/main">
              <a:ext uri="{FF2B5EF4-FFF2-40B4-BE49-F238E27FC236}">
                <a16:creationId xmlns:a16="http://schemas.microsoft.com/office/drawing/2014/main" id="{C2BFD32A-8975-48D3-9159-B523261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806" y="2631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8">
            <a:extLst xmlns:a="http://schemas.openxmlformats.org/drawingml/2006/main">
              <a:ext uri="{FF2B5EF4-FFF2-40B4-BE49-F238E27FC236}">
                <a16:creationId xmlns:a16="http://schemas.microsoft.com/office/drawing/2014/main" id="{751EDC63-4F80-4698-A746-8ACBCBF4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701" y="2650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89">
            <a:extLst xmlns:a="http://schemas.openxmlformats.org/drawingml/2006/main">
              <a:ext uri="{FF2B5EF4-FFF2-40B4-BE49-F238E27FC236}">
                <a16:creationId xmlns:a16="http://schemas.microsoft.com/office/drawing/2014/main" id="{F386E7E2-7C05-41FF-8273-0D60D33B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652" y="2605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90">
            <a:extLst xmlns:a="http://schemas.openxmlformats.org/drawingml/2006/main">
              <a:ext uri="{FF2B5EF4-FFF2-40B4-BE49-F238E27FC236}">
                <a16:creationId xmlns:a16="http://schemas.microsoft.com/office/drawing/2014/main" id="{C46F7589-4C07-41BF-A96D-F122F29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541" y="2637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91">
            <a:extLst xmlns:a="http://schemas.openxmlformats.org/drawingml/2006/main">
              <a:ext uri="{FF2B5EF4-FFF2-40B4-BE49-F238E27FC236}">
                <a16:creationId xmlns:a16="http://schemas.microsoft.com/office/drawing/2014/main" id="{8C102AD2-2287-4045-8F1D-ED07DD4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84" y="26419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92">
            <a:extLst xmlns:a="http://schemas.openxmlformats.org/drawingml/2006/main">
              <a:ext uri="{FF2B5EF4-FFF2-40B4-BE49-F238E27FC236}">
                <a16:creationId xmlns:a16="http://schemas.microsoft.com/office/drawing/2014/main" id="{E4901D30-696D-46F7-8112-DEC9564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678" y="2665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93">
            <a:extLst xmlns:a="http://schemas.openxmlformats.org/drawingml/2006/main">
              <a:ext uri="{FF2B5EF4-FFF2-40B4-BE49-F238E27FC236}">
                <a16:creationId xmlns:a16="http://schemas.microsoft.com/office/drawing/2014/main" id="{EC8A48C2-8C1A-4F7F-9A6B-7982B1E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952" y="2633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94">
            <a:extLst xmlns:a="http://schemas.openxmlformats.org/drawingml/2006/main">
              <a:ext uri="{FF2B5EF4-FFF2-40B4-BE49-F238E27FC236}">
                <a16:creationId xmlns:a16="http://schemas.microsoft.com/office/drawing/2014/main" id="{94E13F19-B81A-44CA-A07A-57256D2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970" y="26525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5">
            <a:extLst xmlns:a="http://schemas.openxmlformats.org/drawingml/2006/main">
              <a:ext uri="{FF2B5EF4-FFF2-40B4-BE49-F238E27FC236}">
                <a16:creationId xmlns:a16="http://schemas.microsoft.com/office/drawing/2014/main" id="{E016AB0E-3540-4B0C-9E2E-D026ECE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414" y="26441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6">
            <a:extLst xmlns:a="http://schemas.openxmlformats.org/drawingml/2006/main">
              <a:ext uri="{FF2B5EF4-FFF2-40B4-BE49-F238E27FC236}">
                <a16:creationId xmlns:a16="http://schemas.microsoft.com/office/drawing/2014/main" id="{5FFB60F5-8454-4069-84BD-7DD4821B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18" y="2616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97">
            <a:extLst xmlns:a="http://schemas.openxmlformats.org/drawingml/2006/main">
              <a:ext uri="{FF2B5EF4-FFF2-40B4-BE49-F238E27FC236}">
                <a16:creationId xmlns:a16="http://schemas.microsoft.com/office/drawing/2014/main" id="{8AA29251-CB9E-47BD-8739-235C3A4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478" y="2623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8">
            <a:extLst xmlns:a="http://schemas.openxmlformats.org/drawingml/2006/main">
              <a:ext uri="{FF2B5EF4-FFF2-40B4-BE49-F238E27FC236}">
                <a16:creationId xmlns:a16="http://schemas.microsoft.com/office/drawing/2014/main" id="{6E7271AA-B0E8-46D7-A673-E9D8EB7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573" y="26192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99">
            <a:extLst xmlns:a="http://schemas.openxmlformats.org/drawingml/2006/main">
              <a:ext uri="{FF2B5EF4-FFF2-40B4-BE49-F238E27FC236}">
                <a16:creationId xmlns:a16="http://schemas.microsoft.com/office/drawing/2014/main" id="{6F97F1BB-F5DF-4115-A21D-79A00F2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977" y="2644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300">
            <a:extLst xmlns:a="http://schemas.openxmlformats.org/drawingml/2006/main">
              <a:ext uri="{FF2B5EF4-FFF2-40B4-BE49-F238E27FC236}">
                <a16:creationId xmlns:a16="http://schemas.microsoft.com/office/drawing/2014/main" id="{34C552A9-9117-42B7-8114-45A779C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690" y="26392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301">
            <a:extLst xmlns:a="http://schemas.openxmlformats.org/drawingml/2006/main">
              <a:ext uri="{FF2B5EF4-FFF2-40B4-BE49-F238E27FC236}">
                <a16:creationId xmlns:a16="http://schemas.microsoft.com/office/drawing/2014/main" id="{A4777807-206C-44D0-81A1-6ED82CD3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85" y="26491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302">
            <a:extLst xmlns:a="http://schemas.openxmlformats.org/drawingml/2006/main">
              <a:ext uri="{FF2B5EF4-FFF2-40B4-BE49-F238E27FC236}">
                <a16:creationId xmlns:a16="http://schemas.microsoft.com/office/drawing/2014/main" id="{B51A6618-92FE-4458-8BA1-8A2C00A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938" y="2615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303">
            <a:extLst xmlns:a="http://schemas.openxmlformats.org/drawingml/2006/main">
              <a:ext uri="{FF2B5EF4-FFF2-40B4-BE49-F238E27FC236}">
                <a16:creationId xmlns:a16="http://schemas.microsoft.com/office/drawing/2014/main" id="{FF41542F-BE42-4BA5-A7EB-1A609D0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97" y="26378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304">
            <a:extLst xmlns:a="http://schemas.openxmlformats.org/drawingml/2006/main">
              <a:ext uri="{FF2B5EF4-FFF2-40B4-BE49-F238E27FC236}">
                <a16:creationId xmlns:a16="http://schemas.microsoft.com/office/drawing/2014/main" id="{4892DC3D-BF9D-46E8-A25A-034ED44A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017" y="2627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305">
            <a:extLst xmlns:a="http://schemas.openxmlformats.org/drawingml/2006/main">
              <a:ext uri="{FF2B5EF4-FFF2-40B4-BE49-F238E27FC236}">
                <a16:creationId xmlns:a16="http://schemas.microsoft.com/office/drawing/2014/main" id="{4773A10C-2386-4404-87BC-C7202991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183" y="2618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6">
            <a:extLst xmlns:a="http://schemas.openxmlformats.org/drawingml/2006/main">
              <a:ext uri="{FF2B5EF4-FFF2-40B4-BE49-F238E27FC236}">
                <a16:creationId xmlns:a16="http://schemas.microsoft.com/office/drawing/2014/main" id="{59AD2A22-87F7-485A-93C1-9B445090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78" y="2623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7">
            <a:extLst xmlns:a="http://schemas.openxmlformats.org/drawingml/2006/main">
              <a:ext uri="{FF2B5EF4-FFF2-40B4-BE49-F238E27FC236}">
                <a16:creationId xmlns:a16="http://schemas.microsoft.com/office/drawing/2014/main" id="{B37E758E-0856-4462-962A-98B919A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144" y="2658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8">
            <a:extLst xmlns:a="http://schemas.openxmlformats.org/drawingml/2006/main">
              <a:ext uri="{FF2B5EF4-FFF2-40B4-BE49-F238E27FC236}">
                <a16:creationId xmlns:a16="http://schemas.microsoft.com/office/drawing/2014/main" id="{7FBDF79C-F89B-44FD-A37F-ABFF2C67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01" y="2643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309">
            <a:extLst xmlns:a="http://schemas.openxmlformats.org/drawingml/2006/main">
              <a:ext uri="{FF2B5EF4-FFF2-40B4-BE49-F238E27FC236}">
                <a16:creationId xmlns:a16="http://schemas.microsoft.com/office/drawing/2014/main" id="{750F6127-0004-4E23-B851-AB75404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528" y="26437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10">
            <a:extLst xmlns:a="http://schemas.openxmlformats.org/drawingml/2006/main">
              <a:ext uri="{FF2B5EF4-FFF2-40B4-BE49-F238E27FC236}">
                <a16:creationId xmlns:a16="http://schemas.microsoft.com/office/drawing/2014/main" id="{27C91FCE-4DC8-4E7A-BCF0-4854F6F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341" y="2634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311">
            <a:extLst xmlns:a="http://schemas.openxmlformats.org/drawingml/2006/main">
              <a:ext uri="{FF2B5EF4-FFF2-40B4-BE49-F238E27FC236}">
                <a16:creationId xmlns:a16="http://schemas.microsoft.com/office/drawing/2014/main" id="{D375F99F-DC3F-484A-89D3-3CAF5634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04" y="2633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12">
            <a:extLst xmlns:a="http://schemas.openxmlformats.org/drawingml/2006/main">
              <a:ext uri="{FF2B5EF4-FFF2-40B4-BE49-F238E27FC236}">
                <a16:creationId xmlns:a16="http://schemas.microsoft.com/office/drawing/2014/main" id="{A0AAD554-1808-478E-9352-8E59267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31" y="26494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13">
            <a:extLst xmlns:a="http://schemas.openxmlformats.org/drawingml/2006/main">
              <a:ext uri="{FF2B5EF4-FFF2-40B4-BE49-F238E27FC236}">
                <a16:creationId xmlns:a16="http://schemas.microsoft.com/office/drawing/2014/main" id="{373E0E48-1E77-4ADD-8C24-6264C6D8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96" y="26413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14">
            <a:extLst xmlns:a="http://schemas.openxmlformats.org/drawingml/2006/main">
              <a:ext uri="{FF2B5EF4-FFF2-40B4-BE49-F238E27FC236}">
                <a16:creationId xmlns:a16="http://schemas.microsoft.com/office/drawing/2014/main" id="{A43902C4-91E9-4079-B79D-484D7DB8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87" y="2628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15">
            <a:extLst xmlns:a="http://schemas.openxmlformats.org/drawingml/2006/main">
              <a:ext uri="{FF2B5EF4-FFF2-40B4-BE49-F238E27FC236}">
                <a16:creationId xmlns:a16="http://schemas.microsoft.com/office/drawing/2014/main" id="{8737A74E-E3FE-4712-9087-33F46B83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722" y="2633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6">
            <a:extLst xmlns:a="http://schemas.openxmlformats.org/drawingml/2006/main">
              <a:ext uri="{FF2B5EF4-FFF2-40B4-BE49-F238E27FC236}">
                <a16:creationId xmlns:a16="http://schemas.microsoft.com/office/drawing/2014/main" id="{A58A0993-471A-43EA-A725-6546BC74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493" y="2623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17">
            <a:extLst xmlns:a="http://schemas.openxmlformats.org/drawingml/2006/main">
              <a:ext uri="{FF2B5EF4-FFF2-40B4-BE49-F238E27FC236}">
                <a16:creationId xmlns:a16="http://schemas.microsoft.com/office/drawing/2014/main" id="{720AEB4F-682B-4047-B945-2C0CEF5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43" y="2670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8">
            <a:extLst xmlns:a="http://schemas.openxmlformats.org/drawingml/2006/main">
              <a:ext uri="{FF2B5EF4-FFF2-40B4-BE49-F238E27FC236}">
                <a16:creationId xmlns:a16="http://schemas.microsoft.com/office/drawing/2014/main" id="{C0CA6BE3-8223-4626-81EA-AA08D90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984" y="2644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19">
            <a:extLst xmlns:a="http://schemas.openxmlformats.org/drawingml/2006/main">
              <a:ext uri="{FF2B5EF4-FFF2-40B4-BE49-F238E27FC236}">
                <a16:creationId xmlns:a16="http://schemas.microsoft.com/office/drawing/2014/main" id="{33B72DD9-61F6-4BA1-808A-48DBD7A6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41" y="26626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20">
            <a:extLst xmlns:a="http://schemas.openxmlformats.org/drawingml/2006/main">
              <a:ext uri="{FF2B5EF4-FFF2-40B4-BE49-F238E27FC236}">
                <a16:creationId xmlns:a16="http://schemas.microsoft.com/office/drawing/2014/main" id="{D280BE7B-8E16-4DF4-896E-1230619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588" y="26603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21">
            <a:extLst xmlns:a="http://schemas.openxmlformats.org/drawingml/2006/main">
              <a:ext uri="{FF2B5EF4-FFF2-40B4-BE49-F238E27FC236}">
                <a16:creationId xmlns:a16="http://schemas.microsoft.com/office/drawing/2014/main" id="{264FA4F5-9E99-437D-81D8-F0E3C60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250" y="2625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22">
            <a:extLst xmlns:a="http://schemas.openxmlformats.org/drawingml/2006/main">
              <a:ext uri="{FF2B5EF4-FFF2-40B4-BE49-F238E27FC236}">
                <a16:creationId xmlns:a16="http://schemas.microsoft.com/office/drawing/2014/main" id="{6FDC3A04-DD56-476B-A02B-DAFF43A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41" y="26295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23">
            <a:extLst xmlns:a="http://schemas.openxmlformats.org/drawingml/2006/main">
              <a:ext uri="{FF2B5EF4-FFF2-40B4-BE49-F238E27FC236}">
                <a16:creationId xmlns:a16="http://schemas.microsoft.com/office/drawing/2014/main" id="{A20F0D9B-032C-4502-B1C4-9643ED2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8261" y="26484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24">
            <a:extLst xmlns:a="http://schemas.openxmlformats.org/drawingml/2006/main">
              <a:ext uri="{FF2B5EF4-FFF2-40B4-BE49-F238E27FC236}">
                <a16:creationId xmlns:a16="http://schemas.microsoft.com/office/drawing/2014/main" id="{103273C3-23AE-4428-9984-4110BFE4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91" y="2632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25">
            <a:extLst xmlns:a="http://schemas.openxmlformats.org/drawingml/2006/main">
              <a:ext uri="{FF2B5EF4-FFF2-40B4-BE49-F238E27FC236}">
                <a16:creationId xmlns:a16="http://schemas.microsoft.com/office/drawing/2014/main" id="{A364CFD1-989D-4CCE-A769-648BC046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246" y="26174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6">
            <a:extLst xmlns:a="http://schemas.openxmlformats.org/drawingml/2006/main">
              <a:ext uri="{FF2B5EF4-FFF2-40B4-BE49-F238E27FC236}">
                <a16:creationId xmlns:a16="http://schemas.microsoft.com/office/drawing/2014/main" id="{F567ABCA-F4BF-4D1F-9D52-91230A87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046" y="2644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27">
            <a:extLst xmlns:a="http://schemas.openxmlformats.org/drawingml/2006/main">
              <a:ext uri="{FF2B5EF4-FFF2-40B4-BE49-F238E27FC236}">
                <a16:creationId xmlns:a16="http://schemas.microsoft.com/office/drawing/2014/main" id="{B838BCC7-D2C3-4B61-BCAF-67FA9BB8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8" y="2644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28">
            <a:extLst xmlns:a="http://schemas.openxmlformats.org/drawingml/2006/main">
              <a:ext uri="{FF2B5EF4-FFF2-40B4-BE49-F238E27FC236}">
                <a16:creationId xmlns:a16="http://schemas.microsoft.com/office/drawing/2014/main" id="{41114166-2EF1-44AD-8166-B1247B11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863" y="2631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29">
            <a:extLst xmlns:a="http://schemas.openxmlformats.org/drawingml/2006/main">
              <a:ext uri="{FF2B5EF4-FFF2-40B4-BE49-F238E27FC236}">
                <a16:creationId xmlns:a16="http://schemas.microsoft.com/office/drawing/2014/main" id="{8FD5AC39-065E-4508-ACFE-C4338A1C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160" y="26435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30">
            <a:extLst xmlns:a="http://schemas.openxmlformats.org/drawingml/2006/main">
              <a:ext uri="{FF2B5EF4-FFF2-40B4-BE49-F238E27FC236}">
                <a16:creationId xmlns:a16="http://schemas.microsoft.com/office/drawing/2014/main" id="{C673B37D-EE51-48D6-BD60-7377E49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56" y="26311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31">
            <a:extLst xmlns:a="http://schemas.openxmlformats.org/drawingml/2006/main">
              <a:ext uri="{FF2B5EF4-FFF2-40B4-BE49-F238E27FC236}">
                <a16:creationId xmlns:a16="http://schemas.microsoft.com/office/drawing/2014/main" id="{196A205C-F106-43D6-BF64-139B8ACA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891" y="26234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32">
            <a:extLst xmlns:a="http://schemas.openxmlformats.org/drawingml/2006/main">
              <a:ext uri="{FF2B5EF4-FFF2-40B4-BE49-F238E27FC236}">
                <a16:creationId xmlns:a16="http://schemas.microsoft.com/office/drawing/2014/main" id="{DADAAFD5-B431-48A2-979C-E95B4CBD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14" y="2622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33">
            <a:extLst xmlns:a="http://schemas.openxmlformats.org/drawingml/2006/main">
              <a:ext uri="{FF2B5EF4-FFF2-40B4-BE49-F238E27FC236}">
                <a16:creationId xmlns:a16="http://schemas.microsoft.com/office/drawing/2014/main" id="{E8EEDF58-0A47-4DAC-B9B7-7D6114B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198" y="2626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34">
            <a:extLst xmlns:a="http://schemas.openxmlformats.org/drawingml/2006/main">
              <a:ext uri="{FF2B5EF4-FFF2-40B4-BE49-F238E27FC236}">
                <a16:creationId xmlns:a16="http://schemas.microsoft.com/office/drawing/2014/main" id="{A952472D-FF86-43BD-AF93-0DF1FF5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22" y="26380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35">
            <a:extLst xmlns:a="http://schemas.openxmlformats.org/drawingml/2006/main">
              <a:ext uri="{FF2B5EF4-FFF2-40B4-BE49-F238E27FC236}">
                <a16:creationId xmlns:a16="http://schemas.microsoft.com/office/drawing/2014/main" id="{6BC5E509-338D-4160-8B72-04729BA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934" y="2640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36">
            <a:extLst xmlns:a="http://schemas.openxmlformats.org/drawingml/2006/main">
              <a:ext uri="{FF2B5EF4-FFF2-40B4-BE49-F238E27FC236}">
                <a16:creationId xmlns:a16="http://schemas.microsoft.com/office/drawing/2014/main" id="{F432DD71-287E-4FED-9FD6-6DD308FF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360" y="2643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37">
            <a:extLst xmlns:a="http://schemas.openxmlformats.org/drawingml/2006/main">
              <a:ext uri="{FF2B5EF4-FFF2-40B4-BE49-F238E27FC236}">
                <a16:creationId xmlns:a16="http://schemas.microsoft.com/office/drawing/2014/main" id="{E8A1DF2E-BC73-4A95-9E43-1C2AEB82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87" y="2638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38">
            <a:extLst xmlns:a="http://schemas.openxmlformats.org/drawingml/2006/main">
              <a:ext uri="{FF2B5EF4-FFF2-40B4-BE49-F238E27FC236}">
                <a16:creationId xmlns:a16="http://schemas.microsoft.com/office/drawing/2014/main" id="{24F6C7EE-9754-4508-AB22-1A31870B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282" y="2660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39">
            <a:extLst xmlns:a="http://schemas.openxmlformats.org/drawingml/2006/main">
              <a:ext uri="{FF2B5EF4-FFF2-40B4-BE49-F238E27FC236}">
                <a16:creationId xmlns:a16="http://schemas.microsoft.com/office/drawing/2014/main" id="{5B07C8C3-A2FF-4C9C-B91D-24BB474A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871" y="2618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40">
            <a:extLst xmlns:a="http://schemas.openxmlformats.org/drawingml/2006/main">
              <a:ext uri="{FF2B5EF4-FFF2-40B4-BE49-F238E27FC236}">
                <a16:creationId xmlns:a16="http://schemas.microsoft.com/office/drawing/2014/main" id="{150B4BC4-7975-49D0-9FB0-D15E413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072" y="2639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41">
            <a:extLst xmlns:a="http://schemas.openxmlformats.org/drawingml/2006/main">
              <a:ext uri="{FF2B5EF4-FFF2-40B4-BE49-F238E27FC236}">
                <a16:creationId xmlns:a16="http://schemas.microsoft.com/office/drawing/2014/main" id="{F5850375-CAEC-498F-93D1-6262E1E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022" y="2623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42">
            <a:extLst xmlns:a="http://schemas.openxmlformats.org/drawingml/2006/main">
              <a:ext uri="{FF2B5EF4-FFF2-40B4-BE49-F238E27FC236}">
                <a16:creationId xmlns:a16="http://schemas.microsoft.com/office/drawing/2014/main" id="{38B63AD5-3A4E-4BA6-AC0F-F8C7A27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779" y="2642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43">
            <a:extLst xmlns:a="http://schemas.openxmlformats.org/drawingml/2006/main">
              <a:ext uri="{FF2B5EF4-FFF2-40B4-BE49-F238E27FC236}">
                <a16:creationId xmlns:a16="http://schemas.microsoft.com/office/drawing/2014/main" id="{A1B027A4-72B4-418F-86A0-F215A15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213" y="2651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44">
            <a:extLst xmlns:a="http://schemas.openxmlformats.org/drawingml/2006/main">
              <a:ext uri="{FF2B5EF4-FFF2-40B4-BE49-F238E27FC236}">
                <a16:creationId xmlns:a16="http://schemas.microsoft.com/office/drawing/2014/main" id="{550FCE69-6392-4F72-8229-0E77AD3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28" y="2646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45">
            <a:extLst xmlns:a="http://schemas.openxmlformats.org/drawingml/2006/main">
              <a:ext uri="{FF2B5EF4-FFF2-40B4-BE49-F238E27FC236}">
                <a16:creationId xmlns:a16="http://schemas.microsoft.com/office/drawing/2014/main" id="{055C423F-4064-45DA-B870-0E5A5BE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314" y="26391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46">
            <a:extLst xmlns:a="http://schemas.openxmlformats.org/drawingml/2006/main">
              <a:ext uri="{FF2B5EF4-FFF2-40B4-BE49-F238E27FC236}">
                <a16:creationId xmlns:a16="http://schemas.microsoft.com/office/drawing/2014/main" id="{04645861-FE51-43F6-8380-A2B66AC1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932" y="2648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47">
            <a:extLst xmlns:a="http://schemas.openxmlformats.org/drawingml/2006/main">
              <a:ext uri="{FF2B5EF4-FFF2-40B4-BE49-F238E27FC236}">
                <a16:creationId xmlns:a16="http://schemas.microsoft.com/office/drawing/2014/main" id="{E269F1EB-0720-4D14-9621-5606630A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54" y="26336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48">
            <a:extLst xmlns:a="http://schemas.openxmlformats.org/drawingml/2006/main">
              <a:ext uri="{FF2B5EF4-FFF2-40B4-BE49-F238E27FC236}">
                <a16:creationId xmlns:a16="http://schemas.microsoft.com/office/drawing/2014/main" id="{B419E882-31F6-4358-A2A6-0263B8CA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747" y="2655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49">
            <a:extLst xmlns:a="http://schemas.openxmlformats.org/drawingml/2006/main">
              <a:ext uri="{FF2B5EF4-FFF2-40B4-BE49-F238E27FC236}">
                <a16:creationId xmlns:a16="http://schemas.microsoft.com/office/drawing/2014/main" id="{B7CBE14E-F950-4AA6-9A8B-4E0878B1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913" y="2629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50">
            <a:extLst xmlns:a="http://schemas.openxmlformats.org/drawingml/2006/main">
              <a:ext uri="{FF2B5EF4-FFF2-40B4-BE49-F238E27FC236}">
                <a16:creationId xmlns:a16="http://schemas.microsoft.com/office/drawing/2014/main" id="{C3A3891B-E459-454C-AE2F-5B86F41F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597" y="2631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51">
            <a:extLst xmlns:a="http://schemas.openxmlformats.org/drawingml/2006/main">
              <a:ext uri="{FF2B5EF4-FFF2-40B4-BE49-F238E27FC236}">
                <a16:creationId xmlns:a16="http://schemas.microsoft.com/office/drawing/2014/main" id="{30CC704C-DBF6-49C0-BD2A-1BE48E54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244" y="2642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52">
            <a:extLst xmlns:a="http://schemas.openxmlformats.org/drawingml/2006/main">
              <a:ext uri="{FF2B5EF4-FFF2-40B4-BE49-F238E27FC236}">
                <a16:creationId xmlns:a16="http://schemas.microsoft.com/office/drawing/2014/main" id="{61661063-AEF4-441A-822A-F5A06E26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30" y="2652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53">
            <a:extLst xmlns:a="http://schemas.openxmlformats.org/drawingml/2006/main">
              <a:ext uri="{FF2B5EF4-FFF2-40B4-BE49-F238E27FC236}">
                <a16:creationId xmlns:a16="http://schemas.microsoft.com/office/drawing/2014/main" id="{A36D3630-5E1C-4E57-B5DC-594B55BD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84" y="2617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54">
            <a:extLst xmlns:a="http://schemas.openxmlformats.org/drawingml/2006/main">
              <a:ext uri="{FF2B5EF4-FFF2-40B4-BE49-F238E27FC236}">
                <a16:creationId xmlns:a16="http://schemas.microsoft.com/office/drawing/2014/main" id="{7A5587F2-933A-40A6-BA77-13647AD7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15" y="26202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55">
            <a:extLst xmlns:a="http://schemas.openxmlformats.org/drawingml/2006/main">
              <a:ext uri="{FF2B5EF4-FFF2-40B4-BE49-F238E27FC236}">
                <a16:creationId xmlns:a16="http://schemas.microsoft.com/office/drawing/2014/main" id="{EF5397C6-2D55-4754-901D-61025BB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52" y="2645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56">
            <a:extLst xmlns:a="http://schemas.openxmlformats.org/drawingml/2006/main">
              <a:ext uri="{FF2B5EF4-FFF2-40B4-BE49-F238E27FC236}">
                <a16:creationId xmlns:a16="http://schemas.microsoft.com/office/drawing/2014/main" id="{27AD85DE-CAC3-4925-9F37-9EBFF583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01" y="26633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7">
            <a:extLst xmlns:a="http://schemas.openxmlformats.org/drawingml/2006/main">
              <a:ext uri="{FF2B5EF4-FFF2-40B4-BE49-F238E27FC236}">
                <a16:creationId xmlns:a16="http://schemas.microsoft.com/office/drawing/2014/main" id="{7E9B9910-931A-4A57-B6A8-9C388027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413" y="26280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58">
            <a:extLst xmlns:a="http://schemas.openxmlformats.org/drawingml/2006/main">
              <a:ext uri="{FF2B5EF4-FFF2-40B4-BE49-F238E27FC236}">
                <a16:creationId xmlns:a16="http://schemas.microsoft.com/office/drawing/2014/main" id="{7B16FCE6-1E09-4BEB-B652-D7C01DD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47" y="26436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9">
            <a:extLst xmlns:a="http://schemas.openxmlformats.org/drawingml/2006/main">
              <a:ext uri="{FF2B5EF4-FFF2-40B4-BE49-F238E27FC236}">
                <a16:creationId xmlns:a16="http://schemas.microsoft.com/office/drawing/2014/main" id="{EBD559AD-983E-4CCC-91A1-2CD0911E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566" y="2636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60">
            <a:extLst xmlns:a="http://schemas.openxmlformats.org/drawingml/2006/main">
              <a:ext uri="{FF2B5EF4-FFF2-40B4-BE49-F238E27FC236}">
                <a16:creationId xmlns:a16="http://schemas.microsoft.com/office/drawing/2014/main" id="{816FE0B4-65B0-4650-B3C4-BA7752CF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648" y="26584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61">
            <a:extLst xmlns:a="http://schemas.openxmlformats.org/drawingml/2006/main">
              <a:ext uri="{FF2B5EF4-FFF2-40B4-BE49-F238E27FC236}">
                <a16:creationId xmlns:a16="http://schemas.microsoft.com/office/drawing/2014/main" id="{D6F9051D-F473-4FE3-88E1-62FCC832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415" y="2640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62">
            <a:extLst xmlns:a="http://schemas.openxmlformats.org/drawingml/2006/main">
              <a:ext uri="{FF2B5EF4-FFF2-40B4-BE49-F238E27FC236}">
                <a16:creationId xmlns:a16="http://schemas.microsoft.com/office/drawing/2014/main" id="{9D77DB2A-3AB6-4CE0-B359-D5433D3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75" y="2656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63">
            <a:extLst xmlns:a="http://schemas.openxmlformats.org/drawingml/2006/main">
              <a:ext uri="{FF2B5EF4-FFF2-40B4-BE49-F238E27FC236}">
                <a16:creationId xmlns:a16="http://schemas.microsoft.com/office/drawing/2014/main" id="{F669800A-6BCB-4B66-A7DE-FA6DE1A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135" y="2628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64">
            <a:extLst xmlns:a="http://schemas.openxmlformats.org/drawingml/2006/main">
              <a:ext uri="{FF2B5EF4-FFF2-40B4-BE49-F238E27FC236}">
                <a16:creationId xmlns:a16="http://schemas.microsoft.com/office/drawing/2014/main" id="{B8035974-8BC1-411F-89FE-FDDAB7A3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867" y="2629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65">
            <a:extLst xmlns:a="http://schemas.openxmlformats.org/drawingml/2006/main">
              <a:ext uri="{FF2B5EF4-FFF2-40B4-BE49-F238E27FC236}">
                <a16:creationId xmlns:a16="http://schemas.microsoft.com/office/drawing/2014/main" id="{D62B8668-5E0F-41B9-B2F6-5F6F602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67" y="2621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66">
            <a:extLst xmlns:a="http://schemas.openxmlformats.org/drawingml/2006/main">
              <a:ext uri="{FF2B5EF4-FFF2-40B4-BE49-F238E27FC236}">
                <a16:creationId xmlns:a16="http://schemas.microsoft.com/office/drawing/2014/main" id="{A7BC0D1C-D3F3-4315-BF3A-0F2ED1F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071" y="2622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67">
            <a:extLst xmlns:a="http://schemas.openxmlformats.org/drawingml/2006/main">
              <a:ext uri="{FF2B5EF4-FFF2-40B4-BE49-F238E27FC236}">
                <a16:creationId xmlns:a16="http://schemas.microsoft.com/office/drawing/2014/main" id="{2941D235-43C9-48E8-899C-BC31C522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135" y="2632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68">
            <a:extLst xmlns:a="http://schemas.openxmlformats.org/drawingml/2006/main">
              <a:ext uri="{FF2B5EF4-FFF2-40B4-BE49-F238E27FC236}">
                <a16:creationId xmlns:a16="http://schemas.microsoft.com/office/drawing/2014/main" id="{1C37050C-6B67-4717-BB3F-D8843CA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281" y="26454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69">
            <a:extLst xmlns:a="http://schemas.openxmlformats.org/drawingml/2006/main">
              <a:ext uri="{FF2B5EF4-FFF2-40B4-BE49-F238E27FC236}">
                <a16:creationId xmlns:a16="http://schemas.microsoft.com/office/drawing/2014/main" id="{C1ABF7AC-A2CC-4713-9173-0EB91F1C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976" y="266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70">
            <a:extLst xmlns:a="http://schemas.openxmlformats.org/drawingml/2006/main">
              <a:ext uri="{FF2B5EF4-FFF2-40B4-BE49-F238E27FC236}">
                <a16:creationId xmlns:a16="http://schemas.microsoft.com/office/drawing/2014/main" id="{D4D091D8-FE2C-47F1-AC52-D816C0E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160" y="26554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71">
            <a:extLst xmlns:a="http://schemas.openxmlformats.org/drawingml/2006/main">
              <a:ext uri="{FF2B5EF4-FFF2-40B4-BE49-F238E27FC236}">
                <a16:creationId xmlns:a16="http://schemas.microsoft.com/office/drawing/2014/main" id="{C91BEF5E-320C-4FB7-A43A-CACE5B30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66" y="2622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72">
            <a:extLst xmlns:a="http://schemas.openxmlformats.org/drawingml/2006/main">
              <a:ext uri="{FF2B5EF4-FFF2-40B4-BE49-F238E27FC236}">
                <a16:creationId xmlns:a16="http://schemas.microsoft.com/office/drawing/2014/main" id="{6612FCC2-481D-48F6-8431-BAA3D0B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311" y="26459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73">
            <a:extLst xmlns:a="http://schemas.openxmlformats.org/drawingml/2006/main">
              <a:ext uri="{FF2B5EF4-FFF2-40B4-BE49-F238E27FC236}">
                <a16:creationId xmlns:a16="http://schemas.microsoft.com/office/drawing/2014/main" id="{2E9A9AAF-264C-455E-B81C-A6F9273E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073" y="2634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74">
            <a:extLst xmlns:a="http://schemas.openxmlformats.org/drawingml/2006/main">
              <a:ext uri="{FF2B5EF4-FFF2-40B4-BE49-F238E27FC236}">
                <a16:creationId xmlns:a16="http://schemas.microsoft.com/office/drawing/2014/main" id="{38110495-738A-4712-93BA-155979D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01" y="2620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75">
            <a:extLst xmlns:a="http://schemas.openxmlformats.org/drawingml/2006/main">
              <a:ext uri="{FF2B5EF4-FFF2-40B4-BE49-F238E27FC236}">
                <a16:creationId xmlns:a16="http://schemas.microsoft.com/office/drawing/2014/main" id="{27EDEE5B-960E-4DDD-BF9E-DD9EE71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240" y="2645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76">
            <a:extLst xmlns:a="http://schemas.openxmlformats.org/drawingml/2006/main">
              <a:ext uri="{FF2B5EF4-FFF2-40B4-BE49-F238E27FC236}">
                <a16:creationId xmlns:a16="http://schemas.microsoft.com/office/drawing/2014/main" id="{4E73BADC-1658-4CE0-9ACC-554767A0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89" y="2638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77">
            <a:extLst xmlns:a="http://schemas.openxmlformats.org/drawingml/2006/main">
              <a:ext uri="{FF2B5EF4-FFF2-40B4-BE49-F238E27FC236}">
                <a16:creationId xmlns:a16="http://schemas.microsoft.com/office/drawing/2014/main" id="{A9870B05-50DD-4BE9-BA4D-861B338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661" y="2632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78">
            <a:extLst xmlns:a="http://schemas.openxmlformats.org/drawingml/2006/main">
              <a:ext uri="{FF2B5EF4-FFF2-40B4-BE49-F238E27FC236}">
                <a16:creationId xmlns:a16="http://schemas.microsoft.com/office/drawing/2014/main" id="{624B14D7-540D-4FB4-8905-D3CE1557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7" y="2660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79">
            <a:extLst xmlns:a="http://schemas.openxmlformats.org/drawingml/2006/main">
              <a:ext uri="{FF2B5EF4-FFF2-40B4-BE49-F238E27FC236}">
                <a16:creationId xmlns:a16="http://schemas.microsoft.com/office/drawing/2014/main" id="{B1F0D2FF-7C1D-4A34-B20F-75C6BB24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777" y="2610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80">
            <a:extLst xmlns:a="http://schemas.openxmlformats.org/drawingml/2006/main">
              <a:ext uri="{FF2B5EF4-FFF2-40B4-BE49-F238E27FC236}">
                <a16:creationId xmlns:a16="http://schemas.microsoft.com/office/drawing/2014/main" id="{6819527B-B190-457B-975C-232E33C8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609" y="2635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81">
            <a:extLst xmlns:a="http://schemas.openxmlformats.org/drawingml/2006/main">
              <a:ext uri="{FF2B5EF4-FFF2-40B4-BE49-F238E27FC236}">
                <a16:creationId xmlns:a16="http://schemas.microsoft.com/office/drawing/2014/main" id="{BF9E0AE3-544E-4DA9-85AC-E7B4743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16" y="26861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82">
            <a:extLst xmlns:a="http://schemas.openxmlformats.org/drawingml/2006/main">
              <a:ext uri="{FF2B5EF4-FFF2-40B4-BE49-F238E27FC236}">
                <a16:creationId xmlns:a16="http://schemas.microsoft.com/office/drawing/2014/main" id="{50466B36-231F-4AAF-974E-FA4E4BB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26519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83">
            <a:extLst xmlns:a="http://schemas.openxmlformats.org/drawingml/2006/main">
              <a:ext uri="{FF2B5EF4-FFF2-40B4-BE49-F238E27FC236}">
                <a16:creationId xmlns:a16="http://schemas.microsoft.com/office/drawing/2014/main" id="{FFC209EF-43D7-43E8-A7F0-F61A1E9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12" y="2654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84">
            <a:extLst xmlns:a="http://schemas.openxmlformats.org/drawingml/2006/main">
              <a:ext uri="{FF2B5EF4-FFF2-40B4-BE49-F238E27FC236}">
                <a16:creationId xmlns:a16="http://schemas.microsoft.com/office/drawing/2014/main" id="{64765658-C117-4FAF-8FBB-D8C779D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592" y="2609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85">
            <a:extLst xmlns:a="http://schemas.openxmlformats.org/drawingml/2006/main">
              <a:ext uri="{FF2B5EF4-FFF2-40B4-BE49-F238E27FC236}">
                <a16:creationId xmlns:a16="http://schemas.microsoft.com/office/drawing/2014/main" id="{23ABE4CB-83FD-4ADD-8DBD-A156C03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834" y="2622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86">
            <a:extLst xmlns:a="http://schemas.openxmlformats.org/drawingml/2006/main">
              <a:ext uri="{FF2B5EF4-FFF2-40B4-BE49-F238E27FC236}">
                <a16:creationId xmlns:a16="http://schemas.microsoft.com/office/drawing/2014/main" id="{DA9F9B38-11E1-4C34-A823-480CA2BD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202" y="263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87">
            <a:extLst xmlns:a="http://schemas.openxmlformats.org/drawingml/2006/main">
              <a:ext uri="{FF2B5EF4-FFF2-40B4-BE49-F238E27FC236}">
                <a16:creationId xmlns:a16="http://schemas.microsoft.com/office/drawing/2014/main" id="{CCC9F332-2D99-4574-BEB8-7938C20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464" y="2643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88">
            <a:extLst xmlns:a="http://schemas.openxmlformats.org/drawingml/2006/main">
              <a:ext uri="{FF2B5EF4-FFF2-40B4-BE49-F238E27FC236}">
                <a16:creationId xmlns:a16="http://schemas.microsoft.com/office/drawing/2014/main" id="{6BFFBBCF-8E90-40CB-A06F-CA94A800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519" y="2626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89">
            <a:extLst xmlns:a="http://schemas.openxmlformats.org/drawingml/2006/main">
              <a:ext uri="{FF2B5EF4-FFF2-40B4-BE49-F238E27FC236}">
                <a16:creationId xmlns:a16="http://schemas.microsoft.com/office/drawing/2014/main" id="{3D7F4DDE-6591-4021-B1C4-2043811B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438" y="26304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90">
            <a:extLst xmlns:a="http://schemas.openxmlformats.org/drawingml/2006/main">
              <a:ext uri="{FF2B5EF4-FFF2-40B4-BE49-F238E27FC236}">
                <a16:creationId xmlns:a16="http://schemas.microsoft.com/office/drawing/2014/main" id="{9FCB40D9-302D-45D9-B0ED-6DD13A1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452" y="26046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91">
            <a:extLst xmlns:a="http://schemas.openxmlformats.org/drawingml/2006/main">
              <a:ext uri="{FF2B5EF4-FFF2-40B4-BE49-F238E27FC236}">
                <a16:creationId xmlns:a16="http://schemas.microsoft.com/office/drawing/2014/main" id="{811156F2-FD78-42B6-8C05-445EE4E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50" y="26272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92">
            <a:extLst xmlns:a="http://schemas.openxmlformats.org/drawingml/2006/main">
              <a:ext uri="{FF2B5EF4-FFF2-40B4-BE49-F238E27FC236}">
                <a16:creationId xmlns:a16="http://schemas.microsoft.com/office/drawing/2014/main" id="{3BDDFFFF-FFC1-482B-862A-B08D0DC2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523" y="2625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93">
            <a:extLst xmlns:a="http://schemas.openxmlformats.org/drawingml/2006/main">
              <a:ext uri="{FF2B5EF4-FFF2-40B4-BE49-F238E27FC236}">
                <a16:creationId xmlns:a16="http://schemas.microsoft.com/office/drawing/2014/main" id="{FD526166-2BE9-4B5C-A0C6-F975A9F7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937" y="2653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94">
            <a:extLst xmlns:a="http://schemas.openxmlformats.org/drawingml/2006/main">
              <a:ext uri="{FF2B5EF4-FFF2-40B4-BE49-F238E27FC236}">
                <a16:creationId xmlns:a16="http://schemas.microsoft.com/office/drawing/2014/main" id="{654550C0-D3FA-40F1-9258-E9F770A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652" y="26355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95">
            <a:extLst xmlns:a="http://schemas.openxmlformats.org/drawingml/2006/main">
              <a:ext uri="{FF2B5EF4-FFF2-40B4-BE49-F238E27FC236}">
                <a16:creationId xmlns:a16="http://schemas.microsoft.com/office/drawing/2014/main" id="{86453B7F-C147-440C-8485-195D39A1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58" y="2636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96">
            <a:extLst xmlns:a="http://schemas.openxmlformats.org/drawingml/2006/main">
              <a:ext uri="{FF2B5EF4-FFF2-40B4-BE49-F238E27FC236}">
                <a16:creationId xmlns:a16="http://schemas.microsoft.com/office/drawing/2014/main" id="{CC8E7080-31D6-456C-8A22-607384B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049" y="26316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97">
            <a:extLst xmlns:a="http://schemas.openxmlformats.org/drawingml/2006/main">
              <a:ext uri="{FF2B5EF4-FFF2-40B4-BE49-F238E27FC236}">
                <a16:creationId xmlns:a16="http://schemas.microsoft.com/office/drawing/2014/main" id="{F09C5C86-FDA7-46D3-B3BD-C959C3B0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181" y="2653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98">
            <a:extLst xmlns:a="http://schemas.openxmlformats.org/drawingml/2006/main">
              <a:ext uri="{FF2B5EF4-FFF2-40B4-BE49-F238E27FC236}">
                <a16:creationId xmlns:a16="http://schemas.microsoft.com/office/drawing/2014/main" id="{4F5F16CC-D09A-49C7-9658-68523C02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565" y="2640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99">
            <a:extLst xmlns:a="http://schemas.openxmlformats.org/drawingml/2006/main">
              <a:ext uri="{FF2B5EF4-FFF2-40B4-BE49-F238E27FC236}">
                <a16:creationId xmlns:a16="http://schemas.microsoft.com/office/drawing/2014/main" id="{0CAE5630-5F51-44FE-A28F-FD22BF7B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92" y="2629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400">
            <a:extLst xmlns:a="http://schemas.openxmlformats.org/drawingml/2006/main">
              <a:ext uri="{FF2B5EF4-FFF2-40B4-BE49-F238E27FC236}">
                <a16:creationId xmlns:a16="http://schemas.microsoft.com/office/drawing/2014/main" id="{D945B4AB-A17F-45C0-86BA-BB722374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576" y="2665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401">
            <a:extLst xmlns:a="http://schemas.openxmlformats.org/drawingml/2006/main">
              <a:ext uri="{FF2B5EF4-FFF2-40B4-BE49-F238E27FC236}">
                <a16:creationId xmlns:a16="http://schemas.microsoft.com/office/drawing/2014/main" id="{B7619E83-EC58-4993-9B8A-C4DB435B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02" y="26439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402">
            <a:extLst xmlns:a="http://schemas.openxmlformats.org/drawingml/2006/main">
              <a:ext uri="{FF2B5EF4-FFF2-40B4-BE49-F238E27FC236}">
                <a16:creationId xmlns:a16="http://schemas.microsoft.com/office/drawing/2014/main" id="{C4EDA5C8-C0A6-4047-938D-210788F5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594" y="26643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403">
            <a:extLst xmlns:a="http://schemas.openxmlformats.org/drawingml/2006/main">
              <a:ext uri="{FF2B5EF4-FFF2-40B4-BE49-F238E27FC236}">
                <a16:creationId xmlns:a16="http://schemas.microsoft.com/office/drawing/2014/main" id="{642399BE-2762-4973-82F5-91096C1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1" y="26371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404">
            <a:extLst xmlns:a="http://schemas.openxmlformats.org/drawingml/2006/main">
              <a:ext uri="{FF2B5EF4-FFF2-40B4-BE49-F238E27FC236}">
                <a16:creationId xmlns:a16="http://schemas.microsoft.com/office/drawing/2014/main" id="{F0B29D69-911A-4958-974E-489BAFB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899" y="26466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405">
            <a:extLst xmlns:a="http://schemas.openxmlformats.org/drawingml/2006/main">
              <a:ext uri="{FF2B5EF4-FFF2-40B4-BE49-F238E27FC236}">
                <a16:creationId xmlns:a16="http://schemas.microsoft.com/office/drawing/2014/main" id="{542B9330-9566-4580-8C1F-6AF4C73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00" y="26333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406">
            <a:extLst xmlns:a="http://schemas.openxmlformats.org/drawingml/2006/main">
              <a:ext uri="{FF2B5EF4-FFF2-40B4-BE49-F238E27FC236}">
                <a16:creationId xmlns:a16="http://schemas.microsoft.com/office/drawing/2014/main" id="{0EEFEB71-35BE-40C3-88FB-89DB153F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96" y="2622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407">
            <a:extLst xmlns:a="http://schemas.openxmlformats.org/drawingml/2006/main">
              <a:ext uri="{FF2B5EF4-FFF2-40B4-BE49-F238E27FC236}">
                <a16:creationId xmlns:a16="http://schemas.microsoft.com/office/drawing/2014/main" id="{251381EE-F4E5-4459-A052-58192D37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76" y="2660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408">
            <a:extLst xmlns:a="http://schemas.openxmlformats.org/drawingml/2006/main">
              <a:ext uri="{FF2B5EF4-FFF2-40B4-BE49-F238E27FC236}">
                <a16:creationId xmlns:a16="http://schemas.microsoft.com/office/drawing/2014/main" id="{06F5CBFD-7A63-409C-99C7-C90F44F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122" y="2642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409">
            <a:extLst xmlns:a="http://schemas.openxmlformats.org/drawingml/2006/main">
              <a:ext uri="{FF2B5EF4-FFF2-40B4-BE49-F238E27FC236}">
                <a16:creationId xmlns:a16="http://schemas.microsoft.com/office/drawing/2014/main" id="{D6209216-2EC0-40D5-B16D-C9DFBDD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292" y="2639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410">
            <a:extLst xmlns:a="http://schemas.openxmlformats.org/drawingml/2006/main">
              <a:ext uri="{FF2B5EF4-FFF2-40B4-BE49-F238E27FC236}">
                <a16:creationId xmlns:a16="http://schemas.microsoft.com/office/drawing/2014/main" id="{68A122C3-7582-4CAB-8C03-C35DA4C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28" y="2623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411">
            <a:extLst xmlns:a="http://schemas.openxmlformats.org/drawingml/2006/main">
              <a:ext uri="{FF2B5EF4-FFF2-40B4-BE49-F238E27FC236}">
                <a16:creationId xmlns:a16="http://schemas.microsoft.com/office/drawing/2014/main" id="{F10FC0B5-0369-4BC5-BCFF-67C7B80D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801" y="2630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412">
            <a:extLst xmlns:a="http://schemas.openxmlformats.org/drawingml/2006/main">
              <a:ext uri="{FF2B5EF4-FFF2-40B4-BE49-F238E27FC236}">
                <a16:creationId xmlns:a16="http://schemas.microsoft.com/office/drawing/2014/main" id="{BE20274E-5FEE-4526-9AB7-2D99FBD7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650" y="26371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413">
            <a:extLst xmlns:a="http://schemas.openxmlformats.org/drawingml/2006/main">
              <a:ext uri="{FF2B5EF4-FFF2-40B4-BE49-F238E27FC236}">
                <a16:creationId xmlns:a16="http://schemas.microsoft.com/office/drawing/2014/main" id="{C43A3EA9-8C57-4382-BCB9-6B786002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225" y="2609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414">
            <a:extLst xmlns:a="http://schemas.openxmlformats.org/drawingml/2006/main">
              <a:ext uri="{FF2B5EF4-FFF2-40B4-BE49-F238E27FC236}">
                <a16:creationId xmlns:a16="http://schemas.microsoft.com/office/drawing/2014/main" id="{A8BC40CE-6E40-4682-809B-E11F4C86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93" y="2642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15">
            <a:extLst xmlns:a="http://schemas.openxmlformats.org/drawingml/2006/main">
              <a:ext uri="{FF2B5EF4-FFF2-40B4-BE49-F238E27FC236}">
                <a16:creationId xmlns:a16="http://schemas.microsoft.com/office/drawing/2014/main" id="{BEDFC48D-06E5-4216-9F86-79C40B96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982" y="2627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416">
            <a:extLst xmlns:a="http://schemas.openxmlformats.org/drawingml/2006/main">
              <a:ext uri="{FF2B5EF4-FFF2-40B4-BE49-F238E27FC236}">
                <a16:creationId xmlns:a16="http://schemas.microsoft.com/office/drawing/2014/main" id="{8A2B22F8-FE0E-4C2F-8367-6820301B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785" y="2653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417">
            <a:extLst xmlns:a="http://schemas.openxmlformats.org/drawingml/2006/main">
              <a:ext uri="{FF2B5EF4-FFF2-40B4-BE49-F238E27FC236}">
                <a16:creationId xmlns:a16="http://schemas.microsoft.com/office/drawing/2014/main" id="{315005E5-238D-429E-B243-DE962AA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438" y="2635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ath-418">
            <a:extLst xmlns:a="http://schemas.openxmlformats.org/drawingml/2006/main">
              <a:ext uri="{FF2B5EF4-FFF2-40B4-BE49-F238E27FC236}">
                <a16:creationId xmlns:a16="http://schemas.microsoft.com/office/drawing/2014/main" id="{D1A226A8-2BEF-484C-8809-60FA7642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02" y="2619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19">
            <a:extLst xmlns:a="http://schemas.openxmlformats.org/drawingml/2006/main">
              <a:ext uri="{FF2B5EF4-FFF2-40B4-BE49-F238E27FC236}">
                <a16:creationId xmlns:a16="http://schemas.microsoft.com/office/drawing/2014/main" id="{EA983EDE-5BEA-4ACD-9A2C-DF195A3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63" y="26218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420">
            <a:extLst xmlns:a="http://schemas.openxmlformats.org/drawingml/2006/main">
              <a:ext uri="{FF2B5EF4-FFF2-40B4-BE49-F238E27FC236}">
                <a16:creationId xmlns:a16="http://schemas.microsoft.com/office/drawing/2014/main" id="{B633883A-87B2-4F5A-8311-66CB4CE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274" y="26518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21">
            <a:extLst xmlns:a="http://schemas.openxmlformats.org/drawingml/2006/main">
              <a:ext uri="{FF2B5EF4-FFF2-40B4-BE49-F238E27FC236}">
                <a16:creationId xmlns:a16="http://schemas.microsoft.com/office/drawing/2014/main" id="{DCAC168B-EC68-4F63-BD38-4999D81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78" y="26486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path-422">
            <a:extLst xmlns:a="http://schemas.openxmlformats.org/drawingml/2006/main">
              <a:ext uri="{FF2B5EF4-FFF2-40B4-BE49-F238E27FC236}">
                <a16:creationId xmlns:a16="http://schemas.microsoft.com/office/drawing/2014/main" id="{CCB19B4D-ED82-4A91-9250-AA66209F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586" y="26181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23">
            <a:extLst xmlns:a="http://schemas.openxmlformats.org/drawingml/2006/main">
              <a:ext uri="{FF2B5EF4-FFF2-40B4-BE49-F238E27FC236}">
                <a16:creationId xmlns:a16="http://schemas.microsoft.com/office/drawing/2014/main" id="{416F20B3-25AF-42D6-ADB1-6AA77CF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0" y="2617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ath-424">
            <a:extLst xmlns:a="http://schemas.openxmlformats.org/drawingml/2006/main">
              <a:ext uri="{FF2B5EF4-FFF2-40B4-BE49-F238E27FC236}">
                <a16:creationId xmlns:a16="http://schemas.microsoft.com/office/drawing/2014/main" id="{F081DC37-4E5A-40F5-9B27-E7D0657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65" y="2647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25">
            <a:extLst xmlns:a="http://schemas.openxmlformats.org/drawingml/2006/main">
              <a:ext uri="{FF2B5EF4-FFF2-40B4-BE49-F238E27FC236}">
                <a16:creationId xmlns:a16="http://schemas.microsoft.com/office/drawing/2014/main" id="{7A3A2EB4-4789-4B41-927D-661CDAF7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62" y="26556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426">
            <a:extLst xmlns:a="http://schemas.openxmlformats.org/drawingml/2006/main">
              <a:ext uri="{FF2B5EF4-FFF2-40B4-BE49-F238E27FC236}">
                <a16:creationId xmlns:a16="http://schemas.microsoft.com/office/drawing/2014/main" id="{3FF6EF3E-BF6D-44FF-BB48-04DD6A9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30" y="2629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27">
            <a:extLst xmlns:a="http://schemas.openxmlformats.org/drawingml/2006/main">
              <a:ext uri="{FF2B5EF4-FFF2-40B4-BE49-F238E27FC236}">
                <a16:creationId xmlns:a16="http://schemas.microsoft.com/office/drawing/2014/main" id="{87AC813C-4AD9-42F0-93F3-2BCA201E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016" y="2656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ath-428">
            <a:extLst xmlns:a="http://schemas.openxmlformats.org/drawingml/2006/main">
              <a:ext uri="{FF2B5EF4-FFF2-40B4-BE49-F238E27FC236}">
                <a16:creationId xmlns:a16="http://schemas.microsoft.com/office/drawing/2014/main" id="{10CA2D26-AE22-4350-BA3D-C9C3424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067" y="26484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29">
            <a:extLst xmlns:a="http://schemas.openxmlformats.org/drawingml/2006/main">
              <a:ext uri="{FF2B5EF4-FFF2-40B4-BE49-F238E27FC236}">
                <a16:creationId xmlns:a16="http://schemas.microsoft.com/office/drawing/2014/main" id="{607E0C80-58D3-4423-A780-8CBC9D7E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281" y="2609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ath-430">
            <a:extLst xmlns:a="http://schemas.openxmlformats.org/drawingml/2006/main">
              <a:ext uri="{FF2B5EF4-FFF2-40B4-BE49-F238E27FC236}">
                <a16:creationId xmlns:a16="http://schemas.microsoft.com/office/drawing/2014/main" id="{A3B7342F-8085-436C-B8DC-705CD88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13" y="2631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31">
            <a:extLst xmlns:a="http://schemas.openxmlformats.org/drawingml/2006/main">
              <a:ext uri="{FF2B5EF4-FFF2-40B4-BE49-F238E27FC236}">
                <a16:creationId xmlns:a16="http://schemas.microsoft.com/office/drawing/2014/main" id="{B0A6F071-1D97-4732-B76B-6FBBEC3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977" y="2635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432">
            <a:extLst xmlns:a="http://schemas.openxmlformats.org/drawingml/2006/main">
              <a:ext uri="{FF2B5EF4-FFF2-40B4-BE49-F238E27FC236}">
                <a16:creationId xmlns:a16="http://schemas.microsoft.com/office/drawing/2014/main" id="{58D9205B-C2DF-456C-83EA-1A6A8954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096" y="2596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33">
            <a:extLst xmlns:a="http://schemas.openxmlformats.org/drawingml/2006/main">
              <a:ext uri="{FF2B5EF4-FFF2-40B4-BE49-F238E27FC236}">
                <a16:creationId xmlns:a16="http://schemas.microsoft.com/office/drawing/2014/main" id="{9C89D4BD-FB1B-45C8-8A7D-0747740E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516" y="2640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434">
            <a:extLst xmlns:a="http://schemas.openxmlformats.org/drawingml/2006/main">
              <a:ext uri="{FF2B5EF4-FFF2-40B4-BE49-F238E27FC236}">
                <a16:creationId xmlns:a16="http://schemas.microsoft.com/office/drawing/2014/main" id="{30978BD5-DC1F-424D-BBD5-0361E5B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469" y="2628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35">
            <a:extLst xmlns:a="http://schemas.openxmlformats.org/drawingml/2006/main">
              <a:ext uri="{FF2B5EF4-FFF2-40B4-BE49-F238E27FC236}">
                <a16:creationId xmlns:a16="http://schemas.microsoft.com/office/drawing/2014/main" id="{C8ADBB1B-0E7A-4A3A-AB8B-35854D0F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963" y="26231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path-436">
            <a:extLst xmlns:a="http://schemas.openxmlformats.org/drawingml/2006/main">
              <a:ext uri="{FF2B5EF4-FFF2-40B4-BE49-F238E27FC236}">
                <a16:creationId xmlns:a16="http://schemas.microsoft.com/office/drawing/2014/main" id="{92AEE316-ACF8-4C04-BEB3-308690C3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674" y="2672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37">
            <a:extLst xmlns:a="http://schemas.openxmlformats.org/drawingml/2006/main">
              <a:ext uri="{FF2B5EF4-FFF2-40B4-BE49-F238E27FC236}">
                <a16:creationId xmlns:a16="http://schemas.microsoft.com/office/drawing/2014/main" id="{93A9505A-3231-42B7-A29F-C09780A5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46" y="26294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ath-438">
            <a:extLst xmlns:a="http://schemas.openxmlformats.org/drawingml/2006/main">
              <a:ext uri="{FF2B5EF4-FFF2-40B4-BE49-F238E27FC236}">
                <a16:creationId xmlns:a16="http://schemas.microsoft.com/office/drawing/2014/main" id="{778E1BC8-04E6-48A0-B0C2-F2A96ECC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199" y="26257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439">
            <a:extLst xmlns:a="http://schemas.openxmlformats.org/drawingml/2006/main">
              <a:ext uri="{FF2B5EF4-FFF2-40B4-BE49-F238E27FC236}">
                <a16:creationId xmlns:a16="http://schemas.microsoft.com/office/drawing/2014/main" id="{67E5AA3D-3BC9-490A-B550-E7D7081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305" y="26345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path-440">
            <a:extLst xmlns:a="http://schemas.openxmlformats.org/drawingml/2006/main">
              <a:ext uri="{FF2B5EF4-FFF2-40B4-BE49-F238E27FC236}">
                <a16:creationId xmlns:a16="http://schemas.microsoft.com/office/drawing/2014/main" id="{132ABC48-47E2-4CE5-9A26-C5CBD3F1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616" y="2640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41">
            <a:extLst xmlns:a="http://schemas.openxmlformats.org/drawingml/2006/main">
              <a:ext uri="{FF2B5EF4-FFF2-40B4-BE49-F238E27FC236}">
                <a16:creationId xmlns:a16="http://schemas.microsoft.com/office/drawing/2014/main" id="{58917FFF-D82F-42A5-9C6D-FC35513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968" y="2614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path-442">
            <a:extLst xmlns:a="http://schemas.openxmlformats.org/drawingml/2006/main">
              <a:ext uri="{FF2B5EF4-FFF2-40B4-BE49-F238E27FC236}">
                <a16:creationId xmlns:a16="http://schemas.microsoft.com/office/drawing/2014/main" id="{FB075013-0279-4461-A802-B092CFF7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841" y="2621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443">
            <a:extLst xmlns:a="http://schemas.openxmlformats.org/drawingml/2006/main">
              <a:ext uri="{FF2B5EF4-FFF2-40B4-BE49-F238E27FC236}">
                <a16:creationId xmlns:a16="http://schemas.microsoft.com/office/drawing/2014/main" id="{91638548-5173-4553-9922-FE69ED58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456" y="2633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44">
            <a:extLst xmlns:a="http://schemas.openxmlformats.org/drawingml/2006/main">
              <a:ext uri="{FF2B5EF4-FFF2-40B4-BE49-F238E27FC236}">
                <a16:creationId xmlns:a16="http://schemas.microsoft.com/office/drawing/2014/main" id="{073F702B-18D9-47E3-BCFD-44AF3CC4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555" y="2662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45">
            <a:extLst xmlns:a="http://schemas.openxmlformats.org/drawingml/2006/main">
              <a:ext uri="{FF2B5EF4-FFF2-40B4-BE49-F238E27FC236}">
                <a16:creationId xmlns:a16="http://schemas.microsoft.com/office/drawing/2014/main" id="{BE791449-8BF7-4033-8205-3D4ABA4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84" y="2653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46">
            <a:extLst xmlns:a="http://schemas.openxmlformats.org/drawingml/2006/main">
              <a:ext uri="{FF2B5EF4-FFF2-40B4-BE49-F238E27FC236}">
                <a16:creationId xmlns:a16="http://schemas.microsoft.com/office/drawing/2014/main" id="{CDB8B29F-1F9C-446B-8452-A589549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0" y="2635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47">
            <a:extLst xmlns:a="http://schemas.openxmlformats.org/drawingml/2006/main">
              <a:ext uri="{FF2B5EF4-FFF2-40B4-BE49-F238E27FC236}">
                <a16:creationId xmlns:a16="http://schemas.microsoft.com/office/drawing/2014/main" id="{B5EB956A-9EA0-4AC6-A3CC-6A79ED30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78" y="26363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448">
            <a:extLst xmlns:a="http://schemas.openxmlformats.org/drawingml/2006/main">
              <a:ext uri="{FF2B5EF4-FFF2-40B4-BE49-F238E27FC236}">
                <a16:creationId xmlns:a16="http://schemas.microsoft.com/office/drawing/2014/main" id="{988EF2E5-BE0D-44BC-B60C-10AC5A1F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844" y="26529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49">
            <a:extLst xmlns:a="http://schemas.openxmlformats.org/drawingml/2006/main">
              <a:ext uri="{FF2B5EF4-FFF2-40B4-BE49-F238E27FC236}">
                <a16:creationId xmlns:a16="http://schemas.microsoft.com/office/drawing/2014/main" id="{6BBEB98B-A2E8-4F73-B342-5FF8B10A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743" y="2638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450">
            <a:extLst xmlns:a="http://schemas.openxmlformats.org/drawingml/2006/main">
              <a:ext uri="{FF2B5EF4-FFF2-40B4-BE49-F238E27FC236}">
                <a16:creationId xmlns:a16="http://schemas.microsoft.com/office/drawing/2014/main" id="{E0F5DEEF-30FD-40C6-882F-D77DA8D9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494" y="2635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51">
            <a:extLst xmlns:a="http://schemas.openxmlformats.org/drawingml/2006/main">
              <a:ext uri="{FF2B5EF4-FFF2-40B4-BE49-F238E27FC236}">
                <a16:creationId xmlns:a16="http://schemas.microsoft.com/office/drawing/2014/main" id="{524FC13C-0C17-4777-A445-568B0EB0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56" y="2619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52">
            <a:extLst xmlns:a="http://schemas.openxmlformats.org/drawingml/2006/main">
              <a:ext uri="{FF2B5EF4-FFF2-40B4-BE49-F238E27FC236}">
                <a16:creationId xmlns:a16="http://schemas.microsoft.com/office/drawing/2014/main" id="{39D08E49-5B86-4380-B27A-9E8C404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738" y="2653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53">
            <a:extLst xmlns:a="http://schemas.openxmlformats.org/drawingml/2006/main">
              <a:ext uri="{FF2B5EF4-FFF2-40B4-BE49-F238E27FC236}">
                <a16:creationId xmlns:a16="http://schemas.microsoft.com/office/drawing/2014/main" id="{572B0715-44AA-4B31-8A4D-A17D31E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784" y="2628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54">
            <a:extLst xmlns:a="http://schemas.openxmlformats.org/drawingml/2006/main">
              <a:ext uri="{FF2B5EF4-FFF2-40B4-BE49-F238E27FC236}">
                <a16:creationId xmlns:a16="http://schemas.microsoft.com/office/drawing/2014/main" id="{FAF7A2CB-8646-4E2B-BADE-BC709FA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257" y="26393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55">
            <a:extLst xmlns:a="http://schemas.openxmlformats.org/drawingml/2006/main">
              <a:ext uri="{FF2B5EF4-FFF2-40B4-BE49-F238E27FC236}">
                <a16:creationId xmlns:a16="http://schemas.microsoft.com/office/drawing/2014/main" id="{E9BBBC07-B3E9-4F58-9A5B-EEE53F06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199" y="26186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56">
            <a:extLst xmlns:a="http://schemas.openxmlformats.org/drawingml/2006/main">
              <a:ext uri="{FF2B5EF4-FFF2-40B4-BE49-F238E27FC236}">
                <a16:creationId xmlns:a16="http://schemas.microsoft.com/office/drawing/2014/main" id="{0F0E1732-E42D-4E4F-AB08-F894E930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40" y="2661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57">
            <a:extLst xmlns:a="http://schemas.openxmlformats.org/drawingml/2006/main">
              <a:ext uri="{FF2B5EF4-FFF2-40B4-BE49-F238E27FC236}">
                <a16:creationId xmlns:a16="http://schemas.microsoft.com/office/drawing/2014/main" id="{8E70382A-451B-4A98-9A0F-590A0392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39" y="26206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58">
            <a:extLst xmlns:a="http://schemas.openxmlformats.org/drawingml/2006/main">
              <a:ext uri="{FF2B5EF4-FFF2-40B4-BE49-F238E27FC236}">
                <a16:creationId xmlns:a16="http://schemas.microsoft.com/office/drawing/2014/main" id="{4ED9FE0F-AB89-4D31-B782-2DF57C7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55" y="26316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59">
            <a:extLst xmlns:a="http://schemas.openxmlformats.org/drawingml/2006/main">
              <a:ext uri="{FF2B5EF4-FFF2-40B4-BE49-F238E27FC236}">
                <a16:creationId xmlns:a16="http://schemas.microsoft.com/office/drawing/2014/main" id="{DDEB0C56-FFA0-4403-B945-77AA3C4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823" y="2632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60">
            <a:extLst xmlns:a="http://schemas.openxmlformats.org/drawingml/2006/main">
              <a:ext uri="{FF2B5EF4-FFF2-40B4-BE49-F238E27FC236}">
                <a16:creationId xmlns:a16="http://schemas.microsoft.com/office/drawing/2014/main" id="{0D4E29CC-0CE7-4E3F-8E79-D4BFE578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84" y="26108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61">
            <a:extLst xmlns:a="http://schemas.openxmlformats.org/drawingml/2006/main">
              <a:ext uri="{FF2B5EF4-FFF2-40B4-BE49-F238E27FC236}">
                <a16:creationId xmlns:a16="http://schemas.microsoft.com/office/drawing/2014/main" id="{1F409C13-A414-40AB-9E55-9761B04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59" y="2649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62">
            <a:extLst xmlns:a="http://schemas.openxmlformats.org/drawingml/2006/main">
              <a:ext uri="{FF2B5EF4-FFF2-40B4-BE49-F238E27FC236}">
                <a16:creationId xmlns:a16="http://schemas.microsoft.com/office/drawing/2014/main" id="{6B0C02DD-ADC4-4096-BF70-45797A4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973" y="2647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63">
            <a:extLst xmlns:a="http://schemas.openxmlformats.org/drawingml/2006/main">
              <a:ext uri="{FF2B5EF4-FFF2-40B4-BE49-F238E27FC236}">
                <a16:creationId xmlns:a16="http://schemas.microsoft.com/office/drawing/2014/main" id="{E715A040-B4E6-4087-B510-B39D1E6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59" y="2626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64">
            <a:extLst xmlns:a="http://schemas.openxmlformats.org/drawingml/2006/main">
              <a:ext uri="{FF2B5EF4-FFF2-40B4-BE49-F238E27FC236}">
                <a16:creationId xmlns:a16="http://schemas.microsoft.com/office/drawing/2014/main" id="{409DF073-78CF-42A8-8A74-904451A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805" y="26512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465">
            <a:extLst xmlns:a="http://schemas.openxmlformats.org/drawingml/2006/main">
              <a:ext uri="{FF2B5EF4-FFF2-40B4-BE49-F238E27FC236}">
                <a16:creationId xmlns:a16="http://schemas.microsoft.com/office/drawing/2014/main" id="{64F9EE91-AB0A-47F6-BA4D-83306965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800" y="2612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66">
            <a:extLst xmlns:a="http://schemas.openxmlformats.org/drawingml/2006/main">
              <a:ext uri="{FF2B5EF4-FFF2-40B4-BE49-F238E27FC236}">
                <a16:creationId xmlns:a16="http://schemas.microsoft.com/office/drawing/2014/main" id="{161E57DC-DCA3-4950-B84D-2F3DF8A2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855" y="26128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67">
            <a:extLst xmlns:a="http://schemas.openxmlformats.org/drawingml/2006/main">
              <a:ext uri="{FF2B5EF4-FFF2-40B4-BE49-F238E27FC236}">
                <a16:creationId xmlns:a16="http://schemas.microsoft.com/office/drawing/2014/main" id="{A0F26F04-E734-4109-893F-E9EDA6E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465" y="26183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68">
            <a:extLst xmlns:a="http://schemas.openxmlformats.org/drawingml/2006/main">
              <a:ext uri="{FF2B5EF4-FFF2-40B4-BE49-F238E27FC236}">
                <a16:creationId xmlns:a16="http://schemas.microsoft.com/office/drawing/2014/main" id="{49E55D5C-FF66-49B5-8E38-E01C9E11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024" y="262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69">
            <a:extLst xmlns:a="http://schemas.openxmlformats.org/drawingml/2006/main">
              <a:ext uri="{FF2B5EF4-FFF2-40B4-BE49-F238E27FC236}">
                <a16:creationId xmlns:a16="http://schemas.microsoft.com/office/drawing/2014/main" id="{8096EB59-0734-4BC3-BDEE-4DFFB41F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02" y="2635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70">
            <a:extLst xmlns:a="http://schemas.openxmlformats.org/drawingml/2006/main">
              <a:ext uri="{FF2B5EF4-FFF2-40B4-BE49-F238E27FC236}">
                <a16:creationId xmlns:a16="http://schemas.microsoft.com/office/drawing/2014/main" id="{068885BB-057B-49B1-9141-1C6EA39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71" y="2632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71">
            <a:extLst xmlns:a="http://schemas.openxmlformats.org/drawingml/2006/main">
              <a:ext uri="{FF2B5EF4-FFF2-40B4-BE49-F238E27FC236}">
                <a16:creationId xmlns:a16="http://schemas.microsoft.com/office/drawing/2014/main" id="{1A385427-B230-47CD-BEAE-4483E020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59" y="2634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ath-472">
            <a:extLst xmlns:a="http://schemas.openxmlformats.org/drawingml/2006/main">
              <a:ext uri="{FF2B5EF4-FFF2-40B4-BE49-F238E27FC236}">
                <a16:creationId xmlns:a16="http://schemas.microsoft.com/office/drawing/2014/main" id="{8B2AE99E-0495-4354-BE39-FDB1EB7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382" y="26707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73">
            <a:extLst xmlns:a="http://schemas.openxmlformats.org/drawingml/2006/main">
              <a:ext uri="{FF2B5EF4-FFF2-40B4-BE49-F238E27FC236}">
                <a16:creationId xmlns:a16="http://schemas.microsoft.com/office/drawing/2014/main" id="{76ED883F-30D3-4632-B567-91DF9F52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825" y="2637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74">
            <a:extLst xmlns:a="http://schemas.openxmlformats.org/drawingml/2006/main">
              <a:ext uri="{FF2B5EF4-FFF2-40B4-BE49-F238E27FC236}">
                <a16:creationId xmlns:a16="http://schemas.microsoft.com/office/drawing/2014/main" id="{9EAC4AEC-20FC-445E-93FF-5146B8E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894" y="2627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75">
            <a:extLst xmlns:a="http://schemas.openxmlformats.org/drawingml/2006/main">
              <a:ext uri="{FF2B5EF4-FFF2-40B4-BE49-F238E27FC236}">
                <a16:creationId xmlns:a16="http://schemas.microsoft.com/office/drawing/2014/main" id="{1183B2FF-625F-444A-8899-8C0DFB3F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87" y="2645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76">
            <a:extLst xmlns:a="http://schemas.openxmlformats.org/drawingml/2006/main">
              <a:ext uri="{FF2B5EF4-FFF2-40B4-BE49-F238E27FC236}">
                <a16:creationId xmlns:a16="http://schemas.microsoft.com/office/drawing/2014/main" id="{69BC5A1E-BC87-47B3-B83F-6ADB93AE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834" y="2635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77">
            <a:extLst xmlns:a="http://schemas.openxmlformats.org/drawingml/2006/main">
              <a:ext uri="{FF2B5EF4-FFF2-40B4-BE49-F238E27FC236}">
                <a16:creationId xmlns:a16="http://schemas.microsoft.com/office/drawing/2014/main" id="{E6EDE421-2DA1-4A1E-B4A9-0FA9D49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42" y="2650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78">
            <a:extLst xmlns:a="http://schemas.openxmlformats.org/drawingml/2006/main">
              <a:ext uri="{FF2B5EF4-FFF2-40B4-BE49-F238E27FC236}">
                <a16:creationId xmlns:a16="http://schemas.microsoft.com/office/drawing/2014/main" id="{194D09BE-64F1-467E-9733-A278BEC4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04" y="26243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79">
            <a:extLst xmlns:a="http://schemas.openxmlformats.org/drawingml/2006/main">
              <a:ext uri="{FF2B5EF4-FFF2-40B4-BE49-F238E27FC236}">
                <a16:creationId xmlns:a16="http://schemas.microsoft.com/office/drawing/2014/main" id="{C4AFCEA2-A287-47A1-B769-9F14480A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553" y="2651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80">
            <a:extLst xmlns:a="http://schemas.openxmlformats.org/drawingml/2006/main">
              <a:ext uri="{FF2B5EF4-FFF2-40B4-BE49-F238E27FC236}">
                <a16:creationId xmlns:a16="http://schemas.microsoft.com/office/drawing/2014/main" id="{AD8CC8BE-228F-4C34-A17C-D7FCD67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73" y="2639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81">
            <a:extLst xmlns:a="http://schemas.openxmlformats.org/drawingml/2006/main">
              <a:ext uri="{FF2B5EF4-FFF2-40B4-BE49-F238E27FC236}">
                <a16:creationId xmlns:a16="http://schemas.microsoft.com/office/drawing/2014/main" id="{368962C9-6F15-4ACE-AEF1-AB977990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44" y="2641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82">
            <a:extLst xmlns:a="http://schemas.openxmlformats.org/drawingml/2006/main">
              <a:ext uri="{FF2B5EF4-FFF2-40B4-BE49-F238E27FC236}">
                <a16:creationId xmlns:a16="http://schemas.microsoft.com/office/drawing/2014/main" id="{BCAB40BD-3F4F-443D-A889-AA74C77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423" y="2635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83">
            <a:extLst xmlns:a="http://schemas.openxmlformats.org/drawingml/2006/main">
              <a:ext uri="{FF2B5EF4-FFF2-40B4-BE49-F238E27FC236}">
                <a16:creationId xmlns:a16="http://schemas.microsoft.com/office/drawing/2014/main" id="{782F3631-D041-4FC6-A50A-3F98C7F5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9" y="2638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84">
            <a:extLst xmlns:a="http://schemas.openxmlformats.org/drawingml/2006/main">
              <a:ext uri="{FF2B5EF4-FFF2-40B4-BE49-F238E27FC236}">
                <a16:creationId xmlns:a16="http://schemas.microsoft.com/office/drawing/2014/main" id="{4673E98E-2724-4ED5-99D7-7CF4B9AD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770" y="2625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485">
            <a:extLst xmlns:a="http://schemas.openxmlformats.org/drawingml/2006/main">
              <a:ext uri="{FF2B5EF4-FFF2-40B4-BE49-F238E27FC236}">
                <a16:creationId xmlns:a16="http://schemas.microsoft.com/office/drawing/2014/main" id="{FD0D9645-7179-4568-ADF2-C46719CF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73" y="2641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486">
            <a:extLst xmlns:a="http://schemas.openxmlformats.org/drawingml/2006/main">
              <a:ext uri="{FF2B5EF4-FFF2-40B4-BE49-F238E27FC236}">
                <a16:creationId xmlns:a16="http://schemas.microsoft.com/office/drawing/2014/main" id="{1BAEE027-5A57-46CE-A5D2-5927CBF8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66" y="26184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87">
            <a:extLst xmlns:a="http://schemas.openxmlformats.org/drawingml/2006/main">
              <a:ext uri="{FF2B5EF4-FFF2-40B4-BE49-F238E27FC236}">
                <a16:creationId xmlns:a16="http://schemas.microsoft.com/office/drawing/2014/main" id="{F4E83B14-5EC9-45D4-A8E4-80BE400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443" y="26468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path-488">
            <a:extLst xmlns:a="http://schemas.openxmlformats.org/drawingml/2006/main">
              <a:ext uri="{FF2B5EF4-FFF2-40B4-BE49-F238E27FC236}">
                <a16:creationId xmlns:a16="http://schemas.microsoft.com/office/drawing/2014/main" id="{6FDCAEC6-F918-4812-97CC-B302D63F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010" y="26510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89">
            <a:extLst xmlns:a="http://schemas.openxmlformats.org/drawingml/2006/main">
              <a:ext uri="{FF2B5EF4-FFF2-40B4-BE49-F238E27FC236}">
                <a16:creationId xmlns:a16="http://schemas.microsoft.com/office/drawing/2014/main" id="{9DAF6A86-AE7D-4827-9597-FA6E2EA3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00" y="26262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490">
            <a:extLst xmlns:a="http://schemas.openxmlformats.org/drawingml/2006/main">
              <a:ext uri="{FF2B5EF4-FFF2-40B4-BE49-F238E27FC236}">
                <a16:creationId xmlns:a16="http://schemas.microsoft.com/office/drawing/2014/main" id="{CA09CA10-7A6F-4111-BC4C-F604BDC4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5" y="265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91">
            <a:extLst xmlns:a="http://schemas.openxmlformats.org/drawingml/2006/main">
              <a:ext uri="{FF2B5EF4-FFF2-40B4-BE49-F238E27FC236}">
                <a16:creationId xmlns:a16="http://schemas.microsoft.com/office/drawing/2014/main" id="{87091CD5-6342-4E2B-9B98-03AFF6AB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96" y="2638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492">
            <a:extLst xmlns:a="http://schemas.openxmlformats.org/drawingml/2006/main">
              <a:ext uri="{FF2B5EF4-FFF2-40B4-BE49-F238E27FC236}">
                <a16:creationId xmlns:a16="http://schemas.microsoft.com/office/drawing/2014/main" id="{D93EE83B-7D9A-4437-AEC2-9FAB818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066" y="26317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93">
            <a:extLst xmlns:a="http://schemas.openxmlformats.org/drawingml/2006/main">
              <a:ext uri="{FF2B5EF4-FFF2-40B4-BE49-F238E27FC236}">
                <a16:creationId xmlns:a16="http://schemas.microsoft.com/office/drawing/2014/main" id="{E59F567A-4924-4CF2-9E2C-CE6EA73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22" y="2617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path-494">
            <a:extLst xmlns:a="http://schemas.openxmlformats.org/drawingml/2006/main">
              <a:ext uri="{FF2B5EF4-FFF2-40B4-BE49-F238E27FC236}">
                <a16:creationId xmlns:a16="http://schemas.microsoft.com/office/drawing/2014/main" id="{E7487308-800A-4305-9A27-00A5367A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608" y="2625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95">
            <a:extLst xmlns:a="http://schemas.openxmlformats.org/drawingml/2006/main">
              <a:ext uri="{FF2B5EF4-FFF2-40B4-BE49-F238E27FC236}">
                <a16:creationId xmlns:a16="http://schemas.microsoft.com/office/drawing/2014/main" id="{CFAAD4E0-EEBA-4D80-A5CE-C085CDED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508" y="2649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ath-496">
            <a:extLst xmlns:a="http://schemas.openxmlformats.org/drawingml/2006/main">
              <a:ext uri="{FF2B5EF4-FFF2-40B4-BE49-F238E27FC236}">
                <a16:creationId xmlns:a16="http://schemas.microsoft.com/office/drawing/2014/main" id="{C579AB16-AD8A-4805-9D88-6B3C7BAD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58" y="2662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497">
            <a:extLst xmlns:a="http://schemas.openxmlformats.org/drawingml/2006/main">
              <a:ext uri="{FF2B5EF4-FFF2-40B4-BE49-F238E27FC236}">
                <a16:creationId xmlns:a16="http://schemas.microsoft.com/office/drawing/2014/main" id="{CF363DDA-7A76-48CF-9F1A-7B0B3BBC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292" y="26334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98">
            <a:extLst xmlns:a="http://schemas.openxmlformats.org/drawingml/2006/main">
              <a:ext uri="{FF2B5EF4-FFF2-40B4-BE49-F238E27FC236}">
                <a16:creationId xmlns:a16="http://schemas.microsoft.com/office/drawing/2014/main" id="{54A81014-D9E4-4CFE-81EE-57031995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11" y="2640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99">
            <a:extLst xmlns:a="http://schemas.openxmlformats.org/drawingml/2006/main">
              <a:ext uri="{FF2B5EF4-FFF2-40B4-BE49-F238E27FC236}">
                <a16:creationId xmlns:a16="http://schemas.microsoft.com/office/drawing/2014/main" id="{8DA9F23D-F22C-4BA2-8E99-71DF2068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55" y="2660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path-500">
            <a:extLst xmlns:a="http://schemas.openxmlformats.org/drawingml/2006/main">
              <a:ext uri="{FF2B5EF4-FFF2-40B4-BE49-F238E27FC236}">
                <a16:creationId xmlns:a16="http://schemas.microsoft.com/office/drawing/2014/main" id="{E61583EB-658E-4DFD-8FE8-5AD48AF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370" y="2619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path-501">
            <a:extLst xmlns:a="http://schemas.openxmlformats.org/drawingml/2006/main">
              <a:ext uri="{FF2B5EF4-FFF2-40B4-BE49-F238E27FC236}">
                <a16:creationId xmlns:a16="http://schemas.microsoft.com/office/drawing/2014/main" id="{4B9A9EC9-0B2F-42C0-BE5D-C36DFB3A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993" y="26417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502">
            <a:extLst xmlns:a="http://schemas.openxmlformats.org/drawingml/2006/main">
              <a:ext uri="{FF2B5EF4-FFF2-40B4-BE49-F238E27FC236}">
                <a16:creationId xmlns:a16="http://schemas.microsoft.com/office/drawing/2014/main" id="{3F01375E-1FE6-46C1-940A-A0A65D09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32" y="2621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path-503">
            <a:extLst xmlns:a="http://schemas.openxmlformats.org/drawingml/2006/main">
              <a:ext uri="{FF2B5EF4-FFF2-40B4-BE49-F238E27FC236}">
                <a16:creationId xmlns:a16="http://schemas.microsoft.com/office/drawing/2014/main" id="{10CE61FD-41CC-408D-90F8-A1356649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150" y="26475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path-504">
            <a:extLst xmlns:a="http://schemas.openxmlformats.org/drawingml/2006/main">
              <a:ext uri="{FF2B5EF4-FFF2-40B4-BE49-F238E27FC236}">
                <a16:creationId xmlns:a16="http://schemas.microsoft.com/office/drawing/2014/main" id="{BE8B8B54-628B-4D65-9D2A-48F467C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69" y="2641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505">
            <a:extLst xmlns:a="http://schemas.openxmlformats.org/drawingml/2006/main">
              <a:ext uri="{FF2B5EF4-FFF2-40B4-BE49-F238E27FC236}">
                <a16:creationId xmlns:a16="http://schemas.microsoft.com/office/drawing/2014/main" id="{62D4259F-34F1-490A-860A-39C82E34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036" y="2648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506">
            <a:extLst xmlns:a="http://schemas.openxmlformats.org/drawingml/2006/main">
              <a:ext uri="{FF2B5EF4-FFF2-40B4-BE49-F238E27FC236}">
                <a16:creationId xmlns:a16="http://schemas.microsoft.com/office/drawing/2014/main" id="{71268578-2F79-4A7E-AE39-42CB25F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903" y="2623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507">
            <a:extLst xmlns:a="http://schemas.openxmlformats.org/drawingml/2006/main">
              <a:ext uri="{FF2B5EF4-FFF2-40B4-BE49-F238E27FC236}">
                <a16:creationId xmlns:a16="http://schemas.microsoft.com/office/drawing/2014/main" id="{F79F3E48-AB99-46AD-8EC7-67A6B52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433" y="2637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508">
            <a:extLst xmlns:a="http://schemas.openxmlformats.org/drawingml/2006/main">
              <a:ext uri="{FF2B5EF4-FFF2-40B4-BE49-F238E27FC236}">
                <a16:creationId xmlns:a16="http://schemas.microsoft.com/office/drawing/2014/main" id="{769F6780-305A-479F-B80D-03EE73BE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615" y="2628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509">
            <a:extLst xmlns:a="http://schemas.openxmlformats.org/drawingml/2006/main">
              <a:ext uri="{FF2B5EF4-FFF2-40B4-BE49-F238E27FC236}">
                <a16:creationId xmlns:a16="http://schemas.microsoft.com/office/drawing/2014/main" id="{20EE2170-438A-4453-AA7F-433098FC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52" y="2639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path-510">
            <a:extLst xmlns:a="http://schemas.openxmlformats.org/drawingml/2006/main">
              <a:ext uri="{FF2B5EF4-FFF2-40B4-BE49-F238E27FC236}">
                <a16:creationId xmlns:a16="http://schemas.microsoft.com/office/drawing/2014/main" id="{6958CBD0-8CA5-4A11-9112-B723920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77" y="2650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511">
            <a:extLst xmlns:a="http://schemas.openxmlformats.org/drawingml/2006/main">
              <a:ext uri="{FF2B5EF4-FFF2-40B4-BE49-F238E27FC236}">
                <a16:creationId xmlns:a16="http://schemas.microsoft.com/office/drawing/2014/main" id="{B192F20B-00D4-4D16-85D4-F0000D8D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09" y="2618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path-512">
            <a:extLst xmlns:a="http://schemas.openxmlformats.org/drawingml/2006/main">
              <a:ext uri="{FF2B5EF4-FFF2-40B4-BE49-F238E27FC236}">
                <a16:creationId xmlns:a16="http://schemas.microsoft.com/office/drawing/2014/main" id="{F625BD14-DF06-4465-9848-E2F935F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5" y="2651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513">
            <a:extLst xmlns:a="http://schemas.openxmlformats.org/drawingml/2006/main">
              <a:ext uri="{FF2B5EF4-FFF2-40B4-BE49-F238E27FC236}">
                <a16:creationId xmlns:a16="http://schemas.microsoft.com/office/drawing/2014/main" id="{229D40A6-C54C-4B39-A8E4-9BCABC0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099" y="2638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514">
            <a:extLst xmlns:a="http://schemas.openxmlformats.org/drawingml/2006/main">
              <a:ext uri="{FF2B5EF4-FFF2-40B4-BE49-F238E27FC236}">
                <a16:creationId xmlns:a16="http://schemas.microsoft.com/office/drawing/2014/main" id="{77774C98-5809-4FF4-9360-2E57A14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072" y="26368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515">
            <a:extLst xmlns:a="http://schemas.openxmlformats.org/drawingml/2006/main">
              <a:ext uri="{FF2B5EF4-FFF2-40B4-BE49-F238E27FC236}">
                <a16:creationId xmlns:a16="http://schemas.microsoft.com/office/drawing/2014/main" id="{7D9AE1C8-8CDB-495C-B745-4FB48116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991" y="26534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516">
            <a:extLst xmlns:a="http://schemas.openxmlformats.org/drawingml/2006/main">
              <a:ext uri="{FF2B5EF4-FFF2-40B4-BE49-F238E27FC236}">
                <a16:creationId xmlns:a16="http://schemas.microsoft.com/office/drawing/2014/main" id="{9032FB66-0A07-4872-9DCE-D2D1F9C6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18" y="26547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517">
            <a:extLst xmlns:a="http://schemas.openxmlformats.org/drawingml/2006/main">
              <a:ext uri="{FF2B5EF4-FFF2-40B4-BE49-F238E27FC236}">
                <a16:creationId xmlns:a16="http://schemas.microsoft.com/office/drawing/2014/main" id="{32EA4563-A3CC-4F2B-9540-73B9448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661" y="2631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ath-518">
            <a:extLst xmlns:a="http://schemas.openxmlformats.org/drawingml/2006/main">
              <a:ext uri="{FF2B5EF4-FFF2-40B4-BE49-F238E27FC236}">
                <a16:creationId xmlns:a16="http://schemas.microsoft.com/office/drawing/2014/main" id="{170AFA7C-B9A8-4490-BC93-CC6932A3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477" y="26114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519">
            <a:extLst xmlns:a="http://schemas.openxmlformats.org/drawingml/2006/main">
              <a:ext uri="{FF2B5EF4-FFF2-40B4-BE49-F238E27FC236}">
                <a16:creationId xmlns:a16="http://schemas.microsoft.com/office/drawing/2014/main" id="{1FB5E3B0-F6FE-4E41-9484-0782FF4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461" y="26381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520">
            <a:extLst xmlns:a="http://schemas.openxmlformats.org/drawingml/2006/main">
              <a:ext uri="{FF2B5EF4-FFF2-40B4-BE49-F238E27FC236}">
                <a16:creationId xmlns:a16="http://schemas.microsoft.com/office/drawing/2014/main" id="{2EC7CC03-F0F0-4C1B-AACB-2CFD93B3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35" y="26254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521">
            <a:extLst xmlns:a="http://schemas.openxmlformats.org/drawingml/2006/main">
              <a:ext uri="{FF2B5EF4-FFF2-40B4-BE49-F238E27FC236}">
                <a16:creationId xmlns:a16="http://schemas.microsoft.com/office/drawing/2014/main" id="{CC67282A-DADA-4A5C-A575-E15BEF8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91" y="26368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522">
            <a:extLst xmlns:a="http://schemas.openxmlformats.org/drawingml/2006/main">
              <a:ext uri="{FF2B5EF4-FFF2-40B4-BE49-F238E27FC236}">
                <a16:creationId xmlns:a16="http://schemas.microsoft.com/office/drawing/2014/main" id="{63A18EF3-231F-4B4F-940D-07CAF41E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955" y="26098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523">
            <a:extLst xmlns:a="http://schemas.openxmlformats.org/drawingml/2006/main">
              <a:ext uri="{FF2B5EF4-FFF2-40B4-BE49-F238E27FC236}">
                <a16:creationId xmlns:a16="http://schemas.microsoft.com/office/drawing/2014/main" id="{4B6F4D0A-DC94-4621-AD02-95DCC238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527" y="2624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524">
            <a:extLst xmlns:a="http://schemas.openxmlformats.org/drawingml/2006/main">
              <a:ext uri="{FF2B5EF4-FFF2-40B4-BE49-F238E27FC236}">
                <a16:creationId xmlns:a16="http://schemas.microsoft.com/office/drawing/2014/main" id="{CC1C7CFE-399E-49E7-9074-17F5C7B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925" y="26050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525">
            <a:extLst xmlns:a="http://schemas.openxmlformats.org/drawingml/2006/main">
              <a:ext uri="{FF2B5EF4-FFF2-40B4-BE49-F238E27FC236}">
                <a16:creationId xmlns:a16="http://schemas.microsoft.com/office/drawing/2014/main" id="{99DE22A0-FC4C-4645-94F0-45653981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404" y="26646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526">
            <a:extLst xmlns:a="http://schemas.openxmlformats.org/drawingml/2006/main">
              <a:ext uri="{FF2B5EF4-FFF2-40B4-BE49-F238E27FC236}">
                <a16:creationId xmlns:a16="http://schemas.microsoft.com/office/drawing/2014/main" id="{D697E47B-B858-4F77-A1F1-4A0B21F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75" y="2649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527">
            <a:extLst xmlns:a="http://schemas.openxmlformats.org/drawingml/2006/main">
              <a:ext uri="{FF2B5EF4-FFF2-40B4-BE49-F238E27FC236}">
                <a16:creationId xmlns:a16="http://schemas.microsoft.com/office/drawing/2014/main" id="{FB9FCDF7-9ED5-45B8-BE0B-0F88CF99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79" y="2622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528">
            <a:extLst xmlns:a="http://schemas.openxmlformats.org/drawingml/2006/main">
              <a:ext uri="{FF2B5EF4-FFF2-40B4-BE49-F238E27FC236}">
                <a16:creationId xmlns:a16="http://schemas.microsoft.com/office/drawing/2014/main" id="{9D26F905-4E90-481E-9B45-2981CDB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4" y="26441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529">
            <a:extLst xmlns:a="http://schemas.openxmlformats.org/drawingml/2006/main">
              <a:ext uri="{FF2B5EF4-FFF2-40B4-BE49-F238E27FC236}">
                <a16:creationId xmlns:a16="http://schemas.microsoft.com/office/drawing/2014/main" id="{5E4F77B2-D04F-484B-B1BA-D415F3FB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542" y="2622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530">
            <a:extLst xmlns:a="http://schemas.openxmlformats.org/drawingml/2006/main">
              <a:ext uri="{FF2B5EF4-FFF2-40B4-BE49-F238E27FC236}">
                <a16:creationId xmlns:a16="http://schemas.microsoft.com/office/drawing/2014/main" id="{8384F463-1E55-4F10-9A6E-AA9B2C21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556" y="2643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31">
            <a:extLst xmlns:a="http://schemas.openxmlformats.org/drawingml/2006/main">
              <a:ext uri="{FF2B5EF4-FFF2-40B4-BE49-F238E27FC236}">
                <a16:creationId xmlns:a16="http://schemas.microsoft.com/office/drawing/2014/main" id="{C3A84053-9189-433D-ABB4-B01D2F74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23" y="2657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532">
            <a:extLst xmlns:a="http://schemas.openxmlformats.org/drawingml/2006/main">
              <a:ext uri="{FF2B5EF4-FFF2-40B4-BE49-F238E27FC236}">
                <a16:creationId xmlns:a16="http://schemas.microsoft.com/office/drawing/2014/main" id="{2CA89938-D086-4FA7-A3CA-0F1220CB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92" y="2638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533">
            <a:extLst xmlns:a="http://schemas.openxmlformats.org/drawingml/2006/main">
              <a:ext uri="{FF2B5EF4-FFF2-40B4-BE49-F238E27FC236}">
                <a16:creationId xmlns:a16="http://schemas.microsoft.com/office/drawing/2014/main" id="{61CBFC10-FDB7-4071-9DBC-9EA2A3C9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316" y="26495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534">
            <a:extLst xmlns:a="http://schemas.openxmlformats.org/drawingml/2006/main">
              <a:ext uri="{FF2B5EF4-FFF2-40B4-BE49-F238E27FC236}">
                <a16:creationId xmlns:a16="http://schemas.microsoft.com/office/drawing/2014/main" id="{EBABED75-AFA9-4CC3-8CD7-D857637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349" y="2650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35">
            <a:extLst xmlns:a="http://schemas.openxmlformats.org/drawingml/2006/main">
              <a:ext uri="{FF2B5EF4-FFF2-40B4-BE49-F238E27FC236}">
                <a16:creationId xmlns:a16="http://schemas.microsoft.com/office/drawing/2014/main" id="{883751EF-DBC8-4F71-97BA-A14A1097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299" y="2640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path-536">
            <a:extLst xmlns:a="http://schemas.openxmlformats.org/drawingml/2006/main">
              <a:ext uri="{FF2B5EF4-FFF2-40B4-BE49-F238E27FC236}">
                <a16:creationId xmlns:a16="http://schemas.microsoft.com/office/drawing/2014/main" id="{DCC406F2-94D4-4E5D-8ECC-F50DDDA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9" y="2623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37">
            <a:extLst xmlns:a="http://schemas.openxmlformats.org/drawingml/2006/main">
              <a:ext uri="{FF2B5EF4-FFF2-40B4-BE49-F238E27FC236}">
                <a16:creationId xmlns:a16="http://schemas.microsoft.com/office/drawing/2014/main" id="{942C392A-10C0-420D-BA2A-FA11AA9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46" y="2672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path-538">
            <a:extLst xmlns:a="http://schemas.openxmlformats.org/drawingml/2006/main">
              <a:ext uri="{FF2B5EF4-FFF2-40B4-BE49-F238E27FC236}">
                <a16:creationId xmlns:a16="http://schemas.microsoft.com/office/drawing/2014/main" id="{3E21BA96-9615-42FA-9073-52A6090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906" y="26453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39">
            <a:extLst xmlns:a="http://schemas.openxmlformats.org/drawingml/2006/main">
              <a:ext uri="{FF2B5EF4-FFF2-40B4-BE49-F238E27FC236}">
                <a16:creationId xmlns:a16="http://schemas.microsoft.com/office/drawing/2014/main" id="{9F1A991F-C845-42D6-8ED8-AE658285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4" y="2638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ath-540">
            <a:extLst xmlns:a="http://schemas.openxmlformats.org/drawingml/2006/main">
              <a:ext uri="{FF2B5EF4-FFF2-40B4-BE49-F238E27FC236}">
                <a16:creationId xmlns:a16="http://schemas.microsoft.com/office/drawing/2014/main" id="{B4D07501-5607-4144-8043-AA369FD5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76" y="26576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ath-541">
            <a:extLst xmlns:a="http://schemas.openxmlformats.org/drawingml/2006/main">
              <a:ext uri="{FF2B5EF4-FFF2-40B4-BE49-F238E27FC236}">
                <a16:creationId xmlns:a16="http://schemas.microsoft.com/office/drawing/2014/main" id="{4C8B0E57-F15E-4C53-92D9-5D899E9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785" y="26687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542">
            <a:extLst xmlns:a="http://schemas.openxmlformats.org/drawingml/2006/main">
              <a:ext uri="{FF2B5EF4-FFF2-40B4-BE49-F238E27FC236}">
                <a16:creationId xmlns:a16="http://schemas.microsoft.com/office/drawing/2014/main" id="{388A7924-E4BB-47F8-8DA9-02329015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698" y="2625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43">
            <a:extLst xmlns:a="http://schemas.openxmlformats.org/drawingml/2006/main">
              <a:ext uri="{FF2B5EF4-FFF2-40B4-BE49-F238E27FC236}">
                <a16:creationId xmlns:a16="http://schemas.microsoft.com/office/drawing/2014/main" id="{3F970662-DCFB-40E6-B12E-A44743FA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843" y="2644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path-544">
            <a:extLst xmlns:a="http://schemas.openxmlformats.org/drawingml/2006/main">
              <a:ext uri="{FF2B5EF4-FFF2-40B4-BE49-F238E27FC236}">
                <a16:creationId xmlns:a16="http://schemas.microsoft.com/office/drawing/2014/main" id="{CC6DBBB5-F79B-4A24-9759-13A6C468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25" y="2633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45">
            <a:extLst xmlns:a="http://schemas.openxmlformats.org/drawingml/2006/main">
              <a:ext uri="{FF2B5EF4-FFF2-40B4-BE49-F238E27FC236}">
                <a16:creationId xmlns:a16="http://schemas.microsoft.com/office/drawing/2014/main" id="{910E3003-D04A-4A86-BE3A-3513BBC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434" y="2652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546">
            <a:extLst xmlns:a="http://schemas.openxmlformats.org/drawingml/2006/main">
              <a:ext uri="{FF2B5EF4-FFF2-40B4-BE49-F238E27FC236}">
                <a16:creationId xmlns:a16="http://schemas.microsoft.com/office/drawing/2014/main" id="{ECE1C79A-AD4B-41DB-BB16-A6EF322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93" y="2640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547">
            <a:extLst xmlns:a="http://schemas.openxmlformats.org/drawingml/2006/main">
              <a:ext uri="{FF2B5EF4-FFF2-40B4-BE49-F238E27FC236}">
                <a16:creationId xmlns:a16="http://schemas.microsoft.com/office/drawing/2014/main" id="{F773BAB9-CFAE-4B96-9421-C8F421A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53" y="2663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path-548">
            <a:extLst xmlns:a="http://schemas.openxmlformats.org/drawingml/2006/main">
              <a:ext uri="{FF2B5EF4-FFF2-40B4-BE49-F238E27FC236}">
                <a16:creationId xmlns:a16="http://schemas.microsoft.com/office/drawing/2014/main" id="{E39C2CED-2F7A-4967-8DD5-C6DA892C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51" y="26310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49">
            <a:extLst xmlns:a="http://schemas.openxmlformats.org/drawingml/2006/main">
              <a:ext uri="{FF2B5EF4-FFF2-40B4-BE49-F238E27FC236}">
                <a16:creationId xmlns:a16="http://schemas.microsoft.com/office/drawing/2014/main" id="{4148216E-4620-4BBA-8BD7-DB46990F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085" y="2646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ath-550">
            <a:extLst xmlns:a="http://schemas.openxmlformats.org/drawingml/2006/main">
              <a:ext uri="{FF2B5EF4-FFF2-40B4-BE49-F238E27FC236}">
                <a16:creationId xmlns:a16="http://schemas.microsoft.com/office/drawing/2014/main" id="{4BA77F4D-586B-4064-9910-6262AC43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547" y="26286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ath-551">
            <a:extLst xmlns:a="http://schemas.openxmlformats.org/drawingml/2006/main">
              <a:ext uri="{FF2B5EF4-FFF2-40B4-BE49-F238E27FC236}">
                <a16:creationId xmlns:a16="http://schemas.microsoft.com/office/drawing/2014/main" id="{4A8C0926-1BC9-4068-9214-62D0F0B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494" y="2631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52">
            <a:extLst xmlns:a="http://schemas.openxmlformats.org/drawingml/2006/main">
              <a:ext uri="{FF2B5EF4-FFF2-40B4-BE49-F238E27FC236}">
                <a16:creationId xmlns:a16="http://schemas.microsoft.com/office/drawing/2014/main" id="{B9DCC4E9-05EC-4B22-AE8D-F527D5FD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656" y="26318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path-553">
            <a:extLst xmlns:a="http://schemas.openxmlformats.org/drawingml/2006/main">
              <a:ext uri="{FF2B5EF4-FFF2-40B4-BE49-F238E27FC236}">
                <a16:creationId xmlns:a16="http://schemas.microsoft.com/office/drawing/2014/main" id="{348B8C52-614A-4422-B6FE-0AFEA1F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244" y="26569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554">
            <a:extLst xmlns:a="http://schemas.openxmlformats.org/drawingml/2006/main">
              <a:ext uri="{FF2B5EF4-FFF2-40B4-BE49-F238E27FC236}">
                <a16:creationId xmlns:a16="http://schemas.microsoft.com/office/drawing/2014/main" id="{767929CF-D3F8-437F-8668-9D5615B9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382" y="2624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55">
            <a:extLst xmlns:a="http://schemas.openxmlformats.org/drawingml/2006/main">
              <a:ext uri="{FF2B5EF4-FFF2-40B4-BE49-F238E27FC236}">
                <a16:creationId xmlns:a16="http://schemas.microsoft.com/office/drawing/2014/main" id="{9735045C-F572-47F8-8CF7-601EE385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270" y="26257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ath-556">
            <a:extLst xmlns:a="http://schemas.openxmlformats.org/drawingml/2006/main">
              <a:ext uri="{FF2B5EF4-FFF2-40B4-BE49-F238E27FC236}">
                <a16:creationId xmlns:a16="http://schemas.microsoft.com/office/drawing/2014/main" id="{6E70075A-6537-468D-BB53-6C54E02F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112" y="26469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ath-557">
            <a:extLst xmlns:a="http://schemas.openxmlformats.org/drawingml/2006/main">
              <a:ext uri="{FF2B5EF4-FFF2-40B4-BE49-F238E27FC236}">
                <a16:creationId xmlns:a16="http://schemas.microsoft.com/office/drawing/2014/main" id="{60362F83-447F-4FB6-BB1D-5D347000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204" y="2632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58">
            <a:extLst xmlns:a="http://schemas.openxmlformats.org/drawingml/2006/main">
              <a:ext uri="{FF2B5EF4-FFF2-40B4-BE49-F238E27FC236}">
                <a16:creationId xmlns:a16="http://schemas.microsoft.com/office/drawing/2014/main" id="{8DD350F5-1ABE-414F-8A43-4ADE4C9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647" y="26321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ath-559">
            <a:extLst xmlns:a="http://schemas.openxmlformats.org/drawingml/2006/main">
              <a:ext uri="{FF2B5EF4-FFF2-40B4-BE49-F238E27FC236}">
                <a16:creationId xmlns:a16="http://schemas.microsoft.com/office/drawing/2014/main" id="{EF3F4110-B58E-492E-AEEB-FDC5C4F3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873" y="2638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ath-560">
            <a:extLst xmlns:a="http://schemas.openxmlformats.org/drawingml/2006/main">
              <a:ext uri="{FF2B5EF4-FFF2-40B4-BE49-F238E27FC236}">
                <a16:creationId xmlns:a16="http://schemas.microsoft.com/office/drawing/2014/main" id="{007FBF54-4AA5-4F80-B94F-0EC98BEE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99" y="26477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ath-561">
            <a:extLst xmlns:a="http://schemas.openxmlformats.org/drawingml/2006/main">
              <a:ext uri="{FF2B5EF4-FFF2-40B4-BE49-F238E27FC236}">
                <a16:creationId xmlns:a16="http://schemas.microsoft.com/office/drawing/2014/main" id="{395DF15D-DE30-412D-899F-CA0648F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250" y="26566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path-562">
            <a:extLst xmlns:a="http://schemas.openxmlformats.org/drawingml/2006/main">
              <a:ext uri="{FF2B5EF4-FFF2-40B4-BE49-F238E27FC236}">
                <a16:creationId xmlns:a16="http://schemas.microsoft.com/office/drawing/2014/main" id="{D922464E-C946-47BB-A153-6FADF74D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046" y="2650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ath-563">
            <a:extLst xmlns:a="http://schemas.openxmlformats.org/drawingml/2006/main">
              <a:ext uri="{FF2B5EF4-FFF2-40B4-BE49-F238E27FC236}">
                <a16:creationId xmlns:a16="http://schemas.microsoft.com/office/drawing/2014/main" id="{1B8F70D7-A78C-4A7C-80AF-F4172C20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14" y="26391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ath-564">
            <a:extLst xmlns:a="http://schemas.openxmlformats.org/drawingml/2006/main">
              <a:ext uri="{FF2B5EF4-FFF2-40B4-BE49-F238E27FC236}">
                <a16:creationId xmlns:a16="http://schemas.microsoft.com/office/drawing/2014/main" id="{62023DB6-3339-4DDF-AA33-C2191236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5" y="26012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ath-565">
            <a:extLst xmlns:a="http://schemas.openxmlformats.org/drawingml/2006/main">
              <a:ext uri="{FF2B5EF4-FFF2-40B4-BE49-F238E27FC236}">
                <a16:creationId xmlns:a16="http://schemas.microsoft.com/office/drawing/2014/main" id="{432EE742-67AA-47CB-B651-BFA852E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922" y="26120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66">
            <a:extLst xmlns:a="http://schemas.openxmlformats.org/drawingml/2006/main">
              <a:ext uri="{FF2B5EF4-FFF2-40B4-BE49-F238E27FC236}">
                <a16:creationId xmlns:a16="http://schemas.microsoft.com/office/drawing/2014/main" id="{94C07B77-806F-4BBD-82AF-4FA057FF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586" y="2644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path-567">
            <a:extLst xmlns:a="http://schemas.openxmlformats.org/drawingml/2006/main">
              <a:ext uri="{FF2B5EF4-FFF2-40B4-BE49-F238E27FC236}">
                <a16:creationId xmlns:a16="http://schemas.microsoft.com/office/drawing/2014/main" id="{4A6B3528-FC00-4441-B208-0769B1F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88" y="2670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ath-568">
            <a:extLst xmlns:a="http://schemas.openxmlformats.org/drawingml/2006/main">
              <a:ext uri="{FF2B5EF4-FFF2-40B4-BE49-F238E27FC236}">
                <a16:creationId xmlns:a16="http://schemas.microsoft.com/office/drawing/2014/main" id="{957B9DA4-F4A6-4BED-A17E-79BE2E34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40" y="2640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path-569">
            <a:extLst xmlns:a="http://schemas.openxmlformats.org/drawingml/2006/main">
              <a:ext uri="{FF2B5EF4-FFF2-40B4-BE49-F238E27FC236}">
                <a16:creationId xmlns:a16="http://schemas.microsoft.com/office/drawing/2014/main" id="{44A2D765-9F5E-4480-AE41-FD34E9CF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25" y="2652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70">
            <a:extLst xmlns:a="http://schemas.openxmlformats.org/drawingml/2006/main">
              <a:ext uri="{FF2B5EF4-FFF2-40B4-BE49-F238E27FC236}">
                <a16:creationId xmlns:a16="http://schemas.microsoft.com/office/drawing/2014/main" id="{CFCAD854-6D1A-4C84-BC03-4F0D9320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505" y="2638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path-571">
            <a:extLst xmlns:a="http://schemas.openxmlformats.org/drawingml/2006/main">
              <a:ext uri="{FF2B5EF4-FFF2-40B4-BE49-F238E27FC236}">
                <a16:creationId xmlns:a16="http://schemas.microsoft.com/office/drawing/2014/main" id="{5DB0989C-D06D-4A25-9CB9-222E1E2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149" y="26400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72">
            <a:extLst xmlns:a="http://schemas.openxmlformats.org/drawingml/2006/main">
              <a:ext uri="{FF2B5EF4-FFF2-40B4-BE49-F238E27FC236}">
                <a16:creationId xmlns:a16="http://schemas.microsoft.com/office/drawing/2014/main" id="{A5E5C4D1-D9C1-4498-8ACC-1A4DDA53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435" y="2641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path-573">
            <a:extLst xmlns:a="http://schemas.openxmlformats.org/drawingml/2006/main">
              <a:ext uri="{FF2B5EF4-FFF2-40B4-BE49-F238E27FC236}">
                <a16:creationId xmlns:a16="http://schemas.microsoft.com/office/drawing/2014/main" id="{4298265C-0BB6-4B8E-99D3-0D2AD55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179" y="2624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ath-574">
            <a:extLst xmlns:a="http://schemas.openxmlformats.org/drawingml/2006/main">
              <a:ext uri="{FF2B5EF4-FFF2-40B4-BE49-F238E27FC236}">
                <a16:creationId xmlns:a16="http://schemas.microsoft.com/office/drawing/2014/main" id="{4CACD846-99CD-458B-8DAF-ED0852AB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813" y="26460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ath-575">
            <a:extLst xmlns:a="http://schemas.openxmlformats.org/drawingml/2006/main">
              <a:ext uri="{FF2B5EF4-FFF2-40B4-BE49-F238E27FC236}">
                <a16:creationId xmlns:a16="http://schemas.microsoft.com/office/drawing/2014/main" id="{B24E382B-B5F5-4955-9377-18AA861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72" y="2598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ath-576">
            <a:extLst xmlns:a="http://schemas.openxmlformats.org/drawingml/2006/main">
              <a:ext uri="{FF2B5EF4-FFF2-40B4-BE49-F238E27FC236}">
                <a16:creationId xmlns:a16="http://schemas.microsoft.com/office/drawing/2014/main" id="{26516AA4-CA59-4914-957D-25BD6EB8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33" y="2631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path-577">
            <a:extLst xmlns:a="http://schemas.openxmlformats.org/drawingml/2006/main">
              <a:ext uri="{FF2B5EF4-FFF2-40B4-BE49-F238E27FC236}">
                <a16:creationId xmlns:a16="http://schemas.microsoft.com/office/drawing/2014/main" id="{6A0D3F02-99BB-49B9-8764-B7AD14AA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2" y="2630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78">
            <a:extLst xmlns:a="http://schemas.openxmlformats.org/drawingml/2006/main">
              <a:ext uri="{FF2B5EF4-FFF2-40B4-BE49-F238E27FC236}">
                <a16:creationId xmlns:a16="http://schemas.microsoft.com/office/drawing/2014/main" id="{4E9CE6DA-E15A-470C-A9A4-A6F9B02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337" y="26104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path-579">
            <a:extLst xmlns:a="http://schemas.openxmlformats.org/drawingml/2006/main">
              <a:ext uri="{FF2B5EF4-FFF2-40B4-BE49-F238E27FC236}">
                <a16:creationId xmlns:a16="http://schemas.microsoft.com/office/drawing/2014/main" id="{1B31D1FF-CD2F-4100-B645-E430BB38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82" y="2639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80">
            <a:extLst xmlns:a="http://schemas.openxmlformats.org/drawingml/2006/main">
              <a:ext uri="{FF2B5EF4-FFF2-40B4-BE49-F238E27FC236}">
                <a16:creationId xmlns:a16="http://schemas.microsoft.com/office/drawing/2014/main" id="{900A1C8F-FC16-4E4D-9ACC-0B56730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477" y="26356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path-581">
            <a:extLst xmlns:a="http://schemas.openxmlformats.org/drawingml/2006/main">
              <a:ext uri="{FF2B5EF4-FFF2-40B4-BE49-F238E27FC236}">
                <a16:creationId xmlns:a16="http://schemas.microsoft.com/office/drawing/2014/main" id="{648CBF81-3528-4C8A-81BF-7516BFE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1" y="2635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82">
            <a:extLst xmlns:a="http://schemas.openxmlformats.org/drawingml/2006/main">
              <a:ext uri="{FF2B5EF4-FFF2-40B4-BE49-F238E27FC236}">
                <a16:creationId xmlns:a16="http://schemas.microsoft.com/office/drawing/2014/main" id="{E1DDAE18-CB64-42AF-9740-2BDF17C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296" y="2626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path-583">
            <a:extLst xmlns:a="http://schemas.openxmlformats.org/drawingml/2006/main">
              <a:ext uri="{FF2B5EF4-FFF2-40B4-BE49-F238E27FC236}">
                <a16:creationId xmlns:a16="http://schemas.microsoft.com/office/drawing/2014/main" id="{E85EB039-0175-4B71-931A-2C8614A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871" y="26066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84">
            <a:extLst xmlns:a="http://schemas.openxmlformats.org/drawingml/2006/main">
              <a:ext uri="{FF2B5EF4-FFF2-40B4-BE49-F238E27FC236}">
                <a16:creationId xmlns:a16="http://schemas.microsoft.com/office/drawing/2014/main" id="{DE1BA65D-6602-493B-9CF3-EA6CB48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60" y="2633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path-585">
            <a:extLst xmlns:a="http://schemas.openxmlformats.org/drawingml/2006/main">
              <a:ext uri="{FF2B5EF4-FFF2-40B4-BE49-F238E27FC236}">
                <a16:creationId xmlns:a16="http://schemas.microsoft.com/office/drawing/2014/main" id="{B0B8D00A-EB21-4F48-8D02-2C8E8D4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03" y="2642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86">
            <a:extLst xmlns:a="http://schemas.openxmlformats.org/drawingml/2006/main">
              <a:ext uri="{FF2B5EF4-FFF2-40B4-BE49-F238E27FC236}">
                <a16:creationId xmlns:a16="http://schemas.microsoft.com/office/drawing/2014/main" id="{1CDAE52C-08DB-4F50-9749-F482D00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55" y="2652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path-587">
            <a:extLst xmlns:a="http://schemas.openxmlformats.org/drawingml/2006/main">
              <a:ext uri="{FF2B5EF4-FFF2-40B4-BE49-F238E27FC236}">
                <a16:creationId xmlns:a16="http://schemas.microsoft.com/office/drawing/2014/main" id="{362F63FB-94C8-4D16-932A-07614CA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132" y="2625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88">
            <a:extLst xmlns:a="http://schemas.openxmlformats.org/drawingml/2006/main">
              <a:ext uri="{FF2B5EF4-FFF2-40B4-BE49-F238E27FC236}">
                <a16:creationId xmlns:a16="http://schemas.microsoft.com/office/drawing/2014/main" id="{E384EBC8-E2CE-4DFC-A65B-A7224999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622" y="2640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path-589">
            <a:extLst xmlns:a="http://schemas.openxmlformats.org/drawingml/2006/main">
              <a:ext uri="{FF2B5EF4-FFF2-40B4-BE49-F238E27FC236}">
                <a16:creationId xmlns:a16="http://schemas.microsoft.com/office/drawing/2014/main" id="{87ECF4A1-90AF-4DD8-A72B-6848AEE0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623" y="26397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90">
            <a:extLst xmlns:a="http://schemas.openxmlformats.org/drawingml/2006/main">
              <a:ext uri="{FF2B5EF4-FFF2-40B4-BE49-F238E27FC236}">
                <a16:creationId xmlns:a16="http://schemas.microsoft.com/office/drawing/2014/main" id="{B967B921-7CEB-448A-B3BC-D1CB047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248" y="2626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path-591">
            <a:extLst xmlns:a="http://schemas.openxmlformats.org/drawingml/2006/main">
              <a:ext uri="{FF2B5EF4-FFF2-40B4-BE49-F238E27FC236}">
                <a16:creationId xmlns:a16="http://schemas.microsoft.com/office/drawing/2014/main" id="{F50AFBAA-0E23-45A2-A5D4-2A701861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885" y="2631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92">
            <a:extLst xmlns:a="http://schemas.openxmlformats.org/drawingml/2006/main">
              <a:ext uri="{FF2B5EF4-FFF2-40B4-BE49-F238E27FC236}">
                <a16:creationId xmlns:a16="http://schemas.microsoft.com/office/drawing/2014/main" id="{E11EB176-C7D9-421B-AA82-9B605768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527" y="2650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path-593">
            <a:extLst xmlns:a="http://schemas.openxmlformats.org/drawingml/2006/main">
              <a:ext uri="{FF2B5EF4-FFF2-40B4-BE49-F238E27FC236}">
                <a16:creationId xmlns:a16="http://schemas.microsoft.com/office/drawing/2014/main" id="{253B6DCA-8357-4582-B50E-FA4CAC92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874" y="263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94">
            <a:extLst xmlns:a="http://schemas.openxmlformats.org/drawingml/2006/main">
              <a:ext uri="{FF2B5EF4-FFF2-40B4-BE49-F238E27FC236}">
                <a16:creationId xmlns:a16="http://schemas.microsoft.com/office/drawing/2014/main" id="{118F11C0-3388-487A-B41B-BB3D135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046" y="26437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path-595">
            <a:extLst xmlns:a="http://schemas.openxmlformats.org/drawingml/2006/main">
              <a:ext uri="{FF2B5EF4-FFF2-40B4-BE49-F238E27FC236}">
                <a16:creationId xmlns:a16="http://schemas.microsoft.com/office/drawing/2014/main" id="{0E3B481C-4B9E-4F87-9DBE-19044DF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63" y="26212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96">
            <a:extLst xmlns:a="http://schemas.openxmlformats.org/drawingml/2006/main">
              <a:ext uri="{FF2B5EF4-FFF2-40B4-BE49-F238E27FC236}">
                <a16:creationId xmlns:a16="http://schemas.microsoft.com/office/drawing/2014/main" id="{92549271-015E-412F-9F30-4FF1CDBC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09" y="2628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path-597">
            <a:extLst xmlns:a="http://schemas.openxmlformats.org/drawingml/2006/main">
              <a:ext uri="{FF2B5EF4-FFF2-40B4-BE49-F238E27FC236}">
                <a16:creationId xmlns:a16="http://schemas.microsoft.com/office/drawing/2014/main" id="{2A3A062C-1AA1-44EF-A8A9-83E24C5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873" y="26461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98">
            <a:extLst xmlns:a="http://schemas.openxmlformats.org/drawingml/2006/main">
              <a:ext uri="{FF2B5EF4-FFF2-40B4-BE49-F238E27FC236}">
                <a16:creationId xmlns:a16="http://schemas.microsoft.com/office/drawing/2014/main" id="{38E2D97E-E8A3-4613-8488-F7C223C8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192" y="2644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path-599">
            <a:extLst xmlns:a="http://schemas.openxmlformats.org/drawingml/2006/main">
              <a:ext uri="{FF2B5EF4-FFF2-40B4-BE49-F238E27FC236}">
                <a16:creationId xmlns:a16="http://schemas.microsoft.com/office/drawing/2014/main" id="{6FE1543D-3C6E-4F1F-A08B-2430E77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97" y="26320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600">
            <a:extLst xmlns:a="http://schemas.openxmlformats.org/drawingml/2006/main">
              <a:ext uri="{FF2B5EF4-FFF2-40B4-BE49-F238E27FC236}">
                <a16:creationId xmlns:a16="http://schemas.microsoft.com/office/drawing/2014/main" id="{7B06EB2F-9958-4F31-85B7-1D1B74B8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335" y="26281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path-601">
            <a:extLst xmlns:a="http://schemas.openxmlformats.org/drawingml/2006/main">
              <a:ext uri="{FF2B5EF4-FFF2-40B4-BE49-F238E27FC236}">
                <a16:creationId xmlns:a16="http://schemas.microsoft.com/office/drawing/2014/main" id="{14F5AE32-FEBD-40C8-8070-F371BF2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103" y="26608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602">
            <a:extLst xmlns:a="http://schemas.openxmlformats.org/drawingml/2006/main">
              <a:ext uri="{FF2B5EF4-FFF2-40B4-BE49-F238E27FC236}">
                <a16:creationId xmlns:a16="http://schemas.microsoft.com/office/drawing/2014/main" id="{2B0679C5-5B6D-4F98-BB83-29357C6A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165" y="2630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path-603">
            <a:extLst xmlns:a="http://schemas.openxmlformats.org/drawingml/2006/main">
              <a:ext uri="{FF2B5EF4-FFF2-40B4-BE49-F238E27FC236}">
                <a16:creationId xmlns:a16="http://schemas.microsoft.com/office/drawing/2014/main" id="{92EF1D08-8136-4423-BFF6-95986EB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477" y="2643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604">
            <a:extLst xmlns:a="http://schemas.openxmlformats.org/drawingml/2006/main">
              <a:ext uri="{FF2B5EF4-FFF2-40B4-BE49-F238E27FC236}">
                <a16:creationId xmlns:a16="http://schemas.microsoft.com/office/drawing/2014/main" id="{78C42E7B-C666-42AD-8CE6-04478AF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432" y="26327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path-605">
            <a:extLst xmlns:a="http://schemas.openxmlformats.org/drawingml/2006/main">
              <a:ext uri="{FF2B5EF4-FFF2-40B4-BE49-F238E27FC236}">
                <a16:creationId xmlns:a16="http://schemas.microsoft.com/office/drawing/2014/main" id="{3E5D01A6-7C64-49DF-9875-DEEAAD5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378" y="2637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606">
            <a:extLst xmlns:a="http://schemas.openxmlformats.org/drawingml/2006/main">
              <a:ext uri="{FF2B5EF4-FFF2-40B4-BE49-F238E27FC236}">
                <a16:creationId xmlns:a16="http://schemas.microsoft.com/office/drawing/2014/main" id="{1CEED313-A9F6-4351-B211-65BC61D5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270" y="26163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path-607">
            <a:extLst xmlns:a="http://schemas.openxmlformats.org/drawingml/2006/main">
              <a:ext uri="{FF2B5EF4-FFF2-40B4-BE49-F238E27FC236}">
                <a16:creationId xmlns:a16="http://schemas.microsoft.com/office/drawing/2014/main" id="{51236DE9-9738-4C13-B750-965B4AB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072" y="26484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608">
            <a:extLst xmlns:a="http://schemas.openxmlformats.org/drawingml/2006/main">
              <a:ext uri="{FF2B5EF4-FFF2-40B4-BE49-F238E27FC236}">
                <a16:creationId xmlns:a16="http://schemas.microsoft.com/office/drawing/2014/main" id="{E1C40FF8-0E27-4304-8ABE-D7D8AD04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872" y="2637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path-609">
            <a:extLst xmlns:a="http://schemas.openxmlformats.org/drawingml/2006/main">
              <a:ext uri="{FF2B5EF4-FFF2-40B4-BE49-F238E27FC236}">
                <a16:creationId xmlns:a16="http://schemas.microsoft.com/office/drawing/2014/main" id="{1147A33F-BACF-42AC-B554-ADC67E5D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503" y="2622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610">
            <a:extLst xmlns:a="http://schemas.openxmlformats.org/drawingml/2006/main">
              <a:ext uri="{FF2B5EF4-FFF2-40B4-BE49-F238E27FC236}">
                <a16:creationId xmlns:a16="http://schemas.microsoft.com/office/drawing/2014/main" id="{FF363316-99B6-4C1B-8AD9-98E0A7D9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433" y="2626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ath-611">
            <a:extLst xmlns:a="http://schemas.openxmlformats.org/drawingml/2006/main">
              <a:ext uri="{FF2B5EF4-FFF2-40B4-BE49-F238E27FC236}">
                <a16:creationId xmlns:a16="http://schemas.microsoft.com/office/drawing/2014/main" id="{C07DD09B-7E7D-450E-99DA-4A64C645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785" y="26512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612">
            <a:extLst xmlns:a="http://schemas.openxmlformats.org/drawingml/2006/main">
              <a:ext uri="{FF2B5EF4-FFF2-40B4-BE49-F238E27FC236}">
                <a16:creationId xmlns:a16="http://schemas.microsoft.com/office/drawing/2014/main" id="{507A7B24-2B02-48E2-B199-9DA665C8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529" y="26311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path-613">
            <a:extLst xmlns:a="http://schemas.openxmlformats.org/drawingml/2006/main">
              <a:ext uri="{FF2B5EF4-FFF2-40B4-BE49-F238E27FC236}">
                <a16:creationId xmlns:a16="http://schemas.microsoft.com/office/drawing/2014/main" id="{37DEC528-330B-4448-96CE-C8D5E77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796" y="2636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614">
            <a:extLst xmlns:a="http://schemas.openxmlformats.org/drawingml/2006/main">
              <a:ext uri="{FF2B5EF4-FFF2-40B4-BE49-F238E27FC236}">
                <a16:creationId xmlns:a16="http://schemas.microsoft.com/office/drawing/2014/main" id="{D1268ABC-5FAC-4AB8-A321-D4EC22A1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927" y="2628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path-615">
            <a:extLst xmlns:a="http://schemas.openxmlformats.org/drawingml/2006/main">
              <a:ext uri="{FF2B5EF4-FFF2-40B4-BE49-F238E27FC236}">
                <a16:creationId xmlns:a16="http://schemas.microsoft.com/office/drawing/2014/main" id="{38D13F9E-FDFE-431D-B7C0-3E33A1C7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404" y="26429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path-616">
            <a:extLst xmlns:a="http://schemas.openxmlformats.org/drawingml/2006/main">
              <a:ext uri="{FF2B5EF4-FFF2-40B4-BE49-F238E27FC236}">
                <a16:creationId xmlns:a16="http://schemas.microsoft.com/office/drawing/2014/main" id="{E2D2E809-DF16-4006-AD4E-738E766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483" y="2611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path-617">
            <a:extLst xmlns:a="http://schemas.openxmlformats.org/drawingml/2006/main">
              <a:ext uri="{FF2B5EF4-FFF2-40B4-BE49-F238E27FC236}">
                <a16:creationId xmlns:a16="http://schemas.microsoft.com/office/drawing/2014/main" id="{6B14EE61-B04E-41DF-A1B8-D786D4C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740" y="2634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618">
            <a:extLst xmlns:a="http://schemas.openxmlformats.org/drawingml/2006/main">
              <a:ext uri="{FF2B5EF4-FFF2-40B4-BE49-F238E27FC236}">
                <a16:creationId xmlns:a16="http://schemas.microsoft.com/office/drawing/2014/main" id="{A666D5C0-8054-42E5-950F-AA274F40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98" y="26307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path-619">
            <a:extLst xmlns:a="http://schemas.openxmlformats.org/drawingml/2006/main">
              <a:ext uri="{FF2B5EF4-FFF2-40B4-BE49-F238E27FC236}">
                <a16:creationId xmlns:a16="http://schemas.microsoft.com/office/drawing/2014/main" id="{B22758DD-2315-46F1-8BEF-6CA22B27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296" y="2615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path-620">
            <a:extLst xmlns:a="http://schemas.openxmlformats.org/drawingml/2006/main">
              <a:ext uri="{FF2B5EF4-FFF2-40B4-BE49-F238E27FC236}">
                <a16:creationId xmlns:a16="http://schemas.microsoft.com/office/drawing/2014/main" id="{02962AC5-A631-4B44-94AD-173DBD80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17" y="2631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path-621">
            <a:extLst xmlns:a="http://schemas.openxmlformats.org/drawingml/2006/main">
              <a:ext uri="{FF2B5EF4-FFF2-40B4-BE49-F238E27FC236}">
                <a16:creationId xmlns:a16="http://schemas.microsoft.com/office/drawing/2014/main" id="{A302BC33-F040-43AC-A9A5-B6E33018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538" y="2644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path-622">
            <a:extLst xmlns:a="http://schemas.openxmlformats.org/drawingml/2006/main">
              <a:ext uri="{FF2B5EF4-FFF2-40B4-BE49-F238E27FC236}">
                <a16:creationId xmlns:a16="http://schemas.microsoft.com/office/drawing/2014/main" id="{244D003B-0A77-4ABD-8014-348E771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895" y="2627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path-623">
            <a:extLst xmlns:a="http://schemas.openxmlformats.org/drawingml/2006/main">
              <a:ext uri="{FF2B5EF4-FFF2-40B4-BE49-F238E27FC236}">
                <a16:creationId xmlns:a16="http://schemas.microsoft.com/office/drawing/2014/main" id="{30F40DD8-9DDE-4C32-A757-52890A65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117" y="26438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624">
            <a:extLst xmlns:a="http://schemas.openxmlformats.org/drawingml/2006/main">
              <a:ext uri="{FF2B5EF4-FFF2-40B4-BE49-F238E27FC236}">
                <a16:creationId xmlns:a16="http://schemas.microsoft.com/office/drawing/2014/main" id="{5E0288A8-9D63-44F2-9585-49B97AF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36" y="2662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625">
            <a:extLst xmlns:a="http://schemas.openxmlformats.org/drawingml/2006/main">
              <a:ext uri="{FF2B5EF4-FFF2-40B4-BE49-F238E27FC236}">
                <a16:creationId xmlns:a16="http://schemas.microsoft.com/office/drawing/2014/main" id="{59D8A371-9509-40D8-8190-FCD6BA3E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165" y="26343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626">
            <a:extLst xmlns:a="http://schemas.openxmlformats.org/drawingml/2006/main">
              <a:ext uri="{FF2B5EF4-FFF2-40B4-BE49-F238E27FC236}">
                <a16:creationId xmlns:a16="http://schemas.microsoft.com/office/drawing/2014/main" id="{380CADDB-ED7C-4A6A-802D-F17EC18A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097" y="2632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627">
            <a:extLst xmlns:a="http://schemas.openxmlformats.org/drawingml/2006/main">
              <a:ext uri="{FF2B5EF4-FFF2-40B4-BE49-F238E27FC236}">
                <a16:creationId xmlns:a16="http://schemas.microsoft.com/office/drawing/2014/main" id="{61520C19-FF9C-4D49-AAA9-8E7D7036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44" y="2646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628">
            <a:extLst xmlns:a="http://schemas.openxmlformats.org/drawingml/2006/main">
              <a:ext uri="{FF2B5EF4-FFF2-40B4-BE49-F238E27FC236}">
                <a16:creationId xmlns:a16="http://schemas.microsoft.com/office/drawing/2014/main" id="{C18F04F8-D0A5-43F3-BE59-8BD19DA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082" y="26404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path-629">
            <a:extLst xmlns:a="http://schemas.openxmlformats.org/drawingml/2006/main">
              <a:ext uri="{FF2B5EF4-FFF2-40B4-BE49-F238E27FC236}">
                <a16:creationId xmlns:a16="http://schemas.microsoft.com/office/drawing/2014/main" id="{89F247CE-6AAE-43E3-9A32-1EEAFAE7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323" y="2639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path-630">
            <a:extLst xmlns:a="http://schemas.openxmlformats.org/drawingml/2006/main">
              <a:ext uri="{FF2B5EF4-FFF2-40B4-BE49-F238E27FC236}">
                <a16:creationId xmlns:a16="http://schemas.microsoft.com/office/drawing/2014/main" id="{31937CE7-C563-4F40-A6DD-1DC6EFFA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64" y="2610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631">
            <a:extLst xmlns:a="http://schemas.openxmlformats.org/drawingml/2006/main">
              <a:ext uri="{FF2B5EF4-FFF2-40B4-BE49-F238E27FC236}">
                <a16:creationId xmlns:a16="http://schemas.microsoft.com/office/drawing/2014/main" id="{E817AA21-C38C-4745-99D0-2BF97551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3" y="2622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path-632">
            <a:extLst xmlns:a="http://schemas.openxmlformats.org/drawingml/2006/main">
              <a:ext uri="{FF2B5EF4-FFF2-40B4-BE49-F238E27FC236}">
                <a16:creationId xmlns:a16="http://schemas.microsoft.com/office/drawing/2014/main" id="{55EC65EC-0357-4118-921E-277F3EB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466" y="2645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path-633">
            <a:extLst xmlns:a="http://schemas.openxmlformats.org/drawingml/2006/main">
              <a:ext uri="{FF2B5EF4-FFF2-40B4-BE49-F238E27FC236}">
                <a16:creationId xmlns:a16="http://schemas.microsoft.com/office/drawing/2014/main" id="{35F18372-4680-4877-B518-BD25CF98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250" y="26396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path-634">
            <a:extLst xmlns:a="http://schemas.openxmlformats.org/drawingml/2006/main">
              <a:ext uri="{FF2B5EF4-FFF2-40B4-BE49-F238E27FC236}">
                <a16:creationId xmlns:a16="http://schemas.microsoft.com/office/drawing/2014/main" id="{5E32E437-8366-4874-8541-FA1C19B4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28" y="2642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635">
            <a:extLst xmlns:a="http://schemas.openxmlformats.org/drawingml/2006/main">
              <a:ext uri="{FF2B5EF4-FFF2-40B4-BE49-F238E27FC236}">
                <a16:creationId xmlns:a16="http://schemas.microsoft.com/office/drawing/2014/main" id="{F55012BC-7C29-4485-B5FF-4399617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00" y="26108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path-636">
            <a:extLst xmlns:a="http://schemas.openxmlformats.org/drawingml/2006/main">
              <a:ext uri="{FF2B5EF4-FFF2-40B4-BE49-F238E27FC236}">
                <a16:creationId xmlns:a16="http://schemas.microsoft.com/office/drawing/2014/main" id="{6AD8B759-E97F-4CED-9B17-C374F99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022" y="26529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path-637">
            <a:extLst xmlns:a="http://schemas.openxmlformats.org/drawingml/2006/main">
              <a:ext uri="{FF2B5EF4-FFF2-40B4-BE49-F238E27FC236}">
                <a16:creationId xmlns:a16="http://schemas.microsoft.com/office/drawing/2014/main" id="{377B3A68-2B7B-4E9C-A901-77001E0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334" y="25978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path-638">
            <a:extLst xmlns:a="http://schemas.openxmlformats.org/drawingml/2006/main">
              <a:ext uri="{FF2B5EF4-FFF2-40B4-BE49-F238E27FC236}">
                <a16:creationId xmlns:a16="http://schemas.microsoft.com/office/drawing/2014/main" id="{BFC73422-AFF4-415F-A4D9-FBF55A6A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816" y="2631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path-639">
            <a:extLst xmlns:a="http://schemas.openxmlformats.org/drawingml/2006/main">
              <a:ext uri="{FF2B5EF4-FFF2-40B4-BE49-F238E27FC236}">
                <a16:creationId xmlns:a16="http://schemas.microsoft.com/office/drawing/2014/main" id="{2AE5D6D6-9C19-4705-876A-F0C0DCB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716" y="26303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ath-640">
            <a:extLst xmlns:a="http://schemas.openxmlformats.org/drawingml/2006/main">
              <a:ext uri="{FF2B5EF4-FFF2-40B4-BE49-F238E27FC236}">
                <a16:creationId xmlns:a16="http://schemas.microsoft.com/office/drawing/2014/main" id="{895D17F6-CAEC-4F8D-ADA0-57FD475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50" y="26475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path-641">
            <a:extLst xmlns:a="http://schemas.openxmlformats.org/drawingml/2006/main">
              <a:ext uri="{FF2B5EF4-FFF2-40B4-BE49-F238E27FC236}">
                <a16:creationId xmlns:a16="http://schemas.microsoft.com/office/drawing/2014/main" id="{084921A1-A938-4770-B46F-06D256E8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26" y="26434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path-642">
            <a:extLst xmlns:a="http://schemas.openxmlformats.org/drawingml/2006/main">
              <a:ext uri="{FF2B5EF4-FFF2-40B4-BE49-F238E27FC236}">
                <a16:creationId xmlns:a16="http://schemas.microsoft.com/office/drawing/2014/main" id="{7E5BA24A-9120-465F-BA63-2B1BA456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581" y="2627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path-643">
            <a:extLst xmlns:a="http://schemas.openxmlformats.org/drawingml/2006/main">
              <a:ext uri="{FF2B5EF4-FFF2-40B4-BE49-F238E27FC236}">
                <a16:creationId xmlns:a16="http://schemas.microsoft.com/office/drawing/2014/main" id="{D1D5BB44-73DB-4F37-90D7-C512BE3F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494" y="26344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path-644">
            <a:extLst xmlns:a="http://schemas.openxmlformats.org/drawingml/2006/main">
              <a:ext uri="{FF2B5EF4-FFF2-40B4-BE49-F238E27FC236}">
                <a16:creationId xmlns:a16="http://schemas.microsoft.com/office/drawing/2014/main" id="{8C9FA187-2062-4214-A4CD-8E85DB5B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694" y="2642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path-645">
            <a:extLst xmlns:a="http://schemas.openxmlformats.org/drawingml/2006/main">
              <a:ext uri="{FF2B5EF4-FFF2-40B4-BE49-F238E27FC236}">
                <a16:creationId xmlns:a16="http://schemas.microsoft.com/office/drawing/2014/main" id="{65AF5115-EDDD-4C05-A87C-B596E85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929" y="26374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path-646">
            <a:extLst xmlns:a="http://schemas.openxmlformats.org/drawingml/2006/main">
              <a:ext uri="{FF2B5EF4-FFF2-40B4-BE49-F238E27FC236}">
                <a16:creationId xmlns:a16="http://schemas.microsoft.com/office/drawing/2014/main" id="{3B0BC89F-C62D-4C7B-92C7-22DDC015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05" y="2643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path-647">
            <a:extLst xmlns:a="http://schemas.openxmlformats.org/drawingml/2006/main">
              <a:ext uri="{FF2B5EF4-FFF2-40B4-BE49-F238E27FC236}">
                <a16:creationId xmlns:a16="http://schemas.microsoft.com/office/drawing/2014/main" id="{0D356B43-8134-48C6-9DE0-FB42E1FB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65" y="2643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path-648">
            <a:extLst xmlns:a="http://schemas.openxmlformats.org/drawingml/2006/main">
              <a:ext uri="{FF2B5EF4-FFF2-40B4-BE49-F238E27FC236}">
                <a16:creationId xmlns:a16="http://schemas.microsoft.com/office/drawing/2014/main" id="{DB47DBB3-E282-41C8-8285-E859860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10" y="2655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path-649">
            <a:extLst xmlns:a="http://schemas.openxmlformats.org/drawingml/2006/main">
              <a:ext uri="{FF2B5EF4-FFF2-40B4-BE49-F238E27FC236}">
                <a16:creationId xmlns:a16="http://schemas.microsoft.com/office/drawing/2014/main" id="{C6880530-D040-4154-AC0F-5F4E37CD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413" y="2638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650">
            <a:extLst xmlns:a="http://schemas.openxmlformats.org/drawingml/2006/main">
              <a:ext uri="{FF2B5EF4-FFF2-40B4-BE49-F238E27FC236}">
                <a16:creationId xmlns:a16="http://schemas.microsoft.com/office/drawing/2014/main" id="{D09DAFC2-2BDB-44C8-8D60-2A63FE16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806" y="26410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path-651">
            <a:extLst xmlns:a="http://schemas.openxmlformats.org/drawingml/2006/main">
              <a:ext uri="{FF2B5EF4-FFF2-40B4-BE49-F238E27FC236}">
                <a16:creationId xmlns:a16="http://schemas.microsoft.com/office/drawing/2014/main" id="{1FCE255F-4729-41B1-83D5-7DD163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500" y="26217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52">
            <a:extLst xmlns:a="http://schemas.openxmlformats.org/drawingml/2006/main">
              <a:ext uri="{FF2B5EF4-FFF2-40B4-BE49-F238E27FC236}">
                <a16:creationId xmlns:a16="http://schemas.microsoft.com/office/drawing/2014/main" id="{2AAC5126-0ED2-4701-A401-BD6A4EF9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413" y="2624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path-653">
            <a:extLst xmlns:a="http://schemas.openxmlformats.org/drawingml/2006/main">
              <a:ext uri="{FF2B5EF4-FFF2-40B4-BE49-F238E27FC236}">
                <a16:creationId xmlns:a16="http://schemas.microsoft.com/office/drawing/2014/main" id="{11FFF6F3-8379-46AB-BB9A-20588A16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15" y="2638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54">
            <a:extLst xmlns:a="http://schemas.openxmlformats.org/drawingml/2006/main">
              <a:ext uri="{FF2B5EF4-FFF2-40B4-BE49-F238E27FC236}">
                <a16:creationId xmlns:a16="http://schemas.microsoft.com/office/drawing/2014/main" id="{945D7010-1FAF-40FA-B573-E65FC4D6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8" y="2635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path-655">
            <a:extLst xmlns:a="http://schemas.openxmlformats.org/drawingml/2006/main">
              <a:ext uri="{FF2B5EF4-FFF2-40B4-BE49-F238E27FC236}">
                <a16:creationId xmlns:a16="http://schemas.microsoft.com/office/drawing/2014/main" id="{5CD7FC3F-53FA-4209-B56B-84E3F223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571" y="2631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path-656">
            <a:extLst xmlns:a="http://schemas.openxmlformats.org/drawingml/2006/main">
              <a:ext uri="{FF2B5EF4-FFF2-40B4-BE49-F238E27FC236}">
                <a16:creationId xmlns:a16="http://schemas.microsoft.com/office/drawing/2014/main" id="{1C7B040C-6464-4A1D-96EF-9833F331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547" y="2624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path-657">
            <a:extLst xmlns:a="http://schemas.openxmlformats.org/drawingml/2006/main">
              <a:ext uri="{FF2B5EF4-FFF2-40B4-BE49-F238E27FC236}">
                <a16:creationId xmlns:a16="http://schemas.microsoft.com/office/drawing/2014/main" id="{4E1E1AB1-E082-4EF3-9447-C654C87B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497" y="26310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ath-658">
            <a:extLst xmlns:a="http://schemas.openxmlformats.org/drawingml/2006/main">
              <a:ext uri="{FF2B5EF4-FFF2-40B4-BE49-F238E27FC236}">
                <a16:creationId xmlns:a16="http://schemas.microsoft.com/office/drawing/2014/main" id="{945E188C-77F5-45C6-BB6D-ACD68E7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942" y="2622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path-659">
            <a:extLst xmlns:a="http://schemas.openxmlformats.org/drawingml/2006/main">
              <a:ext uri="{FF2B5EF4-FFF2-40B4-BE49-F238E27FC236}">
                <a16:creationId xmlns:a16="http://schemas.microsoft.com/office/drawing/2014/main" id="{A6ADA8C9-7292-4C1F-94BA-566D820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76" y="2657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ath-660">
            <a:extLst xmlns:a="http://schemas.openxmlformats.org/drawingml/2006/main">
              <a:ext uri="{FF2B5EF4-FFF2-40B4-BE49-F238E27FC236}">
                <a16:creationId xmlns:a16="http://schemas.microsoft.com/office/drawing/2014/main" id="{3DD906D8-AC6F-4A09-A4A9-FC4490A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042" y="26428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path-661">
            <a:extLst xmlns:a="http://schemas.openxmlformats.org/drawingml/2006/main">
              <a:ext uri="{FF2B5EF4-FFF2-40B4-BE49-F238E27FC236}">
                <a16:creationId xmlns:a16="http://schemas.microsoft.com/office/drawing/2014/main" id="{94A1CC99-8084-4139-AB04-1A423E44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74" y="2653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ath-662">
            <a:extLst xmlns:a="http://schemas.openxmlformats.org/drawingml/2006/main">
              <a:ext uri="{FF2B5EF4-FFF2-40B4-BE49-F238E27FC236}">
                <a16:creationId xmlns:a16="http://schemas.microsoft.com/office/drawing/2014/main" id="{350DE035-F156-4AAB-A106-5C795C17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27" y="2656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path-663">
            <a:extLst xmlns:a="http://schemas.openxmlformats.org/drawingml/2006/main">
              <a:ext uri="{FF2B5EF4-FFF2-40B4-BE49-F238E27FC236}">
                <a16:creationId xmlns:a16="http://schemas.microsoft.com/office/drawing/2014/main" id="{30E87778-667A-4BDB-8350-93CEEF12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23" y="2634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ath-664">
            <a:extLst xmlns:a="http://schemas.openxmlformats.org/drawingml/2006/main">
              <a:ext uri="{FF2B5EF4-FFF2-40B4-BE49-F238E27FC236}">
                <a16:creationId xmlns:a16="http://schemas.microsoft.com/office/drawing/2014/main" id="{6F05623D-E13D-4E8B-A07F-21F6735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58" y="2625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ath-665">
            <a:extLst xmlns:a="http://schemas.openxmlformats.org/drawingml/2006/main">
              <a:ext uri="{FF2B5EF4-FFF2-40B4-BE49-F238E27FC236}">
                <a16:creationId xmlns:a16="http://schemas.microsoft.com/office/drawing/2014/main" id="{0ED3CE77-CB18-4294-AEFA-EA36542F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022" y="2638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ath-666">
            <a:extLst xmlns:a="http://schemas.openxmlformats.org/drawingml/2006/main">
              <a:ext uri="{FF2B5EF4-FFF2-40B4-BE49-F238E27FC236}">
                <a16:creationId xmlns:a16="http://schemas.microsoft.com/office/drawing/2014/main" id="{373A41DF-3488-4ECE-AE91-18B84AA9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015" y="2651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path-667">
            <a:extLst xmlns:a="http://schemas.openxmlformats.org/drawingml/2006/main">
              <a:ext uri="{FF2B5EF4-FFF2-40B4-BE49-F238E27FC236}">
                <a16:creationId xmlns:a16="http://schemas.microsoft.com/office/drawing/2014/main" id="{A3C36B17-C89C-47C5-B22D-72B0D014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44" y="2667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ath-668">
            <a:extLst xmlns:a="http://schemas.openxmlformats.org/drawingml/2006/main">
              <a:ext uri="{FF2B5EF4-FFF2-40B4-BE49-F238E27FC236}">
                <a16:creationId xmlns:a16="http://schemas.microsoft.com/office/drawing/2014/main" id="{35F7A128-836E-416D-BB4E-02973141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11" y="2631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path-669">
            <a:extLst xmlns:a="http://schemas.openxmlformats.org/drawingml/2006/main">
              <a:ext uri="{FF2B5EF4-FFF2-40B4-BE49-F238E27FC236}">
                <a16:creationId xmlns:a16="http://schemas.microsoft.com/office/drawing/2014/main" id="{697FCBDC-5E52-4415-9B63-A8F72A0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744" y="26403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670">
            <a:extLst xmlns:a="http://schemas.openxmlformats.org/drawingml/2006/main">
              <a:ext uri="{FF2B5EF4-FFF2-40B4-BE49-F238E27FC236}">
                <a16:creationId xmlns:a16="http://schemas.microsoft.com/office/drawing/2014/main" id="{E261813D-8E44-4BBB-B78B-B992621C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589" y="2641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path-671">
            <a:extLst xmlns:a="http://schemas.openxmlformats.org/drawingml/2006/main">
              <a:ext uri="{FF2B5EF4-FFF2-40B4-BE49-F238E27FC236}">
                <a16:creationId xmlns:a16="http://schemas.microsoft.com/office/drawing/2014/main" id="{79AEAAA7-50EA-44A1-B67D-04FB2E7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77" y="2646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672">
            <a:extLst xmlns:a="http://schemas.openxmlformats.org/drawingml/2006/main">
              <a:ext uri="{FF2B5EF4-FFF2-40B4-BE49-F238E27FC236}">
                <a16:creationId xmlns:a16="http://schemas.microsoft.com/office/drawing/2014/main" id="{F4A65E32-DD8C-4C5A-AB61-9F0CCD4E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43" y="2635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path-673">
            <a:extLst xmlns:a="http://schemas.openxmlformats.org/drawingml/2006/main">
              <a:ext uri="{FF2B5EF4-FFF2-40B4-BE49-F238E27FC236}">
                <a16:creationId xmlns:a16="http://schemas.microsoft.com/office/drawing/2014/main" id="{AEC0A4C9-337E-41B5-9E4D-29AA7F80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408" y="26245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path-674">
            <a:extLst xmlns:a="http://schemas.openxmlformats.org/drawingml/2006/main">
              <a:ext uri="{FF2B5EF4-FFF2-40B4-BE49-F238E27FC236}">
                <a16:creationId xmlns:a16="http://schemas.microsoft.com/office/drawing/2014/main" id="{510D7A86-6EA1-41E4-B808-88FAA09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647" y="2635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path-675">
            <a:extLst xmlns:a="http://schemas.openxmlformats.org/drawingml/2006/main">
              <a:ext uri="{FF2B5EF4-FFF2-40B4-BE49-F238E27FC236}">
                <a16:creationId xmlns:a16="http://schemas.microsoft.com/office/drawing/2014/main" id="{8AC58194-D3F5-4952-8F38-58B0D72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57" y="2640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path-676">
            <a:extLst xmlns:a="http://schemas.openxmlformats.org/drawingml/2006/main">
              <a:ext uri="{FF2B5EF4-FFF2-40B4-BE49-F238E27FC236}">
                <a16:creationId xmlns:a16="http://schemas.microsoft.com/office/drawing/2014/main" id="{E689C41B-23D9-4EF2-BF83-C87548AD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215" y="2628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path-677">
            <a:extLst xmlns:a="http://schemas.openxmlformats.org/drawingml/2006/main">
              <a:ext uri="{FF2B5EF4-FFF2-40B4-BE49-F238E27FC236}">
                <a16:creationId xmlns:a16="http://schemas.microsoft.com/office/drawing/2014/main" id="{21AB6427-7071-43D2-8122-66416D79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601" y="26373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path-678">
            <a:extLst xmlns:a="http://schemas.openxmlformats.org/drawingml/2006/main">
              <a:ext uri="{FF2B5EF4-FFF2-40B4-BE49-F238E27FC236}">
                <a16:creationId xmlns:a16="http://schemas.microsoft.com/office/drawing/2014/main" id="{A65D5E33-2FA6-405D-B402-D7F981CE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592" y="2600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path-679">
            <a:extLst xmlns:a="http://schemas.openxmlformats.org/drawingml/2006/main">
              <a:ext uri="{FF2B5EF4-FFF2-40B4-BE49-F238E27FC236}">
                <a16:creationId xmlns:a16="http://schemas.microsoft.com/office/drawing/2014/main" id="{50294F79-E1E7-4816-9E72-F1C438F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386" y="26319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path-680">
            <a:extLst xmlns:a="http://schemas.openxmlformats.org/drawingml/2006/main">
              <a:ext uri="{FF2B5EF4-FFF2-40B4-BE49-F238E27FC236}">
                <a16:creationId xmlns:a16="http://schemas.microsoft.com/office/drawing/2014/main" id="{EF6B5B7C-891F-4C0A-ACD4-EF729218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968" y="26594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path-681">
            <a:extLst xmlns:a="http://schemas.openxmlformats.org/drawingml/2006/main">
              <a:ext uri="{FF2B5EF4-FFF2-40B4-BE49-F238E27FC236}">
                <a16:creationId xmlns:a16="http://schemas.microsoft.com/office/drawing/2014/main" id="{C3E9F242-F8FD-41B5-BE9B-ED2653CC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063" y="26316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682">
            <a:extLst xmlns:a="http://schemas.openxmlformats.org/drawingml/2006/main">
              <a:ext uri="{FF2B5EF4-FFF2-40B4-BE49-F238E27FC236}">
                <a16:creationId xmlns:a16="http://schemas.microsoft.com/office/drawing/2014/main" id="{80E912B8-FC8E-4CBA-865D-BEAAEC2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108" y="2618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path-683">
            <a:extLst xmlns:a="http://schemas.openxmlformats.org/drawingml/2006/main">
              <a:ext uri="{FF2B5EF4-FFF2-40B4-BE49-F238E27FC236}">
                <a16:creationId xmlns:a16="http://schemas.microsoft.com/office/drawing/2014/main" id="{22432BC3-04B0-4B33-9FAB-E81402AC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55" y="2657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684">
            <a:extLst xmlns:a="http://schemas.openxmlformats.org/drawingml/2006/main">
              <a:ext uri="{FF2B5EF4-FFF2-40B4-BE49-F238E27FC236}">
                <a16:creationId xmlns:a16="http://schemas.microsoft.com/office/drawing/2014/main" id="{3F1BDEA0-29A7-4472-90C7-7BA7971D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528" y="26433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path-685">
            <a:extLst xmlns:a="http://schemas.openxmlformats.org/drawingml/2006/main">
              <a:ext uri="{FF2B5EF4-FFF2-40B4-BE49-F238E27FC236}">
                <a16:creationId xmlns:a16="http://schemas.microsoft.com/office/drawing/2014/main" id="{69349FA7-7A48-4BAA-9BAC-A272766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45" y="26293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86">
            <a:extLst xmlns:a="http://schemas.openxmlformats.org/drawingml/2006/main">
              <a:ext uri="{FF2B5EF4-FFF2-40B4-BE49-F238E27FC236}">
                <a16:creationId xmlns:a16="http://schemas.microsoft.com/office/drawing/2014/main" id="{63D38BDE-C9AC-4E16-852F-6432E2D5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12" y="2627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path-687">
            <a:extLst xmlns:a="http://schemas.openxmlformats.org/drawingml/2006/main">
              <a:ext uri="{FF2B5EF4-FFF2-40B4-BE49-F238E27FC236}">
                <a16:creationId xmlns:a16="http://schemas.microsoft.com/office/drawing/2014/main" id="{9AB1CEB1-4B52-4A80-AB07-85A4D152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77" y="26581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88">
            <a:extLst xmlns:a="http://schemas.openxmlformats.org/drawingml/2006/main">
              <a:ext uri="{FF2B5EF4-FFF2-40B4-BE49-F238E27FC236}">
                <a16:creationId xmlns:a16="http://schemas.microsoft.com/office/drawing/2014/main" id="{BB47F890-5213-41BC-9B63-D16A2B3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55" y="2611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" name="path-689">
            <a:extLst xmlns:a="http://schemas.openxmlformats.org/drawingml/2006/main">
              <a:ext uri="{FF2B5EF4-FFF2-40B4-BE49-F238E27FC236}">
                <a16:creationId xmlns:a16="http://schemas.microsoft.com/office/drawing/2014/main" id="{E45EDDEC-5B39-4092-8169-B24C194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67" y="2654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path-690">
            <a:extLst xmlns:a="http://schemas.openxmlformats.org/drawingml/2006/main">
              <a:ext uri="{FF2B5EF4-FFF2-40B4-BE49-F238E27FC236}">
                <a16:creationId xmlns:a16="http://schemas.microsoft.com/office/drawing/2014/main" id="{BEEE92C6-9FE7-434E-9C1A-E4B1B86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872" y="2665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" name="path-691">
            <a:extLst xmlns:a="http://schemas.openxmlformats.org/drawingml/2006/main">
              <a:ext uri="{FF2B5EF4-FFF2-40B4-BE49-F238E27FC236}">
                <a16:creationId xmlns:a16="http://schemas.microsoft.com/office/drawing/2014/main" id="{8A1CFCC7-CC31-41C0-9C14-C497E43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10" y="2643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92">
            <a:extLst xmlns:a="http://schemas.openxmlformats.org/drawingml/2006/main">
              <a:ext uri="{FF2B5EF4-FFF2-40B4-BE49-F238E27FC236}">
                <a16:creationId xmlns:a16="http://schemas.microsoft.com/office/drawing/2014/main" id="{E9333246-2D30-49EF-B5DA-39B260C8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673" y="26533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path-693">
            <a:extLst xmlns:a="http://schemas.openxmlformats.org/drawingml/2006/main">
              <a:ext uri="{FF2B5EF4-FFF2-40B4-BE49-F238E27FC236}">
                <a16:creationId xmlns:a16="http://schemas.microsoft.com/office/drawing/2014/main" id="{68DAF606-5A80-4C75-B16D-052164EB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961" y="26663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path-694">
            <a:extLst xmlns:a="http://schemas.openxmlformats.org/drawingml/2006/main">
              <a:ext uri="{FF2B5EF4-FFF2-40B4-BE49-F238E27FC236}">
                <a16:creationId xmlns:a16="http://schemas.microsoft.com/office/drawing/2014/main" id="{8A0D6BA9-3C83-4D2E-AAA1-49F3B492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90" y="2615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path-695">
            <a:extLst xmlns:a="http://schemas.openxmlformats.org/drawingml/2006/main">
              <a:ext uri="{FF2B5EF4-FFF2-40B4-BE49-F238E27FC236}">
                <a16:creationId xmlns:a16="http://schemas.microsoft.com/office/drawing/2014/main" id="{4721B138-57EE-4F21-8A82-54286BE7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745" y="2653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path-696">
            <a:extLst xmlns:a="http://schemas.openxmlformats.org/drawingml/2006/main">
              <a:ext uri="{FF2B5EF4-FFF2-40B4-BE49-F238E27FC236}">
                <a16:creationId xmlns:a16="http://schemas.microsoft.com/office/drawing/2014/main" id="{A11FB288-9A32-48EB-9D47-029D69CB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128" y="26356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path-697">
            <a:extLst xmlns:a="http://schemas.openxmlformats.org/drawingml/2006/main">
              <a:ext uri="{FF2B5EF4-FFF2-40B4-BE49-F238E27FC236}">
                <a16:creationId xmlns:a16="http://schemas.microsoft.com/office/drawing/2014/main" id="{2A5D2C18-9A98-4851-8635-C4A48433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129" y="2624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path-698">
            <a:extLst xmlns:a="http://schemas.openxmlformats.org/drawingml/2006/main">
              <a:ext uri="{FF2B5EF4-FFF2-40B4-BE49-F238E27FC236}">
                <a16:creationId xmlns:a16="http://schemas.microsoft.com/office/drawing/2014/main" id="{2C7DA33F-C394-49EF-BE9D-83A0D56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41" y="26432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path-699">
            <a:extLst xmlns:a="http://schemas.openxmlformats.org/drawingml/2006/main">
              <a:ext uri="{FF2B5EF4-FFF2-40B4-BE49-F238E27FC236}">
                <a16:creationId xmlns:a16="http://schemas.microsoft.com/office/drawing/2014/main" id="{2B84A10D-B506-4B66-A3E0-CB727A22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800" y="2671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path-700">
            <a:extLst xmlns:a="http://schemas.openxmlformats.org/drawingml/2006/main">
              <a:ext uri="{FF2B5EF4-FFF2-40B4-BE49-F238E27FC236}">
                <a16:creationId xmlns:a16="http://schemas.microsoft.com/office/drawing/2014/main" id="{9BB460D8-34A3-4E26-A3E1-45868C5D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666" y="2633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path-701">
            <a:extLst xmlns:a="http://schemas.openxmlformats.org/drawingml/2006/main">
              <a:ext uri="{FF2B5EF4-FFF2-40B4-BE49-F238E27FC236}">
                <a16:creationId xmlns:a16="http://schemas.microsoft.com/office/drawing/2014/main" id="{DD0846D2-F632-4F2C-A30F-87DA28C9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31" y="26509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path-702">
            <a:extLst xmlns:a="http://schemas.openxmlformats.org/drawingml/2006/main">
              <a:ext uri="{FF2B5EF4-FFF2-40B4-BE49-F238E27FC236}">
                <a16:creationId xmlns:a16="http://schemas.microsoft.com/office/drawing/2014/main" id="{64FA188D-4CAF-442E-A8FD-7621D3E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8" y="26245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path-703">
            <a:extLst xmlns:a="http://schemas.openxmlformats.org/drawingml/2006/main">
              <a:ext uri="{FF2B5EF4-FFF2-40B4-BE49-F238E27FC236}">
                <a16:creationId xmlns:a16="http://schemas.microsoft.com/office/drawing/2014/main" id="{4D84AD64-D5BE-408F-A221-09C1B563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247" y="2639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path-704">
            <a:extLst xmlns:a="http://schemas.openxmlformats.org/drawingml/2006/main">
              <a:ext uri="{FF2B5EF4-FFF2-40B4-BE49-F238E27FC236}">
                <a16:creationId xmlns:a16="http://schemas.microsoft.com/office/drawing/2014/main" id="{35580C20-57C5-4699-99E3-804898F1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949" y="26196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path-705">
            <a:extLst xmlns:a="http://schemas.openxmlformats.org/drawingml/2006/main">
              <a:ext uri="{FF2B5EF4-FFF2-40B4-BE49-F238E27FC236}">
                <a16:creationId xmlns:a16="http://schemas.microsoft.com/office/drawing/2014/main" id="{AD7FEADC-6717-4823-9495-ED56050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926" y="2630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" name="path-706">
            <a:extLst xmlns:a="http://schemas.openxmlformats.org/drawingml/2006/main">
              <a:ext uri="{FF2B5EF4-FFF2-40B4-BE49-F238E27FC236}">
                <a16:creationId xmlns:a16="http://schemas.microsoft.com/office/drawing/2014/main" id="{807567FD-D574-4A36-91CB-3E77CAE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775" y="2628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path-707">
            <a:extLst xmlns:a="http://schemas.openxmlformats.org/drawingml/2006/main">
              <a:ext uri="{FF2B5EF4-FFF2-40B4-BE49-F238E27FC236}">
                <a16:creationId xmlns:a16="http://schemas.microsoft.com/office/drawing/2014/main" id="{0A539EE2-D5AC-44B2-9210-34F2230C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99" y="2598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path-708">
            <a:extLst xmlns:a="http://schemas.openxmlformats.org/drawingml/2006/main">
              <a:ext uri="{FF2B5EF4-FFF2-40B4-BE49-F238E27FC236}">
                <a16:creationId xmlns:a16="http://schemas.microsoft.com/office/drawing/2014/main" id="{9C760DC9-D371-4111-A2BB-5B416FE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92" y="26266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path-709">
            <a:extLst xmlns:a="http://schemas.openxmlformats.org/drawingml/2006/main">
              <a:ext uri="{FF2B5EF4-FFF2-40B4-BE49-F238E27FC236}">
                <a16:creationId xmlns:a16="http://schemas.microsoft.com/office/drawing/2014/main" id="{1C23A70B-E288-445D-8209-AEC3AE7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2" y="2636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path-710">
            <a:extLst xmlns:a="http://schemas.openxmlformats.org/drawingml/2006/main">
              <a:ext uri="{FF2B5EF4-FFF2-40B4-BE49-F238E27FC236}">
                <a16:creationId xmlns:a16="http://schemas.microsoft.com/office/drawing/2014/main" id="{D0C0B484-5399-4357-A26D-BC5470AF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453" y="2639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path-711">
            <a:extLst xmlns:a="http://schemas.openxmlformats.org/drawingml/2006/main">
              <a:ext uri="{FF2B5EF4-FFF2-40B4-BE49-F238E27FC236}">
                <a16:creationId xmlns:a16="http://schemas.microsoft.com/office/drawing/2014/main" id="{2D0DEAE3-B10C-460E-A779-188576ED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863" y="26378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path-712">
            <a:extLst xmlns:a="http://schemas.openxmlformats.org/drawingml/2006/main">
              <a:ext uri="{FF2B5EF4-FFF2-40B4-BE49-F238E27FC236}">
                <a16:creationId xmlns:a16="http://schemas.microsoft.com/office/drawing/2014/main" id="{CA380807-60CE-4B82-B6A7-0DB6FE26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658" y="2634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path-713">
            <a:extLst xmlns:a="http://schemas.openxmlformats.org/drawingml/2006/main">
              <a:ext uri="{FF2B5EF4-FFF2-40B4-BE49-F238E27FC236}">
                <a16:creationId xmlns:a16="http://schemas.microsoft.com/office/drawing/2014/main" id="{D18328ED-EAD9-4C3B-81A3-752BECAF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734" y="26335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path-714">
            <a:extLst xmlns:a="http://schemas.openxmlformats.org/drawingml/2006/main">
              <a:ext uri="{FF2B5EF4-FFF2-40B4-BE49-F238E27FC236}">
                <a16:creationId xmlns:a16="http://schemas.microsoft.com/office/drawing/2014/main" id="{61178D20-2885-4263-9FD3-D8AB6425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23" y="2629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path-715">
            <a:extLst xmlns:a="http://schemas.openxmlformats.org/drawingml/2006/main">
              <a:ext uri="{FF2B5EF4-FFF2-40B4-BE49-F238E27FC236}">
                <a16:creationId xmlns:a16="http://schemas.microsoft.com/office/drawing/2014/main" id="{FD78699D-3650-436F-8E80-72BCCC65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39" y="26271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path-716">
            <a:extLst xmlns:a="http://schemas.openxmlformats.org/drawingml/2006/main">
              <a:ext uri="{FF2B5EF4-FFF2-40B4-BE49-F238E27FC236}">
                <a16:creationId xmlns:a16="http://schemas.microsoft.com/office/drawing/2014/main" id="{8503C5F3-542D-43AD-87DD-9CA917EC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136" y="2616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path-717">
            <a:extLst xmlns:a="http://schemas.openxmlformats.org/drawingml/2006/main">
              <a:ext uri="{FF2B5EF4-FFF2-40B4-BE49-F238E27FC236}">
                <a16:creationId xmlns:a16="http://schemas.microsoft.com/office/drawing/2014/main" id="{9AE9E8C6-7E84-4F51-B054-E95FD064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52" y="26378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path-718">
            <a:extLst xmlns:a="http://schemas.openxmlformats.org/drawingml/2006/main">
              <a:ext uri="{FF2B5EF4-FFF2-40B4-BE49-F238E27FC236}">
                <a16:creationId xmlns:a16="http://schemas.microsoft.com/office/drawing/2014/main" id="{2CF27B66-5F83-4A79-BDD7-8882FE3E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5" y="26176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path-719">
            <a:extLst xmlns:a="http://schemas.openxmlformats.org/drawingml/2006/main">
              <a:ext uri="{FF2B5EF4-FFF2-40B4-BE49-F238E27FC236}">
                <a16:creationId xmlns:a16="http://schemas.microsoft.com/office/drawing/2014/main" id="{48556C28-07E0-4E39-9D95-E66D51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056" y="2627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path-720">
            <a:extLst xmlns:a="http://schemas.openxmlformats.org/drawingml/2006/main">
              <a:ext uri="{FF2B5EF4-FFF2-40B4-BE49-F238E27FC236}">
                <a16:creationId xmlns:a16="http://schemas.microsoft.com/office/drawing/2014/main" id="{CD0683AA-5947-4667-86EE-555E13B7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765" y="26471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path-721">
            <a:extLst xmlns:a="http://schemas.openxmlformats.org/drawingml/2006/main">
              <a:ext uri="{FF2B5EF4-FFF2-40B4-BE49-F238E27FC236}">
                <a16:creationId xmlns:a16="http://schemas.microsoft.com/office/drawing/2014/main" id="{A9E09420-8F0F-4034-A3F9-B2E3363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04" y="2636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path-722">
            <a:extLst xmlns:a="http://schemas.openxmlformats.org/drawingml/2006/main">
              <a:ext uri="{FF2B5EF4-FFF2-40B4-BE49-F238E27FC236}">
                <a16:creationId xmlns:a16="http://schemas.microsoft.com/office/drawing/2014/main" id="{C47821F5-AB03-42AB-830C-EA69839F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12" y="26099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path-723">
            <a:extLst xmlns:a="http://schemas.openxmlformats.org/drawingml/2006/main">
              <a:ext uri="{FF2B5EF4-FFF2-40B4-BE49-F238E27FC236}">
                <a16:creationId xmlns:a16="http://schemas.microsoft.com/office/drawing/2014/main" id="{BF308055-8DD5-4C13-B206-213B3D13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60" y="26496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724">
            <a:extLst xmlns:a="http://schemas.openxmlformats.org/drawingml/2006/main">
              <a:ext uri="{FF2B5EF4-FFF2-40B4-BE49-F238E27FC236}">
                <a16:creationId xmlns:a16="http://schemas.microsoft.com/office/drawing/2014/main" id="{24C3EB62-4869-4C55-A785-82E4784A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773" y="2628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path-725">
            <a:extLst xmlns:a="http://schemas.openxmlformats.org/drawingml/2006/main">
              <a:ext uri="{FF2B5EF4-FFF2-40B4-BE49-F238E27FC236}">
                <a16:creationId xmlns:a16="http://schemas.microsoft.com/office/drawing/2014/main" id="{3AFBB440-DE5A-4C0E-9BAE-09C49A4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16" y="26396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path-726">
            <a:extLst xmlns:a="http://schemas.openxmlformats.org/drawingml/2006/main">
              <a:ext uri="{FF2B5EF4-FFF2-40B4-BE49-F238E27FC236}">
                <a16:creationId xmlns:a16="http://schemas.microsoft.com/office/drawing/2014/main" id="{19E6C5B8-CC7B-42C2-89BB-B3DD5D1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71" y="26184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path-727">
            <a:extLst xmlns:a="http://schemas.openxmlformats.org/drawingml/2006/main">
              <a:ext uri="{FF2B5EF4-FFF2-40B4-BE49-F238E27FC236}">
                <a16:creationId xmlns:a16="http://schemas.microsoft.com/office/drawing/2014/main" id="{8081FD06-76EB-4600-86F1-CADEC5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27" y="26304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728">
            <a:extLst xmlns:a="http://schemas.openxmlformats.org/drawingml/2006/main">
              <a:ext uri="{FF2B5EF4-FFF2-40B4-BE49-F238E27FC236}">
                <a16:creationId xmlns:a16="http://schemas.microsoft.com/office/drawing/2014/main" id="{49A63959-6722-4449-99C0-C1F57FDC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143" y="2644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path-729">
            <a:extLst xmlns:a="http://schemas.openxmlformats.org/drawingml/2006/main">
              <a:ext uri="{FF2B5EF4-FFF2-40B4-BE49-F238E27FC236}">
                <a16:creationId xmlns:a16="http://schemas.microsoft.com/office/drawing/2014/main" id="{BB6370BB-7E3C-47DC-AF35-BB0B0F9C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550" y="2611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730">
            <a:extLst xmlns:a="http://schemas.openxmlformats.org/drawingml/2006/main">
              <a:ext uri="{FF2B5EF4-FFF2-40B4-BE49-F238E27FC236}">
                <a16:creationId xmlns:a16="http://schemas.microsoft.com/office/drawing/2014/main" id="{F3EDDED8-CFBE-41E5-8EBE-AAC0A6F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168" y="2644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path-731">
            <a:extLst xmlns:a="http://schemas.openxmlformats.org/drawingml/2006/main">
              <a:ext uri="{FF2B5EF4-FFF2-40B4-BE49-F238E27FC236}">
                <a16:creationId xmlns:a16="http://schemas.microsoft.com/office/drawing/2014/main" id="{FDD8A6C5-C3AE-4AFA-99DA-2F75BFA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336" y="2622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732">
            <a:extLst xmlns:a="http://schemas.openxmlformats.org/drawingml/2006/main">
              <a:ext uri="{FF2B5EF4-FFF2-40B4-BE49-F238E27FC236}">
                <a16:creationId xmlns:a16="http://schemas.microsoft.com/office/drawing/2014/main" id="{B194D6F4-7859-4C0F-8CB7-FB33B571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69" y="26393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path-733">
            <a:extLst xmlns:a="http://schemas.openxmlformats.org/drawingml/2006/main">
              <a:ext uri="{FF2B5EF4-FFF2-40B4-BE49-F238E27FC236}">
                <a16:creationId xmlns:a16="http://schemas.microsoft.com/office/drawing/2014/main" id="{32B1C839-0512-4AC8-AA00-C186FF03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932" y="26452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734">
            <a:extLst xmlns:a="http://schemas.openxmlformats.org/drawingml/2006/main">
              <a:ext uri="{FF2B5EF4-FFF2-40B4-BE49-F238E27FC236}">
                <a16:creationId xmlns:a16="http://schemas.microsoft.com/office/drawing/2014/main" id="{D7F1E8C5-14D9-43A2-98FD-7D462195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700" y="2642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path-735">
            <a:extLst xmlns:a="http://schemas.openxmlformats.org/drawingml/2006/main">
              <a:ext uri="{FF2B5EF4-FFF2-40B4-BE49-F238E27FC236}">
                <a16:creationId xmlns:a16="http://schemas.microsoft.com/office/drawing/2014/main" id="{3E6DAB6A-29C2-46F9-B002-35B97F2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020" y="2623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736">
            <a:extLst xmlns:a="http://schemas.openxmlformats.org/drawingml/2006/main">
              <a:ext uri="{FF2B5EF4-FFF2-40B4-BE49-F238E27FC236}">
                <a16:creationId xmlns:a16="http://schemas.microsoft.com/office/drawing/2014/main" id="{454F3ABE-AFFA-4226-B513-5A5B314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250" y="26192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path-737">
            <a:extLst xmlns:a="http://schemas.openxmlformats.org/drawingml/2006/main">
              <a:ext uri="{FF2B5EF4-FFF2-40B4-BE49-F238E27FC236}">
                <a16:creationId xmlns:a16="http://schemas.microsoft.com/office/drawing/2014/main" id="{A2EB77C8-D123-4AED-AC80-1D22E3F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524" y="2642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path-738">
            <a:extLst xmlns:a="http://schemas.openxmlformats.org/drawingml/2006/main">
              <a:ext uri="{FF2B5EF4-FFF2-40B4-BE49-F238E27FC236}">
                <a16:creationId xmlns:a16="http://schemas.microsoft.com/office/drawing/2014/main" id="{AA95C2F4-DDA4-4815-9F7B-CDE135D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667" y="26522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path-739">
            <a:extLst xmlns:a="http://schemas.openxmlformats.org/drawingml/2006/main">
              <a:ext uri="{FF2B5EF4-FFF2-40B4-BE49-F238E27FC236}">
                <a16:creationId xmlns:a16="http://schemas.microsoft.com/office/drawing/2014/main" id="{9A20E626-8DC7-47B4-A3BE-33B4E709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426" y="2613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path-740">
            <a:extLst xmlns:a="http://schemas.openxmlformats.org/drawingml/2006/main">
              <a:ext uri="{FF2B5EF4-FFF2-40B4-BE49-F238E27FC236}">
                <a16:creationId xmlns:a16="http://schemas.microsoft.com/office/drawing/2014/main" id="{18A14EFA-4986-474C-8CBA-6936D4BF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435" y="2624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path-741">
            <a:extLst xmlns:a="http://schemas.openxmlformats.org/drawingml/2006/main">
              <a:ext uri="{FF2B5EF4-FFF2-40B4-BE49-F238E27FC236}">
                <a16:creationId xmlns:a16="http://schemas.microsoft.com/office/drawing/2014/main" id="{985A2CA0-5210-4055-B304-ACC000EB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34" y="2620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742">
            <a:extLst xmlns:a="http://schemas.openxmlformats.org/drawingml/2006/main">
              <a:ext uri="{FF2B5EF4-FFF2-40B4-BE49-F238E27FC236}">
                <a16:creationId xmlns:a16="http://schemas.microsoft.com/office/drawing/2014/main" id="{0E1A9F99-28B2-4CA8-A317-309A4DBC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74" y="2622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" name="path-743">
            <a:extLst xmlns:a="http://schemas.openxmlformats.org/drawingml/2006/main">
              <a:ext uri="{FF2B5EF4-FFF2-40B4-BE49-F238E27FC236}">
                <a16:creationId xmlns:a16="http://schemas.microsoft.com/office/drawing/2014/main" id="{D86DB6ED-974B-4422-B96D-C45E1F7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035" y="2648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44">
            <a:extLst xmlns:a="http://schemas.openxmlformats.org/drawingml/2006/main">
              <a:ext uri="{FF2B5EF4-FFF2-40B4-BE49-F238E27FC236}">
                <a16:creationId xmlns:a16="http://schemas.microsoft.com/office/drawing/2014/main" id="{22B27F11-11E3-4595-88D3-9BF0FCBD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964" y="2627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" name="path-745">
            <a:extLst xmlns:a="http://schemas.openxmlformats.org/drawingml/2006/main">
              <a:ext uri="{FF2B5EF4-FFF2-40B4-BE49-F238E27FC236}">
                <a16:creationId xmlns:a16="http://schemas.microsoft.com/office/drawing/2014/main" id="{A2FBFC9E-F669-4B94-9C20-50400EA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2" y="2648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46">
            <a:extLst xmlns:a="http://schemas.openxmlformats.org/drawingml/2006/main">
              <a:ext uri="{FF2B5EF4-FFF2-40B4-BE49-F238E27FC236}">
                <a16:creationId xmlns:a16="http://schemas.microsoft.com/office/drawing/2014/main" id="{BC12F389-29C4-4B33-A815-B5159A12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06" y="2629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path-747">
            <a:extLst xmlns:a="http://schemas.openxmlformats.org/drawingml/2006/main">
              <a:ext uri="{FF2B5EF4-FFF2-40B4-BE49-F238E27FC236}">
                <a16:creationId xmlns:a16="http://schemas.microsoft.com/office/drawing/2014/main" id="{EA5778D2-F5C5-4279-A35C-6A57BAE5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93" y="26293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48">
            <a:extLst xmlns:a="http://schemas.openxmlformats.org/drawingml/2006/main">
              <a:ext uri="{FF2B5EF4-FFF2-40B4-BE49-F238E27FC236}">
                <a16:creationId xmlns:a16="http://schemas.microsoft.com/office/drawing/2014/main" id="{01DE7A17-F67E-4D50-9BEB-A40C24C2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34" y="2627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path-749">
            <a:extLst xmlns:a="http://schemas.openxmlformats.org/drawingml/2006/main">
              <a:ext uri="{FF2B5EF4-FFF2-40B4-BE49-F238E27FC236}">
                <a16:creationId xmlns:a16="http://schemas.microsoft.com/office/drawing/2014/main" id="{EF2D1349-54BB-400E-B380-D1E4F6E9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98" y="26478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path-750">
            <a:extLst xmlns:a="http://schemas.openxmlformats.org/drawingml/2006/main">
              <a:ext uri="{FF2B5EF4-FFF2-40B4-BE49-F238E27FC236}">
                <a16:creationId xmlns:a16="http://schemas.microsoft.com/office/drawing/2014/main" id="{A3A08B64-8608-41E0-8CD1-24761DBF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86" y="26229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path-751">
            <a:extLst xmlns:a="http://schemas.openxmlformats.org/drawingml/2006/main">
              <a:ext uri="{FF2B5EF4-FFF2-40B4-BE49-F238E27FC236}">
                <a16:creationId xmlns:a16="http://schemas.microsoft.com/office/drawing/2014/main" id="{BF5590D1-B574-42B3-9869-84C0685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75" y="26236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path-752">
            <a:extLst xmlns:a="http://schemas.openxmlformats.org/drawingml/2006/main">
              <a:ext uri="{FF2B5EF4-FFF2-40B4-BE49-F238E27FC236}">
                <a16:creationId xmlns:a16="http://schemas.microsoft.com/office/drawing/2014/main" id="{93F39C28-EB70-4DD7-A2AA-56A30BAF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649" y="2640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path-753">
            <a:extLst xmlns:a="http://schemas.openxmlformats.org/drawingml/2006/main">
              <a:ext uri="{FF2B5EF4-FFF2-40B4-BE49-F238E27FC236}">
                <a16:creationId xmlns:a16="http://schemas.microsoft.com/office/drawing/2014/main" id="{05CBD961-679E-40A2-843F-CAD82C62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088" y="2614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54">
            <a:extLst xmlns:a="http://schemas.openxmlformats.org/drawingml/2006/main">
              <a:ext uri="{FF2B5EF4-FFF2-40B4-BE49-F238E27FC236}">
                <a16:creationId xmlns:a16="http://schemas.microsoft.com/office/drawing/2014/main" id="{A3516EF5-C7AE-4715-B551-888A513D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936" y="2665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path-755">
            <a:extLst xmlns:a="http://schemas.openxmlformats.org/drawingml/2006/main">
              <a:ext uri="{FF2B5EF4-FFF2-40B4-BE49-F238E27FC236}">
                <a16:creationId xmlns:a16="http://schemas.microsoft.com/office/drawing/2014/main" id="{2C8C0B07-6A19-47DB-B386-C066E340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86" y="2618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756">
            <a:extLst xmlns:a="http://schemas.openxmlformats.org/drawingml/2006/main">
              <a:ext uri="{FF2B5EF4-FFF2-40B4-BE49-F238E27FC236}">
                <a16:creationId xmlns:a16="http://schemas.microsoft.com/office/drawing/2014/main" id="{39EE0556-1E76-4778-A650-9A687C1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89" y="2652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path-757">
            <a:extLst xmlns:a="http://schemas.openxmlformats.org/drawingml/2006/main">
              <a:ext uri="{FF2B5EF4-FFF2-40B4-BE49-F238E27FC236}">
                <a16:creationId xmlns:a16="http://schemas.microsoft.com/office/drawing/2014/main" id="{03EFCE9A-5557-43F7-AB2D-FD592655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732" y="26382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758">
            <a:extLst xmlns:a="http://schemas.openxmlformats.org/drawingml/2006/main">
              <a:ext uri="{FF2B5EF4-FFF2-40B4-BE49-F238E27FC236}">
                <a16:creationId xmlns:a16="http://schemas.microsoft.com/office/drawing/2014/main" id="{90A5C9BC-0598-4B41-A96F-EE41288F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299" y="26393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ath-759">
            <a:extLst xmlns:a="http://schemas.openxmlformats.org/drawingml/2006/main">
              <a:ext uri="{FF2B5EF4-FFF2-40B4-BE49-F238E27FC236}">
                <a16:creationId xmlns:a16="http://schemas.microsoft.com/office/drawing/2014/main" id="{38CAB25E-F8B9-48E2-8FEB-8E96CC2B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09" y="2632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760">
            <a:extLst xmlns:a="http://schemas.openxmlformats.org/drawingml/2006/main">
              <a:ext uri="{FF2B5EF4-FFF2-40B4-BE49-F238E27FC236}">
                <a16:creationId xmlns:a16="http://schemas.microsoft.com/office/drawing/2014/main" id="{F7171B3C-B200-4891-A876-C6670CFE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54" y="26313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path-761">
            <a:extLst xmlns:a="http://schemas.openxmlformats.org/drawingml/2006/main">
              <a:ext uri="{FF2B5EF4-FFF2-40B4-BE49-F238E27FC236}">
                <a16:creationId xmlns:a16="http://schemas.microsoft.com/office/drawing/2014/main" id="{20D6FC3E-0688-41A0-A0DE-08364E1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86" y="2670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762">
            <a:extLst xmlns:a="http://schemas.openxmlformats.org/drawingml/2006/main">
              <a:ext uri="{FF2B5EF4-FFF2-40B4-BE49-F238E27FC236}">
                <a16:creationId xmlns:a16="http://schemas.microsoft.com/office/drawing/2014/main" id="{12416FB9-5F3B-4B61-AEDB-E78C000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741" y="2627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763">
            <a:extLst xmlns:a="http://schemas.openxmlformats.org/drawingml/2006/main">
              <a:ext uri="{FF2B5EF4-FFF2-40B4-BE49-F238E27FC236}">
                <a16:creationId xmlns:a16="http://schemas.microsoft.com/office/drawing/2014/main" id="{C9C25B84-0957-4376-9EC3-9756847F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561" y="2648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764">
            <a:extLst xmlns:a="http://schemas.openxmlformats.org/drawingml/2006/main">
              <a:ext uri="{FF2B5EF4-FFF2-40B4-BE49-F238E27FC236}">
                <a16:creationId xmlns:a16="http://schemas.microsoft.com/office/drawing/2014/main" id="{3E581D73-1FB2-4ED3-AF5A-3330984D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85" y="2626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765">
            <a:extLst xmlns:a="http://schemas.openxmlformats.org/drawingml/2006/main">
              <a:ext uri="{FF2B5EF4-FFF2-40B4-BE49-F238E27FC236}">
                <a16:creationId xmlns:a16="http://schemas.microsoft.com/office/drawing/2014/main" id="{B21F5AE4-EBBC-4C49-BE40-7C40B6F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673" y="2654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766">
            <a:extLst xmlns:a="http://schemas.openxmlformats.org/drawingml/2006/main">
              <a:ext uri="{FF2B5EF4-FFF2-40B4-BE49-F238E27FC236}">
                <a16:creationId xmlns:a16="http://schemas.microsoft.com/office/drawing/2014/main" id="{DC826F90-0405-4F40-A25D-F4812BEA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074" y="2646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767">
            <a:extLst xmlns:a="http://schemas.openxmlformats.org/drawingml/2006/main">
              <a:ext uri="{FF2B5EF4-FFF2-40B4-BE49-F238E27FC236}">
                <a16:creationId xmlns:a16="http://schemas.microsoft.com/office/drawing/2014/main" id="{05BEC775-CB3D-4642-8575-F83B9007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245" y="2643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768">
            <a:extLst xmlns:a="http://schemas.openxmlformats.org/drawingml/2006/main">
              <a:ext uri="{FF2B5EF4-FFF2-40B4-BE49-F238E27FC236}">
                <a16:creationId xmlns:a16="http://schemas.microsoft.com/office/drawing/2014/main" id="{5A3B77B9-FFB1-42EA-A44D-BCCF7323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268" y="26553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769">
            <a:extLst xmlns:a="http://schemas.openxmlformats.org/drawingml/2006/main">
              <a:ext uri="{FF2B5EF4-FFF2-40B4-BE49-F238E27FC236}">
                <a16:creationId xmlns:a16="http://schemas.microsoft.com/office/drawing/2014/main" id="{45FF5B1D-99AB-46D0-BCD1-299E54B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613" y="2648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770">
            <a:extLst xmlns:a="http://schemas.openxmlformats.org/drawingml/2006/main">
              <a:ext uri="{FF2B5EF4-FFF2-40B4-BE49-F238E27FC236}">
                <a16:creationId xmlns:a16="http://schemas.microsoft.com/office/drawing/2014/main" id="{9E98D2DA-43E4-442C-BCBC-F4387F7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337" y="2641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771">
            <a:extLst xmlns:a="http://schemas.openxmlformats.org/drawingml/2006/main">
              <a:ext uri="{FF2B5EF4-FFF2-40B4-BE49-F238E27FC236}">
                <a16:creationId xmlns:a16="http://schemas.microsoft.com/office/drawing/2014/main" id="{BAF8BB77-9226-4D83-9DC4-51BADCF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676" y="26460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772">
            <a:extLst xmlns:a="http://schemas.openxmlformats.org/drawingml/2006/main">
              <a:ext uri="{FF2B5EF4-FFF2-40B4-BE49-F238E27FC236}">
                <a16:creationId xmlns:a16="http://schemas.microsoft.com/office/drawing/2014/main" id="{F948A574-3FEF-4F44-B6C7-29791A5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852" y="2636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773">
            <a:extLst xmlns:a="http://schemas.openxmlformats.org/drawingml/2006/main">
              <a:ext uri="{FF2B5EF4-FFF2-40B4-BE49-F238E27FC236}">
                <a16:creationId xmlns:a16="http://schemas.microsoft.com/office/drawing/2014/main" id="{896CF797-4B9C-4187-A493-B26A0769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354" y="2643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774">
            <a:extLst xmlns:a="http://schemas.openxmlformats.org/drawingml/2006/main">
              <a:ext uri="{FF2B5EF4-FFF2-40B4-BE49-F238E27FC236}">
                <a16:creationId xmlns:a16="http://schemas.microsoft.com/office/drawing/2014/main" id="{E69E3442-8914-45FB-87C3-23B86EE0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313" y="25978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path-775">
            <a:extLst xmlns:a="http://schemas.openxmlformats.org/drawingml/2006/main">
              <a:ext uri="{FF2B5EF4-FFF2-40B4-BE49-F238E27FC236}">
                <a16:creationId xmlns:a16="http://schemas.microsoft.com/office/drawing/2014/main" id="{7947DDB0-E6CC-444A-8A90-4EA8377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719" y="2637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776">
            <a:extLst xmlns:a="http://schemas.openxmlformats.org/drawingml/2006/main">
              <a:ext uri="{FF2B5EF4-FFF2-40B4-BE49-F238E27FC236}">
                <a16:creationId xmlns:a16="http://schemas.microsoft.com/office/drawing/2014/main" id="{16F07CBE-A1FD-457B-8BA4-4CD6C74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230" y="2624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path-777">
            <a:extLst xmlns:a="http://schemas.openxmlformats.org/drawingml/2006/main">
              <a:ext uri="{FF2B5EF4-FFF2-40B4-BE49-F238E27FC236}">
                <a16:creationId xmlns:a16="http://schemas.microsoft.com/office/drawing/2014/main" id="{69B49C3F-0E36-4539-BC13-355985FE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28" y="26310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78">
            <a:extLst xmlns:a="http://schemas.openxmlformats.org/drawingml/2006/main">
              <a:ext uri="{FF2B5EF4-FFF2-40B4-BE49-F238E27FC236}">
                <a16:creationId xmlns:a16="http://schemas.microsoft.com/office/drawing/2014/main" id="{F082E86E-BF43-443A-A7B1-5F90D82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149" y="2651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path-779">
            <a:extLst xmlns:a="http://schemas.openxmlformats.org/drawingml/2006/main">
              <a:ext uri="{FF2B5EF4-FFF2-40B4-BE49-F238E27FC236}">
                <a16:creationId xmlns:a16="http://schemas.microsoft.com/office/drawing/2014/main" id="{750D73CE-B0EB-426D-8830-6B8C5F3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19" y="2642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780">
            <a:extLst xmlns:a="http://schemas.openxmlformats.org/drawingml/2006/main">
              <a:ext uri="{FF2B5EF4-FFF2-40B4-BE49-F238E27FC236}">
                <a16:creationId xmlns:a16="http://schemas.microsoft.com/office/drawing/2014/main" id="{6040E7E7-76F4-407D-A557-43FB451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398" y="2647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path-781">
            <a:extLst xmlns:a="http://schemas.openxmlformats.org/drawingml/2006/main">
              <a:ext uri="{FF2B5EF4-FFF2-40B4-BE49-F238E27FC236}">
                <a16:creationId xmlns:a16="http://schemas.microsoft.com/office/drawing/2014/main" id="{5299E5A4-0237-46DE-A97A-E6F8D8CA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984" y="2616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782">
            <a:extLst xmlns:a="http://schemas.openxmlformats.org/drawingml/2006/main">
              <a:ext uri="{FF2B5EF4-FFF2-40B4-BE49-F238E27FC236}">
                <a16:creationId xmlns:a16="http://schemas.microsoft.com/office/drawing/2014/main" id="{C7CD5432-57F4-42F3-AFE3-F274C91D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652" y="2620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path-783">
            <a:extLst xmlns:a="http://schemas.openxmlformats.org/drawingml/2006/main">
              <a:ext uri="{FF2B5EF4-FFF2-40B4-BE49-F238E27FC236}">
                <a16:creationId xmlns:a16="http://schemas.microsoft.com/office/drawing/2014/main" id="{BA46838E-85BB-47F3-88AB-29A3BC64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748" y="264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784">
            <a:extLst xmlns:a="http://schemas.openxmlformats.org/drawingml/2006/main">
              <a:ext uri="{FF2B5EF4-FFF2-40B4-BE49-F238E27FC236}">
                <a16:creationId xmlns:a16="http://schemas.microsoft.com/office/drawing/2014/main" id="{79F7A7E9-8950-490D-8538-05022ED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346" y="2621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path-785">
            <a:extLst xmlns:a="http://schemas.openxmlformats.org/drawingml/2006/main">
              <a:ext uri="{FF2B5EF4-FFF2-40B4-BE49-F238E27FC236}">
                <a16:creationId xmlns:a16="http://schemas.microsoft.com/office/drawing/2014/main" id="{D9672BEC-695A-4E94-A57A-F0D41E8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479" y="26418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786">
            <a:extLst xmlns:a="http://schemas.openxmlformats.org/drawingml/2006/main">
              <a:ext uri="{FF2B5EF4-FFF2-40B4-BE49-F238E27FC236}">
                <a16:creationId xmlns:a16="http://schemas.microsoft.com/office/drawing/2014/main" id="{768B2A3B-C7E3-4035-8C31-110341AC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263" y="26340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path-787">
            <a:extLst xmlns:a="http://schemas.openxmlformats.org/drawingml/2006/main">
              <a:ext uri="{FF2B5EF4-FFF2-40B4-BE49-F238E27FC236}">
                <a16:creationId xmlns:a16="http://schemas.microsoft.com/office/drawing/2014/main" id="{7FC7FD8D-D10F-4442-94F9-273040B3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294" y="2626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788">
            <a:extLst xmlns:a="http://schemas.openxmlformats.org/drawingml/2006/main">
              <a:ext uri="{FF2B5EF4-FFF2-40B4-BE49-F238E27FC236}">
                <a16:creationId xmlns:a16="http://schemas.microsoft.com/office/drawing/2014/main" id="{32FA7014-835D-46DE-803D-63BB147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34" y="2660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path-789">
            <a:extLst xmlns:a="http://schemas.openxmlformats.org/drawingml/2006/main">
              <a:ext uri="{FF2B5EF4-FFF2-40B4-BE49-F238E27FC236}">
                <a16:creationId xmlns:a16="http://schemas.microsoft.com/office/drawing/2014/main" id="{164F2DEE-103B-4A21-95F1-A29E3030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12" y="2644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90">
            <a:extLst xmlns:a="http://schemas.openxmlformats.org/drawingml/2006/main">
              <a:ext uri="{FF2B5EF4-FFF2-40B4-BE49-F238E27FC236}">
                <a16:creationId xmlns:a16="http://schemas.microsoft.com/office/drawing/2014/main" id="{9B13BC58-1C3B-40A6-9574-AD7B1FC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760" y="26370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path-791">
            <a:extLst xmlns:a="http://schemas.openxmlformats.org/drawingml/2006/main">
              <a:ext uri="{FF2B5EF4-FFF2-40B4-BE49-F238E27FC236}">
                <a16:creationId xmlns:a16="http://schemas.microsoft.com/office/drawing/2014/main" id="{376325CB-8629-4F9B-A4A9-31557B3F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882" y="2627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92">
            <a:extLst xmlns:a="http://schemas.openxmlformats.org/drawingml/2006/main">
              <a:ext uri="{FF2B5EF4-FFF2-40B4-BE49-F238E27FC236}">
                <a16:creationId xmlns:a16="http://schemas.microsoft.com/office/drawing/2014/main" id="{2147EE06-9FDD-4E5A-9FA9-6D8985A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8" y="2628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path-793">
            <a:extLst xmlns:a="http://schemas.openxmlformats.org/drawingml/2006/main">
              <a:ext uri="{FF2B5EF4-FFF2-40B4-BE49-F238E27FC236}">
                <a16:creationId xmlns:a16="http://schemas.microsoft.com/office/drawing/2014/main" id="{37182BF9-29C8-4E44-8AD2-215C5061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74" y="2614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94">
            <a:extLst xmlns:a="http://schemas.openxmlformats.org/drawingml/2006/main">
              <a:ext uri="{FF2B5EF4-FFF2-40B4-BE49-F238E27FC236}">
                <a16:creationId xmlns:a16="http://schemas.microsoft.com/office/drawing/2014/main" id="{CCC90BF9-0DD1-4A00-8AAD-AEF45381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37" y="2641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path-795">
            <a:extLst xmlns:a="http://schemas.openxmlformats.org/drawingml/2006/main">
              <a:ext uri="{FF2B5EF4-FFF2-40B4-BE49-F238E27FC236}">
                <a16:creationId xmlns:a16="http://schemas.microsoft.com/office/drawing/2014/main" id="{8E2A605A-49F6-4953-A4E3-C8A3C05C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004" y="2650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796">
            <a:extLst xmlns:a="http://schemas.openxmlformats.org/drawingml/2006/main">
              <a:ext uri="{FF2B5EF4-FFF2-40B4-BE49-F238E27FC236}">
                <a16:creationId xmlns:a16="http://schemas.microsoft.com/office/drawing/2014/main" id="{ADAED102-01A2-4408-A3C2-90E6512F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268" y="2632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ath-797">
            <a:extLst xmlns:a="http://schemas.openxmlformats.org/drawingml/2006/main">
              <a:ext uri="{FF2B5EF4-FFF2-40B4-BE49-F238E27FC236}">
                <a16:creationId xmlns:a16="http://schemas.microsoft.com/office/drawing/2014/main" id="{928F7135-C7A0-4AAD-B546-75FB6B69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5" y="26487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798">
            <a:extLst xmlns:a="http://schemas.openxmlformats.org/drawingml/2006/main">
              <a:ext uri="{FF2B5EF4-FFF2-40B4-BE49-F238E27FC236}">
                <a16:creationId xmlns:a16="http://schemas.microsoft.com/office/drawing/2014/main" id="{EE9E2BAC-141D-4A1C-B58C-994E5486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698" y="26709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path-799">
            <a:extLst xmlns:a="http://schemas.openxmlformats.org/drawingml/2006/main">
              <a:ext uri="{FF2B5EF4-FFF2-40B4-BE49-F238E27FC236}">
                <a16:creationId xmlns:a16="http://schemas.microsoft.com/office/drawing/2014/main" id="{76549BA8-E767-40B3-98FD-5F7905BE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811" y="2625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800">
            <a:extLst xmlns:a="http://schemas.openxmlformats.org/drawingml/2006/main">
              <a:ext uri="{FF2B5EF4-FFF2-40B4-BE49-F238E27FC236}">
                <a16:creationId xmlns:a16="http://schemas.microsoft.com/office/drawing/2014/main" id="{A3B644FE-A4F3-42E6-8D97-21ACE14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507" y="26140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path-801">
            <a:extLst xmlns:a="http://schemas.openxmlformats.org/drawingml/2006/main">
              <a:ext uri="{FF2B5EF4-FFF2-40B4-BE49-F238E27FC236}">
                <a16:creationId xmlns:a16="http://schemas.microsoft.com/office/drawing/2014/main" id="{636186C4-4A84-4A20-9291-11435BB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406" y="26404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802">
            <a:extLst xmlns:a="http://schemas.openxmlformats.org/drawingml/2006/main">
              <a:ext uri="{FF2B5EF4-FFF2-40B4-BE49-F238E27FC236}">
                <a16:creationId xmlns:a16="http://schemas.microsoft.com/office/drawing/2014/main" id="{D52B31CC-ED72-4BD2-863F-FFCCE95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093" y="2646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803">
            <a:extLst xmlns:a="http://schemas.openxmlformats.org/drawingml/2006/main">
              <a:ext uri="{FF2B5EF4-FFF2-40B4-BE49-F238E27FC236}">
                <a16:creationId xmlns:a16="http://schemas.microsoft.com/office/drawing/2014/main" id="{A95B7F2A-A291-4D01-BE3A-8A1722C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182" y="2644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path-804">
            <a:extLst xmlns:a="http://schemas.openxmlformats.org/drawingml/2006/main">
              <a:ext uri="{FF2B5EF4-FFF2-40B4-BE49-F238E27FC236}">
                <a16:creationId xmlns:a16="http://schemas.microsoft.com/office/drawing/2014/main" id="{F68DB254-E715-4333-B007-E26D2EB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574" y="26522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ath-805">
            <a:extLst xmlns:a="http://schemas.openxmlformats.org/drawingml/2006/main">
              <a:ext uri="{FF2B5EF4-FFF2-40B4-BE49-F238E27FC236}">
                <a16:creationId xmlns:a16="http://schemas.microsoft.com/office/drawing/2014/main" id="{16DBF400-0C49-4937-8E36-D483852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55" y="26194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806">
            <a:extLst xmlns:a="http://schemas.openxmlformats.org/drawingml/2006/main">
              <a:ext uri="{FF2B5EF4-FFF2-40B4-BE49-F238E27FC236}">
                <a16:creationId xmlns:a16="http://schemas.microsoft.com/office/drawing/2014/main" id="{24352106-4003-4F7E-95DB-EB59D29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17" y="2660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807">
            <a:extLst xmlns:a="http://schemas.openxmlformats.org/drawingml/2006/main">
              <a:ext uri="{FF2B5EF4-FFF2-40B4-BE49-F238E27FC236}">
                <a16:creationId xmlns:a16="http://schemas.microsoft.com/office/drawing/2014/main" id="{D9D52783-C321-423C-ACBB-854CB7C8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846" y="2663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808">
            <a:extLst xmlns:a="http://schemas.openxmlformats.org/drawingml/2006/main">
              <a:ext uri="{FF2B5EF4-FFF2-40B4-BE49-F238E27FC236}">
                <a16:creationId xmlns:a16="http://schemas.microsoft.com/office/drawing/2014/main" id="{7F619EB1-206C-4116-9F1E-FBDE41F2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003" y="2652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809">
            <a:extLst xmlns:a="http://schemas.openxmlformats.org/drawingml/2006/main">
              <a:ext uri="{FF2B5EF4-FFF2-40B4-BE49-F238E27FC236}">
                <a16:creationId xmlns:a16="http://schemas.microsoft.com/office/drawing/2014/main" id="{719C2C47-CD63-4BB3-A3AD-FC6E899A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495" y="26386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path-810">
            <a:extLst xmlns:a="http://schemas.openxmlformats.org/drawingml/2006/main">
              <a:ext uri="{FF2B5EF4-FFF2-40B4-BE49-F238E27FC236}">
                <a16:creationId xmlns:a16="http://schemas.microsoft.com/office/drawing/2014/main" id="{5B30B250-78C7-4094-808C-F043FEF4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298" y="26341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811">
            <a:extLst xmlns:a="http://schemas.openxmlformats.org/drawingml/2006/main">
              <a:ext uri="{FF2B5EF4-FFF2-40B4-BE49-F238E27FC236}">
                <a16:creationId xmlns:a16="http://schemas.microsoft.com/office/drawing/2014/main" id="{967676C7-E8F3-4105-8B78-CE96EB1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96" y="2606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812">
            <a:extLst xmlns:a="http://schemas.openxmlformats.org/drawingml/2006/main">
              <a:ext uri="{FF2B5EF4-FFF2-40B4-BE49-F238E27FC236}">
                <a16:creationId xmlns:a16="http://schemas.microsoft.com/office/drawing/2014/main" id="{FB4C15FA-D2AB-4879-B476-F779DCA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55" y="2656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path-813">
            <a:extLst xmlns:a="http://schemas.openxmlformats.org/drawingml/2006/main">
              <a:ext uri="{FF2B5EF4-FFF2-40B4-BE49-F238E27FC236}">
                <a16:creationId xmlns:a16="http://schemas.microsoft.com/office/drawing/2014/main" id="{C9F4A004-B927-4B52-99DC-1F7867F6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795" y="2625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814">
            <a:extLst xmlns:a="http://schemas.openxmlformats.org/drawingml/2006/main">
              <a:ext uri="{FF2B5EF4-FFF2-40B4-BE49-F238E27FC236}">
                <a16:creationId xmlns:a16="http://schemas.microsoft.com/office/drawing/2014/main" id="{6C651FD3-A505-4716-8890-567E90F4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42" y="26164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815">
            <a:extLst xmlns:a="http://schemas.openxmlformats.org/drawingml/2006/main">
              <a:ext uri="{FF2B5EF4-FFF2-40B4-BE49-F238E27FC236}">
                <a16:creationId xmlns:a16="http://schemas.microsoft.com/office/drawing/2014/main" id="{29DA1B0D-4CF5-4804-B9C9-437B353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80" y="2642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816">
            <a:extLst xmlns:a="http://schemas.openxmlformats.org/drawingml/2006/main">
              <a:ext uri="{FF2B5EF4-FFF2-40B4-BE49-F238E27FC236}">
                <a16:creationId xmlns:a16="http://schemas.microsoft.com/office/drawing/2014/main" id="{9DFD00D3-D2E6-48E4-85C3-0011A44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60" y="2633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817">
            <a:extLst xmlns:a="http://schemas.openxmlformats.org/drawingml/2006/main">
              <a:ext uri="{FF2B5EF4-FFF2-40B4-BE49-F238E27FC236}">
                <a16:creationId xmlns:a16="http://schemas.microsoft.com/office/drawing/2014/main" id="{8ECF2FFE-812E-42D0-A048-B05516A4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97" y="2610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818">
            <a:extLst xmlns:a="http://schemas.openxmlformats.org/drawingml/2006/main">
              <a:ext uri="{FF2B5EF4-FFF2-40B4-BE49-F238E27FC236}">
                <a16:creationId xmlns:a16="http://schemas.microsoft.com/office/drawing/2014/main" id="{5F698161-9597-4993-8DA6-63284BF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18" y="2657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819">
            <a:extLst xmlns:a="http://schemas.openxmlformats.org/drawingml/2006/main">
              <a:ext uri="{FF2B5EF4-FFF2-40B4-BE49-F238E27FC236}">
                <a16:creationId xmlns:a16="http://schemas.microsoft.com/office/drawing/2014/main" id="{5B1BE5AC-C16C-4E47-B15D-173FFC5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154" y="25891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path-820">
            <a:extLst xmlns:a="http://schemas.openxmlformats.org/drawingml/2006/main">
              <a:ext uri="{FF2B5EF4-FFF2-40B4-BE49-F238E27FC236}">
                <a16:creationId xmlns:a16="http://schemas.microsoft.com/office/drawing/2014/main" id="{7826BDDD-4BBA-48DD-AA08-5718DAC0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85" y="2657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821">
            <a:extLst xmlns:a="http://schemas.openxmlformats.org/drawingml/2006/main">
              <a:ext uri="{FF2B5EF4-FFF2-40B4-BE49-F238E27FC236}">
                <a16:creationId xmlns:a16="http://schemas.microsoft.com/office/drawing/2014/main" id="{417D4E20-0E04-4B38-9F7B-F84EC54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073" y="2634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path-822">
            <a:extLst xmlns:a="http://schemas.openxmlformats.org/drawingml/2006/main">
              <a:ext uri="{FF2B5EF4-FFF2-40B4-BE49-F238E27FC236}">
                <a16:creationId xmlns:a16="http://schemas.microsoft.com/office/drawing/2014/main" id="{D882F828-A59A-41B6-9A26-A89A69C0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667" y="2627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823">
            <a:extLst xmlns:a="http://schemas.openxmlformats.org/drawingml/2006/main">
              <a:ext uri="{FF2B5EF4-FFF2-40B4-BE49-F238E27FC236}">
                <a16:creationId xmlns:a16="http://schemas.microsoft.com/office/drawing/2014/main" id="{53C21F40-B764-46ED-B6C0-374F276E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272" y="26481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path-824">
            <a:extLst xmlns:a="http://schemas.openxmlformats.org/drawingml/2006/main">
              <a:ext uri="{FF2B5EF4-FFF2-40B4-BE49-F238E27FC236}">
                <a16:creationId xmlns:a16="http://schemas.microsoft.com/office/drawing/2014/main" id="{84E07EBA-708E-4B70-BB96-8B7C4226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301" y="26611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825">
            <a:extLst xmlns:a="http://schemas.openxmlformats.org/drawingml/2006/main">
              <a:ext uri="{FF2B5EF4-FFF2-40B4-BE49-F238E27FC236}">
                <a16:creationId xmlns:a16="http://schemas.microsoft.com/office/drawing/2014/main" id="{EB25D96C-57A3-4698-8307-0A674FE8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888" y="2614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path-826">
            <a:extLst xmlns:a="http://schemas.openxmlformats.org/drawingml/2006/main">
              <a:ext uri="{FF2B5EF4-FFF2-40B4-BE49-F238E27FC236}">
                <a16:creationId xmlns:a16="http://schemas.microsoft.com/office/drawing/2014/main" id="{016DCBA8-4F1B-4489-A105-87224FB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223" y="26483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827">
            <a:extLst xmlns:a="http://schemas.openxmlformats.org/drawingml/2006/main">
              <a:ext uri="{FF2B5EF4-FFF2-40B4-BE49-F238E27FC236}">
                <a16:creationId xmlns:a16="http://schemas.microsoft.com/office/drawing/2014/main" id="{DC0E494A-B940-4239-8FA2-57AA18D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66" y="26424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3" name="path-828">
            <a:extLst xmlns:a="http://schemas.openxmlformats.org/drawingml/2006/main">
              <a:ext uri="{FF2B5EF4-FFF2-40B4-BE49-F238E27FC236}">
                <a16:creationId xmlns:a16="http://schemas.microsoft.com/office/drawing/2014/main" id="{2DED90CE-8E97-422A-8210-58FFDC87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21" y="26375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829">
            <a:extLst xmlns:a="http://schemas.openxmlformats.org/drawingml/2006/main">
              <a:ext uri="{FF2B5EF4-FFF2-40B4-BE49-F238E27FC236}">
                <a16:creationId xmlns:a16="http://schemas.microsoft.com/office/drawing/2014/main" id="{1E17B4C3-47F9-4A8E-A416-4023986B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383" y="2653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5" name="path-830">
            <a:extLst xmlns:a="http://schemas.openxmlformats.org/drawingml/2006/main">
              <a:ext uri="{FF2B5EF4-FFF2-40B4-BE49-F238E27FC236}">
                <a16:creationId xmlns:a16="http://schemas.microsoft.com/office/drawing/2014/main" id="{CC6DF859-0FC8-4303-BA1B-4E1CBE8E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10" y="2651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path-831">
            <a:extLst xmlns:a="http://schemas.openxmlformats.org/drawingml/2006/main">
              <a:ext uri="{FF2B5EF4-FFF2-40B4-BE49-F238E27FC236}">
                <a16:creationId xmlns:a16="http://schemas.microsoft.com/office/drawing/2014/main" id="{6A2C24F2-03B0-450E-BF96-19AC6D4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73" y="26454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path-832">
            <a:extLst xmlns:a="http://schemas.openxmlformats.org/drawingml/2006/main">
              <a:ext uri="{FF2B5EF4-FFF2-40B4-BE49-F238E27FC236}">
                <a16:creationId xmlns:a16="http://schemas.microsoft.com/office/drawing/2014/main" id="{5C47A0E9-8A35-48E7-B176-C2512C2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321" y="26258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833">
            <a:extLst xmlns:a="http://schemas.openxmlformats.org/drawingml/2006/main">
              <a:ext uri="{FF2B5EF4-FFF2-40B4-BE49-F238E27FC236}">
                <a16:creationId xmlns:a16="http://schemas.microsoft.com/office/drawing/2014/main" id="{0BA4AD8F-CBFA-4C83-98EE-57E3D599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835" y="2629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path-834">
            <a:extLst xmlns:a="http://schemas.openxmlformats.org/drawingml/2006/main">
              <a:ext uri="{FF2B5EF4-FFF2-40B4-BE49-F238E27FC236}">
                <a16:creationId xmlns:a16="http://schemas.microsoft.com/office/drawing/2014/main" id="{1980228E-B3B1-4514-A450-9DADE659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840" y="26152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835">
            <a:extLst xmlns:a="http://schemas.openxmlformats.org/drawingml/2006/main">
              <a:ext uri="{FF2B5EF4-FFF2-40B4-BE49-F238E27FC236}">
                <a16:creationId xmlns:a16="http://schemas.microsoft.com/office/drawing/2014/main" id="{759571B5-9722-4617-A16B-DF4F1A2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084" y="26518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path-836">
            <a:extLst xmlns:a="http://schemas.openxmlformats.org/drawingml/2006/main">
              <a:ext uri="{FF2B5EF4-FFF2-40B4-BE49-F238E27FC236}">
                <a16:creationId xmlns:a16="http://schemas.microsoft.com/office/drawing/2014/main" id="{D9B10442-3465-4B98-96B2-73AD2A3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4" y="26215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837">
            <a:extLst xmlns:a="http://schemas.openxmlformats.org/drawingml/2006/main">
              <a:ext uri="{FF2B5EF4-FFF2-40B4-BE49-F238E27FC236}">
                <a16:creationId xmlns:a16="http://schemas.microsoft.com/office/drawing/2014/main" id="{D51BEF35-5CB0-4CE3-B2AC-CE4D3B6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87" y="2631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838">
            <a:extLst xmlns:a="http://schemas.openxmlformats.org/drawingml/2006/main">
              <a:ext uri="{FF2B5EF4-FFF2-40B4-BE49-F238E27FC236}">
                <a16:creationId xmlns:a16="http://schemas.microsoft.com/office/drawing/2014/main" id="{F4E5680E-F125-4782-B6FC-C1F78BF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693" y="2630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839">
            <a:extLst xmlns:a="http://schemas.openxmlformats.org/drawingml/2006/main">
              <a:ext uri="{FF2B5EF4-FFF2-40B4-BE49-F238E27FC236}">
                <a16:creationId xmlns:a16="http://schemas.microsoft.com/office/drawing/2014/main" id="{9584AB79-9785-44E2-A327-0972A23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50" y="2629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path-840">
            <a:extLst xmlns:a="http://schemas.openxmlformats.org/drawingml/2006/main">
              <a:ext uri="{FF2B5EF4-FFF2-40B4-BE49-F238E27FC236}">
                <a16:creationId xmlns:a16="http://schemas.microsoft.com/office/drawing/2014/main" id="{72ABCB6E-225A-4A2C-B23F-6F504C00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25" y="2643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841">
            <a:extLst xmlns:a="http://schemas.openxmlformats.org/drawingml/2006/main">
              <a:ext uri="{FF2B5EF4-FFF2-40B4-BE49-F238E27FC236}">
                <a16:creationId xmlns:a16="http://schemas.microsoft.com/office/drawing/2014/main" id="{7C6D666F-568C-47CF-854B-1941682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21" y="2621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path-842">
            <a:extLst xmlns:a="http://schemas.openxmlformats.org/drawingml/2006/main">
              <a:ext uri="{FF2B5EF4-FFF2-40B4-BE49-F238E27FC236}">
                <a16:creationId xmlns:a16="http://schemas.microsoft.com/office/drawing/2014/main" id="{0A9ED777-F38F-453F-A52C-8DA9D10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657" y="26243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843">
            <a:extLst xmlns:a="http://schemas.openxmlformats.org/drawingml/2006/main">
              <a:ext uri="{FF2B5EF4-FFF2-40B4-BE49-F238E27FC236}">
                <a16:creationId xmlns:a16="http://schemas.microsoft.com/office/drawing/2014/main" id="{F987CD40-5712-4F34-9BB5-33F55C3C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918" y="2665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844">
            <a:extLst xmlns:a="http://schemas.openxmlformats.org/drawingml/2006/main">
              <a:ext uri="{FF2B5EF4-FFF2-40B4-BE49-F238E27FC236}">
                <a16:creationId xmlns:a16="http://schemas.microsoft.com/office/drawing/2014/main" id="{EE86F0EB-E189-4D31-87FD-2E1F005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070" y="2627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path-845">
            <a:extLst xmlns:a="http://schemas.openxmlformats.org/drawingml/2006/main">
              <a:ext uri="{FF2B5EF4-FFF2-40B4-BE49-F238E27FC236}">
                <a16:creationId xmlns:a16="http://schemas.microsoft.com/office/drawing/2014/main" id="{DF45D1FF-525F-4B66-81CB-E95A509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57" y="2619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path-846">
            <a:extLst xmlns:a="http://schemas.openxmlformats.org/drawingml/2006/main">
              <a:ext uri="{FF2B5EF4-FFF2-40B4-BE49-F238E27FC236}">
                <a16:creationId xmlns:a16="http://schemas.microsoft.com/office/drawing/2014/main" id="{97700A9C-5991-4610-AAE0-9E56B91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917" y="26258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847">
            <a:extLst xmlns:a="http://schemas.openxmlformats.org/drawingml/2006/main">
              <a:ext uri="{FF2B5EF4-FFF2-40B4-BE49-F238E27FC236}">
                <a16:creationId xmlns:a16="http://schemas.microsoft.com/office/drawing/2014/main" id="{D68E7C62-9652-4247-B6CB-D43B6DB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679" y="26215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path-848">
            <a:extLst xmlns:a="http://schemas.openxmlformats.org/drawingml/2006/main">
              <a:ext uri="{FF2B5EF4-FFF2-40B4-BE49-F238E27FC236}">
                <a16:creationId xmlns:a16="http://schemas.microsoft.com/office/drawing/2014/main" id="{BBA18F86-6BE1-4037-96EF-B16BF8B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6" y="26166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path-849">
            <a:extLst xmlns:a="http://schemas.openxmlformats.org/drawingml/2006/main">
              <a:ext uri="{FF2B5EF4-FFF2-40B4-BE49-F238E27FC236}">
                <a16:creationId xmlns:a16="http://schemas.microsoft.com/office/drawing/2014/main" id="{30981423-9358-408F-B24A-B1F1E5D4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11" y="2645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path-850">
            <a:extLst xmlns:a="http://schemas.openxmlformats.org/drawingml/2006/main">
              <a:ext uri="{FF2B5EF4-FFF2-40B4-BE49-F238E27FC236}">
                <a16:creationId xmlns:a16="http://schemas.microsoft.com/office/drawing/2014/main" id="{1D7E4824-B944-49CB-91DB-F60B955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3" y="2613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path-851">
            <a:extLst xmlns:a="http://schemas.openxmlformats.org/drawingml/2006/main">
              <a:ext uri="{FF2B5EF4-FFF2-40B4-BE49-F238E27FC236}">
                <a16:creationId xmlns:a16="http://schemas.microsoft.com/office/drawing/2014/main" id="{E892CDF8-11ED-47FF-B7BF-9AA4AC16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78" y="2640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path-852">
            <a:extLst xmlns:a="http://schemas.openxmlformats.org/drawingml/2006/main">
              <a:ext uri="{FF2B5EF4-FFF2-40B4-BE49-F238E27FC236}">
                <a16:creationId xmlns:a16="http://schemas.microsoft.com/office/drawing/2014/main" id="{D0380EBE-25D3-4B82-BE2E-223D1D9F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3" y="2653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853">
            <a:extLst xmlns:a="http://schemas.openxmlformats.org/drawingml/2006/main">
              <a:ext uri="{FF2B5EF4-FFF2-40B4-BE49-F238E27FC236}">
                <a16:creationId xmlns:a16="http://schemas.microsoft.com/office/drawing/2014/main" id="{87DC8F8F-1626-4920-93AF-900E9ED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727" y="2638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path-854">
            <a:extLst xmlns:a="http://schemas.openxmlformats.org/drawingml/2006/main">
              <a:ext uri="{FF2B5EF4-FFF2-40B4-BE49-F238E27FC236}">
                <a16:creationId xmlns:a16="http://schemas.microsoft.com/office/drawing/2014/main" id="{BD3DCFB7-FAEE-43E3-AA95-BAEBB814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287" y="2646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path-855">
            <a:extLst xmlns:a="http://schemas.openxmlformats.org/drawingml/2006/main">
              <a:ext uri="{FF2B5EF4-FFF2-40B4-BE49-F238E27FC236}">
                <a16:creationId xmlns:a16="http://schemas.microsoft.com/office/drawing/2014/main" id="{CB634403-1340-4FDA-B28D-C5C0D188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927" y="26525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path-856">
            <a:extLst xmlns:a="http://schemas.openxmlformats.org/drawingml/2006/main">
              <a:ext uri="{FF2B5EF4-FFF2-40B4-BE49-F238E27FC236}">
                <a16:creationId xmlns:a16="http://schemas.microsoft.com/office/drawing/2014/main" id="{7C36C758-9E10-4F12-9A3D-DF479E40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7" y="2672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857">
            <a:extLst xmlns:a="http://schemas.openxmlformats.org/drawingml/2006/main">
              <a:ext uri="{FF2B5EF4-FFF2-40B4-BE49-F238E27FC236}">
                <a16:creationId xmlns:a16="http://schemas.microsoft.com/office/drawing/2014/main" id="{D7372DF4-9F25-4869-8DB5-0E056FCE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6" y="26381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3" name="path-858">
            <a:extLst xmlns:a="http://schemas.openxmlformats.org/drawingml/2006/main">
              <a:ext uri="{FF2B5EF4-FFF2-40B4-BE49-F238E27FC236}">
                <a16:creationId xmlns:a16="http://schemas.microsoft.com/office/drawing/2014/main" id="{DBCBD7E0-7511-4A7A-B71F-82281BC9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306" y="2615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path-859">
            <a:extLst xmlns:a="http://schemas.openxmlformats.org/drawingml/2006/main">
              <a:ext uri="{FF2B5EF4-FFF2-40B4-BE49-F238E27FC236}">
                <a16:creationId xmlns:a16="http://schemas.microsoft.com/office/drawing/2014/main" id="{054B1717-A502-445A-B059-96FFC23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199" y="26261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path-860">
            <a:extLst xmlns:a="http://schemas.openxmlformats.org/drawingml/2006/main">
              <a:ext uri="{FF2B5EF4-FFF2-40B4-BE49-F238E27FC236}">
                <a16:creationId xmlns:a16="http://schemas.microsoft.com/office/drawing/2014/main" id="{29D27E94-E21C-486C-ABA4-00F020E7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69" y="2630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path-861">
            <a:extLst xmlns:a="http://schemas.openxmlformats.org/drawingml/2006/main">
              <a:ext uri="{FF2B5EF4-FFF2-40B4-BE49-F238E27FC236}">
                <a16:creationId xmlns:a16="http://schemas.microsoft.com/office/drawing/2014/main" id="{A3FF8BDA-655E-4901-AB71-EDBF6EC4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26" y="2637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7" name="path-862">
            <a:extLst xmlns:a="http://schemas.openxmlformats.org/drawingml/2006/main">
              <a:ext uri="{FF2B5EF4-FFF2-40B4-BE49-F238E27FC236}">
                <a16:creationId xmlns:a16="http://schemas.microsoft.com/office/drawing/2014/main" id="{B5E4724A-56FD-47CD-BA9A-F8AA469D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630" y="2613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path-863">
            <a:extLst xmlns:a="http://schemas.openxmlformats.org/drawingml/2006/main">
              <a:ext uri="{FF2B5EF4-FFF2-40B4-BE49-F238E27FC236}">
                <a16:creationId xmlns:a16="http://schemas.microsoft.com/office/drawing/2014/main" id="{BC8B6A11-2495-4C43-9593-9D3EA933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62" y="2626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path-864">
            <a:extLst xmlns:a="http://schemas.openxmlformats.org/drawingml/2006/main">
              <a:ext uri="{FF2B5EF4-FFF2-40B4-BE49-F238E27FC236}">
                <a16:creationId xmlns:a16="http://schemas.microsoft.com/office/drawing/2014/main" id="{1367D34C-73CA-44C1-82E6-CE8A980D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281" y="2657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path-865">
            <a:extLst xmlns:a="http://schemas.openxmlformats.org/drawingml/2006/main">
              <a:ext uri="{FF2B5EF4-FFF2-40B4-BE49-F238E27FC236}">
                <a16:creationId xmlns:a16="http://schemas.microsoft.com/office/drawing/2014/main" id="{B256E49C-8877-4D49-8D55-3A12B794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220" y="26311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1" name="path-866">
            <a:extLst xmlns:a="http://schemas.openxmlformats.org/drawingml/2006/main">
              <a:ext uri="{FF2B5EF4-FFF2-40B4-BE49-F238E27FC236}">
                <a16:creationId xmlns:a16="http://schemas.microsoft.com/office/drawing/2014/main" id="{E7931010-DF8E-4531-90A9-EAB3E7B1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30" y="26384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path-867">
            <a:extLst xmlns:a="http://schemas.openxmlformats.org/drawingml/2006/main">
              <a:ext uri="{FF2B5EF4-FFF2-40B4-BE49-F238E27FC236}">
                <a16:creationId xmlns:a16="http://schemas.microsoft.com/office/drawing/2014/main" id="{01B20217-9D2E-4A40-88E7-B8DC75A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09" y="2627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path-868">
            <a:extLst xmlns:a="http://schemas.openxmlformats.org/drawingml/2006/main">
              <a:ext uri="{FF2B5EF4-FFF2-40B4-BE49-F238E27FC236}">
                <a16:creationId xmlns:a16="http://schemas.microsoft.com/office/drawing/2014/main" id="{81814FC6-1051-4604-967A-18D63DF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704" y="2641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path-869">
            <a:extLst xmlns:a="http://schemas.openxmlformats.org/drawingml/2006/main">
              <a:ext uri="{FF2B5EF4-FFF2-40B4-BE49-F238E27FC236}">
                <a16:creationId xmlns:a16="http://schemas.microsoft.com/office/drawing/2014/main" id="{03BC2547-BF44-49D3-B737-CCB7FDD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718" y="26467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path-870">
            <a:extLst xmlns:a="http://schemas.openxmlformats.org/drawingml/2006/main">
              <a:ext uri="{FF2B5EF4-FFF2-40B4-BE49-F238E27FC236}">
                <a16:creationId xmlns:a16="http://schemas.microsoft.com/office/drawing/2014/main" id="{4A68D0DE-8429-4EB2-ABA1-770682C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849" y="26280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path-871">
            <a:extLst xmlns:a="http://schemas.openxmlformats.org/drawingml/2006/main">
              <a:ext uri="{FF2B5EF4-FFF2-40B4-BE49-F238E27FC236}">
                <a16:creationId xmlns:a16="http://schemas.microsoft.com/office/drawing/2014/main" id="{CC35F127-DD8E-467E-A820-4A7D05E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903" y="2613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7" name="path-872">
            <a:extLst xmlns:a="http://schemas.openxmlformats.org/drawingml/2006/main">
              <a:ext uri="{FF2B5EF4-FFF2-40B4-BE49-F238E27FC236}">
                <a16:creationId xmlns:a16="http://schemas.microsoft.com/office/drawing/2014/main" id="{C189CEB0-B750-4696-851D-E2252E75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932" y="2647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873">
            <a:extLst xmlns:a="http://schemas.openxmlformats.org/drawingml/2006/main">
              <a:ext uri="{FF2B5EF4-FFF2-40B4-BE49-F238E27FC236}">
                <a16:creationId xmlns:a16="http://schemas.microsoft.com/office/drawing/2014/main" id="{708AD9E9-D7C7-41A7-A2F0-453A695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341" y="2636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path-874">
            <a:extLst xmlns:a="http://schemas.openxmlformats.org/drawingml/2006/main">
              <a:ext uri="{FF2B5EF4-FFF2-40B4-BE49-F238E27FC236}">
                <a16:creationId xmlns:a16="http://schemas.microsoft.com/office/drawing/2014/main" id="{6D74744C-FD3E-455C-9351-E45146C3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542" y="2635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path-875">
            <a:extLst xmlns:a="http://schemas.openxmlformats.org/drawingml/2006/main">
              <a:ext uri="{FF2B5EF4-FFF2-40B4-BE49-F238E27FC236}">
                <a16:creationId xmlns:a16="http://schemas.microsoft.com/office/drawing/2014/main" id="{B58AD8A6-1437-48D0-A357-6A0CF3A7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877" y="26346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path-876">
            <a:extLst xmlns:a="http://schemas.openxmlformats.org/drawingml/2006/main">
              <a:ext uri="{FF2B5EF4-FFF2-40B4-BE49-F238E27FC236}">
                <a16:creationId xmlns:a16="http://schemas.microsoft.com/office/drawing/2014/main" id="{6F9EE82B-8D03-42D8-A2F3-14110DD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061" y="2641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path-877">
            <a:extLst xmlns:a="http://schemas.openxmlformats.org/drawingml/2006/main">
              <a:ext uri="{FF2B5EF4-FFF2-40B4-BE49-F238E27FC236}">
                <a16:creationId xmlns:a16="http://schemas.microsoft.com/office/drawing/2014/main" id="{746F5EE3-2F92-4AF6-A341-1139FF7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368" y="2628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3" name="path-878">
            <a:extLst xmlns:a="http://schemas.openxmlformats.org/drawingml/2006/main">
              <a:ext uri="{FF2B5EF4-FFF2-40B4-BE49-F238E27FC236}">
                <a16:creationId xmlns:a16="http://schemas.microsoft.com/office/drawing/2014/main" id="{39034EF6-5088-4729-B09A-B481019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01" y="2649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path-879">
            <a:extLst xmlns:a="http://schemas.openxmlformats.org/drawingml/2006/main">
              <a:ext uri="{FF2B5EF4-FFF2-40B4-BE49-F238E27FC236}">
                <a16:creationId xmlns:a16="http://schemas.microsoft.com/office/drawing/2014/main" id="{E0D4A8FA-D0E1-4364-9EF9-2E741789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69" y="2636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path-880">
            <a:extLst xmlns:a="http://schemas.openxmlformats.org/drawingml/2006/main">
              <a:ext uri="{FF2B5EF4-FFF2-40B4-BE49-F238E27FC236}">
                <a16:creationId xmlns:a16="http://schemas.microsoft.com/office/drawing/2014/main" id="{710F981A-8E0E-4A7D-BC36-DAD2AA32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080" y="2675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881">
            <a:extLst xmlns:a="http://schemas.openxmlformats.org/drawingml/2006/main">
              <a:ext uri="{FF2B5EF4-FFF2-40B4-BE49-F238E27FC236}">
                <a16:creationId xmlns:a16="http://schemas.microsoft.com/office/drawing/2014/main" id="{2EE1D2CD-E771-4D4C-9B17-D6F7C7AF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055" y="2607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882">
            <a:extLst xmlns:a="http://schemas.openxmlformats.org/drawingml/2006/main">
              <a:ext uri="{FF2B5EF4-FFF2-40B4-BE49-F238E27FC236}">
                <a16:creationId xmlns:a16="http://schemas.microsoft.com/office/drawing/2014/main" id="{73C2699B-9872-499B-95AB-25F7D16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95" y="2643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883">
            <a:extLst xmlns:a="http://schemas.openxmlformats.org/drawingml/2006/main">
              <a:ext uri="{FF2B5EF4-FFF2-40B4-BE49-F238E27FC236}">
                <a16:creationId xmlns:a16="http://schemas.microsoft.com/office/drawing/2014/main" id="{1D8FD168-F0E0-4DEC-8D7E-D973162A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989" y="2634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884">
            <a:extLst xmlns:a="http://schemas.openxmlformats.org/drawingml/2006/main">
              <a:ext uri="{FF2B5EF4-FFF2-40B4-BE49-F238E27FC236}">
                <a16:creationId xmlns:a16="http://schemas.microsoft.com/office/drawing/2014/main" id="{07AC8E2C-47C7-47C5-BCC0-B4DDCF09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33" y="2628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885">
            <a:extLst xmlns:a="http://schemas.openxmlformats.org/drawingml/2006/main">
              <a:ext uri="{FF2B5EF4-FFF2-40B4-BE49-F238E27FC236}">
                <a16:creationId xmlns:a16="http://schemas.microsoft.com/office/drawing/2014/main" id="{9A810A8D-D10C-45E8-9C0C-7896F21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840" y="26335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886">
            <a:extLst xmlns:a="http://schemas.openxmlformats.org/drawingml/2006/main">
              <a:ext uri="{FF2B5EF4-FFF2-40B4-BE49-F238E27FC236}">
                <a16:creationId xmlns:a16="http://schemas.microsoft.com/office/drawing/2014/main" id="{C3358E1B-BC34-42C9-852F-35B24A5B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2" y="26167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887">
            <a:extLst xmlns:a="http://schemas.openxmlformats.org/drawingml/2006/main">
              <a:ext uri="{FF2B5EF4-FFF2-40B4-BE49-F238E27FC236}">
                <a16:creationId xmlns:a16="http://schemas.microsoft.com/office/drawing/2014/main" id="{B3EE72BC-C486-4B6F-9EE7-25F257A5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332" y="2627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888">
            <a:extLst xmlns:a="http://schemas.openxmlformats.org/drawingml/2006/main">
              <a:ext uri="{FF2B5EF4-FFF2-40B4-BE49-F238E27FC236}">
                <a16:creationId xmlns:a16="http://schemas.microsoft.com/office/drawing/2014/main" id="{1EE0BF3E-E2E8-432B-A86D-9D7013F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413" y="26245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889">
            <a:extLst xmlns:a="http://schemas.openxmlformats.org/drawingml/2006/main">
              <a:ext uri="{FF2B5EF4-FFF2-40B4-BE49-F238E27FC236}">
                <a16:creationId xmlns:a16="http://schemas.microsoft.com/office/drawing/2014/main" id="{8A99E871-28A6-49AD-8691-DE358366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684" y="26736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890">
            <a:extLst xmlns:a="http://schemas.openxmlformats.org/drawingml/2006/main">
              <a:ext uri="{FF2B5EF4-FFF2-40B4-BE49-F238E27FC236}">
                <a16:creationId xmlns:a16="http://schemas.microsoft.com/office/drawing/2014/main" id="{0FC3373C-AA35-47FC-9487-B27F58EF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5" y="2648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891">
            <a:extLst xmlns:a="http://schemas.openxmlformats.org/drawingml/2006/main">
              <a:ext uri="{FF2B5EF4-FFF2-40B4-BE49-F238E27FC236}">
                <a16:creationId xmlns:a16="http://schemas.microsoft.com/office/drawing/2014/main" id="{72C82CD8-7F84-4579-BF5E-B5567619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208" y="2625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892">
            <a:extLst xmlns:a="http://schemas.openxmlformats.org/drawingml/2006/main">
              <a:ext uri="{FF2B5EF4-FFF2-40B4-BE49-F238E27FC236}">
                <a16:creationId xmlns:a16="http://schemas.microsoft.com/office/drawing/2014/main" id="{DB96FE0D-DC22-40F9-9155-750D01A0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64" y="26294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893">
            <a:extLst xmlns:a="http://schemas.openxmlformats.org/drawingml/2006/main">
              <a:ext uri="{FF2B5EF4-FFF2-40B4-BE49-F238E27FC236}">
                <a16:creationId xmlns:a16="http://schemas.microsoft.com/office/drawing/2014/main" id="{D937B05C-DA93-48E5-89B0-3D1FDAD9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44" y="2614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94">
            <a:extLst xmlns:a="http://schemas.openxmlformats.org/drawingml/2006/main">
              <a:ext uri="{FF2B5EF4-FFF2-40B4-BE49-F238E27FC236}">
                <a16:creationId xmlns:a16="http://schemas.microsoft.com/office/drawing/2014/main" id="{82213F15-ED8A-4A07-BF4E-6BADE6DD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759" y="26481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895">
            <a:extLst xmlns:a="http://schemas.openxmlformats.org/drawingml/2006/main">
              <a:ext uri="{FF2B5EF4-FFF2-40B4-BE49-F238E27FC236}">
                <a16:creationId xmlns:a16="http://schemas.microsoft.com/office/drawing/2014/main" id="{30C19649-A524-4ACC-879C-EF189442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46" y="2639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896">
            <a:extLst xmlns:a="http://schemas.openxmlformats.org/drawingml/2006/main">
              <a:ext uri="{FF2B5EF4-FFF2-40B4-BE49-F238E27FC236}">
                <a16:creationId xmlns:a16="http://schemas.microsoft.com/office/drawing/2014/main" id="{71515143-24DD-4CD9-A1E4-A8E761DA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49" y="26332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97">
            <a:extLst xmlns:a="http://schemas.openxmlformats.org/drawingml/2006/main">
              <a:ext uri="{FF2B5EF4-FFF2-40B4-BE49-F238E27FC236}">
                <a16:creationId xmlns:a16="http://schemas.microsoft.com/office/drawing/2014/main" id="{7CA50491-8591-40C4-8111-94E3649C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483" y="2641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898">
            <a:extLst xmlns:a="http://schemas.openxmlformats.org/drawingml/2006/main">
              <a:ext uri="{FF2B5EF4-FFF2-40B4-BE49-F238E27FC236}">
                <a16:creationId xmlns:a16="http://schemas.microsoft.com/office/drawing/2014/main" id="{20BEE4CD-51EC-4FCE-A762-A8479F7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016" y="2667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899">
            <a:extLst xmlns:a="http://schemas.openxmlformats.org/drawingml/2006/main">
              <a:ext uri="{FF2B5EF4-FFF2-40B4-BE49-F238E27FC236}">
                <a16:creationId xmlns:a16="http://schemas.microsoft.com/office/drawing/2014/main" id="{C997540C-DD99-4016-95FD-45324211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904" y="2634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900">
            <a:extLst xmlns:a="http://schemas.openxmlformats.org/drawingml/2006/main">
              <a:ext uri="{FF2B5EF4-FFF2-40B4-BE49-F238E27FC236}">
                <a16:creationId xmlns:a16="http://schemas.microsoft.com/office/drawing/2014/main" id="{47BEE642-F5E8-43B9-9B28-4E87543B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242" y="26482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901">
            <a:extLst xmlns:a="http://schemas.openxmlformats.org/drawingml/2006/main">
              <a:ext uri="{FF2B5EF4-FFF2-40B4-BE49-F238E27FC236}">
                <a16:creationId xmlns:a16="http://schemas.microsoft.com/office/drawing/2014/main" id="{1A89FBED-ED26-4503-BC05-5150058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976" y="2678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902">
            <a:extLst xmlns:a="http://schemas.openxmlformats.org/drawingml/2006/main">
              <a:ext uri="{FF2B5EF4-FFF2-40B4-BE49-F238E27FC236}">
                <a16:creationId xmlns:a16="http://schemas.microsoft.com/office/drawing/2014/main" id="{03B3F609-67E8-48D0-A731-92B6C7A8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660" y="2646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903">
            <a:extLst xmlns:a="http://schemas.openxmlformats.org/drawingml/2006/main">
              <a:ext uri="{FF2B5EF4-FFF2-40B4-BE49-F238E27FC236}">
                <a16:creationId xmlns:a16="http://schemas.microsoft.com/office/drawing/2014/main" id="{7F8FBDC2-0855-4769-A2AB-C77291DA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25" y="2648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904">
            <a:extLst xmlns:a="http://schemas.openxmlformats.org/drawingml/2006/main">
              <a:ext uri="{FF2B5EF4-FFF2-40B4-BE49-F238E27FC236}">
                <a16:creationId xmlns:a16="http://schemas.microsoft.com/office/drawing/2014/main" id="{60AC3370-D8C8-45BA-B6F8-3003351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23" y="2640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905">
            <a:extLst xmlns:a="http://schemas.openxmlformats.org/drawingml/2006/main">
              <a:ext uri="{FF2B5EF4-FFF2-40B4-BE49-F238E27FC236}">
                <a16:creationId xmlns:a16="http://schemas.microsoft.com/office/drawing/2014/main" id="{B8BFE479-71DD-4566-9A90-2673240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145" y="2604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path-906">
            <a:extLst xmlns:a="http://schemas.openxmlformats.org/drawingml/2006/main">
              <a:ext uri="{FF2B5EF4-FFF2-40B4-BE49-F238E27FC236}">
                <a16:creationId xmlns:a16="http://schemas.microsoft.com/office/drawing/2014/main" id="{C4C51851-8547-4A33-9536-14D67918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491" y="2638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path-907">
            <a:extLst xmlns:a="http://schemas.openxmlformats.org/drawingml/2006/main">
              <a:ext uri="{FF2B5EF4-FFF2-40B4-BE49-F238E27FC236}">
                <a16:creationId xmlns:a16="http://schemas.microsoft.com/office/drawing/2014/main" id="{C792CDFB-2282-4910-8E84-C38E17EE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908" y="2658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path-908">
            <a:extLst xmlns:a="http://schemas.openxmlformats.org/drawingml/2006/main">
              <a:ext uri="{FF2B5EF4-FFF2-40B4-BE49-F238E27FC236}">
                <a16:creationId xmlns:a16="http://schemas.microsoft.com/office/drawing/2014/main" id="{BC694540-1511-434A-8549-E36685C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41" y="26446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th-909">
            <a:extLst xmlns:a="http://schemas.openxmlformats.org/drawingml/2006/main">
              <a:ext uri="{FF2B5EF4-FFF2-40B4-BE49-F238E27FC236}">
                <a16:creationId xmlns:a16="http://schemas.microsoft.com/office/drawing/2014/main" id="{C026FEF8-83BF-4A68-A0EF-7D70385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088" y="2602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path-910">
            <a:extLst xmlns:a="http://schemas.openxmlformats.org/drawingml/2006/main">
              <a:ext uri="{FF2B5EF4-FFF2-40B4-BE49-F238E27FC236}">
                <a16:creationId xmlns:a16="http://schemas.microsoft.com/office/drawing/2014/main" id="{04D34E67-C2BC-4164-9B31-0058702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157" y="2638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6" name="path-911">
            <a:extLst xmlns:a="http://schemas.openxmlformats.org/drawingml/2006/main">
              <a:ext uri="{FF2B5EF4-FFF2-40B4-BE49-F238E27FC236}">
                <a16:creationId xmlns:a16="http://schemas.microsoft.com/office/drawing/2014/main" id="{3BB61292-EF9D-4346-B974-8B4FF142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05" y="2617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path-912">
            <a:extLst xmlns:a="http://schemas.openxmlformats.org/drawingml/2006/main">
              <a:ext uri="{FF2B5EF4-FFF2-40B4-BE49-F238E27FC236}">
                <a16:creationId xmlns:a16="http://schemas.microsoft.com/office/drawing/2014/main" id="{D51DD951-54C3-4AD8-9B0C-7A1AE1D0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902" y="26433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8" name="path-913">
            <a:extLst xmlns:a="http://schemas.openxmlformats.org/drawingml/2006/main">
              <a:ext uri="{FF2B5EF4-FFF2-40B4-BE49-F238E27FC236}">
                <a16:creationId xmlns:a16="http://schemas.microsoft.com/office/drawing/2014/main" id="{DD70FD06-E860-4A96-BF83-F19191EB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444" y="2630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914">
            <a:extLst xmlns:a="http://schemas.openxmlformats.org/drawingml/2006/main">
              <a:ext uri="{FF2B5EF4-FFF2-40B4-BE49-F238E27FC236}">
                <a16:creationId xmlns:a16="http://schemas.microsoft.com/office/drawing/2014/main" id="{E9F2E74D-DEE7-4188-A6C0-9D5D7D98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374" y="26419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0" name="path-915">
            <a:extLst xmlns:a="http://schemas.openxmlformats.org/drawingml/2006/main">
              <a:ext uri="{FF2B5EF4-FFF2-40B4-BE49-F238E27FC236}">
                <a16:creationId xmlns:a16="http://schemas.microsoft.com/office/drawing/2014/main" id="{FD5BC021-2DF4-4AAC-8B9A-74D5FCD0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407" y="2630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916">
            <a:extLst xmlns:a="http://schemas.openxmlformats.org/drawingml/2006/main">
              <a:ext uri="{FF2B5EF4-FFF2-40B4-BE49-F238E27FC236}">
                <a16:creationId xmlns:a16="http://schemas.microsoft.com/office/drawing/2014/main" id="{4D1593BD-2D93-43EE-8F47-2E1D57E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68" y="26678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2" name="path-917">
            <a:extLst xmlns:a="http://schemas.openxmlformats.org/drawingml/2006/main">
              <a:ext uri="{FF2B5EF4-FFF2-40B4-BE49-F238E27FC236}">
                <a16:creationId xmlns:a16="http://schemas.microsoft.com/office/drawing/2014/main" id="{098D0A00-662D-4014-B6DD-79041BC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734" y="2656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918">
            <a:extLst xmlns:a="http://schemas.openxmlformats.org/drawingml/2006/main">
              <a:ext uri="{FF2B5EF4-FFF2-40B4-BE49-F238E27FC236}">
                <a16:creationId xmlns:a16="http://schemas.microsoft.com/office/drawing/2014/main" id="{9C7429CF-5011-4DF4-974A-CF6E7731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87" y="2628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path-919">
            <a:extLst xmlns:a="http://schemas.openxmlformats.org/drawingml/2006/main">
              <a:ext uri="{FF2B5EF4-FFF2-40B4-BE49-F238E27FC236}">
                <a16:creationId xmlns:a16="http://schemas.microsoft.com/office/drawing/2014/main" id="{2789230D-7DB5-44C6-8A03-5594EE39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14" y="26706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920">
            <a:extLst xmlns:a="http://schemas.openxmlformats.org/drawingml/2006/main">
              <a:ext uri="{FF2B5EF4-FFF2-40B4-BE49-F238E27FC236}">
                <a16:creationId xmlns:a16="http://schemas.microsoft.com/office/drawing/2014/main" id="{E53E87F2-4514-449F-A198-F714DA97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738" y="26631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6" name="path-921">
            <a:extLst xmlns:a="http://schemas.openxmlformats.org/drawingml/2006/main">
              <a:ext uri="{FF2B5EF4-FFF2-40B4-BE49-F238E27FC236}">
                <a16:creationId xmlns:a16="http://schemas.microsoft.com/office/drawing/2014/main" id="{B381653F-EF92-47CD-835C-8A8BB146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92" y="2632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922">
            <a:extLst xmlns:a="http://schemas.openxmlformats.org/drawingml/2006/main">
              <a:ext uri="{FF2B5EF4-FFF2-40B4-BE49-F238E27FC236}">
                <a16:creationId xmlns:a16="http://schemas.microsoft.com/office/drawing/2014/main" id="{3B1A509E-C026-4474-9C2F-1369930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465" y="2644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8" name="path-923">
            <a:extLst xmlns:a="http://schemas.openxmlformats.org/drawingml/2006/main">
              <a:ext uri="{FF2B5EF4-FFF2-40B4-BE49-F238E27FC236}">
                <a16:creationId xmlns:a16="http://schemas.microsoft.com/office/drawing/2014/main" id="{C2BF5D8B-E647-4A58-B9D4-A6003C35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595" y="2649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924">
            <a:extLst xmlns:a="http://schemas.openxmlformats.org/drawingml/2006/main">
              <a:ext uri="{FF2B5EF4-FFF2-40B4-BE49-F238E27FC236}">
                <a16:creationId xmlns:a16="http://schemas.microsoft.com/office/drawing/2014/main" id="{9CC4ED6A-3888-4416-81F5-C8D7570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505" y="2628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path-925">
            <a:extLst xmlns:a="http://schemas.openxmlformats.org/drawingml/2006/main">
              <a:ext uri="{FF2B5EF4-FFF2-40B4-BE49-F238E27FC236}">
                <a16:creationId xmlns:a16="http://schemas.microsoft.com/office/drawing/2014/main" id="{42E05AB3-D4E3-4153-A0E5-ADF4B514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109" y="26219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926">
            <a:extLst xmlns:a="http://schemas.openxmlformats.org/drawingml/2006/main">
              <a:ext uri="{FF2B5EF4-FFF2-40B4-BE49-F238E27FC236}">
                <a16:creationId xmlns:a16="http://schemas.microsoft.com/office/drawing/2014/main" id="{6D8AEB91-A4D9-4D92-A06F-19A49371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103" y="2644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2" name="path-927">
            <a:extLst xmlns:a="http://schemas.openxmlformats.org/drawingml/2006/main">
              <a:ext uri="{FF2B5EF4-FFF2-40B4-BE49-F238E27FC236}">
                <a16:creationId xmlns:a16="http://schemas.microsoft.com/office/drawing/2014/main" id="{2EAD4986-BE48-4833-B00F-1934A93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043" y="2648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928">
            <a:extLst xmlns:a="http://schemas.openxmlformats.org/drawingml/2006/main">
              <a:ext uri="{FF2B5EF4-FFF2-40B4-BE49-F238E27FC236}">
                <a16:creationId xmlns:a16="http://schemas.microsoft.com/office/drawing/2014/main" id="{BE708315-61C3-4C27-8EE1-335B3F90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956" y="26559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path-929">
            <a:extLst xmlns:a="http://schemas.openxmlformats.org/drawingml/2006/main">
              <a:ext uri="{FF2B5EF4-FFF2-40B4-BE49-F238E27FC236}">
                <a16:creationId xmlns:a16="http://schemas.microsoft.com/office/drawing/2014/main" id="{76733F36-A5CE-418F-BE40-E5E316CD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0" y="2627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930">
            <a:extLst xmlns:a="http://schemas.openxmlformats.org/drawingml/2006/main">
              <a:ext uri="{FF2B5EF4-FFF2-40B4-BE49-F238E27FC236}">
                <a16:creationId xmlns:a16="http://schemas.microsoft.com/office/drawing/2014/main" id="{4FC36AD1-E51B-4E57-A386-FF299CD2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28" y="26418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path-931">
            <a:extLst xmlns:a="http://schemas.openxmlformats.org/drawingml/2006/main">
              <a:ext uri="{FF2B5EF4-FFF2-40B4-BE49-F238E27FC236}">
                <a16:creationId xmlns:a16="http://schemas.microsoft.com/office/drawing/2014/main" id="{1CD9F2AA-994C-4784-893D-675548A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454" y="2634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932">
            <a:extLst xmlns:a="http://schemas.openxmlformats.org/drawingml/2006/main">
              <a:ext uri="{FF2B5EF4-FFF2-40B4-BE49-F238E27FC236}">
                <a16:creationId xmlns:a16="http://schemas.microsoft.com/office/drawing/2014/main" id="{96360BA7-AE4F-44FD-BF9A-82C31F1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565" y="26217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8" name="path-933">
            <a:extLst xmlns:a="http://schemas.openxmlformats.org/drawingml/2006/main">
              <a:ext uri="{FF2B5EF4-FFF2-40B4-BE49-F238E27FC236}">
                <a16:creationId xmlns:a16="http://schemas.microsoft.com/office/drawing/2014/main" id="{3D2C374C-C182-4B41-BAB8-F31E8D17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087" y="26419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934">
            <a:extLst xmlns:a="http://schemas.openxmlformats.org/drawingml/2006/main">
              <a:ext uri="{FF2B5EF4-FFF2-40B4-BE49-F238E27FC236}">
                <a16:creationId xmlns:a16="http://schemas.microsoft.com/office/drawing/2014/main" id="{B97562DE-7E21-4CD3-BECD-9D6A972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81" y="26543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0" name="path-935">
            <a:extLst xmlns:a="http://schemas.openxmlformats.org/drawingml/2006/main">
              <a:ext uri="{FF2B5EF4-FFF2-40B4-BE49-F238E27FC236}">
                <a16:creationId xmlns:a16="http://schemas.microsoft.com/office/drawing/2014/main" id="{DA6E7065-4589-4136-AF0D-C3DA4D2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888" y="2636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936">
            <a:extLst xmlns:a="http://schemas.openxmlformats.org/drawingml/2006/main">
              <a:ext uri="{FF2B5EF4-FFF2-40B4-BE49-F238E27FC236}">
                <a16:creationId xmlns:a16="http://schemas.microsoft.com/office/drawing/2014/main" id="{17126581-C37D-4D9D-BF0A-9F6D4A4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03" y="25992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2" name="path-937">
            <a:extLst xmlns:a="http://schemas.openxmlformats.org/drawingml/2006/main">
              <a:ext uri="{FF2B5EF4-FFF2-40B4-BE49-F238E27FC236}">
                <a16:creationId xmlns:a16="http://schemas.microsoft.com/office/drawing/2014/main" id="{4D855B35-570D-4BB5-99D4-B666E803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77" y="26310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938">
            <a:extLst xmlns:a="http://schemas.openxmlformats.org/drawingml/2006/main">
              <a:ext uri="{FF2B5EF4-FFF2-40B4-BE49-F238E27FC236}">
                <a16:creationId xmlns:a16="http://schemas.microsoft.com/office/drawing/2014/main" id="{6AB1FD93-4100-4E00-8358-C3BA7F2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738" y="2638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4" name="path-939">
            <a:extLst xmlns:a="http://schemas.openxmlformats.org/drawingml/2006/main">
              <a:ext uri="{FF2B5EF4-FFF2-40B4-BE49-F238E27FC236}">
                <a16:creationId xmlns:a16="http://schemas.microsoft.com/office/drawing/2014/main" id="{B9A42966-CD19-4569-9DC5-C52E81B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8" y="2642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940">
            <a:extLst xmlns:a="http://schemas.openxmlformats.org/drawingml/2006/main">
              <a:ext uri="{FF2B5EF4-FFF2-40B4-BE49-F238E27FC236}">
                <a16:creationId xmlns:a16="http://schemas.microsoft.com/office/drawing/2014/main" id="{CB1A95BA-08A1-4278-83F9-DB05209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425" y="26384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6" name="path-941">
            <a:extLst xmlns:a="http://schemas.openxmlformats.org/drawingml/2006/main">
              <a:ext uri="{FF2B5EF4-FFF2-40B4-BE49-F238E27FC236}">
                <a16:creationId xmlns:a16="http://schemas.microsoft.com/office/drawing/2014/main" id="{A2A254A7-5665-4A53-A6A1-B88051C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620" y="2617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942">
            <a:extLst xmlns:a="http://schemas.openxmlformats.org/drawingml/2006/main">
              <a:ext uri="{FF2B5EF4-FFF2-40B4-BE49-F238E27FC236}">
                <a16:creationId xmlns:a16="http://schemas.microsoft.com/office/drawing/2014/main" id="{0F236624-B4CB-4740-BA48-9E0FC161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964" y="26253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8" name="path-943">
            <a:extLst xmlns:a="http://schemas.openxmlformats.org/drawingml/2006/main">
              <a:ext uri="{FF2B5EF4-FFF2-40B4-BE49-F238E27FC236}">
                <a16:creationId xmlns:a16="http://schemas.microsoft.com/office/drawing/2014/main" id="{993DD7FF-41F6-44E6-856E-ED927C6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339" y="2628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944">
            <a:extLst xmlns:a="http://schemas.openxmlformats.org/drawingml/2006/main">
              <a:ext uri="{FF2B5EF4-FFF2-40B4-BE49-F238E27FC236}">
                <a16:creationId xmlns:a16="http://schemas.microsoft.com/office/drawing/2014/main" id="{96A45F41-7886-4731-813D-BEC4815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09" y="2639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0" name="path-945">
            <a:extLst xmlns:a="http://schemas.openxmlformats.org/drawingml/2006/main">
              <a:ext uri="{FF2B5EF4-FFF2-40B4-BE49-F238E27FC236}">
                <a16:creationId xmlns:a16="http://schemas.microsoft.com/office/drawing/2014/main" id="{071522FD-3D85-4FB3-ADB7-87E92890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983" y="2658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946">
            <a:extLst xmlns:a="http://schemas.openxmlformats.org/drawingml/2006/main">
              <a:ext uri="{FF2B5EF4-FFF2-40B4-BE49-F238E27FC236}">
                <a16:creationId xmlns:a16="http://schemas.microsoft.com/office/drawing/2014/main" id="{83FAA1D9-27B2-480F-A5AB-FDC1778D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55" y="2644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2" name="path-947">
            <a:extLst xmlns:a="http://schemas.openxmlformats.org/drawingml/2006/main">
              <a:ext uri="{FF2B5EF4-FFF2-40B4-BE49-F238E27FC236}">
                <a16:creationId xmlns:a16="http://schemas.microsoft.com/office/drawing/2014/main" id="{3581A886-8BDC-43D1-9AF7-A527F8C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643" y="2650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948">
            <a:extLst xmlns:a="http://schemas.openxmlformats.org/drawingml/2006/main">
              <a:ext uri="{FF2B5EF4-FFF2-40B4-BE49-F238E27FC236}">
                <a16:creationId xmlns:a16="http://schemas.microsoft.com/office/drawing/2014/main" id="{1DDD3AEE-AEF1-4B2B-9506-9102F41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363" y="2647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path-949">
            <a:extLst xmlns:a="http://schemas.openxmlformats.org/drawingml/2006/main">
              <a:ext uri="{FF2B5EF4-FFF2-40B4-BE49-F238E27FC236}">
                <a16:creationId xmlns:a16="http://schemas.microsoft.com/office/drawing/2014/main" id="{1746B5F4-33B8-4932-92AF-BF002A6B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303" y="2618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950">
            <a:extLst xmlns:a="http://schemas.openxmlformats.org/drawingml/2006/main">
              <a:ext uri="{FF2B5EF4-FFF2-40B4-BE49-F238E27FC236}">
                <a16:creationId xmlns:a16="http://schemas.microsoft.com/office/drawing/2014/main" id="{B0FBAAF0-D462-40AB-A57F-8E5C4546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003" y="2617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6" name="path-951">
            <a:extLst xmlns:a="http://schemas.openxmlformats.org/drawingml/2006/main">
              <a:ext uri="{FF2B5EF4-FFF2-40B4-BE49-F238E27FC236}">
                <a16:creationId xmlns:a16="http://schemas.microsoft.com/office/drawing/2014/main" id="{C0364F2F-3FBD-4118-8804-B91B4E49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74" y="2624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952">
            <a:extLst xmlns:a="http://schemas.openxmlformats.org/drawingml/2006/main">
              <a:ext uri="{FF2B5EF4-FFF2-40B4-BE49-F238E27FC236}">
                <a16:creationId xmlns:a16="http://schemas.microsoft.com/office/drawing/2014/main" id="{CD60883E-6BAE-4821-9D42-DB850557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75" y="2630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8" name="path-953">
            <a:extLst xmlns:a="http://schemas.openxmlformats.org/drawingml/2006/main">
              <a:ext uri="{FF2B5EF4-FFF2-40B4-BE49-F238E27FC236}">
                <a16:creationId xmlns:a16="http://schemas.microsoft.com/office/drawing/2014/main" id="{F13CCDB8-A996-40BA-A4B6-E3C75E9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156" y="2652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954">
            <a:extLst xmlns:a="http://schemas.openxmlformats.org/drawingml/2006/main">
              <a:ext uri="{FF2B5EF4-FFF2-40B4-BE49-F238E27FC236}">
                <a16:creationId xmlns:a16="http://schemas.microsoft.com/office/drawing/2014/main" id="{03268FC0-F2CE-4B1A-B1D3-1A216A16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968" y="26315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0" name="path-955">
            <a:extLst xmlns:a="http://schemas.openxmlformats.org/drawingml/2006/main">
              <a:ext uri="{FF2B5EF4-FFF2-40B4-BE49-F238E27FC236}">
                <a16:creationId xmlns:a16="http://schemas.microsoft.com/office/drawing/2014/main" id="{43BE96CE-3717-41B1-9412-B6A82E84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525" y="2637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956">
            <a:extLst xmlns:a="http://schemas.openxmlformats.org/drawingml/2006/main">
              <a:ext uri="{FF2B5EF4-FFF2-40B4-BE49-F238E27FC236}">
                <a16:creationId xmlns:a16="http://schemas.microsoft.com/office/drawing/2014/main" id="{F2492615-8176-46A2-8985-EF819CD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56" y="2635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2" name="path-957">
            <a:extLst xmlns:a="http://schemas.openxmlformats.org/drawingml/2006/main">
              <a:ext uri="{FF2B5EF4-FFF2-40B4-BE49-F238E27FC236}">
                <a16:creationId xmlns:a16="http://schemas.microsoft.com/office/drawing/2014/main" id="{5BBBDCF8-724F-4FAE-8EAC-75C7A593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469" y="2614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958">
            <a:extLst xmlns:a="http://schemas.openxmlformats.org/drawingml/2006/main">
              <a:ext uri="{FF2B5EF4-FFF2-40B4-BE49-F238E27FC236}">
                <a16:creationId xmlns:a16="http://schemas.microsoft.com/office/drawing/2014/main" id="{72639B9D-3710-48A8-A919-5DFA9844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349" y="2615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path-959">
            <a:extLst xmlns:a="http://schemas.openxmlformats.org/drawingml/2006/main">
              <a:ext uri="{FF2B5EF4-FFF2-40B4-BE49-F238E27FC236}">
                <a16:creationId xmlns:a16="http://schemas.microsoft.com/office/drawing/2014/main" id="{25D2FF0C-5A15-44AE-B6CD-A2EAA3E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61" y="2657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960">
            <a:extLst xmlns:a="http://schemas.openxmlformats.org/drawingml/2006/main">
              <a:ext uri="{FF2B5EF4-FFF2-40B4-BE49-F238E27FC236}">
                <a16:creationId xmlns:a16="http://schemas.microsoft.com/office/drawing/2014/main" id="{62DD74FE-7B94-4C4E-BF16-6E0498C3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464" y="2646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6" name="path-961">
            <a:extLst xmlns:a="http://schemas.openxmlformats.org/drawingml/2006/main">
              <a:ext uri="{FF2B5EF4-FFF2-40B4-BE49-F238E27FC236}">
                <a16:creationId xmlns:a16="http://schemas.microsoft.com/office/drawing/2014/main" id="{C8D62F62-A284-49DC-9777-ABE05F6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576" y="26053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962">
            <a:extLst xmlns:a="http://schemas.openxmlformats.org/drawingml/2006/main">
              <a:ext uri="{FF2B5EF4-FFF2-40B4-BE49-F238E27FC236}">
                <a16:creationId xmlns:a16="http://schemas.microsoft.com/office/drawing/2014/main" id="{A7EDDF33-885B-40EE-A497-AF4DA7D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291" y="2641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8" name="path-963">
            <a:extLst xmlns:a="http://schemas.openxmlformats.org/drawingml/2006/main">
              <a:ext uri="{FF2B5EF4-FFF2-40B4-BE49-F238E27FC236}">
                <a16:creationId xmlns:a16="http://schemas.microsoft.com/office/drawing/2014/main" id="{66DDD35F-1CC0-46E5-AEE8-21F23767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74" y="2667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path-964">
            <a:extLst xmlns:a="http://schemas.openxmlformats.org/drawingml/2006/main">
              <a:ext uri="{FF2B5EF4-FFF2-40B4-BE49-F238E27FC236}">
                <a16:creationId xmlns:a16="http://schemas.microsoft.com/office/drawing/2014/main" id="{FE2E0FB5-6812-4E29-B432-76321A2C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956" y="2649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0" name="path-965">
            <a:extLst xmlns:a="http://schemas.openxmlformats.org/drawingml/2006/main">
              <a:ext uri="{FF2B5EF4-FFF2-40B4-BE49-F238E27FC236}">
                <a16:creationId xmlns:a16="http://schemas.microsoft.com/office/drawing/2014/main" id="{4B60BEA5-EEB9-4754-B6BB-DD72D2A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571" y="2643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path-966">
            <a:extLst xmlns:a="http://schemas.openxmlformats.org/drawingml/2006/main">
              <a:ext uri="{FF2B5EF4-FFF2-40B4-BE49-F238E27FC236}">
                <a16:creationId xmlns:a16="http://schemas.microsoft.com/office/drawing/2014/main" id="{52040363-E709-4371-A578-8FDD1031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63" y="26439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path-967">
            <a:extLst xmlns:a="http://schemas.openxmlformats.org/drawingml/2006/main">
              <a:ext uri="{FF2B5EF4-FFF2-40B4-BE49-F238E27FC236}">
                <a16:creationId xmlns:a16="http://schemas.microsoft.com/office/drawing/2014/main" id="{6F08A808-E171-43DF-B4F4-FE3DA5E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24" y="26334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68">
            <a:extLst xmlns:a="http://schemas.openxmlformats.org/drawingml/2006/main">
              <a:ext uri="{FF2B5EF4-FFF2-40B4-BE49-F238E27FC236}">
                <a16:creationId xmlns:a16="http://schemas.microsoft.com/office/drawing/2014/main" id="{671D4356-B03E-43F9-8472-F1CE1FB0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288" y="26362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path-969">
            <a:extLst xmlns:a="http://schemas.openxmlformats.org/drawingml/2006/main">
              <a:ext uri="{FF2B5EF4-FFF2-40B4-BE49-F238E27FC236}">
                <a16:creationId xmlns:a16="http://schemas.microsoft.com/office/drawing/2014/main" id="{1119B929-B16B-4F9F-8FE9-3BF0D92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12" y="2665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70">
            <a:extLst xmlns:a="http://schemas.openxmlformats.org/drawingml/2006/main">
              <a:ext uri="{FF2B5EF4-FFF2-40B4-BE49-F238E27FC236}">
                <a16:creationId xmlns:a16="http://schemas.microsoft.com/office/drawing/2014/main" id="{DE6AF87D-BB41-4C8F-AEED-3BB5D8F6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778" y="2641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path-971">
            <a:extLst xmlns:a="http://schemas.openxmlformats.org/drawingml/2006/main">
              <a:ext uri="{FF2B5EF4-FFF2-40B4-BE49-F238E27FC236}">
                <a16:creationId xmlns:a16="http://schemas.microsoft.com/office/drawing/2014/main" id="{9E73751C-534F-491C-AAFA-FDA4B64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99" y="2664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972">
            <a:extLst xmlns:a="http://schemas.openxmlformats.org/drawingml/2006/main">
              <a:ext uri="{FF2B5EF4-FFF2-40B4-BE49-F238E27FC236}">
                <a16:creationId xmlns:a16="http://schemas.microsoft.com/office/drawing/2014/main" id="{5D07AF52-81C6-428C-AD96-1DC4EBD9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489" y="2643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973">
            <a:extLst xmlns:a="http://schemas.openxmlformats.org/drawingml/2006/main">
              <a:ext uri="{FF2B5EF4-FFF2-40B4-BE49-F238E27FC236}">
                <a16:creationId xmlns:a16="http://schemas.microsoft.com/office/drawing/2014/main" id="{8A9BCD99-9984-4A14-B7DC-9E905F3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520" y="2610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974">
            <a:extLst xmlns:a="http://schemas.openxmlformats.org/drawingml/2006/main">
              <a:ext uri="{FF2B5EF4-FFF2-40B4-BE49-F238E27FC236}">
                <a16:creationId xmlns:a16="http://schemas.microsoft.com/office/drawing/2014/main" id="{98C8835F-1B88-49F9-8D68-EF94B0CA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496" y="26487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975">
            <a:extLst xmlns:a="http://schemas.openxmlformats.org/drawingml/2006/main">
              <a:ext uri="{FF2B5EF4-FFF2-40B4-BE49-F238E27FC236}">
                <a16:creationId xmlns:a16="http://schemas.microsoft.com/office/drawing/2014/main" id="{8406CA3F-2D63-4F68-9582-C544152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105" y="26246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976">
            <a:extLst xmlns:a="http://schemas.openxmlformats.org/drawingml/2006/main">
              <a:ext uri="{FF2B5EF4-FFF2-40B4-BE49-F238E27FC236}">
                <a16:creationId xmlns:a16="http://schemas.microsoft.com/office/drawing/2014/main" id="{370A197B-DC3C-4CAC-A8A5-1B870A1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47" y="26568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77">
            <a:extLst xmlns:a="http://schemas.openxmlformats.org/drawingml/2006/main">
              <a:ext uri="{FF2B5EF4-FFF2-40B4-BE49-F238E27FC236}">
                <a16:creationId xmlns:a16="http://schemas.microsoft.com/office/drawing/2014/main" id="{B90E14A7-2363-4C76-BEB4-E715121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204" y="2636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78">
            <a:extLst xmlns:a="http://schemas.openxmlformats.org/drawingml/2006/main">
              <a:ext uri="{FF2B5EF4-FFF2-40B4-BE49-F238E27FC236}">
                <a16:creationId xmlns:a16="http://schemas.microsoft.com/office/drawing/2014/main" id="{69FEE3C4-F234-4E6A-B04B-A7F3295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23" y="26586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path-979">
            <a:extLst xmlns:a="http://schemas.openxmlformats.org/drawingml/2006/main">
              <a:ext uri="{FF2B5EF4-FFF2-40B4-BE49-F238E27FC236}">
                <a16:creationId xmlns:a16="http://schemas.microsoft.com/office/drawing/2014/main" id="{CAF3CA09-0877-498F-93F0-666CC88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595" y="26662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path-980">
            <a:extLst xmlns:a="http://schemas.openxmlformats.org/drawingml/2006/main">
              <a:ext uri="{FF2B5EF4-FFF2-40B4-BE49-F238E27FC236}">
                <a16:creationId xmlns:a16="http://schemas.microsoft.com/office/drawing/2014/main" id="{977A3587-783E-49D6-861A-DEC7623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427" y="2628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6" name="path-981">
            <a:extLst xmlns:a="http://schemas.openxmlformats.org/drawingml/2006/main">
              <a:ext uri="{FF2B5EF4-FFF2-40B4-BE49-F238E27FC236}">
                <a16:creationId xmlns:a16="http://schemas.microsoft.com/office/drawing/2014/main" id="{508A0C09-3E72-4E02-9C1E-6F55BE18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0" y="2659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ath-982">
            <a:extLst xmlns:a="http://schemas.openxmlformats.org/drawingml/2006/main">
              <a:ext uri="{FF2B5EF4-FFF2-40B4-BE49-F238E27FC236}">
                <a16:creationId xmlns:a16="http://schemas.microsoft.com/office/drawing/2014/main" id="{F8EAC836-2A3A-4B77-A543-0A9DFB4C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602" y="26127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path-983">
            <a:extLst xmlns:a="http://schemas.openxmlformats.org/drawingml/2006/main">
              <a:ext uri="{FF2B5EF4-FFF2-40B4-BE49-F238E27FC236}">
                <a16:creationId xmlns:a16="http://schemas.microsoft.com/office/drawing/2014/main" id="{F6C1CFB1-4DBB-4B9C-8A10-C913A6F9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025" y="2640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path-984">
            <a:extLst xmlns:a="http://schemas.openxmlformats.org/drawingml/2006/main">
              <a:ext uri="{FF2B5EF4-FFF2-40B4-BE49-F238E27FC236}">
                <a16:creationId xmlns:a16="http://schemas.microsoft.com/office/drawing/2014/main" id="{50023218-26D8-4E35-AE63-B79B0ED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1" y="2632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85">
            <a:extLst xmlns:a="http://schemas.openxmlformats.org/drawingml/2006/main">
              <a:ext uri="{FF2B5EF4-FFF2-40B4-BE49-F238E27FC236}">
                <a16:creationId xmlns:a16="http://schemas.microsoft.com/office/drawing/2014/main" id="{F83DB324-4109-4D16-9EE7-2A0E899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84" y="2633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86">
            <a:extLst xmlns:a="http://schemas.openxmlformats.org/drawingml/2006/main">
              <a:ext uri="{FF2B5EF4-FFF2-40B4-BE49-F238E27FC236}">
                <a16:creationId xmlns:a16="http://schemas.microsoft.com/office/drawing/2014/main" id="{FF0FFC56-81FA-47EA-A54C-200B6DFD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369" y="2647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87">
            <a:extLst xmlns:a="http://schemas.openxmlformats.org/drawingml/2006/main">
              <a:ext uri="{FF2B5EF4-FFF2-40B4-BE49-F238E27FC236}">
                <a16:creationId xmlns:a16="http://schemas.microsoft.com/office/drawing/2014/main" id="{44FBCA7D-19A7-4547-AF83-30A3D62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346" y="26370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88">
            <a:extLst xmlns:a="http://schemas.openxmlformats.org/drawingml/2006/main">
              <a:ext uri="{FF2B5EF4-FFF2-40B4-BE49-F238E27FC236}">
                <a16:creationId xmlns:a16="http://schemas.microsoft.com/office/drawing/2014/main" id="{167C1ECC-EB0B-462D-867D-5D52F18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795" y="2643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89">
            <a:extLst xmlns:a="http://schemas.openxmlformats.org/drawingml/2006/main">
              <a:ext uri="{FF2B5EF4-FFF2-40B4-BE49-F238E27FC236}">
                <a16:creationId xmlns:a16="http://schemas.microsoft.com/office/drawing/2014/main" id="{B3712921-5D42-4FA5-B5B5-561825D0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446" y="2655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5" name="path-990">
            <a:extLst xmlns:a="http://schemas.openxmlformats.org/drawingml/2006/main">
              <a:ext uri="{FF2B5EF4-FFF2-40B4-BE49-F238E27FC236}">
                <a16:creationId xmlns:a16="http://schemas.microsoft.com/office/drawing/2014/main" id="{0C720BDB-E971-4BB0-ADA0-414A9182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84" y="26434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6" name="path-991">
            <a:extLst xmlns:a="http://schemas.openxmlformats.org/drawingml/2006/main">
              <a:ext uri="{FF2B5EF4-FFF2-40B4-BE49-F238E27FC236}">
                <a16:creationId xmlns:a16="http://schemas.microsoft.com/office/drawing/2014/main" id="{BA898B10-7D33-4CB0-A8DC-43D9632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088" y="2654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7" name="path-992">
            <a:extLst xmlns:a="http://schemas.openxmlformats.org/drawingml/2006/main">
              <a:ext uri="{FF2B5EF4-FFF2-40B4-BE49-F238E27FC236}">
                <a16:creationId xmlns:a16="http://schemas.microsoft.com/office/drawing/2014/main" id="{014C6EA6-38C3-4059-B8AA-A606FCFD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69" y="26196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th-993">
            <a:extLst xmlns:a="http://schemas.openxmlformats.org/drawingml/2006/main">
              <a:ext uri="{FF2B5EF4-FFF2-40B4-BE49-F238E27FC236}">
                <a16:creationId xmlns:a16="http://schemas.microsoft.com/office/drawing/2014/main" id="{FA7A650E-978C-4D4D-9B16-C8EF188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98" y="2646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9" name="path-994">
            <a:extLst xmlns:a="http://schemas.openxmlformats.org/drawingml/2006/main">
              <a:ext uri="{FF2B5EF4-FFF2-40B4-BE49-F238E27FC236}">
                <a16:creationId xmlns:a16="http://schemas.microsoft.com/office/drawing/2014/main" id="{ED7444DD-D71A-4ECC-9143-EC10825F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782" y="26329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path-995">
            <a:extLst xmlns:a="http://schemas.openxmlformats.org/drawingml/2006/main">
              <a:ext uri="{FF2B5EF4-FFF2-40B4-BE49-F238E27FC236}">
                <a16:creationId xmlns:a16="http://schemas.microsoft.com/office/drawing/2014/main" id="{E4A51137-432C-4B24-835E-CD934F4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974" y="2622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path-996">
            <a:extLst xmlns:a="http://schemas.openxmlformats.org/drawingml/2006/main">
              <a:ext uri="{FF2B5EF4-FFF2-40B4-BE49-F238E27FC236}">
                <a16:creationId xmlns:a16="http://schemas.microsoft.com/office/drawing/2014/main" id="{028BD2D0-EAEA-4884-BF8D-158CC76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45" y="2622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97">
            <a:extLst xmlns:a="http://schemas.openxmlformats.org/drawingml/2006/main">
              <a:ext uri="{FF2B5EF4-FFF2-40B4-BE49-F238E27FC236}">
                <a16:creationId xmlns:a16="http://schemas.microsoft.com/office/drawing/2014/main" id="{A4E70549-2F41-4F5B-86C6-0B42698A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7" y="2643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3" name="path-998">
            <a:extLst xmlns:a="http://schemas.openxmlformats.org/drawingml/2006/main">
              <a:ext uri="{FF2B5EF4-FFF2-40B4-BE49-F238E27FC236}">
                <a16:creationId xmlns:a16="http://schemas.microsoft.com/office/drawing/2014/main" id="{4369AEB5-BD1C-457D-9565-2B5882AB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847" y="2644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th-999">
            <a:extLst xmlns:a="http://schemas.openxmlformats.org/drawingml/2006/main">
              <a:ext uri="{FF2B5EF4-FFF2-40B4-BE49-F238E27FC236}">
                <a16:creationId xmlns:a16="http://schemas.microsoft.com/office/drawing/2014/main" id="{4568CE4E-94FB-4C87-88E6-EA9AD1F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701" y="2654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5" name="path-1000">
            <a:extLst xmlns:a="http://schemas.openxmlformats.org/drawingml/2006/main">
              <a:ext uri="{FF2B5EF4-FFF2-40B4-BE49-F238E27FC236}">
                <a16:creationId xmlns:a16="http://schemas.microsoft.com/office/drawing/2014/main" id="{E4F11B0B-F612-4011-B66C-B8CD0FDB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662" y="26638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path-1001">
            <a:extLst xmlns:a="http://schemas.openxmlformats.org/drawingml/2006/main">
              <a:ext uri="{FF2B5EF4-FFF2-40B4-BE49-F238E27FC236}">
                <a16:creationId xmlns:a16="http://schemas.microsoft.com/office/drawing/2014/main" id="{7F48D8C2-C85C-4979-8507-E3A3199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236" y="2648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7" name="path-1002">
            <a:extLst xmlns:a="http://schemas.openxmlformats.org/drawingml/2006/main">
              <a:ext uri="{FF2B5EF4-FFF2-40B4-BE49-F238E27FC236}">
                <a16:creationId xmlns:a16="http://schemas.microsoft.com/office/drawing/2014/main" id="{DF7F8C93-D070-4AC0-A411-64623E8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94" y="26190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path-1003">
            <a:extLst xmlns:a="http://schemas.openxmlformats.org/drawingml/2006/main">
              <a:ext uri="{FF2B5EF4-FFF2-40B4-BE49-F238E27FC236}">
                <a16:creationId xmlns:a16="http://schemas.microsoft.com/office/drawing/2014/main" id="{7914EE2F-3D50-4435-9191-F8AF28A0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313" y="2642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9" name="path-1004">
            <a:extLst xmlns:a="http://schemas.openxmlformats.org/drawingml/2006/main">
              <a:ext uri="{FF2B5EF4-FFF2-40B4-BE49-F238E27FC236}">
                <a16:creationId xmlns:a16="http://schemas.microsoft.com/office/drawing/2014/main" id="{1EDA3F75-17E8-42EC-8735-738EF84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386" y="26147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path-1005">
            <a:extLst xmlns:a="http://schemas.openxmlformats.org/drawingml/2006/main">
              <a:ext uri="{FF2B5EF4-FFF2-40B4-BE49-F238E27FC236}">
                <a16:creationId xmlns:a16="http://schemas.microsoft.com/office/drawing/2014/main" id="{98F8AF81-980B-4BF5-BA66-63E169F8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388" y="26332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1" name="path-1006">
            <a:extLst xmlns:a="http://schemas.openxmlformats.org/drawingml/2006/main">
              <a:ext uri="{FF2B5EF4-FFF2-40B4-BE49-F238E27FC236}">
                <a16:creationId xmlns:a16="http://schemas.microsoft.com/office/drawing/2014/main" id="{70B1A14E-91EE-4EB5-A608-1E14D37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290" y="26322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2" name="path-1007">
            <a:extLst xmlns:a="http://schemas.openxmlformats.org/drawingml/2006/main">
              <a:ext uri="{FF2B5EF4-FFF2-40B4-BE49-F238E27FC236}">
                <a16:creationId xmlns:a16="http://schemas.microsoft.com/office/drawing/2014/main" id="{1CA78D46-08D6-4469-A351-B58615E9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99" y="26243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path-1008">
            <a:extLst xmlns:a="http://schemas.openxmlformats.org/drawingml/2006/main">
              <a:ext uri="{FF2B5EF4-FFF2-40B4-BE49-F238E27FC236}">
                <a16:creationId xmlns:a16="http://schemas.microsoft.com/office/drawing/2014/main" id="{EA33BA93-1E2A-4197-8026-34EEEE18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39" y="2659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path-1009">
            <a:extLst xmlns:a="http://schemas.openxmlformats.org/drawingml/2006/main">
              <a:ext uri="{FF2B5EF4-FFF2-40B4-BE49-F238E27FC236}">
                <a16:creationId xmlns:a16="http://schemas.microsoft.com/office/drawing/2014/main" id="{5930FA2E-14C6-4D80-80F8-11BFEA4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13" y="2630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5" name="path-1010">
            <a:extLst xmlns:a="http://schemas.openxmlformats.org/drawingml/2006/main">
              <a:ext uri="{FF2B5EF4-FFF2-40B4-BE49-F238E27FC236}">
                <a16:creationId xmlns:a16="http://schemas.microsoft.com/office/drawing/2014/main" id="{43D7FEDF-26CC-4382-823A-C6EE34B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055" y="2637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path-1011">
            <a:extLst xmlns:a="http://schemas.openxmlformats.org/drawingml/2006/main">
              <a:ext uri="{FF2B5EF4-FFF2-40B4-BE49-F238E27FC236}">
                <a16:creationId xmlns:a16="http://schemas.microsoft.com/office/drawing/2014/main" id="{81CC3AF2-89B2-4356-8F07-5A071B6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15" y="2655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path-1012">
            <a:extLst xmlns:a="http://schemas.openxmlformats.org/drawingml/2006/main">
              <a:ext uri="{FF2B5EF4-FFF2-40B4-BE49-F238E27FC236}">
                <a16:creationId xmlns:a16="http://schemas.microsoft.com/office/drawing/2014/main" id="{CDDC2D0A-6B42-4DBC-92DE-F49B93CE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747" y="26348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1013">
            <a:extLst xmlns:a="http://schemas.openxmlformats.org/drawingml/2006/main">
              <a:ext uri="{FF2B5EF4-FFF2-40B4-BE49-F238E27FC236}">
                <a16:creationId xmlns:a16="http://schemas.microsoft.com/office/drawing/2014/main" id="{CD96DF10-B24C-493D-BF79-E1B02D9B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224" y="2649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th-1014">
            <a:extLst xmlns:a="http://schemas.openxmlformats.org/drawingml/2006/main">
              <a:ext uri="{FF2B5EF4-FFF2-40B4-BE49-F238E27FC236}">
                <a16:creationId xmlns:a16="http://schemas.microsoft.com/office/drawing/2014/main" id="{6AF23C63-C465-4CEC-B60E-BE84024F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228" y="2623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1015">
            <a:extLst xmlns:a="http://schemas.openxmlformats.org/drawingml/2006/main">
              <a:ext uri="{FF2B5EF4-FFF2-40B4-BE49-F238E27FC236}">
                <a16:creationId xmlns:a16="http://schemas.microsoft.com/office/drawing/2014/main" id="{551CEEB8-7D4F-4C48-929B-21307B3B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074" y="2637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th-1016">
            <a:extLst xmlns:a="http://schemas.openxmlformats.org/drawingml/2006/main">
              <a:ext uri="{FF2B5EF4-FFF2-40B4-BE49-F238E27FC236}">
                <a16:creationId xmlns:a16="http://schemas.microsoft.com/office/drawing/2014/main" id="{4EDD93C2-7935-439C-95D0-23AF3F5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962" y="2645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1017">
            <a:extLst xmlns:a="http://schemas.openxmlformats.org/drawingml/2006/main">
              <a:ext uri="{FF2B5EF4-FFF2-40B4-BE49-F238E27FC236}">
                <a16:creationId xmlns:a16="http://schemas.microsoft.com/office/drawing/2014/main" id="{A80729B3-2A78-4BA0-A122-CBEEA07A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64" y="2641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path-1018">
            <a:extLst xmlns:a="http://schemas.openxmlformats.org/drawingml/2006/main">
              <a:ext uri="{FF2B5EF4-FFF2-40B4-BE49-F238E27FC236}">
                <a16:creationId xmlns:a16="http://schemas.microsoft.com/office/drawing/2014/main" id="{D01857E1-364F-4BE0-8F51-617AFEC0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08" y="2656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path-1019">
            <a:extLst xmlns:a="http://schemas.openxmlformats.org/drawingml/2006/main">
              <a:ext uri="{FF2B5EF4-FFF2-40B4-BE49-F238E27FC236}">
                <a16:creationId xmlns:a16="http://schemas.microsoft.com/office/drawing/2014/main" id="{7DD0B092-2FF7-4DB8-A0EE-20F2BB7B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491" y="26303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5" name="path-1020">
            <a:extLst xmlns:a="http://schemas.openxmlformats.org/drawingml/2006/main">
              <a:ext uri="{FF2B5EF4-FFF2-40B4-BE49-F238E27FC236}">
                <a16:creationId xmlns:a16="http://schemas.microsoft.com/office/drawing/2014/main" id="{B924C53D-4259-4107-88B4-A7813ED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698" y="2624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path-1021">
            <a:extLst xmlns:a="http://schemas.openxmlformats.org/drawingml/2006/main">
              <a:ext uri="{FF2B5EF4-FFF2-40B4-BE49-F238E27FC236}">
                <a16:creationId xmlns:a16="http://schemas.microsoft.com/office/drawing/2014/main" id="{DB838A2A-E69B-4AD4-909B-DEC411BC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19" y="26354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7" name="path-1022">
            <a:extLst xmlns:a="http://schemas.openxmlformats.org/drawingml/2006/main">
              <a:ext uri="{FF2B5EF4-FFF2-40B4-BE49-F238E27FC236}">
                <a16:creationId xmlns:a16="http://schemas.microsoft.com/office/drawing/2014/main" id="{589910BD-C5F1-47EE-BBEE-9A8DAF27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39" y="2633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1023">
            <a:extLst xmlns:a="http://schemas.openxmlformats.org/drawingml/2006/main">
              <a:ext uri="{FF2B5EF4-FFF2-40B4-BE49-F238E27FC236}">
                <a16:creationId xmlns:a16="http://schemas.microsoft.com/office/drawing/2014/main" id="{8A78CD92-F981-4D95-BF27-CA8F76D0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044" y="2624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path-1024">
            <a:extLst xmlns:a="http://schemas.openxmlformats.org/drawingml/2006/main">
              <a:ext uri="{FF2B5EF4-FFF2-40B4-BE49-F238E27FC236}">
                <a16:creationId xmlns:a16="http://schemas.microsoft.com/office/drawing/2014/main" id="{2E831498-5A24-4442-8A08-F07A3B20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943" y="2630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path-1025">
            <a:extLst xmlns:a="http://schemas.openxmlformats.org/drawingml/2006/main">
              <a:ext uri="{FF2B5EF4-FFF2-40B4-BE49-F238E27FC236}">
                <a16:creationId xmlns:a16="http://schemas.microsoft.com/office/drawing/2014/main" id="{FDF4D8B9-0856-44A2-87C7-B1418EDF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154" y="26318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path-1026">
            <a:extLst xmlns:a="http://schemas.openxmlformats.org/drawingml/2006/main">
              <a:ext uri="{FF2B5EF4-FFF2-40B4-BE49-F238E27FC236}">
                <a16:creationId xmlns:a16="http://schemas.microsoft.com/office/drawing/2014/main" id="{F77B8FD0-0397-466C-BF36-C80B3FBA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560" y="2652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2" name="path-1027">
            <a:extLst xmlns:a="http://schemas.openxmlformats.org/drawingml/2006/main">
              <a:ext uri="{FF2B5EF4-FFF2-40B4-BE49-F238E27FC236}">
                <a16:creationId xmlns:a16="http://schemas.microsoft.com/office/drawing/2014/main" id="{9B7E7353-0242-46B8-A505-BFFD47A4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815" y="2648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3" name="path-1028">
            <a:extLst xmlns:a="http://schemas.openxmlformats.org/drawingml/2006/main">
              <a:ext uri="{FF2B5EF4-FFF2-40B4-BE49-F238E27FC236}">
                <a16:creationId xmlns:a16="http://schemas.microsoft.com/office/drawing/2014/main" id="{F08B74D6-22E4-4BB7-92F8-3EE3FD9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67" y="2638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4" name="path-1029">
            <a:extLst xmlns:a="http://schemas.openxmlformats.org/drawingml/2006/main">
              <a:ext uri="{FF2B5EF4-FFF2-40B4-BE49-F238E27FC236}">
                <a16:creationId xmlns:a16="http://schemas.microsoft.com/office/drawing/2014/main" id="{4C6FCC03-8A43-473C-9E7B-4B4BCA7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2" y="2634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5" name="path-1030">
            <a:extLst xmlns:a="http://schemas.openxmlformats.org/drawingml/2006/main">
              <a:ext uri="{FF2B5EF4-FFF2-40B4-BE49-F238E27FC236}">
                <a16:creationId xmlns:a16="http://schemas.microsoft.com/office/drawing/2014/main" id="{BE6D66C8-92A8-44A6-AC4F-5C3D441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008" y="2634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path-1031">
            <a:extLst xmlns:a="http://schemas.openxmlformats.org/drawingml/2006/main">
              <a:ext uri="{FF2B5EF4-FFF2-40B4-BE49-F238E27FC236}">
                <a16:creationId xmlns:a16="http://schemas.microsoft.com/office/drawing/2014/main" id="{2813FAF6-A7DA-4600-9DBC-6E4C1DFB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032" y="26317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7" name="path-1032">
            <a:extLst xmlns:a="http://schemas.openxmlformats.org/drawingml/2006/main">
              <a:ext uri="{FF2B5EF4-FFF2-40B4-BE49-F238E27FC236}">
                <a16:creationId xmlns:a16="http://schemas.microsoft.com/office/drawing/2014/main" id="{D4656CB4-8EBE-4806-B8DF-4F45ED12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32" y="26547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path-1033">
            <a:extLst xmlns:a="http://schemas.openxmlformats.org/drawingml/2006/main">
              <a:ext uri="{FF2B5EF4-FFF2-40B4-BE49-F238E27FC236}">
                <a16:creationId xmlns:a16="http://schemas.microsoft.com/office/drawing/2014/main" id="{8A9240EE-9942-4D3D-9C84-217804A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690" y="26599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path-1034">
            <a:extLst xmlns:a="http://schemas.openxmlformats.org/drawingml/2006/main">
              <a:ext uri="{FF2B5EF4-FFF2-40B4-BE49-F238E27FC236}">
                <a16:creationId xmlns:a16="http://schemas.microsoft.com/office/drawing/2014/main" id="{8AB9C21A-E926-4450-9348-71982DCD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947" y="2647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path-1035">
            <a:extLst xmlns:a="http://schemas.openxmlformats.org/drawingml/2006/main">
              <a:ext uri="{FF2B5EF4-FFF2-40B4-BE49-F238E27FC236}">
                <a16:creationId xmlns:a16="http://schemas.microsoft.com/office/drawing/2014/main" id="{9FA9C630-4C24-4281-94AF-8841DADB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756" y="261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1036">
            <a:extLst xmlns:a="http://schemas.openxmlformats.org/drawingml/2006/main">
              <a:ext uri="{FF2B5EF4-FFF2-40B4-BE49-F238E27FC236}">
                <a16:creationId xmlns:a16="http://schemas.microsoft.com/office/drawing/2014/main" id="{2DF473C3-4954-46B2-A1B8-E3148D4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359" y="2639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1037">
            <a:extLst xmlns:a="http://schemas.openxmlformats.org/drawingml/2006/main">
              <a:ext uri="{FF2B5EF4-FFF2-40B4-BE49-F238E27FC236}">
                <a16:creationId xmlns:a16="http://schemas.microsoft.com/office/drawing/2014/main" id="{21DFE903-54A4-4D0B-B644-2480564E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51" y="2619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path-1038">
            <a:extLst xmlns:a="http://schemas.openxmlformats.org/drawingml/2006/main">
              <a:ext uri="{FF2B5EF4-FFF2-40B4-BE49-F238E27FC236}">
                <a16:creationId xmlns:a16="http://schemas.microsoft.com/office/drawing/2014/main" id="{1B012D8C-3E25-4A39-A645-2812F1B0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08" y="2595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path-1039">
            <a:extLst xmlns:a="http://schemas.openxmlformats.org/drawingml/2006/main">
              <a:ext uri="{FF2B5EF4-FFF2-40B4-BE49-F238E27FC236}">
                <a16:creationId xmlns:a16="http://schemas.microsoft.com/office/drawing/2014/main" id="{81E3F615-1D15-4FD4-BA6B-EB2AA0A2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00" y="2662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path-1040">
            <a:extLst xmlns:a="http://schemas.openxmlformats.org/drawingml/2006/main">
              <a:ext uri="{FF2B5EF4-FFF2-40B4-BE49-F238E27FC236}">
                <a16:creationId xmlns:a16="http://schemas.microsoft.com/office/drawing/2014/main" id="{4F31DDBA-E0B6-4113-88EF-53CC736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312" y="2643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th-1041">
            <a:extLst xmlns:a="http://schemas.openxmlformats.org/drawingml/2006/main">
              <a:ext uri="{FF2B5EF4-FFF2-40B4-BE49-F238E27FC236}">
                <a16:creationId xmlns:a16="http://schemas.microsoft.com/office/drawing/2014/main" id="{AA183E88-5012-46D0-BC4E-412CA6B2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493" y="26642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path-1042">
            <a:extLst xmlns:a="http://schemas.openxmlformats.org/drawingml/2006/main">
              <a:ext uri="{FF2B5EF4-FFF2-40B4-BE49-F238E27FC236}">
                <a16:creationId xmlns:a16="http://schemas.microsoft.com/office/drawing/2014/main" id="{AF5107FE-2CC8-4FB8-AAF4-C9118FD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875" y="2660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path-1043">
            <a:extLst xmlns:a="http://schemas.openxmlformats.org/drawingml/2006/main">
              <a:ext uri="{FF2B5EF4-FFF2-40B4-BE49-F238E27FC236}">
                <a16:creationId xmlns:a16="http://schemas.microsoft.com/office/drawing/2014/main" id="{AB2C6AC8-54D6-41D0-B2DF-B370CB0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48" y="2602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path-1044">
            <a:extLst xmlns:a="http://schemas.openxmlformats.org/drawingml/2006/main">
              <a:ext uri="{FF2B5EF4-FFF2-40B4-BE49-F238E27FC236}">
                <a16:creationId xmlns:a16="http://schemas.microsoft.com/office/drawing/2014/main" id="{F5C5BEED-EBA5-4C3B-BFCE-940F7DE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48" y="26026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path-1045">
            <a:extLst xmlns:a="http://schemas.openxmlformats.org/drawingml/2006/main">
              <a:ext uri="{FF2B5EF4-FFF2-40B4-BE49-F238E27FC236}">
                <a16:creationId xmlns:a16="http://schemas.microsoft.com/office/drawing/2014/main" id="{685174CF-733B-40AD-B5E1-905EDC26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30" y="2658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th-1046">
            <a:extLst xmlns:a="http://schemas.openxmlformats.org/drawingml/2006/main">
              <a:ext uri="{FF2B5EF4-FFF2-40B4-BE49-F238E27FC236}">
                <a16:creationId xmlns:a16="http://schemas.microsoft.com/office/drawing/2014/main" id="{80DD6559-4908-46E8-904A-2DE1EDD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24" y="2624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path-1047">
            <a:extLst xmlns:a="http://schemas.openxmlformats.org/drawingml/2006/main">
              <a:ext uri="{FF2B5EF4-FFF2-40B4-BE49-F238E27FC236}">
                <a16:creationId xmlns:a16="http://schemas.microsoft.com/office/drawing/2014/main" id="{8A259719-B167-45B0-847B-1901E1A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284" y="2654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path-1048">
            <a:extLst xmlns:a="http://schemas.openxmlformats.org/drawingml/2006/main">
              <a:ext uri="{FF2B5EF4-FFF2-40B4-BE49-F238E27FC236}">
                <a16:creationId xmlns:a16="http://schemas.microsoft.com/office/drawing/2014/main" id="{D83DD1C1-FB0A-4F99-8E03-80829CF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90" y="2628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path-1049">
            <a:extLst xmlns:a="http://schemas.openxmlformats.org/drawingml/2006/main">
              <a:ext uri="{FF2B5EF4-FFF2-40B4-BE49-F238E27FC236}">
                <a16:creationId xmlns:a16="http://schemas.microsoft.com/office/drawing/2014/main" id="{55BBCD08-A544-4EF9-A782-0FF7C3E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718" y="2640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path-1050">
            <a:extLst xmlns:a="http://schemas.openxmlformats.org/drawingml/2006/main">
              <a:ext uri="{FF2B5EF4-FFF2-40B4-BE49-F238E27FC236}">
                <a16:creationId xmlns:a16="http://schemas.microsoft.com/office/drawing/2014/main" id="{F5D86521-75B0-4C46-AB77-779E44D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543" y="26253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th-1051">
            <a:extLst xmlns:a="http://schemas.openxmlformats.org/drawingml/2006/main">
              <a:ext uri="{FF2B5EF4-FFF2-40B4-BE49-F238E27FC236}">
                <a16:creationId xmlns:a16="http://schemas.microsoft.com/office/drawing/2014/main" id="{6ACC93FA-8C78-4BC5-8DBF-C270B87A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113" y="2615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path-1052">
            <a:extLst xmlns:a="http://schemas.openxmlformats.org/drawingml/2006/main">
              <a:ext uri="{FF2B5EF4-FFF2-40B4-BE49-F238E27FC236}">
                <a16:creationId xmlns:a16="http://schemas.microsoft.com/office/drawing/2014/main" id="{34219069-1233-4D94-B9DF-6CBD9E7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22" y="2652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path-1053">
            <a:extLst xmlns:a="http://schemas.openxmlformats.org/drawingml/2006/main">
              <a:ext uri="{FF2B5EF4-FFF2-40B4-BE49-F238E27FC236}">
                <a16:creationId xmlns:a16="http://schemas.microsoft.com/office/drawing/2014/main" id="{A147D5C5-7104-41A8-9005-5C98F2BF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537" y="2645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path-1054">
            <a:extLst xmlns:a="http://schemas.openxmlformats.org/drawingml/2006/main">
              <a:ext uri="{FF2B5EF4-FFF2-40B4-BE49-F238E27FC236}">
                <a16:creationId xmlns:a16="http://schemas.microsoft.com/office/drawing/2014/main" id="{A00D5ECA-0E7E-453F-B284-C9D164AC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47" y="2635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path-1055">
            <a:extLst xmlns:a="http://schemas.openxmlformats.org/drawingml/2006/main">
              <a:ext uri="{FF2B5EF4-FFF2-40B4-BE49-F238E27FC236}">
                <a16:creationId xmlns:a16="http://schemas.microsoft.com/office/drawing/2014/main" id="{9C2788D0-9876-4B44-8BC8-6BED9E5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029" y="2623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1056">
            <a:extLst xmlns:a="http://schemas.openxmlformats.org/drawingml/2006/main">
              <a:ext uri="{FF2B5EF4-FFF2-40B4-BE49-F238E27FC236}">
                <a16:creationId xmlns:a16="http://schemas.microsoft.com/office/drawing/2014/main" id="{248A6861-4897-43AD-941A-6ECEB950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526" y="2643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1057">
            <a:extLst xmlns:a="http://schemas.openxmlformats.org/drawingml/2006/main">
              <a:ext uri="{FF2B5EF4-FFF2-40B4-BE49-F238E27FC236}">
                <a16:creationId xmlns:a16="http://schemas.microsoft.com/office/drawing/2014/main" id="{B4FA5157-C72C-4926-AE6F-EA06D571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229" y="2623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path-1058">
            <a:extLst xmlns:a="http://schemas.openxmlformats.org/drawingml/2006/main">
              <a:ext uri="{FF2B5EF4-FFF2-40B4-BE49-F238E27FC236}">
                <a16:creationId xmlns:a16="http://schemas.microsoft.com/office/drawing/2014/main" id="{5384A5F1-8AC0-436E-89D5-AFFC039E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14" y="2621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path-1059">
            <a:extLst xmlns:a="http://schemas.openxmlformats.org/drawingml/2006/main">
              <a:ext uri="{FF2B5EF4-FFF2-40B4-BE49-F238E27FC236}">
                <a16:creationId xmlns:a16="http://schemas.microsoft.com/office/drawing/2014/main" id="{FB386C86-6098-4310-B261-40899BF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988" y="2624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path-1060">
            <a:extLst xmlns:a="http://schemas.openxmlformats.org/drawingml/2006/main">
              <a:ext uri="{FF2B5EF4-FFF2-40B4-BE49-F238E27FC236}">
                <a16:creationId xmlns:a16="http://schemas.microsoft.com/office/drawing/2014/main" id="{7E5F07C7-5F36-4126-A89F-632CCFE9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531" y="26392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th-1061">
            <a:extLst xmlns:a="http://schemas.openxmlformats.org/drawingml/2006/main">
              <a:ext uri="{FF2B5EF4-FFF2-40B4-BE49-F238E27FC236}">
                <a16:creationId xmlns:a16="http://schemas.microsoft.com/office/drawing/2014/main" id="{44E68B2E-165D-4BF7-899E-21B7E3C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820" y="2646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path-1062">
            <a:extLst xmlns:a="http://schemas.openxmlformats.org/drawingml/2006/main">
              <a:ext uri="{FF2B5EF4-FFF2-40B4-BE49-F238E27FC236}">
                <a16:creationId xmlns:a16="http://schemas.microsoft.com/office/drawing/2014/main" id="{3E81A2B3-AA3C-429A-B806-6C63A22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440" y="26276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path-1063">
            <a:extLst xmlns:a="http://schemas.openxmlformats.org/drawingml/2006/main">
              <a:ext uri="{FF2B5EF4-FFF2-40B4-BE49-F238E27FC236}">
                <a16:creationId xmlns:a16="http://schemas.microsoft.com/office/drawing/2014/main" id="{262AEBB8-D501-4E13-A2DC-15E89E5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25" y="2669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path-1064">
            <a:extLst xmlns:a="http://schemas.openxmlformats.org/drawingml/2006/main">
              <a:ext uri="{FF2B5EF4-FFF2-40B4-BE49-F238E27FC236}">
                <a16:creationId xmlns:a16="http://schemas.microsoft.com/office/drawing/2014/main" id="{0FBA8982-EC3D-439E-84A1-96631C8A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356" y="2616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path-1065">
            <a:extLst xmlns:a="http://schemas.openxmlformats.org/drawingml/2006/main">
              <a:ext uri="{FF2B5EF4-FFF2-40B4-BE49-F238E27FC236}">
                <a16:creationId xmlns:a16="http://schemas.microsoft.com/office/drawing/2014/main" id="{1EFF173D-F49B-4525-8577-DF51889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41" y="2637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1" name="path-1066">
            <a:extLst xmlns:a="http://schemas.openxmlformats.org/drawingml/2006/main">
              <a:ext uri="{FF2B5EF4-FFF2-40B4-BE49-F238E27FC236}">
                <a16:creationId xmlns:a16="http://schemas.microsoft.com/office/drawing/2014/main" id="{E651E968-1FAE-401F-A935-CFB4069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78" y="26504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2" name="path-1067">
            <a:extLst xmlns:a="http://schemas.openxmlformats.org/drawingml/2006/main">
              <a:ext uri="{FF2B5EF4-FFF2-40B4-BE49-F238E27FC236}">
                <a16:creationId xmlns:a16="http://schemas.microsoft.com/office/drawing/2014/main" id="{E24BCDAF-C2DE-4ED3-937B-814F236B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359" y="26459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path-1068">
            <a:extLst xmlns:a="http://schemas.openxmlformats.org/drawingml/2006/main">
              <a:ext uri="{FF2B5EF4-FFF2-40B4-BE49-F238E27FC236}">
                <a16:creationId xmlns:a16="http://schemas.microsoft.com/office/drawing/2014/main" id="{999F6AF5-9C98-48D4-B426-EFCD964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50" y="2624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path-1069">
            <a:extLst xmlns:a="http://schemas.openxmlformats.org/drawingml/2006/main">
              <a:ext uri="{FF2B5EF4-FFF2-40B4-BE49-F238E27FC236}">
                <a16:creationId xmlns:a16="http://schemas.microsoft.com/office/drawing/2014/main" id="{DBAA437B-530C-403A-B326-EF99E71E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033" y="2645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path-1070">
            <a:extLst xmlns:a="http://schemas.openxmlformats.org/drawingml/2006/main">
              <a:ext uri="{FF2B5EF4-FFF2-40B4-BE49-F238E27FC236}">
                <a16:creationId xmlns:a16="http://schemas.microsoft.com/office/drawing/2014/main" id="{39E6D70A-1F4F-400B-99AA-FDF23B0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643" y="2664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6" name="path-1071">
            <a:extLst xmlns:a="http://schemas.openxmlformats.org/drawingml/2006/main">
              <a:ext uri="{FF2B5EF4-FFF2-40B4-BE49-F238E27FC236}">
                <a16:creationId xmlns:a16="http://schemas.microsoft.com/office/drawing/2014/main" id="{06DA0FEF-525F-4FE4-984C-E94C1D3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883" y="2629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72">
            <a:extLst xmlns:a="http://schemas.openxmlformats.org/drawingml/2006/main">
              <a:ext uri="{FF2B5EF4-FFF2-40B4-BE49-F238E27FC236}">
                <a16:creationId xmlns:a16="http://schemas.microsoft.com/office/drawing/2014/main" id="{0E6A7F06-A992-47AF-81BC-645835C0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175" y="2615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path-1073">
            <a:extLst xmlns:a="http://schemas.openxmlformats.org/drawingml/2006/main">
              <a:ext uri="{FF2B5EF4-FFF2-40B4-BE49-F238E27FC236}">
                <a16:creationId xmlns:a16="http://schemas.microsoft.com/office/drawing/2014/main" id="{E54F0290-6EDA-4AE3-A9E1-8FB18010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06" y="26334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9" name="path-1074">
            <a:extLst xmlns:a="http://schemas.openxmlformats.org/drawingml/2006/main">
              <a:ext uri="{FF2B5EF4-FFF2-40B4-BE49-F238E27FC236}">
                <a16:creationId xmlns:a16="http://schemas.microsoft.com/office/drawing/2014/main" id="{8067AA4A-92E3-4171-AE1D-FFA04E3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109" y="2638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0" name="path-1075">
            <a:extLst xmlns:a="http://schemas.openxmlformats.org/drawingml/2006/main">
              <a:ext uri="{FF2B5EF4-FFF2-40B4-BE49-F238E27FC236}">
                <a16:creationId xmlns:a16="http://schemas.microsoft.com/office/drawing/2014/main" id="{79223810-C5D5-4911-AE1E-6302659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8" y="2630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1" name="path-1076">
            <a:extLst xmlns:a="http://schemas.openxmlformats.org/drawingml/2006/main">
              <a:ext uri="{FF2B5EF4-FFF2-40B4-BE49-F238E27FC236}">
                <a16:creationId xmlns:a16="http://schemas.microsoft.com/office/drawing/2014/main" id="{85BFB387-D04D-46D6-8C2E-C4CB14F5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42" y="26159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2" name="path-1077">
            <a:extLst xmlns:a="http://schemas.openxmlformats.org/drawingml/2006/main">
              <a:ext uri="{FF2B5EF4-FFF2-40B4-BE49-F238E27FC236}">
                <a16:creationId xmlns:a16="http://schemas.microsoft.com/office/drawing/2014/main" id="{74A78AFF-2084-45D3-B01C-4E58F97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424" y="2604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78">
            <a:extLst xmlns:a="http://schemas.openxmlformats.org/drawingml/2006/main">
              <a:ext uri="{FF2B5EF4-FFF2-40B4-BE49-F238E27FC236}">
                <a16:creationId xmlns:a16="http://schemas.microsoft.com/office/drawing/2014/main" id="{3F5CA485-4DDA-4D60-A11F-7F310773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167" y="2645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4" name="path-1079">
            <a:extLst xmlns:a="http://schemas.openxmlformats.org/drawingml/2006/main">
              <a:ext uri="{FF2B5EF4-FFF2-40B4-BE49-F238E27FC236}">
                <a16:creationId xmlns:a16="http://schemas.microsoft.com/office/drawing/2014/main" id="{9BBD4FA2-F64C-42D2-81E0-BF1937C4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874" y="2612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5" name="path-1080">
            <a:extLst xmlns:a="http://schemas.openxmlformats.org/drawingml/2006/main">
              <a:ext uri="{FF2B5EF4-FFF2-40B4-BE49-F238E27FC236}">
                <a16:creationId xmlns:a16="http://schemas.microsoft.com/office/drawing/2014/main" id="{6CC8BC42-209B-41B5-8D2E-B4EC55FC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11" y="26229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6" name="path-1081">
            <a:extLst xmlns:a="http://schemas.openxmlformats.org/drawingml/2006/main">
              <a:ext uri="{FF2B5EF4-FFF2-40B4-BE49-F238E27FC236}">
                <a16:creationId xmlns:a16="http://schemas.microsoft.com/office/drawing/2014/main" id="{ACD60399-CCA3-41EE-938C-FE459431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903" y="26180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7" name="path-1082">
            <a:extLst xmlns:a="http://schemas.openxmlformats.org/drawingml/2006/main">
              <a:ext uri="{FF2B5EF4-FFF2-40B4-BE49-F238E27FC236}">
                <a16:creationId xmlns:a16="http://schemas.microsoft.com/office/drawing/2014/main" id="{5753550C-71C3-40A5-8326-BE29C0BA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339" y="2644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8" name="path-1083">
            <a:extLst xmlns:a="http://schemas.openxmlformats.org/drawingml/2006/main">
              <a:ext uri="{FF2B5EF4-FFF2-40B4-BE49-F238E27FC236}">
                <a16:creationId xmlns:a16="http://schemas.microsoft.com/office/drawing/2014/main" id="{532DAAEE-1AEC-4DA3-8624-7F7B3DD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215" y="2627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84">
            <a:extLst xmlns:a="http://schemas.openxmlformats.org/drawingml/2006/main">
              <a:ext uri="{FF2B5EF4-FFF2-40B4-BE49-F238E27FC236}">
                <a16:creationId xmlns:a16="http://schemas.microsoft.com/office/drawing/2014/main" id="{4BEF3125-EB20-4CE7-BEDB-58C56A94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044" y="2628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0" name="path-1085">
            <a:extLst xmlns:a="http://schemas.openxmlformats.org/drawingml/2006/main">
              <a:ext uri="{FF2B5EF4-FFF2-40B4-BE49-F238E27FC236}">
                <a16:creationId xmlns:a16="http://schemas.microsoft.com/office/drawing/2014/main" id="{864A9A7B-6814-4578-A58E-C51720F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815" y="26303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1" name="path-1086">
            <a:extLst xmlns:a="http://schemas.openxmlformats.org/drawingml/2006/main">
              <a:ext uri="{FF2B5EF4-FFF2-40B4-BE49-F238E27FC236}">
                <a16:creationId xmlns:a16="http://schemas.microsoft.com/office/drawing/2014/main" id="{CF3876F7-6760-47FC-9350-63D6202B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09" y="2620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2" name="path-1087">
            <a:extLst xmlns:a="http://schemas.openxmlformats.org/drawingml/2006/main">
              <a:ext uri="{FF2B5EF4-FFF2-40B4-BE49-F238E27FC236}">
                <a16:creationId xmlns:a16="http://schemas.microsoft.com/office/drawing/2014/main" id="{B4E47E40-D93B-4BC4-9F4B-4276407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113" y="2672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path-1088">
            <a:extLst xmlns:a="http://schemas.openxmlformats.org/drawingml/2006/main">
              <a:ext uri="{FF2B5EF4-FFF2-40B4-BE49-F238E27FC236}">
                <a16:creationId xmlns:a16="http://schemas.microsoft.com/office/drawing/2014/main" id="{4F26B7EF-AD52-46B0-A4D2-B50CC01A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362" y="26291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4" name="path-1089">
            <a:extLst xmlns:a="http://schemas.openxmlformats.org/drawingml/2006/main">
              <a:ext uri="{FF2B5EF4-FFF2-40B4-BE49-F238E27FC236}">
                <a16:creationId xmlns:a16="http://schemas.microsoft.com/office/drawing/2014/main" id="{A5BF28FC-C4F7-4AC7-AC3E-A3C935C7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237" y="26362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path-1090">
            <a:extLst xmlns:a="http://schemas.openxmlformats.org/drawingml/2006/main">
              <a:ext uri="{FF2B5EF4-FFF2-40B4-BE49-F238E27FC236}">
                <a16:creationId xmlns:a16="http://schemas.microsoft.com/office/drawing/2014/main" id="{BF8BA4F5-4529-4FFF-AAAE-12FEACBA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82" y="2632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6" name="path-1091">
            <a:extLst xmlns:a="http://schemas.openxmlformats.org/drawingml/2006/main">
              <a:ext uri="{FF2B5EF4-FFF2-40B4-BE49-F238E27FC236}">
                <a16:creationId xmlns:a16="http://schemas.microsoft.com/office/drawing/2014/main" id="{3A065161-C1F8-4F85-9CE6-838C537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05" y="2631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path-1092">
            <a:extLst xmlns:a="http://schemas.openxmlformats.org/drawingml/2006/main">
              <a:ext uri="{FF2B5EF4-FFF2-40B4-BE49-F238E27FC236}">
                <a16:creationId xmlns:a16="http://schemas.microsoft.com/office/drawing/2014/main" id="{22B42E69-9BB3-4E89-A4B9-7C2C860F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197" y="2645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path-1093">
            <a:extLst xmlns:a="http://schemas.openxmlformats.org/drawingml/2006/main">
              <a:ext uri="{FF2B5EF4-FFF2-40B4-BE49-F238E27FC236}">
                <a16:creationId xmlns:a16="http://schemas.microsoft.com/office/drawing/2014/main" id="{C3DCF85A-F06F-41E8-B35D-77F6FC6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54" y="26320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94">
            <a:extLst xmlns:a="http://schemas.openxmlformats.org/drawingml/2006/main">
              <a:ext uri="{FF2B5EF4-FFF2-40B4-BE49-F238E27FC236}">
                <a16:creationId xmlns:a16="http://schemas.microsoft.com/office/drawing/2014/main" id="{03D2F793-6B61-4FE0-8DA9-EA0C8DC1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742" y="2624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path-1095">
            <a:extLst xmlns:a="http://schemas.openxmlformats.org/drawingml/2006/main">
              <a:ext uri="{FF2B5EF4-FFF2-40B4-BE49-F238E27FC236}">
                <a16:creationId xmlns:a16="http://schemas.microsoft.com/office/drawing/2014/main" id="{6A80E7F2-0809-4A2A-BCA3-6D33966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81" y="26595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th-1096">
            <a:extLst xmlns:a="http://schemas.openxmlformats.org/drawingml/2006/main">
              <a:ext uri="{FF2B5EF4-FFF2-40B4-BE49-F238E27FC236}">
                <a16:creationId xmlns:a16="http://schemas.microsoft.com/office/drawing/2014/main" id="{4AA453F6-413E-4737-9F65-876ECA8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937" y="2631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2" name="path-1097">
            <a:extLst xmlns:a="http://schemas.openxmlformats.org/drawingml/2006/main">
              <a:ext uri="{FF2B5EF4-FFF2-40B4-BE49-F238E27FC236}">
                <a16:creationId xmlns:a16="http://schemas.microsoft.com/office/drawing/2014/main" id="{8F5FF3B2-7CAB-4A79-9A2B-629F0A5D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53" y="2650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3" name="path-1098">
            <a:extLst xmlns:a="http://schemas.openxmlformats.org/drawingml/2006/main">
              <a:ext uri="{FF2B5EF4-FFF2-40B4-BE49-F238E27FC236}">
                <a16:creationId xmlns:a16="http://schemas.microsoft.com/office/drawing/2014/main" id="{E989FF42-BDE4-441C-A725-929E1BC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796" y="2661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4" name="path-1099">
            <a:extLst xmlns:a="http://schemas.openxmlformats.org/drawingml/2006/main">
              <a:ext uri="{FF2B5EF4-FFF2-40B4-BE49-F238E27FC236}">
                <a16:creationId xmlns:a16="http://schemas.microsoft.com/office/drawing/2014/main" id="{3B8EF4A7-162A-4299-9DD1-45CF2CBB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03" y="26195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5" name="path-1100">
            <a:extLst xmlns:a="http://schemas.openxmlformats.org/drawingml/2006/main">
              <a:ext uri="{FF2B5EF4-FFF2-40B4-BE49-F238E27FC236}">
                <a16:creationId xmlns:a16="http://schemas.microsoft.com/office/drawing/2014/main" id="{33492F30-2339-4CED-A558-392F16A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07" y="26257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6" name="path-1101">
            <a:extLst xmlns:a="http://schemas.openxmlformats.org/drawingml/2006/main">
              <a:ext uri="{FF2B5EF4-FFF2-40B4-BE49-F238E27FC236}">
                <a16:creationId xmlns:a16="http://schemas.microsoft.com/office/drawing/2014/main" id="{DF188238-8506-4FA4-87B9-4568F82B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09" y="2664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path-1102">
            <a:extLst xmlns:a="http://schemas.openxmlformats.org/drawingml/2006/main">
              <a:ext uri="{FF2B5EF4-FFF2-40B4-BE49-F238E27FC236}">
                <a16:creationId xmlns:a16="http://schemas.microsoft.com/office/drawing/2014/main" id="{5135A658-CE08-49E8-95C5-047B7FAD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359" y="2642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8" name="path-1103">
            <a:extLst xmlns:a="http://schemas.openxmlformats.org/drawingml/2006/main">
              <a:ext uri="{FF2B5EF4-FFF2-40B4-BE49-F238E27FC236}">
                <a16:creationId xmlns:a16="http://schemas.microsoft.com/office/drawing/2014/main" id="{F112AF5B-11A7-4891-BDEE-C10149E1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168" y="2642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9" name="path-1104">
            <a:extLst xmlns:a="http://schemas.openxmlformats.org/drawingml/2006/main">
              <a:ext uri="{FF2B5EF4-FFF2-40B4-BE49-F238E27FC236}">
                <a16:creationId xmlns:a16="http://schemas.microsoft.com/office/drawing/2014/main" id="{39522A8A-8587-458E-96FD-61FC23B6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12" y="2635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0" name="path-1105">
            <a:extLst xmlns:a="http://schemas.openxmlformats.org/drawingml/2006/main">
              <a:ext uri="{FF2B5EF4-FFF2-40B4-BE49-F238E27FC236}">
                <a16:creationId xmlns:a16="http://schemas.microsoft.com/office/drawing/2014/main" id="{D34909BA-03B8-469C-B1A3-B3CAC85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430" y="2630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1" name="path-1106">
            <a:extLst xmlns:a="http://schemas.openxmlformats.org/drawingml/2006/main">
              <a:ext uri="{FF2B5EF4-FFF2-40B4-BE49-F238E27FC236}">
                <a16:creationId xmlns:a16="http://schemas.microsoft.com/office/drawing/2014/main" id="{BC9ED2E8-2BE4-4778-923C-E1EA9B93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597" y="2640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2" name="path-1107">
            <a:extLst xmlns:a="http://schemas.openxmlformats.org/drawingml/2006/main">
              <a:ext uri="{FF2B5EF4-FFF2-40B4-BE49-F238E27FC236}">
                <a16:creationId xmlns:a16="http://schemas.microsoft.com/office/drawing/2014/main" id="{88975941-FC5C-457E-B19E-F278EE88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993" y="2650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3" name="path-1108">
            <a:extLst xmlns:a="http://schemas.openxmlformats.org/drawingml/2006/main">
              <a:ext uri="{FF2B5EF4-FFF2-40B4-BE49-F238E27FC236}">
                <a16:creationId xmlns:a16="http://schemas.microsoft.com/office/drawing/2014/main" id="{330D902B-EC30-4BAF-9AE4-39A55E8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709" y="26477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4" name="path-1109">
            <a:extLst xmlns:a="http://schemas.openxmlformats.org/drawingml/2006/main">
              <a:ext uri="{FF2B5EF4-FFF2-40B4-BE49-F238E27FC236}">
                <a16:creationId xmlns:a16="http://schemas.microsoft.com/office/drawing/2014/main" id="{82803B27-91D2-4EAB-A8E5-15669A82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823" y="262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path-1110">
            <a:extLst xmlns:a="http://schemas.openxmlformats.org/drawingml/2006/main">
              <a:ext uri="{FF2B5EF4-FFF2-40B4-BE49-F238E27FC236}">
                <a16:creationId xmlns:a16="http://schemas.microsoft.com/office/drawing/2014/main" id="{1F3B194F-504A-4DD3-9E3D-B5DAFD14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784" y="2648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6" name="path-1111">
            <a:extLst xmlns:a="http://schemas.openxmlformats.org/drawingml/2006/main">
              <a:ext uri="{FF2B5EF4-FFF2-40B4-BE49-F238E27FC236}">
                <a16:creationId xmlns:a16="http://schemas.microsoft.com/office/drawing/2014/main" id="{4A799023-FD2D-45FD-97A5-E5F4A59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659" y="2658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path-1112">
            <a:extLst xmlns:a="http://schemas.openxmlformats.org/drawingml/2006/main">
              <a:ext uri="{FF2B5EF4-FFF2-40B4-BE49-F238E27FC236}">
                <a16:creationId xmlns:a16="http://schemas.microsoft.com/office/drawing/2014/main" id="{2E571EBF-24B4-4F76-BFD6-A4926F3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402" y="26076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8" name="path-1113">
            <a:extLst xmlns:a="http://schemas.openxmlformats.org/drawingml/2006/main">
              <a:ext uri="{FF2B5EF4-FFF2-40B4-BE49-F238E27FC236}">
                <a16:creationId xmlns:a16="http://schemas.microsoft.com/office/drawing/2014/main" id="{C3195F63-BE70-43B0-A9FD-DF8CA71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97" y="2658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path-1114">
            <a:extLst xmlns:a="http://schemas.openxmlformats.org/drawingml/2006/main">
              <a:ext uri="{FF2B5EF4-FFF2-40B4-BE49-F238E27FC236}">
                <a16:creationId xmlns:a16="http://schemas.microsoft.com/office/drawing/2014/main" id="{FB3BBB19-1E1F-4513-AF6A-ACC6A0D2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619" y="2636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0" name="path-1115">
            <a:extLst xmlns:a="http://schemas.openxmlformats.org/drawingml/2006/main">
              <a:ext uri="{FF2B5EF4-FFF2-40B4-BE49-F238E27FC236}">
                <a16:creationId xmlns:a16="http://schemas.microsoft.com/office/drawing/2014/main" id="{6A6EB6BA-E20F-44D8-90B9-2F3821A5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975" y="26257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th-1116">
            <a:extLst xmlns:a="http://schemas.openxmlformats.org/drawingml/2006/main">
              <a:ext uri="{FF2B5EF4-FFF2-40B4-BE49-F238E27FC236}">
                <a16:creationId xmlns:a16="http://schemas.microsoft.com/office/drawing/2014/main" id="{FE4FF712-1124-4C4A-86A0-C32CC303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17" y="26544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2" name="path-1117">
            <a:extLst xmlns:a="http://schemas.openxmlformats.org/drawingml/2006/main">
              <a:ext uri="{FF2B5EF4-FFF2-40B4-BE49-F238E27FC236}">
                <a16:creationId xmlns:a16="http://schemas.microsoft.com/office/drawing/2014/main" id="{909C3ECE-78E9-4AED-9E9E-948EB8E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058" y="2633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path-1118">
            <a:extLst xmlns:a="http://schemas.openxmlformats.org/drawingml/2006/main">
              <a:ext uri="{FF2B5EF4-FFF2-40B4-BE49-F238E27FC236}">
                <a16:creationId xmlns:a16="http://schemas.microsoft.com/office/drawing/2014/main" id="{72BE4AFB-79A5-413F-96A9-2567034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260" y="2642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4" name="path-1119">
            <a:extLst xmlns:a="http://schemas.openxmlformats.org/drawingml/2006/main">
              <a:ext uri="{FF2B5EF4-FFF2-40B4-BE49-F238E27FC236}">
                <a16:creationId xmlns:a16="http://schemas.microsoft.com/office/drawing/2014/main" id="{09364AE2-EC7A-4CA2-BE7F-784B99F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14" y="2630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path-1120">
            <a:extLst xmlns:a="http://schemas.openxmlformats.org/drawingml/2006/main">
              <a:ext uri="{FF2B5EF4-FFF2-40B4-BE49-F238E27FC236}">
                <a16:creationId xmlns:a16="http://schemas.microsoft.com/office/drawing/2014/main" id="{7B2BF89E-50EA-4874-A137-584FFE54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514" y="2645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6" name="path-1121">
            <a:extLst xmlns:a="http://schemas.openxmlformats.org/drawingml/2006/main">
              <a:ext uri="{FF2B5EF4-FFF2-40B4-BE49-F238E27FC236}">
                <a16:creationId xmlns:a16="http://schemas.microsoft.com/office/drawing/2014/main" id="{528195FE-47A6-4226-B372-645613F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917" y="2613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7" name="path-1122">
            <a:extLst xmlns:a="http://schemas.openxmlformats.org/drawingml/2006/main">
              <a:ext uri="{FF2B5EF4-FFF2-40B4-BE49-F238E27FC236}">
                <a16:creationId xmlns:a16="http://schemas.microsoft.com/office/drawing/2014/main" id="{D7589C55-6E75-4B76-9236-5B48D61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74" y="26437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8" name="path-1123">
            <a:extLst xmlns:a="http://schemas.openxmlformats.org/drawingml/2006/main">
              <a:ext uri="{FF2B5EF4-FFF2-40B4-BE49-F238E27FC236}">
                <a16:creationId xmlns:a16="http://schemas.microsoft.com/office/drawing/2014/main" id="{CC51773D-F2C5-4E59-BD79-91BB146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14" y="2634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9" name="path-1124">
            <a:extLst xmlns:a="http://schemas.openxmlformats.org/drawingml/2006/main">
              <a:ext uri="{FF2B5EF4-FFF2-40B4-BE49-F238E27FC236}">
                <a16:creationId xmlns:a16="http://schemas.microsoft.com/office/drawing/2014/main" id="{79CFC9CA-BD36-48A9-B131-F6365C5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495" y="2617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0" name="path-1125">
            <a:extLst xmlns:a="http://schemas.openxmlformats.org/drawingml/2006/main">
              <a:ext uri="{FF2B5EF4-FFF2-40B4-BE49-F238E27FC236}">
                <a16:creationId xmlns:a16="http://schemas.microsoft.com/office/drawing/2014/main" id="{2BCC497A-CCDE-4F51-920E-60EBAF8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041" y="2625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1" name="path-1126">
            <a:extLst xmlns:a="http://schemas.openxmlformats.org/drawingml/2006/main">
              <a:ext uri="{FF2B5EF4-FFF2-40B4-BE49-F238E27FC236}">
                <a16:creationId xmlns:a16="http://schemas.microsoft.com/office/drawing/2014/main" id="{7BF5C1EC-5FBB-4B64-ACD3-C22254D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146" y="26344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2" name="path-1127">
            <a:extLst xmlns:a="http://schemas.openxmlformats.org/drawingml/2006/main">
              <a:ext uri="{FF2B5EF4-FFF2-40B4-BE49-F238E27FC236}">
                <a16:creationId xmlns:a16="http://schemas.microsoft.com/office/drawing/2014/main" id="{DFEBE83F-1915-4947-B848-635E4899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701" y="2660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3" name="path-1128">
            <a:extLst xmlns:a="http://schemas.openxmlformats.org/drawingml/2006/main">
              <a:ext uri="{FF2B5EF4-FFF2-40B4-BE49-F238E27FC236}">
                <a16:creationId xmlns:a16="http://schemas.microsoft.com/office/drawing/2014/main" id="{B3A2C7D4-12CE-483B-A353-F7DBB4D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307" y="2620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4" name="path-1129">
            <a:extLst xmlns:a="http://schemas.openxmlformats.org/drawingml/2006/main">
              <a:ext uri="{FF2B5EF4-FFF2-40B4-BE49-F238E27FC236}">
                <a16:creationId xmlns:a16="http://schemas.microsoft.com/office/drawing/2014/main" id="{D6FC40D7-C5BF-4868-8C21-0568E1D9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42" y="2614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5" name="path-1130">
            <a:extLst xmlns:a="http://schemas.openxmlformats.org/drawingml/2006/main">
              <a:ext uri="{FF2B5EF4-FFF2-40B4-BE49-F238E27FC236}">
                <a16:creationId xmlns:a16="http://schemas.microsoft.com/office/drawing/2014/main" id="{6C8E6009-1CEA-4AF6-BB59-07BE7C70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957" y="2632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th-1131">
            <a:extLst xmlns:a="http://schemas.openxmlformats.org/drawingml/2006/main">
              <a:ext uri="{FF2B5EF4-FFF2-40B4-BE49-F238E27FC236}">
                <a16:creationId xmlns:a16="http://schemas.microsoft.com/office/drawing/2014/main" id="{8E8E2A7B-F1E5-419C-ABE7-C5D05C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551" y="26140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7" name="path-1132">
            <a:extLst xmlns:a="http://schemas.openxmlformats.org/drawingml/2006/main">
              <a:ext uri="{FF2B5EF4-FFF2-40B4-BE49-F238E27FC236}">
                <a16:creationId xmlns:a16="http://schemas.microsoft.com/office/drawing/2014/main" id="{639DE807-4D1A-4BF3-9A56-77CA48A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04" y="2634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8" name="path-1133">
            <a:extLst xmlns:a="http://schemas.openxmlformats.org/drawingml/2006/main">
              <a:ext uri="{FF2B5EF4-FFF2-40B4-BE49-F238E27FC236}">
                <a16:creationId xmlns:a16="http://schemas.microsoft.com/office/drawing/2014/main" id="{4FE02F2B-4256-48F9-B773-AEB3249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85" y="26063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9" name="path-1134">
            <a:extLst xmlns:a="http://schemas.openxmlformats.org/drawingml/2006/main">
              <a:ext uri="{FF2B5EF4-FFF2-40B4-BE49-F238E27FC236}">
                <a16:creationId xmlns:a16="http://schemas.microsoft.com/office/drawing/2014/main" id="{55759D52-F2BA-4C70-95F6-6D03F849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01" y="26538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0" name="path-1135">
            <a:extLst xmlns:a="http://schemas.openxmlformats.org/drawingml/2006/main">
              <a:ext uri="{FF2B5EF4-FFF2-40B4-BE49-F238E27FC236}">
                <a16:creationId xmlns:a16="http://schemas.microsoft.com/office/drawing/2014/main" id="{C3B7A5DA-F820-4B11-9F02-175BB143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836" y="2624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1" name="path-1136">
            <a:extLst xmlns:a="http://schemas.openxmlformats.org/drawingml/2006/main">
              <a:ext uri="{FF2B5EF4-FFF2-40B4-BE49-F238E27FC236}">
                <a16:creationId xmlns:a16="http://schemas.microsoft.com/office/drawing/2014/main" id="{E2C23D38-A574-4521-9F1E-E97CDB84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36" y="26368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2" name="path-1137">
            <a:extLst xmlns:a="http://schemas.openxmlformats.org/drawingml/2006/main">
              <a:ext uri="{FF2B5EF4-FFF2-40B4-BE49-F238E27FC236}">
                <a16:creationId xmlns:a16="http://schemas.microsoft.com/office/drawing/2014/main" id="{69D73A8D-9FDA-4DF2-A228-8B0F670C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87" y="26536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3" name="path-1138">
            <a:extLst xmlns:a="http://schemas.openxmlformats.org/drawingml/2006/main">
              <a:ext uri="{FF2B5EF4-FFF2-40B4-BE49-F238E27FC236}">
                <a16:creationId xmlns:a16="http://schemas.microsoft.com/office/drawing/2014/main" id="{F9ECC113-7AE5-413B-B5B8-C61AF39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14" y="26482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4" name="path-1139">
            <a:extLst xmlns:a="http://schemas.openxmlformats.org/drawingml/2006/main">
              <a:ext uri="{FF2B5EF4-FFF2-40B4-BE49-F238E27FC236}">
                <a16:creationId xmlns:a16="http://schemas.microsoft.com/office/drawing/2014/main" id="{C8FA4742-ABBC-46BC-9548-2C12DB1D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254" y="2636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5" name="path-1140">
            <a:extLst xmlns:a="http://schemas.openxmlformats.org/drawingml/2006/main">
              <a:ext uri="{FF2B5EF4-FFF2-40B4-BE49-F238E27FC236}">
                <a16:creationId xmlns:a16="http://schemas.microsoft.com/office/drawing/2014/main" id="{3FE37AA4-CA09-4F78-A72C-C130E48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625" y="2634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6" name="path-1141">
            <a:extLst xmlns:a="http://schemas.openxmlformats.org/drawingml/2006/main">
              <a:ext uri="{FF2B5EF4-FFF2-40B4-BE49-F238E27FC236}">
                <a16:creationId xmlns:a16="http://schemas.microsoft.com/office/drawing/2014/main" id="{830C107C-349F-49A6-89D9-FFFF3416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76" y="2657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7" name="path-1142">
            <a:extLst xmlns:a="http://schemas.openxmlformats.org/drawingml/2006/main">
              <a:ext uri="{FF2B5EF4-FFF2-40B4-BE49-F238E27FC236}">
                <a16:creationId xmlns:a16="http://schemas.microsoft.com/office/drawing/2014/main" id="{E2C8CC9F-C8DC-4B2C-A33E-9EDDE85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34" y="2597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path-1143">
            <a:extLst xmlns:a="http://schemas.openxmlformats.org/drawingml/2006/main">
              <a:ext uri="{FF2B5EF4-FFF2-40B4-BE49-F238E27FC236}">
                <a16:creationId xmlns:a16="http://schemas.microsoft.com/office/drawing/2014/main" id="{2F02B351-BB61-420D-87F5-B4380C1C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407" y="2622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9" name="path-1144">
            <a:extLst xmlns:a="http://schemas.openxmlformats.org/drawingml/2006/main">
              <a:ext uri="{FF2B5EF4-FFF2-40B4-BE49-F238E27FC236}">
                <a16:creationId xmlns:a16="http://schemas.microsoft.com/office/drawing/2014/main" id="{78C58BF2-36B2-439A-BCEF-9FDB19C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964" y="2619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0" name="path-1145">
            <a:extLst xmlns:a="http://schemas.openxmlformats.org/drawingml/2006/main">
              <a:ext uri="{FF2B5EF4-FFF2-40B4-BE49-F238E27FC236}">
                <a16:creationId xmlns:a16="http://schemas.microsoft.com/office/drawing/2014/main" id="{D46D669E-28F8-4217-B78D-5D2CDAB4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77" y="2639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1" name="path-1146">
            <a:extLst xmlns:a="http://schemas.openxmlformats.org/drawingml/2006/main">
              <a:ext uri="{FF2B5EF4-FFF2-40B4-BE49-F238E27FC236}">
                <a16:creationId xmlns:a16="http://schemas.microsoft.com/office/drawing/2014/main" id="{4F63C1D7-D1C8-4CFB-BEBC-8D0691A4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668" y="26412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2" name="path-1147">
            <a:extLst xmlns:a="http://schemas.openxmlformats.org/drawingml/2006/main">
              <a:ext uri="{FF2B5EF4-FFF2-40B4-BE49-F238E27FC236}">
                <a16:creationId xmlns:a16="http://schemas.microsoft.com/office/drawing/2014/main" id="{5EAF39D5-2385-40CB-9B7F-6C8D6CFC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858" y="2623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3" name="path-1148">
            <a:extLst xmlns:a="http://schemas.openxmlformats.org/drawingml/2006/main">
              <a:ext uri="{FF2B5EF4-FFF2-40B4-BE49-F238E27FC236}">
                <a16:creationId xmlns:a16="http://schemas.microsoft.com/office/drawing/2014/main" id="{E499482C-91F6-47C0-9D1E-8AC5D0F7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20" y="2642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4" name="path-1149">
            <a:extLst xmlns:a="http://schemas.openxmlformats.org/drawingml/2006/main">
              <a:ext uri="{FF2B5EF4-FFF2-40B4-BE49-F238E27FC236}">
                <a16:creationId xmlns:a16="http://schemas.microsoft.com/office/drawing/2014/main" id="{9C935A80-034F-4959-A4FC-C1A271E7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295" y="2645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5" name="path-1150">
            <a:extLst xmlns:a="http://schemas.openxmlformats.org/drawingml/2006/main">
              <a:ext uri="{FF2B5EF4-FFF2-40B4-BE49-F238E27FC236}">
                <a16:creationId xmlns:a16="http://schemas.microsoft.com/office/drawing/2014/main" id="{4DB96377-C1F6-43D2-B076-FBFE38D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183" y="2653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6" name="path-1151">
            <a:extLst xmlns:a="http://schemas.openxmlformats.org/drawingml/2006/main">
              <a:ext uri="{FF2B5EF4-FFF2-40B4-BE49-F238E27FC236}">
                <a16:creationId xmlns:a16="http://schemas.microsoft.com/office/drawing/2014/main" id="{02A6C7BA-0B01-4D30-9FBF-55CB937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447" y="26561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7" name="path-1152">
            <a:extLst xmlns:a="http://schemas.openxmlformats.org/drawingml/2006/main">
              <a:ext uri="{FF2B5EF4-FFF2-40B4-BE49-F238E27FC236}">
                <a16:creationId xmlns:a16="http://schemas.microsoft.com/office/drawing/2014/main" id="{7C880F17-5668-415D-81AC-5E797929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396" y="2642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8" name="path-1153">
            <a:extLst xmlns:a="http://schemas.openxmlformats.org/drawingml/2006/main">
              <a:ext uri="{FF2B5EF4-FFF2-40B4-BE49-F238E27FC236}">
                <a16:creationId xmlns:a16="http://schemas.microsoft.com/office/drawing/2014/main" id="{955BD066-78D3-4899-9D64-6C8AC7B1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84" y="26277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9" name="path-1154">
            <a:extLst xmlns:a="http://schemas.openxmlformats.org/drawingml/2006/main">
              <a:ext uri="{FF2B5EF4-FFF2-40B4-BE49-F238E27FC236}">
                <a16:creationId xmlns:a16="http://schemas.microsoft.com/office/drawing/2014/main" id="{AE0F18EA-CD9B-4359-BF7D-F43C129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636" y="26369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path-1155">
            <a:extLst xmlns:a="http://schemas.openxmlformats.org/drawingml/2006/main">
              <a:ext uri="{FF2B5EF4-FFF2-40B4-BE49-F238E27FC236}">
                <a16:creationId xmlns:a16="http://schemas.microsoft.com/office/drawing/2014/main" id="{3620D007-CF37-43FC-B896-4706C4B9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34" y="2644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1" name="path-1156">
            <a:extLst xmlns:a="http://schemas.openxmlformats.org/drawingml/2006/main">
              <a:ext uri="{FF2B5EF4-FFF2-40B4-BE49-F238E27FC236}">
                <a16:creationId xmlns:a16="http://schemas.microsoft.com/office/drawing/2014/main" id="{146719C3-A797-4BB6-99AD-64D5794A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954" y="26208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2" name="path-1157">
            <a:extLst xmlns:a="http://schemas.openxmlformats.org/drawingml/2006/main">
              <a:ext uri="{FF2B5EF4-FFF2-40B4-BE49-F238E27FC236}">
                <a16:creationId xmlns:a16="http://schemas.microsoft.com/office/drawing/2014/main" id="{6D5680FE-F1C4-40AB-A13D-2C62E8F3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476" y="2644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3" name="path-1158">
            <a:extLst xmlns:a="http://schemas.openxmlformats.org/drawingml/2006/main">
              <a:ext uri="{FF2B5EF4-FFF2-40B4-BE49-F238E27FC236}">
                <a16:creationId xmlns:a16="http://schemas.microsoft.com/office/drawing/2014/main" id="{C6C4A694-3A7D-4D04-83DD-CF9620DF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152" y="26321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4" name="path-1159">
            <a:extLst xmlns:a="http://schemas.openxmlformats.org/drawingml/2006/main">
              <a:ext uri="{FF2B5EF4-FFF2-40B4-BE49-F238E27FC236}">
                <a16:creationId xmlns:a16="http://schemas.microsoft.com/office/drawing/2014/main" id="{CF02ADD5-4BC2-4CEE-AB50-641D824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842" y="26427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5" name="path-1160">
            <a:extLst xmlns:a="http://schemas.openxmlformats.org/drawingml/2006/main">
              <a:ext uri="{FF2B5EF4-FFF2-40B4-BE49-F238E27FC236}">
                <a16:creationId xmlns:a16="http://schemas.microsoft.com/office/drawing/2014/main" id="{DC82780F-DEDD-4AA6-94F2-53E51CF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418" y="2647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6" name="path-1161">
            <a:extLst xmlns:a="http://schemas.openxmlformats.org/drawingml/2006/main">
              <a:ext uri="{FF2B5EF4-FFF2-40B4-BE49-F238E27FC236}">
                <a16:creationId xmlns:a16="http://schemas.microsoft.com/office/drawing/2014/main" id="{337299B8-78C4-4A00-BFBE-BC2CDD0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508" y="2622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7" name="path-1162">
            <a:extLst xmlns:a="http://schemas.openxmlformats.org/drawingml/2006/main">
              <a:ext uri="{FF2B5EF4-FFF2-40B4-BE49-F238E27FC236}">
                <a16:creationId xmlns:a16="http://schemas.microsoft.com/office/drawing/2014/main" id="{5828470C-F9CD-48C4-86C3-86B0DBA9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8" y="2653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path-1163">
            <a:extLst xmlns:a="http://schemas.openxmlformats.org/drawingml/2006/main">
              <a:ext uri="{FF2B5EF4-FFF2-40B4-BE49-F238E27FC236}">
                <a16:creationId xmlns:a16="http://schemas.microsoft.com/office/drawing/2014/main" id="{74B2000C-C533-4337-BD57-47896A4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994" y="26165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9" name="path-1164">
            <a:extLst xmlns:a="http://schemas.openxmlformats.org/drawingml/2006/main">
              <a:ext uri="{FF2B5EF4-FFF2-40B4-BE49-F238E27FC236}">
                <a16:creationId xmlns:a16="http://schemas.microsoft.com/office/drawing/2014/main" id="{34332485-EE3B-4E29-85FB-8AB08B56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391" y="2661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0" name="path-1165">
            <a:extLst xmlns:a="http://schemas.openxmlformats.org/drawingml/2006/main">
              <a:ext uri="{FF2B5EF4-FFF2-40B4-BE49-F238E27FC236}">
                <a16:creationId xmlns:a16="http://schemas.microsoft.com/office/drawing/2014/main" id="{6FFBA988-4003-450D-8649-237DDA4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078" y="2645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1" name="path-1166">
            <a:extLst xmlns:a="http://schemas.openxmlformats.org/drawingml/2006/main">
              <a:ext uri="{FF2B5EF4-FFF2-40B4-BE49-F238E27FC236}">
                <a16:creationId xmlns:a16="http://schemas.microsoft.com/office/drawing/2014/main" id="{9EAF52ED-CAE4-4F7C-998B-0EA09B2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10" y="2627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path-1167">
            <a:extLst xmlns:a="http://schemas.openxmlformats.org/drawingml/2006/main">
              <a:ext uri="{FF2B5EF4-FFF2-40B4-BE49-F238E27FC236}">
                <a16:creationId xmlns:a16="http://schemas.microsoft.com/office/drawing/2014/main" id="{F372E55C-D00F-4F31-A1FE-B937691C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903" y="2616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3" name="path-1168">
            <a:extLst xmlns:a="http://schemas.openxmlformats.org/drawingml/2006/main">
              <a:ext uri="{FF2B5EF4-FFF2-40B4-BE49-F238E27FC236}">
                <a16:creationId xmlns:a16="http://schemas.microsoft.com/office/drawing/2014/main" id="{6AF35C9A-6AC5-41D8-8E75-6D95CC3F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268" y="2615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4" name="path-1169">
            <a:extLst xmlns:a="http://schemas.openxmlformats.org/drawingml/2006/main">
              <a:ext uri="{FF2B5EF4-FFF2-40B4-BE49-F238E27FC236}">
                <a16:creationId xmlns:a16="http://schemas.microsoft.com/office/drawing/2014/main" id="{47A1EEBB-5F70-48E3-ABB5-60E3D1C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406" y="26470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5" name="path-1170">
            <a:extLst xmlns:a="http://schemas.openxmlformats.org/drawingml/2006/main">
              <a:ext uri="{FF2B5EF4-FFF2-40B4-BE49-F238E27FC236}">
                <a16:creationId xmlns:a16="http://schemas.microsoft.com/office/drawing/2014/main" id="{4C6F78B2-9592-4C15-868E-DA7AC0DC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176" y="2650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6" name="path-1171">
            <a:extLst xmlns:a="http://schemas.openxmlformats.org/drawingml/2006/main">
              <a:ext uri="{FF2B5EF4-FFF2-40B4-BE49-F238E27FC236}">
                <a16:creationId xmlns:a16="http://schemas.microsoft.com/office/drawing/2014/main" id="{C49CDE7B-0B6B-4567-841C-E04CDFE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01" y="2636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7" name="path-1172">
            <a:extLst xmlns:a="http://schemas.openxmlformats.org/drawingml/2006/main">
              <a:ext uri="{FF2B5EF4-FFF2-40B4-BE49-F238E27FC236}">
                <a16:creationId xmlns:a16="http://schemas.microsoft.com/office/drawing/2014/main" id="{61EC3CCD-C935-4125-8847-2D82801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650" y="26396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8" name="path-1173">
            <a:extLst xmlns:a="http://schemas.openxmlformats.org/drawingml/2006/main">
              <a:ext uri="{FF2B5EF4-FFF2-40B4-BE49-F238E27FC236}">
                <a16:creationId xmlns:a16="http://schemas.microsoft.com/office/drawing/2014/main" id="{6545A392-EEA9-4C3D-8C7C-9A7A369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096" y="2660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9" name="path-1174">
            <a:extLst xmlns:a="http://schemas.openxmlformats.org/drawingml/2006/main">
              <a:ext uri="{FF2B5EF4-FFF2-40B4-BE49-F238E27FC236}">
                <a16:creationId xmlns:a16="http://schemas.microsoft.com/office/drawing/2014/main" id="{7A05C94F-277B-4A0C-9F04-7EE97919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5" y="26228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0" name="path-1175">
            <a:extLst xmlns:a="http://schemas.openxmlformats.org/drawingml/2006/main">
              <a:ext uri="{FF2B5EF4-FFF2-40B4-BE49-F238E27FC236}">
                <a16:creationId xmlns:a16="http://schemas.microsoft.com/office/drawing/2014/main" id="{BA62B256-F17D-46D7-9702-C97AAE31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601" y="2617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path-1176">
            <a:extLst xmlns:a="http://schemas.openxmlformats.org/drawingml/2006/main">
              <a:ext uri="{FF2B5EF4-FFF2-40B4-BE49-F238E27FC236}">
                <a16:creationId xmlns:a16="http://schemas.microsoft.com/office/drawing/2014/main" id="{2B30EDFD-44B3-448F-B38A-5A0127A6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005" y="26298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path-1177">
            <a:extLst xmlns:a="http://schemas.openxmlformats.org/drawingml/2006/main">
              <a:ext uri="{FF2B5EF4-FFF2-40B4-BE49-F238E27FC236}">
                <a16:creationId xmlns:a16="http://schemas.microsoft.com/office/drawing/2014/main" id="{0FC7061C-116D-4B73-9918-B439CE42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11" y="26367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3" name="path-1178">
            <a:extLst xmlns:a="http://schemas.openxmlformats.org/drawingml/2006/main">
              <a:ext uri="{FF2B5EF4-FFF2-40B4-BE49-F238E27FC236}">
                <a16:creationId xmlns:a16="http://schemas.microsoft.com/office/drawing/2014/main" id="{F93EAC9A-1379-43A8-80DF-7BF5E57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81" y="2640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4" name="path-1179">
            <a:extLst xmlns:a="http://schemas.openxmlformats.org/drawingml/2006/main">
              <a:ext uri="{FF2B5EF4-FFF2-40B4-BE49-F238E27FC236}">
                <a16:creationId xmlns:a16="http://schemas.microsoft.com/office/drawing/2014/main" id="{0773BFB5-315B-47D5-9879-5A0E8C1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836" y="2638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path-1180">
            <a:extLst xmlns:a="http://schemas.openxmlformats.org/drawingml/2006/main">
              <a:ext uri="{FF2B5EF4-FFF2-40B4-BE49-F238E27FC236}">
                <a16:creationId xmlns:a16="http://schemas.microsoft.com/office/drawing/2014/main" id="{E5249272-D906-450E-B56A-AFC058B8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63" y="26316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path-1181">
            <a:extLst xmlns:a="http://schemas.openxmlformats.org/drawingml/2006/main">
              <a:ext uri="{FF2B5EF4-FFF2-40B4-BE49-F238E27FC236}">
                <a16:creationId xmlns:a16="http://schemas.microsoft.com/office/drawing/2014/main" id="{1FDB378F-06F0-43B4-8B00-0A628B3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397" y="2631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7" name="path-1182">
            <a:extLst xmlns:a="http://schemas.openxmlformats.org/drawingml/2006/main">
              <a:ext uri="{FF2B5EF4-FFF2-40B4-BE49-F238E27FC236}">
                <a16:creationId xmlns:a16="http://schemas.microsoft.com/office/drawing/2014/main" id="{DA4C1F66-0718-47F9-98F7-94E758EA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34" y="26330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8" name="path-1183">
            <a:extLst xmlns:a="http://schemas.openxmlformats.org/drawingml/2006/main">
              <a:ext uri="{FF2B5EF4-FFF2-40B4-BE49-F238E27FC236}">
                <a16:creationId xmlns:a16="http://schemas.microsoft.com/office/drawing/2014/main" id="{21F94DBA-798C-4585-9C82-DFE1634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15" y="2671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9" name="path-1184">
            <a:extLst xmlns:a="http://schemas.openxmlformats.org/drawingml/2006/main">
              <a:ext uri="{FF2B5EF4-FFF2-40B4-BE49-F238E27FC236}">
                <a16:creationId xmlns:a16="http://schemas.microsoft.com/office/drawing/2014/main" id="{E18546B3-3DCE-430D-AC1D-A3EBC7A7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76" y="2640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0" name="path-1185">
            <a:extLst xmlns:a="http://schemas.openxmlformats.org/drawingml/2006/main">
              <a:ext uri="{FF2B5EF4-FFF2-40B4-BE49-F238E27FC236}">
                <a16:creationId xmlns:a16="http://schemas.microsoft.com/office/drawing/2014/main" id="{22A994AD-F971-446C-9B7A-648F695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32" y="2632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1" name="path-1186">
            <a:extLst xmlns:a="http://schemas.openxmlformats.org/drawingml/2006/main">
              <a:ext uri="{FF2B5EF4-FFF2-40B4-BE49-F238E27FC236}">
                <a16:creationId xmlns:a16="http://schemas.microsoft.com/office/drawing/2014/main" id="{D246121A-60C3-4813-973D-CEF607C3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150" y="26437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2" name="path-1187">
            <a:extLst xmlns:a="http://schemas.openxmlformats.org/drawingml/2006/main">
              <a:ext uri="{FF2B5EF4-FFF2-40B4-BE49-F238E27FC236}">
                <a16:creationId xmlns:a16="http://schemas.microsoft.com/office/drawing/2014/main" id="{64850E5E-415D-4C98-B50F-3805C70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70" y="2617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3" name="path-1188">
            <a:extLst xmlns:a="http://schemas.openxmlformats.org/drawingml/2006/main">
              <a:ext uri="{FF2B5EF4-FFF2-40B4-BE49-F238E27FC236}">
                <a16:creationId xmlns:a16="http://schemas.microsoft.com/office/drawing/2014/main" id="{FF8968FE-86D8-4CC5-8A38-AFCF749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117" y="2643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path-1189">
            <a:extLst xmlns:a="http://schemas.openxmlformats.org/drawingml/2006/main">
              <a:ext uri="{FF2B5EF4-FFF2-40B4-BE49-F238E27FC236}">
                <a16:creationId xmlns:a16="http://schemas.microsoft.com/office/drawing/2014/main" id="{5BA29D66-4981-41B0-9615-FEF69C1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762" y="2621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5" name="path-1190">
            <a:extLst xmlns:a="http://schemas.openxmlformats.org/drawingml/2006/main">
              <a:ext uri="{FF2B5EF4-FFF2-40B4-BE49-F238E27FC236}">
                <a16:creationId xmlns:a16="http://schemas.microsoft.com/office/drawing/2014/main" id="{92C4CEC8-B5E8-489E-BF3B-FB05E18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118" y="2646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6" name="path-1191">
            <a:extLst xmlns:a="http://schemas.openxmlformats.org/drawingml/2006/main">
              <a:ext uri="{FF2B5EF4-FFF2-40B4-BE49-F238E27FC236}">
                <a16:creationId xmlns:a16="http://schemas.microsoft.com/office/drawing/2014/main" id="{DA5D4728-324A-46D8-818D-F79DAC8B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4" y="2637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7" name="path-1192">
            <a:extLst xmlns:a="http://schemas.openxmlformats.org/drawingml/2006/main">
              <a:ext uri="{FF2B5EF4-FFF2-40B4-BE49-F238E27FC236}">
                <a16:creationId xmlns:a16="http://schemas.microsoft.com/office/drawing/2014/main" id="{410D317B-6840-4C02-B813-004A4C6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013" y="26570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8" name="path-1193">
            <a:extLst xmlns:a="http://schemas.openxmlformats.org/drawingml/2006/main">
              <a:ext uri="{FF2B5EF4-FFF2-40B4-BE49-F238E27FC236}">
                <a16:creationId xmlns:a16="http://schemas.microsoft.com/office/drawing/2014/main" id="{0ED04B75-40CB-4111-94C0-C951828A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664" y="26485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9" name="path-1194">
            <a:extLst xmlns:a="http://schemas.openxmlformats.org/drawingml/2006/main">
              <a:ext uri="{FF2B5EF4-FFF2-40B4-BE49-F238E27FC236}">
                <a16:creationId xmlns:a16="http://schemas.microsoft.com/office/drawing/2014/main" id="{A1E49E62-099E-455A-A6D3-3CD2B8BC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895" y="26531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0" name="path-1195">
            <a:extLst xmlns:a="http://schemas.openxmlformats.org/drawingml/2006/main">
              <a:ext uri="{FF2B5EF4-FFF2-40B4-BE49-F238E27FC236}">
                <a16:creationId xmlns:a16="http://schemas.microsoft.com/office/drawing/2014/main" id="{F22CB72A-D80D-4D63-AF8B-D55881F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627" y="2641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1" name="path-1196">
            <a:extLst xmlns:a="http://schemas.openxmlformats.org/drawingml/2006/main">
              <a:ext uri="{FF2B5EF4-FFF2-40B4-BE49-F238E27FC236}">
                <a16:creationId xmlns:a16="http://schemas.microsoft.com/office/drawing/2014/main" id="{2C33FEB5-EEB1-4523-926A-C689A4A3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435" y="26457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2" name="path-1197">
            <a:extLst xmlns:a="http://schemas.openxmlformats.org/drawingml/2006/main">
              <a:ext uri="{FF2B5EF4-FFF2-40B4-BE49-F238E27FC236}">
                <a16:creationId xmlns:a16="http://schemas.microsoft.com/office/drawing/2014/main" id="{0CF69C02-38C6-4FD5-A6AE-64DD994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464" y="2646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3" name="path-1198">
            <a:extLst xmlns:a="http://schemas.openxmlformats.org/drawingml/2006/main">
              <a:ext uri="{FF2B5EF4-FFF2-40B4-BE49-F238E27FC236}">
                <a16:creationId xmlns:a16="http://schemas.microsoft.com/office/drawing/2014/main" id="{14D49D82-76C0-494B-8C54-B4D0ABB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07" y="26320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4" name="path-1199">
            <a:extLst xmlns:a="http://schemas.openxmlformats.org/drawingml/2006/main">
              <a:ext uri="{FF2B5EF4-FFF2-40B4-BE49-F238E27FC236}">
                <a16:creationId xmlns:a16="http://schemas.microsoft.com/office/drawing/2014/main" id="{1E32000E-D049-47AA-A0C8-7E904D3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13" y="2618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5" name="path-1200">
            <a:extLst xmlns:a="http://schemas.openxmlformats.org/drawingml/2006/main">
              <a:ext uri="{FF2B5EF4-FFF2-40B4-BE49-F238E27FC236}">
                <a16:creationId xmlns:a16="http://schemas.microsoft.com/office/drawing/2014/main" id="{185C1EC8-5ED0-4307-9E05-95E7581E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976" y="2642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6" name="path-1201">
            <a:extLst xmlns:a="http://schemas.openxmlformats.org/drawingml/2006/main">
              <a:ext uri="{FF2B5EF4-FFF2-40B4-BE49-F238E27FC236}">
                <a16:creationId xmlns:a16="http://schemas.microsoft.com/office/drawing/2014/main" id="{9785113C-C184-4BF3-A528-C29314C4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95" y="2644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7" name="path-1202">
            <a:extLst xmlns:a="http://schemas.openxmlformats.org/drawingml/2006/main">
              <a:ext uri="{FF2B5EF4-FFF2-40B4-BE49-F238E27FC236}">
                <a16:creationId xmlns:a16="http://schemas.microsoft.com/office/drawing/2014/main" id="{F6AABF5B-D096-42B1-9347-B18631EB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86" y="2625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8" name="path-1203">
            <a:extLst xmlns:a="http://schemas.openxmlformats.org/drawingml/2006/main">
              <a:ext uri="{FF2B5EF4-FFF2-40B4-BE49-F238E27FC236}">
                <a16:creationId xmlns:a16="http://schemas.microsoft.com/office/drawing/2014/main" id="{0469E7AD-FF25-42C0-ABD5-27B8240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571" y="2643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path-1204">
            <a:extLst xmlns:a="http://schemas.openxmlformats.org/drawingml/2006/main">
              <a:ext uri="{FF2B5EF4-FFF2-40B4-BE49-F238E27FC236}">
                <a16:creationId xmlns:a16="http://schemas.microsoft.com/office/drawing/2014/main" id="{B6396643-F8EC-4B22-8251-47C2CB78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607" y="2660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0" name="path-1205">
            <a:extLst xmlns:a="http://schemas.openxmlformats.org/drawingml/2006/main">
              <a:ext uri="{FF2B5EF4-FFF2-40B4-BE49-F238E27FC236}">
                <a16:creationId xmlns:a16="http://schemas.microsoft.com/office/drawing/2014/main" id="{6CBEC061-F8A2-41F6-ACCE-C178C9FC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644" y="2633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1" name="path-1206">
            <a:extLst xmlns:a="http://schemas.openxmlformats.org/drawingml/2006/main">
              <a:ext uri="{FF2B5EF4-FFF2-40B4-BE49-F238E27FC236}">
                <a16:creationId xmlns:a16="http://schemas.microsoft.com/office/drawing/2014/main" id="{080370C0-2213-44DA-9A8A-2A243E6A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05" y="26172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2" name="path-1207">
            <a:extLst xmlns:a="http://schemas.openxmlformats.org/drawingml/2006/main">
              <a:ext uri="{FF2B5EF4-FFF2-40B4-BE49-F238E27FC236}">
                <a16:creationId xmlns:a16="http://schemas.microsoft.com/office/drawing/2014/main" id="{59B7CEE1-FF4B-49ED-A2E5-E573D12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413" y="2644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3" name="path-1208">
            <a:extLst xmlns:a="http://schemas.openxmlformats.org/drawingml/2006/main">
              <a:ext uri="{FF2B5EF4-FFF2-40B4-BE49-F238E27FC236}">
                <a16:creationId xmlns:a16="http://schemas.microsoft.com/office/drawing/2014/main" id="{CB51381E-F4AE-49A5-A792-A7852F61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044" y="26792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4" name="path-1209">
            <a:extLst xmlns:a="http://schemas.openxmlformats.org/drawingml/2006/main">
              <a:ext uri="{FF2B5EF4-FFF2-40B4-BE49-F238E27FC236}">
                <a16:creationId xmlns:a16="http://schemas.microsoft.com/office/drawing/2014/main" id="{2C502A6E-BF7D-4F61-804F-EAECAF97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82" y="2636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5" name="path-1210">
            <a:extLst xmlns:a="http://schemas.openxmlformats.org/drawingml/2006/main">
              <a:ext uri="{FF2B5EF4-FFF2-40B4-BE49-F238E27FC236}">
                <a16:creationId xmlns:a16="http://schemas.microsoft.com/office/drawing/2014/main" id="{C998B421-E906-40FB-BC25-3A40AB0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259" y="26609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6" name="path-1211">
            <a:extLst xmlns:a="http://schemas.openxmlformats.org/drawingml/2006/main">
              <a:ext uri="{FF2B5EF4-FFF2-40B4-BE49-F238E27FC236}">
                <a16:creationId xmlns:a16="http://schemas.microsoft.com/office/drawing/2014/main" id="{D0997B41-CEF6-458A-B0B4-43DA99B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859" y="26257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7" name="path-1212">
            <a:extLst xmlns:a="http://schemas.openxmlformats.org/drawingml/2006/main">
              <a:ext uri="{FF2B5EF4-FFF2-40B4-BE49-F238E27FC236}">
                <a16:creationId xmlns:a16="http://schemas.microsoft.com/office/drawing/2014/main" id="{398E63BD-BC14-408D-A8E2-375BEE8F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693" y="26519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8" name="path-1213">
            <a:extLst xmlns:a="http://schemas.openxmlformats.org/drawingml/2006/main">
              <a:ext uri="{FF2B5EF4-FFF2-40B4-BE49-F238E27FC236}">
                <a16:creationId xmlns:a16="http://schemas.microsoft.com/office/drawing/2014/main" id="{FBBBDDA9-51C2-4703-802D-E5345C93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2" y="26428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9" name="path-1214">
            <a:extLst xmlns:a="http://schemas.openxmlformats.org/drawingml/2006/main">
              <a:ext uri="{FF2B5EF4-FFF2-40B4-BE49-F238E27FC236}">
                <a16:creationId xmlns:a16="http://schemas.microsoft.com/office/drawing/2014/main" id="{F3CF6812-3935-4FD1-8987-DC882408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878" y="2644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0" name="path-1215">
            <a:extLst xmlns:a="http://schemas.openxmlformats.org/drawingml/2006/main">
              <a:ext uri="{FF2B5EF4-FFF2-40B4-BE49-F238E27FC236}">
                <a16:creationId xmlns:a16="http://schemas.microsoft.com/office/drawing/2014/main" id="{9E963E3B-2DFA-4C59-BA39-42BD31E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110" y="26268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1" name="path-1216">
            <a:extLst xmlns:a="http://schemas.openxmlformats.org/drawingml/2006/main">
              <a:ext uri="{FF2B5EF4-FFF2-40B4-BE49-F238E27FC236}">
                <a16:creationId xmlns:a16="http://schemas.microsoft.com/office/drawing/2014/main" id="{6F35F601-6405-4080-9074-C2674FE3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416" y="26476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2" name="path-1217">
            <a:extLst xmlns:a="http://schemas.openxmlformats.org/drawingml/2006/main">
              <a:ext uri="{FF2B5EF4-FFF2-40B4-BE49-F238E27FC236}">
                <a16:creationId xmlns:a16="http://schemas.microsoft.com/office/drawing/2014/main" id="{5EE7D80B-F7E4-46BC-A5AD-81899E5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503" y="26323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3" name="path-1218">
            <a:extLst xmlns:a="http://schemas.openxmlformats.org/drawingml/2006/main">
              <a:ext uri="{FF2B5EF4-FFF2-40B4-BE49-F238E27FC236}">
                <a16:creationId xmlns:a16="http://schemas.microsoft.com/office/drawing/2014/main" id="{701D4724-5ACF-4BBC-AE44-A03B9D08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954" y="26410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4" name="path-1219">
            <a:extLst xmlns:a="http://schemas.openxmlformats.org/drawingml/2006/main">
              <a:ext uri="{FF2B5EF4-FFF2-40B4-BE49-F238E27FC236}">
                <a16:creationId xmlns:a16="http://schemas.microsoft.com/office/drawing/2014/main" id="{3E0922AB-F5A3-4CB6-874D-C60AB03E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774" y="26404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5" name="path-1220">
            <a:extLst xmlns:a="http://schemas.openxmlformats.org/drawingml/2006/main">
              <a:ext uri="{FF2B5EF4-FFF2-40B4-BE49-F238E27FC236}">
                <a16:creationId xmlns:a16="http://schemas.microsoft.com/office/drawing/2014/main" id="{4DEFC2F8-526B-43BF-837F-5B14E54D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717" y="2624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6" name="path-1221">
            <a:extLst xmlns:a="http://schemas.openxmlformats.org/drawingml/2006/main">
              <a:ext uri="{FF2B5EF4-FFF2-40B4-BE49-F238E27FC236}">
                <a16:creationId xmlns:a16="http://schemas.microsoft.com/office/drawing/2014/main" id="{20F1E031-0D02-4D86-9D96-FB56A840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755" y="2640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7" name="path-1222">
            <a:extLst xmlns:a="http://schemas.openxmlformats.org/drawingml/2006/main">
              <a:ext uri="{FF2B5EF4-FFF2-40B4-BE49-F238E27FC236}">
                <a16:creationId xmlns:a16="http://schemas.microsoft.com/office/drawing/2014/main" id="{DB89D6D3-9910-4AE5-84A5-F87657E7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271" y="2665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8" name="path-1223">
            <a:extLst xmlns:a="http://schemas.openxmlformats.org/drawingml/2006/main">
              <a:ext uri="{FF2B5EF4-FFF2-40B4-BE49-F238E27FC236}">
                <a16:creationId xmlns:a16="http://schemas.microsoft.com/office/drawing/2014/main" id="{8ACDB68A-E6BA-4118-8B7E-563C0F57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518" y="2634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9" name="path-1224">
            <a:extLst xmlns:a="http://schemas.openxmlformats.org/drawingml/2006/main">
              <a:ext uri="{FF2B5EF4-FFF2-40B4-BE49-F238E27FC236}">
                <a16:creationId xmlns:a16="http://schemas.microsoft.com/office/drawing/2014/main" id="{7C5823D9-F468-4908-8B11-EF81B917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757" y="2614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0" name="path-1225">
            <a:extLst xmlns:a="http://schemas.openxmlformats.org/drawingml/2006/main">
              <a:ext uri="{FF2B5EF4-FFF2-40B4-BE49-F238E27FC236}">
                <a16:creationId xmlns:a16="http://schemas.microsoft.com/office/drawing/2014/main" id="{02F7A6CC-36AA-4644-B1D1-1B2286E3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540" y="26124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1" name="path-1226">
            <a:extLst xmlns:a="http://schemas.openxmlformats.org/drawingml/2006/main">
              <a:ext uri="{FF2B5EF4-FFF2-40B4-BE49-F238E27FC236}">
                <a16:creationId xmlns:a16="http://schemas.microsoft.com/office/drawing/2014/main" id="{C2AF2EC6-307B-446F-A151-5CDFA08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135" y="2625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2" name="path-1227">
            <a:extLst xmlns:a="http://schemas.openxmlformats.org/drawingml/2006/main">
              <a:ext uri="{FF2B5EF4-FFF2-40B4-BE49-F238E27FC236}">
                <a16:creationId xmlns:a16="http://schemas.microsoft.com/office/drawing/2014/main" id="{0FEB7D12-803E-4954-9E68-62164E8F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651" y="2651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3" name="path-1228">
            <a:extLst xmlns:a="http://schemas.openxmlformats.org/drawingml/2006/main">
              <a:ext uri="{FF2B5EF4-FFF2-40B4-BE49-F238E27FC236}">
                <a16:creationId xmlns:a16="http://schemas.microsoft.com/office/drawing/2014/main" id="{44B82516-C687-489E-BB5B-9CDCF381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505" y="26460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4" name="path-1229">
            <a:extLst xmlns:a="http://schemas.openxmlformats.org/drawingml/2006/main">
              <a:ext uri="{FF2B5EF4-FFF2-40B4-BE49-F238E27FC236}">
                <a16:creationId xmlns:a16="http://schemas.microsoft.com/office/drawing/2014/main" id="{D4949EA5-09F7-404D-BC3D-1F5BD8EE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70" y="2633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5" name="path-1230">
            <a:extLst xmlns:a="http://schemas.openxmlformats.org/drawingml/2006/main">
              <a:ext uri="{FF2B5EF4-FFF2-40B4-BE49-F238E27FC236}">
                <a16:creationId xmlns:a16="http://schemas.microsoft.com/office/drawing/2014/main" id="{3DF2A58C-F2DD-4F46-AF99-F41BA04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78" y="2618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6" name="path-1231">
            <a:extLst xmlns:a="http://schemas.openxmlformats.org/drawingml/2006/main">
              <a:ext uri="{FF2B5EF4-FFF2-40B4-BE49-F238E27FC236}">
                <a16:creationId xmlns:a16="http://schemas.microsoft.com/office/drawing/2014/main" id="{2EF498EF-6E1D-4116-AA1E-B9A54735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896" y="2605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7" name="path-1232">
            <a:extLst xmlns:a="http://schemas.openxmlformats.org/drawingml/2006/main">
              <a:ext uri="{FF2B5EF4-FFF2-40B4-BE49-F238E27FC236}">
                <a16:creationId xmlns:a16="http://schemas.microsoft.com/office/drawing/2014/main" id="{D908EBD9-2F05-47AE-A8CC-159E47B0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882" y="26170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8" name="path-1233">
            <a:extLst xmlns:a="http://schemas.openxmlformats.org/drawingml/2006/main">
              <a:ext uri="{FF2B5EF4-FFF2-40B4-BE49-F238E27FC236}">
                <a16:creationId xmlns:a16="http://schemas.microsoft.com/office/drawing/2014/main" id="{9F58BD79-1402-478B-9909-9B51C83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407" y="2659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9" name="path-1234">
            <a:extLst xmlns:a="http://schemas.openxmlformats.org/drawingml/2006/main">
              <a:ext uri="{FF2B5EF4-FFF2-40B4-BE49-F238E27FC236}">
                <a16:creationId xmlns:a16="http://schemas.microsoft.com/office/drawing/2014/main" id="{A925A685-EB4B-46F3-9D47-65D2C3F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15" y="2635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0" name="path-1235">
            <a:extLst xmlns:a="http://schemas.openxmlformats.org/drawingml/2006/main">
              <a:ext uri="{FF2B5EF4-FFF2-40B4-BE49-F238E27FC236}">
                <a16:creationId xmlns:a16="http://schemas.microsoft.com/office/drawing/2014/main" id="{9F8D8505-AB43-4E07-993A-6617893E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60" y="2645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1" name="path-1236">
            <a:extLst xmlns:a="http://schemas.openxmlformats.org/drawingml/2006/main">
              <a:ext uri="{FF2B5EF4-FFF2-40B4-BE49-F238E27FC236}">
                <a16:creationId xmlns:a16="http://schemas.microsoft.com/office/drawing/2014/main" id="{AFB68663-5FA2-40CC-8732-B7F816D1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249" y="2625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2" name="path-1237">
            <a:extLst xmlns:a="http://schemas.openxmlformats.org/drawingml/2006/main">
              <a:ext uri="{FF2B5EF4-FFF2-40B4-BE49-F238E27FC236}">
                <a16:creationId xmlns:a16="http://schemas.microsoft.com/office/drawing/2014/main" id="{5408A718-7E87-4F7F-8D28-3194E4B4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366" y="26490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3" name="path-1238">
            <a:extLst xmlns:a="http://schemas.openxmlformats.org/drawingml/2006/main">
              <a:ext uri="{FF2B5EF4-FFF2-40B4-BE49-F238E27FC236}">
                <a16:creationId xmlns:a16="http://schemas.microsoft.com/office/drawing/2014/main" id="{3637F2EC-1CB3-4B3F-B628-CE5A3BB9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786" y="2638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4" name="path-1239">
            <a:extLst xmlns:a="http://schemas.openxmlformats.org/drawingml/2006/main">
              <a:ext uri="{FF2B5EF4-FFF2-40B4-BE49-F238E27FC236}">
                <a16:creationId xmlns:a16="http://schemas.microsoft.com/office/drawing/2014/main" id="{1A235BDA-093B-45A7-9A58-A1094666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772" y="2647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5" name="path-1240">
            <a:extLst xmlns:a="http://schemas.openxmlformats.org/drawingml/2006/main">
              <a:ext uri="{FF2B5EF4-FFF2-40B4-BE49-F238E27FC236}">
                <a16:creationId xmlns:a16="http://schemas.microsoft.com/office/drawing/2014/main" id="{839E64E1-0AC6-4FC3-825A-B921E23D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954" y="2622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6" name="path-1241">
            <a:extLst xmlns:a="http://schemas.openxmlformats.org/drawingml/2006/main">
              <a:ext uri="{FF2B5EF4-FFF2-40B4-BE49-F238E27FC236}">
                <a16:creationId xmlns:a16="http://schemas.microsoft.com/office/drawing/2014/main" id="{7E6ABC24-D640-470F-B456-1A15335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009" y="26391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7" name="path-1242">
            <a:extLst xmlns:a="http://schemas.openxmlformats.org/drawingml/2006/main">
              <a:ext uri="{FF2B5EF4-FFF2-40B4-BE49-F238E27FC236}">
                <a16:creationId xmlns:a16="http://schemas.microsoft.com/office/drawing/2014/main" id="{87DFD7C9-4C8F-43B8-B97A-733F3F59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6583" y="26466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8" name="path-1243">
            <a:extLst xmlns:a="http://schemas.openxmlformats.org/drawingml/2006/main">
              <a:ext uri="{FF2B5EF4-FFF2-40B4-BE49-F238E27FC236}">
                <a16:creationId xmlns:a16="http://schemas.microsoft.com/office/drawing/2014/main" id="{42913262-B844-4D16-A2DC-92F3AF4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4" y="2662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9" name="path-1244">
            <a:extLst xmlns:a="http://schemas.openxmlformats.org/drawingml/2006/main">
              <a:ext uri="{FF2B5EF4-FFF2-40B4-BE49-F238E27FC236}">
                <a16:creationId xmlns:a16="http://schemas.microsoft.com/office/drawing/2014/main" id="{F7B1CF75-4F1C-4C7C-A813-FBF01C6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138" y="2632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0" name="path-1245">
            <a:extLst xmlns:a="http://schemas.openxmlformats.org/drawingml/2006/main">
              <a:ext uri="{FF2B5EF4-FFF2-40B4-BE49-F238E27FC236}">
                <a16:creationId xmlns:a16="http://schemas.microsoft.com/office/drawing/2014/main" id="{1A88C160-0B11-4CDE-9E46-E2405C41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982" y="26571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1" name="path-1246">
            <a:extLst xmlns:a="http://schemas.openxmlformats.org/drawingml/2006/main">
              <a:ext uri="{FF2B5EF4-FFF2-40B4-BE49-F238E27FC236}">
                <a16:creationId xmlns:a16="http://schemas.microsoft.com/office/drawing/2014/main" id="{9D2D5B89-BCB2-4065-93B0-DC5D5C4C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53" y="2612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2" name="path-1247">
            <a:extLst xmlns:a="http://schemas.openxmlformats.org/drawingml/2006/main">
              <a:ext uri="{FF2B5EF4-FFF2-40B4-BE49-F238E27FC236}">
                <a16:creationId xmlns:a16="http://schemas.microsoft.com/office/drawing/2014/main" id="{87FDC153-DB77-41F3-A369-6662C764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870" y="2634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3" name="path-1248">
            <a:extLst xmlns:a="http://schemas.openxmlformats.org/drawingml/2006/main">
              <a:ext uri="{FF2B5EF4-FFF2-40B4-BE49-F238E27FC236}">
                <a16:creationId xmlns:a16="http://schemas.microsoft.com/office/drawing/2014/main" id="{78FF7F66-9559-45F6-AFFB-8A505B46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884" y="2638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4" name="path-1249">
            <a:extLst xmlns:a="http://schemas.openxmlformats.org/drawingml/2006/main">
              <a:ext uri="{FF2B5EF4-FFF2-40B4-BE49-F238E27FC236}">
                <a16:creationId xmlns:a16="http://schemas.microsoft.com/office/drawing/2014/main" id="{A8E4EFD1-A442-4CA8-BEAC-2FC9C74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59" y="2644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5" name="path-1250">
            <a:extLst xmlns:a="http://schemas.openxmlformats.org/drawingml/2006/main">
              <a:ext uri="{FF2B5EF4-FFF2-40B4-BE49-F238E27FC236}">
                <a16:creationId xmlns:a16="http://schemas.microsoft.com/office/drawing/2014/main" id="{C45F53B8-71FA-4975-AE32-1506CA07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949" y="2639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6" name="path-1251">
            <a:extLst xmlns:a="http://schemas.openxmlformats.org/drawingml/2006/main">
              <a:ext uri="{FF2B5EF4-FFF2-40B4-BE49-F238E27FC236}">
                <a16:creationId xmlns:a16="http://schemas.microsoft.com/office/drawing/2014/main" id="{1F50E3C7-C01D-4ED5-878F-22C6F938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07" y="2640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7" name="path-1252">
            <a:extLst xmlns:a="http://schemas.openxmlformats.org/drawingml/2006/main">
              <a:ext uri="{FF2B5EF4-FFF2-40B4-BE49-F238E27FC236}">
                <a16:creationId xmlns:a16="http://schemas.microsoft.com/office/drawing/2014/main" id="{FAD99946-3163-49D6-A679-9F786C59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98" y="2639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8" name="path-1253">
            <a:extLst xmlns:a="http://schemas.openxmlformats.org/drawingml/2006/main">
              <a:ext uri="{FF2B5EF4-FFF2-40B4-BE49-F238E27FC236}">
                <a16:creationId xmlns:a16="http://schemas.microsoft.com/office/drawing/2014/main" id="{D7B07679-9300-4410-9DB4-51165FC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98" y="2630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9" name="path-1254">
            <a:extLst xmlns:a="http://schemas.openxmlformats.org/drawingml/2006/main">
              <a:ext uri="{FF2B5EF4-FFF2-40B4-BE49-F238E27FC236}">
                <a16:creationId xmlns:a16="http://schemas.microsoft.com/office/drawing/2014/main" id="{01F3C682-8812-4B18-82FA-D2B883F5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46" y="2633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0" name="path-1255">
            <a:extLst xmlns:a="http://schemas.openxmlformats.org/drawingml/2006/main">
              <a:ext uri="{FF2B5EF4-FFF2-40B4-BE49-F238E27FC236}">
                <a16:creationId xmlns:a16="http://schemas.microsoft.com/office/drawing/2014/main" id="{28A9D7A9-15C2-4BFB-807C-2696FEBE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53" y="2613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1" name="path-1256">
            <a:extLst xmlns:a="http://schemas.openxmlformats.org/drawingml/2006/main">
              <a:ext uri="{FF2B5EF4-FFF2-40B4-BE49-F238E27FC236}">
                <a16:creationId xmlns:a16="http://schemas.microsoft.com/office/drawing/2014/main" id="{CE4D5E53-E83F-40EB-8647-5756799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702" y="2650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2" name="path-1257">
            <a:extLst xmlns:a="http://schemas.openxmlformats.org/drawingml/2006/main">
              <a:ext uri="{FF2B5EF4-FFF2-40B4-BE49-F238E27FC236}">
                <a16:creationId xmlns:a16="http://schemas.microsoft.com/office/drawing/2014/main" id="{291FD035-643B-40BF-B11C-2641C10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80" y="2640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3" name="path-1258">
            <a:extLst xmlns:a="http://schemas.openxmlformats.org/drawingml/2006/main">
              <a:ext uri="{FF2B5EF4-FFF2-40B4-BE49-F238E27FC236}">
                <a16:creationId xmlns:a16="http://schemas.microsoft.com/office/drawing/2014/main" id="{2EF25CC0-AF61-45E0-B99B-AAED5C4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569" y="26103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4" name="path-1259">
            <a:extLst xmlns:a="http://schemas.openxmlformats.org/drawingml/2006/main">
              <a:ext uri="{FF2B5EF4-FFF2-40B4-BE49-F238E27FC236}">
                <a16:creationId xmlns:a16="http://schemas.microsoft.com/office/drawing/2014/main" id="{809F8341-AAD2-4EF6-AB56-3137ED97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168" y="2639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5" name="path-1260">
            <a:extLst xmlns:a="http://schemas.openxmlformats.org/drawingml/2006/main">
              <a:ext uri="{FF2B5EF4-FFF2-40B4-BE49-F238E27FC236}">
                <a16:creationId xmlns:a16="http://schemas.microsoft.com/office/drawing/2014/main" id="{A1356A99-12EA-43E5-9A05-CE3E9A8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139" y="26508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6" name="path-1261">
            <a:extLst xmlns:a="http://schemas.openxmlformats.org/drawingml/2006/main">
              <a:ext uri="{FF2B5EF4-FFF2-40B4-BE49-F238E27FC236}">
                <a16:creationId xmlns:a16="http://schemas.microsoft.com/office/drawing/2014/main" id="{85B5C527-5975-4DC3-949F-95D4811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256" y="2634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7" name="path-1262">
            <a:extLst xmlns:a="http://schemas.openxmlformats.org/drawingml/2006/main">
              <a:ext uri="{FF2B5EF4-FFF2-40B4-BE49-F238E27FC236}">
                <a16:creationId xmlns:a16="http://schemas.microsoft.com/office/drawing/2014/main" id="{FE37C535-250B-44AC-80E4-78407115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72" y="2630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8" name="path-1263">
            <a:extLst xmlns:a="http://schemas.openxmlformats.org/drawingml/2006/main">
              <a:ext uri="{FF2B5EF4-FFF2-40B4-BE49-F238E27FC236}">
                <a16:creationId xmlns:a16="http://schemas.microsoft.com/office/drawing/2014/main" id="{7EE13BA6-F1A5-4179-B06C-273E410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268" y="2651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9" name="path-1264">
            <a:extLst xmlns:a="http://schemas.openxmlformats.org/drawingml/2006/main">
              <a:ext uri="{FF2B5EF4-FFF2-40B4-BE49-F238E27FC236}">
                <a16:creationId xmlns:a16="http://schemas.microsoft.com/office/drawing/2014/main" id="{5FE34C4D-9D7C-4D69-8070-347CDDE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31" y="26383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0" name="path-1265">
            <a:extLst xmlns:a="http://schemas.openxmlformats.org/drawingml/2006/main">
              <a:ext uri="{FF2B5EF4-FFF2-40B4-BE49-F238E27FC236}">
                <a16:creationId xmlns:a16="http://schemas.microsoft.com/office/drawing/2014/main" id="{8035EF56-0AE1-48F2-BC05-60FDE3D8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9" y="2642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1" name="path-1266">
            <a:extLst xmlns:a="http://schemas.openxmlformats.org/drawingml/2006/main">
              <a:ext uri="{FF2B5EF4-FFF2-40B4-BE49-F238E27FC236}">
                <a16:creationId xmlns:a16="http://schemas.microsoft.com/office/drawing/2014/main" id="{1D30C318-67CA-45D4-BFD9-351E1B77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475" y="26460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2" name="path-1267">
            <a:extLst xmlns:a="http://schemas.openxmlformats.org/drawingml/2006/main">
              <a:ext uri="{FF2B5EF4-FFF2-40B4-BE49-F238E27FC236}">
                <a16:creationId xmlns:a16="http://schemas.microsoft.com/office/drawing/2014/main" id="{418B2B72-5F5D-40DD-9C17-91E7C0BB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438" y="2633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3" name="path-1268">
            <a:extLst xmlns:a="http://schemas.openxmlformats.org/drawingml/2006/main">
              <a:ext uri="{FF2B5EF4-FFF2-40B4-BE49-F238E27FC236}">
                <a16:creationId xmlns:a16="http://schemas.microsoft.com/office/drawing/2014/main" id="{46B07A1C-0D80-4E3D-9B25-79E1D639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50" y="26534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4" name="path-1269">
            <a:extLst xmlns:a="http://schemas.openxmlformats.org/drawingml/2006/main">
              <a:ext uri="{FF2B5EF4-FFF2-40B4-BE49-F238E27FC236}">
                <a16:creationId xmlns:a16="http://schemas.microsoft.com/office/drawing/2014/main" id="{920F7E6E-411D-41AE-8C7F-69A580BC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00" y="2648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5" name="path-1270">
            <a:extLst xmlns:a="http://schemas.openxmlformats.org/drawingml/2006/main">
              <a:ext uri="{FF2B5EF4-FFF2-40B4-BE49-F238E27FC236}">
                <a16:creationId xmlns:a16="http://schemas.microsoft.com/office/drawing/2014/main" id="{F7573479-C332-4DD7-905E-FEA6BFF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26" y="2632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6" name="path-1271">
            <a:extLst xmlns:a="http://schemas.openxmlformats.org/drawingml/2006/main">
              <a:ext uri="{FF2B5EF4-FFF2-40B4-BE49-F238E27FC236}">
                <a16:creationId xmlns:a16="http://schemas.microsoft.com/office/drawing/2014/main" id="{17E90343-E813-4AC4-B9E7-9AD077D1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906" y="2643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7" name="path-1272">
            <a:extLst xmlns:a="http://schemas.openxmlformats.org/drawingml/2006/main">
              <a:ext uri="{FF2B5EF4-FFF2-40B4-BE49-F238E27FC236}">
                <a16:creationId xmlns:a16="http://schemas.microsoft.com/office/drawing/2014/main" id="{FC6D9B4C-CF71-4B34-A565-BA61E2C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625" y="2631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8" name="path-1273">
            <a:extLst xmlns:a="http://schemas.openxmlformats.org/drawingml/2006/main">
              <a:ext uri="{FF2B5EF4-FFF2-40B4-BE49-F238E27FC236}">
                <a16:creationId xmlns:a16="http://schemas.microsoft.com/office/drawing/2014/main" id="{BDFC8A48-B104-49E7-BCB3-5AF6111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518" y="26711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9" name="path-1274">
            <a:extLst xmlns:a="http://schemas.openxmlformats.org/drawingml/2006/main">
              <a:ext uri="{FF2B5EF4-FFF2-40B4-BE49-F238E27FC236}">
                <a16:creationId xmlns:a16="http://schemas.microsoft.com/office/drawing/2014/main" id="{10F1D8B2-8D55-47B6-9844-0582DE7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82" y="2632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0" name="path-1275">
            <a:extLst xmlns:a="http://schemas.openxmlformats.org/drawingml/2006/main">
              <a:ext uri="{FF2B5EF4-FFF2-40B4-BE49-F238E27FC236}">
                <a16:creationId xmlns:a16="http://schemas.microsoft.com/office/drawing/2014/main" id="{66D3AABF-EDFD-46BD-AE4F-02BCAD3A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788" y="2640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1" name="path-1276">
            <a:extLst xmlns:a="http://schemas.openxmlformats.org/drawingml/2006/main">
              <a:ext uri="{FF2B5EF4-FFF2-40B4-BE49-F238E27FC236}">
                <a16:creationId xmlns:a16="http://schemas.microsoft.com/office/drawing/2014/main" id="{06183AF9-9EC1-4736-AD86-2EAF53C6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195" y="26321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2" name="path-1277">
            <a:extLst xmlns:a="http://schemas.openxmlformats.org/drawingml/2006/main">
              <a:ext uri="{FF2B5EF4-FFF2-40B4-BE49-F238E27FC236}">
                <a16:creationId xmlns:a16="http://schemas.microsoft.com/office/drawing/2014/main" id="{43E4DF2C-33D8-4BE9-A7F8-6D30D31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393" y="2650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3" name="path-1278">
            <a:extLst xmlns:a="http://schemas.openxmlformats.org/drawingml/2006/main">
              <a:ext uri="{FF2B5EF4-FFF2-40B4-BE49-F238E27FC236}">
                <a16:creationId xmlns:a16="http://schemas.microsoft.com/office/drawing/2014/main" id="{734CCE1E-9C72-4119-B360-131F2E30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45" y="2630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4" name="path-1279">
            <a:extLst xmlns:a="http://schemas.openxmlformats.org/drawingml/2006/main">
              <a:ext uri="{FF2B5EF4-FFF2-40B4-BE49-F238E27FC236}">
                <a16:creationId xmlns:a16="http://schemas.microsoft.com/office/drawing/2014/main" id="{0DDFE787-A1F3-474D-A219-DFDB367A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444" y="26396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5" name="path-1280">
            <a:extLst xmlns:a="http://schemas.openxmlformats.org/drawingml/2006/main">
              <a:ext uri="{FF2B5EF4-FFF2-40B4-BE49-F238E27FC236}">
                <a16:creationId xmlns:a16="http://schemas.microsoft.com/office/drawing/2014/main" id="{861AC500-2D80-40B3-ADEB-0EFD3E75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65" y="26303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6" name="path-1281">
            <a:extLst xmlns:a="http://schemas.openxmlformats.org/drawingml/2006/main">
              <a:ext uri="{FF2B5EF4-FFF2-40B4-BE49-F238E27FC236}">
                <a16:creationId xmlns:a16="http://schemas.microsoft.com/office/drawing/2014/main" id="{7AA13D1D-00ED-48F2-8BD0-B6617BC7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9" y="26136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7" name="path-1282">
            <a:extLst xmlns:a="http://schemas.openxmlformats.org/drawingml/2006/main">
              <a:ext uri="{FF2B5EF4-FFF2-40B4-BE49-F238E27FC236}">
                <a16:creationId xmlns:a16="http://schemas.microsoft.com/office/drawing/2014/main" id="{0C960F0D-32FE-4A68-B3BC-A2C847B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6" y="2657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8" name="path-1283">
            <a:extLst xmlns:a="http://schemas.openxmlformats.org/drawingml/2006/main">
              <a:ext uri="{FF2B5EF4-FFF2-40B4-BE49-F238E27FC236}">
                <a16:creationId xmlns:a16="http://schemas.microsoft.com/office/drawing/2014/main" id="{2EDABA4E-CD68-40EC-9E0A-6AA79F5A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09" y="26382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9" name="path-1284">
            <a:extLst xmlns:a="http://schemas.openxmlformats.org/drawingml/2006/main">
              <a:ext uri="{FF2B5EF4-FFF2-40B4-BE49-F238E27FC236}">
                <a16:creationId xmlns:a16="http://schemas.microsoft.com/office/drawing/2014/main" id="{719E3FE9-2727-483E-848A-C2532C45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69" y="2621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0" name="path-1285">
            <a:extLst xmlns:a="http://schemas.openxmlformats.org/drawingml/2006/main">
              <a:ext uri="{FF2B5EF4-FFF2-40B4-BE49-F238E27FC236}">
                <a16:creationId xmlns:a16="http://schemas.microsoft.com/office/drawing/2014/main" id="{FEF0A30F-E6C7-432E-97DB-53D255D2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277" y="2642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1" name="path-1286">
            <a:extLst xmlns:a="http://schemas.openxmlformats.org/drawingml/2006/main">
              <a:ext uri="{FF2B5EF4-FFF2-40B4-BE49-F238E27FC236}">
                <a16:creationId xmlns:a16="http://schemas.microsoft.com/office/drawing/2014/main" id="{2EE55054-6C25-44C9-AE41-D940A310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50" y="26176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2" name="path-1287">
            <a:extLst xmlns:a="http://schemas.openxmlformats.org/drawingml/2006/main">
              <a:ext uri="{FF2B5EF4-FFF2-40B4-BE49-F238E27FC236}">
                <a16:creationId xmlns:a16="http://schemas.microsoft.com/office/drawing/2014/main" id="{CEF620D2-CB2D-4E0C-B2C6-4B27BB26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526" y="2639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3" name="path-1288">
            <a:extLst xmlns:a="http://schemas.openxmlformats.org/drawingml/2006/main">
              <a:ext uri="{FF2B5EF4-FFF2-40B4-BE49-F238E27FC236}">
                <a16:creationId xmlns:a16="http://schemas.microsoft.com/office/drawing/2014/main" id="{CFF61B4A-9474-4C56-9B11-DBB9CCE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489" y="2628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4" name="path-1289">
            <a:extLst xmlns:a="http://schemas.openxmlformats.org/drawingml/2006/main">
              <a:ext uri="{FF2B5EF4-FFF2-40B4-BE49-F238E27FC236}">
                <a16:creationId xmlns:a16="http://schemas.microsoft.com/office/drawing/2014/main" id="{D58B1882-3A47-48E2-9BD8-55B3D75F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35" y="26625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5" name="path-1290">
            <a:extLst xmlns:a="http://schemas.openxmlformats.org/drawingml/2006/main">
              <a:ext uri="{FF2B5EF4-FFF2-40B4-BE49-F238E27FC236}">
                <a16:creationId xmlns:a16="http://schemas.microsoft.com/office/drawing/2014/main" id="{E2EAB27E-F1A3-4010-93ED-A0C1491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26" y="26701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6" name="path-1291">
            <a:extLst xmlns:a="http://schemas.openxmlformats.org/drawingml/2006/main">
              <a:ext uri="{FF2B5EF4-FFF2-40B4-BE49-F238E27FC236}">
                <a16:creationId xmlns:a16="http://schemas.microsoft.com/office/drawing/2014/main" id="{49DA94B4-3774-4C6A-9263-BE5119BB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21" y="2631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7" name="path-1292">
            <a:extLst xmlns:a="http://schemas.openxmlformats.org/drawingml/2006/main">
              <a:ext uri="{FF2B5EF4-FFF2-40B4-BE49-F238E27FC236}">
                <a16:creationId xmlns:a16="http://schemas.microsoft.com/office/drawing/2014/main" id="{04A5DCF6-6FD7-41B4-9BDB-DA77BAB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911" y="2633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8" name="path-1293">
            <a:extLst xmlns:a="http://schemas.openxmlformats.org/drawingml/2006/main">
              <a:ext uri="{FF2B5EF4-FFF2-40B4-BE49-F238E27FC236}">
                <a16:creationId xmlns:a16="http://schemas.microsoft.com/office/drawing/2014/main" id="{0B8D0C18-CD25-4688-BB49-159EA2D2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76" y="26464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9" name="path-1294">
            <a:extLst xmlns:a="http://schemas.openxmlformats.org/drawingml/2006/main">
              <a:ext uri="{FF2B5EF4-FFF2-40B4-BE49-F238E27FC236}">
                <a16:creationId xmlns:a16="http://schemas.microsoft.com/office/drawing/2014/main" id="{3A437D4A-C361-4390-9BC0-5E29077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093" y="2599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0" name="path-1295">
            <a:extLst xmlns:a="http://schemas.openxmlformats.org/drawingml/2006/main">
              <a:ext uri="{FF2B5EF4-FFF2-40B4-BE49-F238E27FC236}">
                <a16:creationId xmlns:a16="http://schemas.microsoft.com/office/drawing/2014/main" id="{93CF40B8-19E4-4C6C-B1F3-ACDE03B1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266" y="2619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1" name="path-1296">
            <a:extLst xmlns:a="http://schemas.openxmlformats.org/drawingml/2006/main">
              <a:ext uri="{FF2B5EF4-FFF2-40B4-BE49-F238E27FC236}">
                <a16:creationId xmlns:a16="http://schemas.microsoft.com/office/drawing/2014/main" id="{05B55191-D958-4BDB-AF19-DF868A3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392" y="2627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2" name="path-1297">
            <a:extLst xmlns:a="http://schemas.openxmlformats.org/drawingml/2006/main">
              <a:ext uri="{FF2B5EF4-FFF2-40B4-BE49-F238E27FC236}">
                <a16:creationId xmlns:a16="http://schemas.microsoft.com/office/drawing/2014/main" id="{296A0A12-7C27-41A3-8AC9-FFA79FC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76" y="2634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3" name="path-1298">
            <a:extLst xmlns:a="http://schemas.openxmlformats.org/drawingml/2006/main">
              <a:ext uri="{FF2B5EF4-FFF2-40B4-BE49-F238E27FC236}">
                <a16:creationId xmlns:a16="http://schemas.microsoft.com/office/drawing/2014/main" id="{890DD89B-53DB-42C1-8932-C152C2FB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874" y="2623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4" name="path-1299">
            <a:extLst xmlns:a="http://schemas.openxmlformats.org/drawingml/2006/main">
              <a:ext uri="{FF2B5EF4-FFF2-40B4-BE49-F238E27FC236}">
                <a16:creationId xmlns:a16="http://schemas.microsoft.com/office/drawing/2014/main" id="{609F672E-BF98-4A33-BAEC-972415A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140" y="2637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5" name="path-1300">
            <a:extLst xmlns:a="http://schemas.openxmlformats.org/drawingml/2006/main">
              <a:ext uri="{FF2B5EF4-FFF2-40B4-BE49-F238E27FC236}">
                <a16:creationId xmlns:a16="http://schemas.microsoft.com/office/drawing/2014/main" id="{A42066B3-7451-4B9F-8343-418932D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991" y="26431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6" name="path-1301">
            <a:extLst xmlns:a="http://schemas.openxmlformats.org/drawingml/2006/main">
              <a:ext uri="{FF2B5EF4-FFF2-40B4-BE49-F238E27FC236}">
                <a16:creationId xmlns:a16="http://schemas.microsoft.com/office/drawing/2014/main" id="{2C69E5AC-8BF8-401D-BD54-46BE372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71" y="26297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7" name="path-1302">
            <a:extLst xmlns:a="http://schemas.openxmlformats.org/drawingml/2006/main">
              <a:ext uri="{FF2B5EF4-FFF2-40B4-BE49-F238E27FC236}">
                <a16:creationId xmlns:a16="http://schemas.microsoft.com/office/drawing/2014/main" id="{5ACA1A1A-954C-4F95-A7CA-8FB1A2CF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092" y="2650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8" name="path-1303">
            <a:extLst xmlns:a="http://schemas.openxmlformats.org/drawingml/2006/main">
              <a:ext uri="{FF2B5EF4-FFF2-40B4-BE49-F238E27FC236}">
                <a16:creationId xmlns:a16="http://schemas.microsoft.com/office/drawing/2014/main" id="{FCFDDBBA-3619-40A0-9147-2BACE203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527" y="2637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9" name="path-1304">
            <a:extLst xmlns:a="http://schemas.openxmlformats.org/drawingml/2006/main">
              <a:ext uri="{FF2B5EF4-FFF2-40B4-BE49-F238E27FC236}">
                <a16:creationId xmlns:a16="http://schemas.microsoft.com/office/drawing/2014/main" id="{F166E3D3-9C40-49B7-A24E-C5E1EFEB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335" y="26037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0" name="path-1305">
            <a:extLst xmlns:a="http://schemas.openxmlformats.org/drawingml/2006/main">
              <a:ext uri="{FF2B5EF4-FFF2-40B4-BE49-F238E27FC236}">
                <a16:creationId xmlns:a16="http://schemas.microsoft.com/office/drawing/2014/main" id="{07555D4E-3FC4-4AEC-BDE9-08C7C3AA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88" y="26437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1" name="path-1306">
            <a:extLst xmlns:a="http://schemas.openxmlformats.org/drawingml/2006/main">
              <a:ext uri="{FF2B5EF4-FFF2-40B4-BE49-F238E27FC236}">
                <a16:creationId xmlns:a16="http://schemas.microsoft.com/office/drawing/2014/main" id="{F3F2D06F-A3EF-4E6D-970F-0F7F34B6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058" y="2635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2" name="path-1307">
            <a:extLst xmlns:a="http://schemas.openxmlformats.org/drawingml/2006/main">
              <a:ext uri="{FF2B5EF4-FFF2-40B4-BE49-F238E27FC236}">
                <a16:creationId xmlns:a16="http://schemas.microsoft.com/office/drawing/2014/main" id="{4E08E764-3679-45D1-BA15-D2A5397C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00" y="2623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3" name="path-1308">
            <a:extLst xmlns:a="http://schemas.openxmlformats.org/drawingml/2006/main">
              <a:ext uri="{FF2B5EF4-FFF2-40B4-BE49-F238E27FC236}">
                <a16:creationId xmlns:a16="http://schemas.microsoft.com/office/drawing/2014/main" id="{BC3F848D-D712-4AD6-AAD6-FA00C1C6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357" y="2647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4" name="path-1309">
            <a:extLst xmlns:a="http://schemas.openxmlformats.org/drawingml/2006/main">
              <a:ext uri="{FF2B5EF4-FFF2-40B4-BE49-F238E27FC236}">
                <a16:creationId xmlns:a16="http://schemas.microsoft.com/office/drawing/2014/main" id="{CA692908-2050-464D-B8F9-30CEE644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29" y="2624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5" name="path-1310">
            <a:extLst xmlns:a="http://schemas.openxmlformats.org/drawingml/2006/main">
              <a:ext uri="{FF2B5EF4-FFF2-40B4-BE49-F238E27FC236}">
                <a16:creationId xmlns:a16="http://schemas.microsoft.com/office/drawing/2014/main" id="{FDD275A2-1550-43B0-A9F0-D4C6A06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252" y="26228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6" name="path-1311">
            <a:extLst xmlns:a="http://schemas.openxmlformats.org/drawingml/2006/main">
              <a:ext uri="{FF2B5EF4-FFF2-40B4-BE49-F238E27FC236}">
                <a16:creationId xmlns:a16="http://schemas.microsoft.com/office/drawing/2014/main" id="{25E7A8B2-3873-4A5B-A1CC-778CB7B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422" y="2648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7" name="path-1312">
            <a:extLst xmlns:a="http://schemas.openxmlformats.org/drawingml/2006/main">
              <a:ext uri="{FF2B5EF4-FFF2-40B4-BE49-F238E27FC236}">
                <a16:creationId xmlns:a16="http://schemas.microsoft.com/office/drawing/2014/main" id="{468DA09A-0F35-4CA4-BDE3-04C606D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86" y="26557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8" name="path-1313">
            <a:extLst xmlns:a="http://schemas.openxmlformats.org/drawingml/2006/main">
              <a:ext uri="{FF2B5EF4-FFF2-40B4-BE49-F238E27FC236}">
                <a16:creationId xmlns:a16="http://schemas.microsoft.com/office/drawing/2014/main" id="{9DDDE761-E286-4628-8B18-88B89A4C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240" y="2634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9" name="path-1314">
            <a:extLst xmlns:a="http://schemas.openxmlformats.org/drawingml/2006/main">
              <a:ext uri="{FF2B5EF4-FFF2-40B4-BE49-F238E27FC236}">
                <a16:creationId xmlns:a16="http://schemas.microsoft.com/office/drawing/2014/main" id="{107B3D11-0265-45FA-86C0-42AADB8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264" y="2638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0" name="path-1315">
            <a:extLst xmlns:a="http://schemas.openxmlformats.org/drawingml/2006/main">
              <a:ext uri="{FF2B5EF4-FFF2-40B4-BE49-F238E27FC236}">
                <a16:creationId xmlns:a16="http://schemas.microsoft.com/office/drawing/2014/main" id="{CA54CFB8-279C-4427-A975-138EE7D8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87" y="26291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1" name="path-1316">
            <a:extLst xmlns:a="http://schemas.openxmlformats.org/drawingml/2006/main">
              <a:ext uri="{FF2B5EF4-FFF2-40B4-BE49-F238E27FC236}">
                <a16:creationId xmlns:a16="http://schemas.microsoft.com/office/drawing/2014/main" id="{0660A226-57A6-419E-9B39-FB35546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614" y="2609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2" name="path-1317">
            <a:extLst xmlns:a="http://schemas.openxmlformats.org/drawingml/2006/main">
              <a:ext uri="{FF2B5EF4-FFF2-40B4-BE49-F238E27FC236}">
                <a16:creationId xmlns:a16="http://schemas.microsoft.com/office/drawing/2014/main" id="{97FF0D52-C176-4F28-A171-96E6176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503" y="26371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3" name="path-1318">
            <a:extLst xmlns:a="http://schemas.openxmlformats.org/drawingml/2006/main">
              <a:ext uri="{FF2B5EF4-FFF2-40B4-BE49-F238E27FC236}">
                <a16:creationId xmlns:a16="http://schemas.microsoft.com/office/drawing/2014/main" id="{95382257-3F4F-469E-8F25-D2EA0076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83" y="2617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4" name="path-1319">
            <a:extLst xmlns:a="http://schemas.openxmlformats.org/drawingml/2006/main">
              <a:ext uri="{FF2B5EF4-FFF2-40B4-BE49-F238E27FC236}">
                <a16:creationId xmlns:a16="http://schemas.microsoft.com/office/drawing/2014/main" id="{485D68A0-42E4-48B1-BF04-69628010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938" y="2631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5" name="path-1320">
            <a:extLst xmlns:a="http://schemas.openxmlformats.org/drawingml/2006/main">
              <a:ext uri="{FF2B5EF4-FFF2-40B4-BE49-F238E27FC236}">
                <a16:creationId xmlns:a16="http://schemas.microsoft.com/office/drawing/2014/main" id="{958A1FBC-A74E-427B-8B96-D869801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44" y="26249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6" name="path-1321">
            <a:extLst xmlns:a="http://schemas.openxmlformats.org/drawingml/2006/main">
              <a:ext uri="{FF2B5EF4-FFF2-40B4-BE49-F238E27FC236}">
                <a16:creationId xmlns:a16="http://schemas.microsoft.com/office/drawing/2014/main" id="{96FA1EAF-4194-4F94-A7F7-9249E1B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26" y="2651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7" name="path-1322">
            <a:extLst xmlns:a="http://schemas.openxmlformats.org/drawingml/2006/main">
              <a:ext uri="{FF2B5EF4-FFF2-40B4-BE49-F238E27FC236}">
                <a16:creationId xmlns:a16="http://schemas.microsoft.com/office/drawing/2014/main" id="{C2A4DB3A-B63A-46CA-B110-4137EAD1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377" y="26470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8" name="path-1323">
            <a:extLst xmlns:a="http://schemas.openxmlformats.org/drawingml/2006/main">
              <a:ext uri="{FF2B5EF4-FFF2-40B4-BE49-F238E27FC236}">
                <a16:creationId xmlns:a16="http://schemas.microsoft.com/office/drawing/2014/main" id="{CB486CA1-2ACB-4CF5-A43F-5369478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995" y="26293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9" name="path-1324">
            <a:extLst xmlns:a="http://schemas.openxmlformats.org/drawingml/2006/main">
              <a:ext uri="{FF2B5EF4-FFF2-40B4-BE49-F238E27FC236}">
                <a16:creationId xmlns:a16="http://schemas.microsoft.com/office/drawing/2014/main" id="{5FC519E0-A26E-4671-B2BF-CF0F9CEF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89" y="2629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0" name="path-1325">
            <a:extLst xmlns:a="http://schemas.openxmlformats.org/drawingml/2006/main">
              <a:ext uri="{FF2B5EF4-FFF2-40B4-BE49-F238E27FC236}">
                <a16:creationId xmlns:a16="http://schemas.microsoft.com/office/drawing/2014/main" id="{21A944CB-0A5B-4428-B537-5FEF0CFD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736" y="2644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1" name="path-1326">
            <a:extLst xmlns:a="http://schemas.openxmlformats.org/drawingml/2006/main">
              <a:ext uri="{FF2B5EF4-FFF2-40B4-BE49-F238E27FC236}">
                <a16:creationId xmlns:a16="http://schemas.microsoft.com/office/drawing/2014/main" id="{EA9D8999-D36C-48EF-9264-5966B68C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275" y="2642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2" name="path-1327">
            <a:extLst xmlns:a="http://schemas.openxmlformats.org/drawingml/2006/main">
              <a:ext uri="{FF2B5EF4-FFF2-40B4-BE49-F238E27FC236}">
                <a16:creationId xmlns:a16="http://schemas.microsoft.com/office/drawing/2014/main" id="{E061C522-3485-44BB-ADEA-0F70505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99" y="26598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3" name="path-1328">
            <a:extLst xmlns:a="http://schemas.openxmlformats.org/drawingml/2006/main">
              <a:ext uri="{FF2B5EF4-FFF2-40B4-BE49-F238E27FC236}">
                <a16:creationId xmlns:a16="http://schemas.microsoft.com/office/drawing/2014/main" id="{D746D6DA-3BAF-4938-AAA7-1565E97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784" y="2674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4" name="path-1329">
            <a:extLst xmlns:a="http://schemas.openxmlformats.org/drawingml/2006/main">
              <a:ext uri="{FF2B5EF4-FFF2-40B4-BE49-F238E27FC236}">
                <a16:creationId xmlns:a16="http://schemas.microsoft.com/office/drawing/2014/main" id="{9F2E5F40-3B42-41BC-820C-00E18973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676" y="2638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5" name="path-1330">
            <a:extLst xmlns:a="http://schemas.openxmlformats.org/drawingml/2006/main">
              <a:ext uri="{FF2B5EF4-FFF2-40B4-BE49-F238E27FC236}">
                <a16:creationId xmlns:a16="http://schemas.microsoft.com/office/drawing/2014/main" id="{B0A7AFC5-3694-4E17-B449-35FDA0F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368" y="26409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6" name="path-1331">
            <a:extLst xmlns:a="http://schemas.openxmlformats.org/drawingml/2006/main">
              <a:ext uri="{FF2B5EF4-FFF2-40B4-BE49-F238E27FC236}">
                <a16:creationId xmlns:a16="http://schemas.microsoft.com/office/drawing/2014/main" id="{982D7646-1D5A-4FD9-B7CB-755DA92F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90" y="2622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7" name="path-1332">
            <a:extLst xmlns:a="http://schemas.openxmlformats.org/drawingml/2006/main">
              <a:ext uri="{FF2B5EF4-FFF2-40B4-BE49-F238E27FC236}">
                <a16:creationId xmlns:a16="http://schemas.microsoft.com/office/drawing/2014/main" id="{2422DAA6-CFDA-4683-852C-B6BCC407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69" y="2671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8" name="path-1333">
            <a:extLst xmlns:a="http://schemas.openxmlformats.org/drawingml/2006/main">
              <a:ext uri="{FF2B5EF4-FFF2-40B4-BE49-F238E27FC236}">
                <a16:creationId xmlns:a16="http://schemas.microsoft.com/office/drawing/2014/main" id="{E9E1F4DF-93EE-4D91-9154-CA47DD71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841" y="2640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9" name="path-1334">
            <a:extLst xmlns:a="http://schemas.openxmlformats.org/drawingml/2006/main">
              <a:ext uri="{FF2B5EF4-FFF2-40B4-BE49-F238E27FC236}">
                <a16:creationId xmlns:a16="http://schemas.microsoft.com/office/drawing/2014/main" id="{A68A3B8F-E638-426D-B081-93C0476F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4" y="2637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0" name="path-1335">
            <a:extLst xmlns:a="http://schemas.openxmlformats.org/drawingml/2006/main">
              <a:ext uri="{FF2B5EF4-FFF2-40B4-BE49-F238E27FC236}">
                <a16:creationId xmlns:a16="http://schemas.microsoft.com/office/drawing/2014/main" id="{8A0DD174-D2E5-4198-B285-6DD0754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251" y="2637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1" name="path-1336">
            <a:extLst xmlns:a="http://schemas.openxmlformats.org/drawingml/2006/main">
              <a:ext uri="{FF2B5EF4-FFF2-40B4-BE49-F238E27FC236}">
                <a16:creationId xmlns:a16="http://schemas.microsoft.com/office/drawing/2014/main" id="{A3DFFFBD-82BE-4826-A268-4967FB8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388" y="26347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2" name="path-1337">
            <a:extLst xmlns:a="http://schemas.openxmlformats.org/drawingml/2006/main">
              <a:ext uri="{FF2B5EF4-FFF2-40B4-BE49-F238E27FC236}">
                <a16:creationId xmlns:a16="http://schemas.microsoft.com/office/drawing/2014/main" id="{BE00A57B-3E7A-4392-B80A-7144A080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19" y="26368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3" name="path-1338">
            <a:extLst xmlns:a="http://schemas.openxmlformats.org/drawingml/2006/main">
              <a:ext uri="{FF2B5EF4-FFF2-40B4-BE49-F238E27FC236}">
                <a16:creationId xmlns:a16="http://schemas.microsoft.com/office/drawing/2014/main" id="{7EAF079B-5A91-45FD-A85B-F150DEF3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338" y="2634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4" name="path-1339">
            <a:extLst xmlns:a="http://schemas.openxmlformats.org/drawingml/2006/main">
              <a:ext uri="{FF2B5EF4-FFF2-40B4-BE49-F238E27FC236}">
                <a16:creationId xmlns:a16="http://schemas.microsoft.com/office/drawing/2014/main" id="{D499A7A1-A6DA-41A7-BAB6-226815B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98" y="2644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5" name="path-1340">
            <a:extLst xmlns:a="http://schemas.openxmlformats.org/drawingml/2006/main">
              <a:ext uri="{FF2B5EF4-FFF2-40B4-BE49-F238E27FC236}">
                <a16:creationId xmlns:a16="http://schemas.microsoft.com/office/drawing/2014/main" id="{64960D3F-CEE1-4F52-BCF1-BB07DBB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49" y="2617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6" name="path-1341">
            <a:extLst xmlns:a="http://schemas.openxmlformats.org/drawingml/2006/main">
              <a:ext uri="{FF2B5EF4-FFF2-40B4-BE49-F238E27FC236}">
                <a16:creationId xmlns:a16="http://schemas.microsoft.com/office/drawing/2014/main" id="{3A757929-403D-4988-BCEC-E8277FBC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143" y="2616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7" name="path-1342">
            <a:extLst xmlns:a="http://schemas.openxmlformats.org/drawingml/2006/main">
              <a:ext uri="{FF2B5EF4-FFF2-40B4-BE49-F238E27FC236}">
                <a16:creationId xmlns:a16="http://schemas.microsoft.com/office/drawing/2014/main" id="{3DC77B6B-F0A0-42F1-B32A-F089A689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73" y="2637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8" name="path-1343">
            <a:extLst xmlns:a="http://schemas.openxmlformats.org/drawingml/2006/main">
              <a:ext uri="{FF2B5EF4-FFF2-40B4-BE49-F238E27FC236}">
                <a16:creationId xmlns:a16="http://schemas.microsoft.com/office/drawing/2014/main" id="{BCD17E53-33D0-4C19-A364-1663C69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945" y="2638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9" name="path-1344">
            <a:extLst xmlns:a="http://schemas.openxmlformats.org/drawingml/2006/main">
              <a:ext uri="{FF2B5EF4-FFF2-40B4-BE49-F238E27FC236}">
                <a16:creationId xmlns:a16="http://schemas.microsoft.com/office/drawing/2014/main" id="{4F80D0B1-9B6C-4435-BE02-8989EC89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58" y="26153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0" name="path-1345">
            <a:extLst xmlns:a="http://schemas.openxmlformats.org/drawingml/2006/main">
              <a:ext uri="{FF2B5EF4-FFF2-40B4-BE49-F238E27FC236}">
                <a16:creationId xmlns:a16="http://schemas.microsoft.com/office/drawing/2014/main" id="{755C0EC5-AA0A-4DF7-9E84-7154ADC0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56" y="2630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1" name="path-1346">
            <a:extLst xmlns:a="http://schemas.openxmlformats.org/drawingml/2006/main">
              <a:ext uri="{FF2B5EF4-FFF2-40B4-BE49-F238E27FC236}">
                <a16:creationId xmlns:a16="http://schemas.microsoft.com/office/drawing/2014/main" id="{16194C25-1D4B-4254-B6DA-18189BB1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52" y="26422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2" name="path-1347">
            <a:extLst xmlns:a="http://schemas.openxmlformats.org/drawingml/2006/main">
              <a:ext uri="{FF2B5EF4-FFF2-40B4-BE49-F238E27FC236}">
                <a16:creationId xmlns:a16="http://schemas.microsoft.com/office/drawing/2014/main" id="{C7CF644E-1F8B-4553-8F5F-F2347AF4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32" y="2652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3" name="path-1348">
            <a:extLst xmlns:a="http://schemas.openxmlformats.org/drawingml/2006/main">
              <a:ext uri="{FF2B5EF4-FFF2-40B4-BE49-F238E27FC236}">
                <a16:creationId xmlns:a16="http://schemas.microsoft.com/office/drawing/2014/main" id="{76F90E53-5BFA-48D6-A773-D177697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10" y="26361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4" name="path-1349">
            <a:extLst xmlns:a="http://schemas.openxmlformats.org/drawingml/2006/main">
              <a:ext uri="{FF2B5EF4-FFF2-40B4-BE49-F238E27FC236}">
                <a16:creationId xmlns:a16="http://schemas.microsoft.com/office/drawing/2014/main" id="{B7222BDB-2913-4C84-8123-84FAA6C7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22" y="2644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5" name="path-1350">
            <a:extLst xmlns:a="http://schemas.openxmlformats.org/drawingml/2006/main">
              <a:ext uri="{FF2B5EF4-FFF2-40B4-BE49-F238E27FC236}">
                <a16:creationId xmlns:a16="http://schemas.microsoft.com/office/drawing/2014/main" id="{8DD7AD30-B26A-4CCC-A696-4D03DE0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768" y="26644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6" name="path-1351">
            <a:extLst xmlns:a="http://schemas.openxmlformats.org/drawingml/2006/main">
              <a:ext uri="{FF2B5EF4-FFF2-40B4-BE49-F238E27FC236}">
                <a16:creationId xmlns:a16="http://schemas.microsoft.com/office/drawing/2014/main" id="{C6F7892E-4460-4B6B-B6E5-8637549A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92" y="26319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7" name="path-1352">
            <a:extLst xmlns:a="http://schemas.openxmlformats.org/drawingml/2006/main">
              <a:ext uri="{FF2B5EF4-FFF2-40B4-BE49-F238E27FC236}">
                <a16:creationId xmlns:a16="http://schemas.microsoft.com/office/drawing/2014/main" id="{68918C51-BC15-429A-AE7B-6356137E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28" y="26080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8" name="path-1353">
            <a:extLst xmlns:a="http://schemas.openxmlformats.org/drawingml/2006/main">
              <a:ext uri="{FF2B5EF4-FFF2-40B4-BE49-F238E27FC236}">
                <a16:creationId xmlns:a16="http://schemas.microsoft.com/office/drawing/2014/main" id="{D4F8EDD5-60B3-4915-9254-240F8D94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035" y="26416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9" name="path-1354">
            <a:extLst xmlns:a="http://schemas.openxmlformats.org/drawingml/2006/main">
              <a:ext uri="{FF2B5EF4-FFF2-40B4-BE49-F238E27FC236}">
                <a16:creationId xmlns:a16="http://schemas.microsoft.com/office/drawing/2014/main" id="{AF897DE7-354C-4A12-9518-67335469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914" y="2636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0" name="path-1355">
            <a:extLst xmlns:a="http://schemas.openxmlformats.org/drawingml/2006/main">
              <a:ext uri="{FF2B5EF4-FFF2-40B4-BE49-F238E27FC236}">
                <a16:creationId xmlns:a16="http://schemas.microsoft.com/office/drawing/2014/main" id="{1D52DF7A-AFD3-4C88-85E7-F30FF0C9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954" y="26507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1" name="path-1356">
            <a:extLst xmlns:a="http://schemas.openxmlformats.org/drawingml/2006/main">
              <a:ext uri="{FF2B5EF4-FFF2-40B4-BE49-F238E27FC236}">
                <a16:creationId xmlns:a16="http://schemas.microsoft.com/office/drawing/2014/main" id="{AD0DF989-0D44-46B8-A551-9353D17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989" y="2635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2" name="path-1357">
            <a:extLst xmlns:a="http://schemas.openxmlformats.org/drawingml/2006/main">
              <a:ext uri="{FF2B5EF4-FFF2-40B4-BE49-F238E27FC236}">
                <a16:creationId xmlns:a16="http://schemas.microsoft.com/office/drawing/2014/main" id="{B8A54C56-E59E-467A-9819-D978463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149" y="26356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3" name="path-1358">
            <a:extLst xmlns:a="http://schemas.openxmlformats.org/drawingml/2006/main">
              <a:ext uri="{FF2B5EF4-FFF2-40B4-BE49-F238E27FC236}">
                <a16:creationId xmlns:a16="http://schemas.microsoft.com/office/drawing/2014/main" id="{72DCCE96-E140-4505-B49C-F467BEE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10" y="2647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4" name="path-1359">
            <a:extLst xmlns:a="http://schemas.openxmlformats.org/drawingml/2006/main">
              <a:ext uri="{FF2B5EF4-FFF2-40B4-BE49-F238E27FC236}">
                <a16:creationId xmlns:a16="http://schemas.microsoft.com/office/drawing/2014/main" id="{9F580C77-D5B1-45DF-A84A-A50DC328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256" y="2622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5" name="path-1360">
            <a:extLst xmlns:a="http://schemas.openxmlformats.org/drawingml/2006/main">
              <a:ext uri="{FF2B5EF4-FFF2-40B4-BE49-F238E27FC236}">
                <a16:creationId xmlns:a16="http://schemas.microsoft.com/office/drawing/2014/main" id="{E5FA8260-02CF-47F9-A1AC-A85A3D34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007" y="2647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6" name="path-1361">
            <a:extLst xmlns:a="http://schemas.openxmlformats.org/drawingml/2006/main">
              <a:ext uri="{FF2B5EF4-FFF2-40B4-BE49-F238E27FC236}">
                <a16:creationId xmlns:a16="http://schemas.microsoft.com/office/drawing/2014/main" id="{66B8F778-0561-4531-BD7C-EA01023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93" y="2624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7" name="path-1362">
            <a:extLst xmlns:a="http://schemas.openxmlformats.org/drawingml/2006/main">
              <a:ext uri="{FF2B5EF4-FFF2-40B4-BE49-F238E27FC236}">
                <a16:creationId xmlns:a16="http://schemas.microsoft.com/office/drawing/2014/main" id="{900BAC5C-363D-4650-B350-D420CA2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507" y="26729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8" name="path-1363">
            <a:extLst xmlns:a="http://schemas.openxmlformats.org/drawingml/2006/main">
              <a:ext uri="{FF2B5EF4-FFF2-40B4-BE49-F238E27FC236}">
                <a16:creationId xmlns:a16="http://schemas.microsoft.com/office/drawing/2014/main" id="{B2564F21-C0A0-4329-81E5-D81C6C8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24" y="2642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9" name="path-1364">
            <a:extLst xmlns:a="http://schemas.openxmlformats.org/drawingml/2006/main">
              <a:ext uri="{FF2B5EF4-FFF2-40B4-BE49-F238E27FC236}">
                <a16:creationId xmlns:a16="http://schemas.microsoft.com/office/drawing/2014/main" id="{96A175AF-247C-4768-B3DF-0CA4C5D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95" y="2657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0" name="path-1365">
            <a:extLst xmlns:a="http://schemas.openxmlformats.org/drawingml/2006/main">
              <a:ext uri="{FF2B5EF4-FFF2-40B4-BE49-F238E27FC236}">
                <a16:creationId xmlns:a16="http://schemas.microsoft.com/office/drawing/2014/main" id="{9554F757-3316-497C-BC74-5C199A69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889" y="2639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1" name="path-1366">
            <a:extLst xmlns:a="http://schemas.openxmlformats.org/drawingml/2006/main">
              <a:ext uri="{FF2B5EF4-FFF2-40B4-BE49-F238E27FC236}">
                <a16:creationId xmlns:a16="http://schemas.microsoft.com/office/drawing/2014/main" id="{18DB98D6-A2F6-466B-9135-772BBF7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96" y="2655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2" name="path-1367">
            <a:extLst xmlns:a="http://schemas.openxmlformats.org/drawingml/2006/main">
              <a:ext uri="{FF2B5EF4-FFF2-40B4-BE49-F238E27FC236}">
                <a16:creationId xmlns:a16="http://schemas.microsoft.com/office/drawing/2014/main" id="{38C8A1EA-3FD6-4A1C-87C6-A08CE0CF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93" y="2640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3" name="path-1368">
            <a:extLst xmlns:a="http://schemas.openxmlformats.org/drawingml/2006/main">
              <a:ext uri="{FF2B5EF4-FFF2-40B4-BE49-F238E27FC236}">
                <a16:creationId xmlns:a16="http://schemas.microsoft.com/office/drawing/2014/main" id="{E20D667E-E98F-4EE5-B69D-AC407C2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688" y="2629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4" name="path-1369">
            <a:extLst xmlns:a="http://schemas.openxmlformats.org/drawingml/2006/main">
              <a:ext uri="{FF2B5EF4-FFF2-40B4-BE49-F238E27FC236}">
                <a16:creationId xmlns:a16="http://schemas.microsoft.com/office/drawing/2014/main" id="{AB929422-C14F-4766-AB67-8120E5A6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57" y="26217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5" name="path-1370">
            <a:extLst xmlns:a="http://schemas.openxmlformats.org/drawingml/2006/main">
              <a:ext uri="{FF2B5EF4-FFF2-40B4-BE49-F238E27FC236}">
                <a16:creationId xmlns:a16="http://schemas.microsoft.com/office/drawing/2014/main" id="{3316FE95-D26B-49AF-85F3-538C042D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9" y="2663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6" name="path-1371">
            <a:extLst xmlns:a="http://schemas.openxmlformats.org/drawingml/2006/main">
              <a:ext uri="{FF2B5EF4-FFF2-40B4-BE49-F238E27FC236}">
                <a16:creationId xmlns:a16="http://schemas.microsoft.com/office/drawing/2014/main" id="{84D3C3D9-C24F-42EE-8699-55EFA42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00" y="26056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7" name="path-1372">
            <a:extLst xmlns:a="http://schemas.openxmlformats.org/drawingml/2006/main">
              <a:ext uri="{FF2B5EF4-FFF2-40B4-BE49-F238E27FC236}">
                <a16:creationId xmlns:a16="http://schemas.microsoft.com/office/drawing/2014/main" id="{6A411F9F-BCF6-40B8-9E8E-D3BC876F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221" y="26514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8" name="path-1373">
            <a:extLst xmlns:a="http://schemas.openxmlformats.org/drawingml/2006/main">
              <a:ext uri="{FF2B5EF4-FFF2-40B4-BE49-F238E27FC236}">
                <a16:creationId xmlns:a16="http://schemas.microsoft.com/office/drawing/2014/main" id="{98025976-4AC9-4D56-9379-AB2EA908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389" y="2607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9" name="path-1374">
            <a:extLst xmlns:a="http://schemas.openxmlformats.org/drawingml/2006/main">
              <a:ext uri="{FF2B5EF4-FFF2-40B4-BE49-F238E27FC236}">
                <a16:creationId xmlns:a16="http://schemas.microsoft.com/office/drawing/2014/main" id="{B18D892C-D86C-4EA6-891E-3A656E35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11" y="2633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0" name="path-1375">
            <a:extLst xmlns:a="http://schemas.openxmlformats.org/drawingml/2006/main">
              <a:ext uri="{FF2B5EF4-FFF2-40B4-BE49-F238E27FC236}">
                <a16:creationId xmlns:a16="http://schemas.microsoft.com/office/drawing/2014/main" id="{4F8B83B7-C4A5-407D-8EB5-C5919753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472" y="2660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1" name="path-1376">
            <a:extLst xmlns:a="http://schemas.openxmlformats.org/drawingml/2006/main">
              <a:ext uri="{FF2B5EF4-FFF2-40B4-BE49-F238E27FC236}">
                <a16:creationId xmlns:a16="http://schemas.microsoft.com/office/drawing/2014/main" id="{28A3D565-CAB2-4053-82B3-62C2632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731" y="26042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2" name="path-1377">
            <a:extLst xmlns:a="http://schemas.openxmlformats.org/drawingml/2006/main">
              <a:ext uri="{FF2B5EF4-FFF2-40B4-BE49-F238E27FC236}">
                <a16:creationId xmlns:a16="http://schemas.microsoft.com/office/drawing/2014/main" id="{21D25B69-4C34-49CA-8DC7-C3CB2B1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286" y="26427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3" name="path-1378">
            <a:extLst xmlns:a="http://schemas.openxmlformats.org/drawingml/2006/main">
              <a:ext uri="{FF2B5EF4-FFF2-40B4-BE49-F238E27FC236}">
                <a16:creationId xmlns:a16="http://schemas.microsoft.com/office/drawing/2014/main" id="{0B286B60-485D-45D9-A9B4-A2048516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57" y="2653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4" name="path-1379">
            <a:extLst xmlns:a="http://schemas.openxmlformats.org/drawingml/2006/main">
              <a:ext uri="{FF2B5EF4-FFF2-40B4-BE49-F238E27FC236}">
                <a16:creationId xmlns:a16="http://schemas.microsoft.com/office/drawing/2014/main" id="{105C5629-23C7-41A8-8A87-3DDDBDF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825" y="2652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5" name="path-1380">
            <a:extLst xmlns:a="http://schemas.openxmlformats.org/drawingml/2006/main">
              <a:ext uri="{FF2B5EF4-FFF2-40B4-BE49-F238E27FC236}">
                <a16:creationId xmlns:a16="http://schemas.microsoft.com/office/drawing/2014/main" id="{F6E737D0-E472-4CB8-80CF-1DACC00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701" y="2651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6" name="path-1381">
            <a:extLst xmlns:a="http://schemas.openxmlformats.org/drawingml/2006/main">
              <a:ext uri="{FF2B5EF4-FFF2-40B4-BE49-F238E27FC236}">
                <a16:creationId xmlns:a16="http://schemas.microsoft.com/office/drawing/2014/main" id="{D9763C54-C455-4D65-B74E-DE4C530B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905" y="2634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7" name="path-1382">
            <a:extLst xmlns:a="http://schemas.openxmlformats.org/drawingml/2006/main">
              <a:ext uri="{FF2B5EF4-FFF2-40B4-BE49-F238E27FC236}">
                <a16:creationId xmlns:a16="http://schemas.microsoft.com/office/drawing/2014/main" id="{1ADB9A56-B0A8-43B2-B5DC-D3D72644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32" y="2649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8" name="path-1383">
            <a:extLst xmlns:a="http://schemas.openxmlformats.org/drawingml/2006/main">
              <a:ext uri="{FF2B5EF4-FFF2-40B4-BE49-F238E27FC236}">
                <a16:creationId xmlns:a16="http://schemas.microsoft.com/office/drawing/2014/main" id="{3C4E0D2E-71EC-477D-AFF5-2FCF416D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058" y="26448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9" name="path-1384">
            <a:extLst xmlns:a="http://schemas.openxmlformats.org/drawingml/2006/main">
              <a:ext uri="{FF2B5EF4-FFF2-40B4-BE49-F238E27FC236}">
                <a16:creationId xmlns:a16="http://schemas.microsoft.com/office/drawing/2014/main" id="{57C4C276-6DA0-4A38-8E20-B2D5305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459" y="26223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0" name="path-1385">
            <a:extLst xmlns:a="http://schemas.openxmlformats.org/drawingml/2006/main">
              <a:ext uri="{FF2B5EF4-FFF2-40B4-BE49-F238E27FC236}">
                <a16:creationId xmlns:a16="http://schemas.microsoft.com/office/drawing/2014/main" id="{66FA3513-FC4B-4ABE-977D-F777F24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34" y="26317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1" name="path-1386">
            <a:extLst xmlns:a="http://schemas.openxmlformats.org/drawingml/2006/main">
              <a:ext uri="{FF2B5EF4-FFF2-40B4-BE49-F238E27FC236}">
                <a16:creationId xmlns:a16="http://schemas.microsoft.com/office/drawing/2014/main" id="{A611471B-C6F7-470D-B032-F82F1783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0" y="2620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2" name="path-1387">
            <a:extLst xmlns:a="http://schemas.openxmlformats.org/drawingml/2006/main">
              <a:ext uri="{FF2B5EF4-FFF2-40B4-BE49-F238E27FC236}">
                <a16:creationId xmlns:a16="http://schemas.microsoft.com/office/drawing/2014/main" id="{9A51E03D-7F5F-4ECA-B072-F880929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53" y="26421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3" name="path-1388">
            <a:extLst xmlns:a="http://schemas.openxmlformats.org/drawingml/2006/main">
              <a:ext uri="{FF2B5EF4-FFF2-40B4-BE49-F238E27FC236}">
                <a16:creationId xmlns:a16="http://schemas.microsoft.com/office/drawing/2014/main" id="{2142BDC9-3F8F-4447-8E6A-3D3C87F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09" y="26158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4" name="path-1389">
            <a:extLst xmlns:a="http://schemas.openxmlformats.org/drawingml/2006/main">
              <a:ext uri="{FF2B5EF4-FFF2-40B4-BE49-F238E27FC236}">
                <a16:creationId xmlns:a16="http://schemas.microsoft.com/office/drawing/2014/main" id="{1C03DEBE-32A3-474C-A2D5-B421CB4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861" y="2654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5" name="path-1390">
            <a:extLst xmlns:a="http://schemas.openxmlformats.org/drawingml/2006/main">
              <a:ext uri="{FF2B5EF4-FFF2-40B4-BE49-F238E27FC236}">
                <a16:creationId xmlns:a16="http://schemas.microsoft.com/office/drawing/2014/main" id="{4872A158-884F-41F2-AE70-AE6CDEC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06" y="26309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6" name="path-1391">
            <a:extLst xmlns:a="http://schemas.openxmlformats.org/drawingml/2006/main">
              <a:ext uri="{FF2B5EF4-FFF2-40B4-BE49-F238E27FC236}">
                <a16:creationId xmlns:a16="http://schemas.microsoft.com/office/drawing/2014/main" id="{032E200B-59E7-483E-9760-20A4E85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33" y="2631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7" name="path-1392">
            <a:extLst xmlns:a="http://schemas.openxmlformats.org/drawingml/2006/main">
              <a:ext uri="{FF2B5EF4-FFF2-40B4-BE49-F238E27FC236}">
                <a16:creationId xmlns:a16="http://schemas.microsoft.com/office/drawing/2014/main" id="{141C7E8D-1BF2-4702-B11D-B97C5BE2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2785" y="2634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8" name="path-1393">
            <a:extLst xmlns:a="http://schemas.openxmlformats.org/drawingml/2006/main">
              <a:ext uri="{FF2B5EF4-FFF2-40B4-BE49-F238E27FC236}">
                <a16:creationId xmlns:a16="http://schemas.microsoft.com/office/drawing/2014/main" id="{7CC7793C-442A-4B13-B8B5-E397795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724" y="26294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9" name="path-1394">
            <a:extLst xmlns:a="http://schemas.openxmlformats.org/drawingml/2006/main">
              <a:ext uri="{FF2B5EF4-FFF2-40B4-BE49-F238E27FC236}">
                <a16:creationId xmlns:a16="http://schemas.microsoft.com/office/drawing/2014/main" id="{EDF29C27-5E43-456A-9311-87019BB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267" y="2623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0" name="path-1395">
            <a:extLst xmlns:a="http://schemas.openxmlformats.org/drawingml/2006/main">
              <a:ext uri="{FF2B5EF4-FFF2-40B4-BE49-F238E27FC236}">
                <a16:creationId xmlns:a16="http://schemas.microsoft.com/office/drawing/2014/main" id="{7BCABEBD-A571-43EC-A22B-FC9E1BB9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628" y="2645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1" name="path-1396">
            <a:extLst xmlns:a="http://schemas.openxmlformats.org/drawingml/2006/main">
              <a:ext uri="{FF2B5EF4-FFF2-40B4-BE49-F238E27FC236}">
                <a16:creationId xmlns:a16="http://schemas.microsoft.com/office/drawing/2014/main" id="{D811AB7E-F079-48F6-AC54-0B0803C9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646" y="26386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2" name="path-1397">
            <a:extLst xmlns:a="http://schemas.openxmlformats.org/drawingml/2006/main">
              <a:ext uri="{FF2B5EF4-FFF2-40B4-BE49-F238E27FC236}">
                <a16:creationId xmlns:a16="http://schemas.microsoft.com/office/drawing/2014/main" id="{57827FD8-B110-47A5-A5AF-D596D73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197" y="2652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3" name="path-1398">
            <a:extLst xmlns:a="http://schemas.openxmlformats.org/drawingml/2006/main">
              <a:ext uri="{FF2B5EF4-FFF2-40B4-BE49-F238E27FC236}">
                <a16:creationId xmlns:a16="http://schemas.microsoft.com/office/drawing/2014/main" id="{F60F8B27-CB7C-4E95-A0AF-2B43C77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367" y="2641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4" name="path-1399">
            <a:extLst xmlns:a="http://schemas.openxmlformats.org/drawingml/2006/main">
              <a:ext uri="{FF2B5EF4-FFF2-40B4-BE49-F238E27FC236}">
                <a16:creationId xmlns:a16="http://schemas.microsoft.com/office/drawing/2014/main" id="{E32A0C9D-73A7-40EC-8B07-A5D23FAA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21" y="26314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5" name="path-1400">
            <a:extLst xmlns:a="http://schemas.openxmlformats.org/drawingml/2006/main">
              <a:ext uri="{FF2B5EF4-FFF2-40B4-BE49-F238E27FC236}">
                <a16:creationId xmlns:a16="http://schemas.microsoft.com/office/drawing/2014/main" id="{B270C6C6-0FB5-4931-8DF7-B75B546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82" y="26362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6" name="path-1401">
            <a:extLst xmlns:a="http://schemas.openxmlformats.org/drawingml/2006/main">
              <a:ext uri="{FF2B5EF4-FFF2-40B4-BE49-F238E27FC236}">
                <a16:creationId xmlns:a16="http://schemas.microsoft.com/office/drawing/2014/main" id="{55DAC3B7-5C73-479C-8F84-AB0C3A41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09" y="2644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7" name="path-1402">
            <a:extLst xmlns:a="http://schemas.openxmlformats.org/drawingml/2006/main">
              <a:ext uri="{FF2B5EF4-FFF2-40B4-BE49-F238E27FC236}">
                <a16:creationId xmlns:a16="http://schemas.microsoft.com/office/drawing/2014/main" id="{91947189-489E-4692-82DF-7C98ACE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0" y="2627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8" name="path-1403">
            <a:extLst xmlns:a="http://schemas.openxmlformats.org/drawingml/2006/main">
              <a:ext uri="{FF2B5EF4-FFF2-40B4-BE49-F238E27FC236}">
                <a16:creationId xmlns:a16="http://schemas.microsoft.com/office/drawing/2014/main" id="{1D5BACEE-A39F-4623-A0EB-415FC62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39" y="2627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9" name="path-1404">
            <a:extLst xmlns:a="http://schemas.openxmlformats.org/drawingml/2006/main">
              <a:ext uri="{FF2B5EF4-FFF2-40B4-BE49-F238E27FC236}">
                <a16:creationId xmlns:a16="http://schemas.microsoft.com/office/drawing/2014/main" id="{5249A975-423A-4B3D-B80F-069352CD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89" y="2634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0" name="path-1405">
            <a:extLst xmlns:a="http://schemas.openxmlformats.org/drawingml/2006/main">
              <a:ext uri="{FF2B5EF4-FFF2-40B4-BE49-F238E27FC236}">
                <a16:creationId xmlns:a16="http://schemas.microsoft.com/office/drawing/2014/main" id="{3B9D499F-8DF6-42C0-960E-D73151A5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60" y="2641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1" name="path-1406">
            <a:extLst xmlns:a="http://schemas.openxmlformats.org/drawingml/2006/main">
              <a:ext uri="{FF2B5EF4-FFF2-40B4-BE49-F238E27FC236}">
                <a16:creationId xmlns:a16="http://schemas.microsoft.com/office/drawing/2014/main" id="{FE5F5CF7-2AAD-488B-9D38-A61E6666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584" y="2635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2" name="path-1407">
            <a:extLst xmlns:a="http://schemas.openxmlformats.org/drawingml/2006/main">
              <a:ext uri="{FF2B5EF4-FFF2-40B4-BE49-F238E27FC236}">
                <a16:creationId xmlns:a16="http://schemas.microsoft.com/office/drawing/2014/main" id="{80E52C8C-5734-470D-95D2-815A0A3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31" y="2625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3" name="path-1408">
            <a:extLst xmlns:a="http://schemas.openxmlformats.org/drawingml/2006/main">
              <a:ext uri="{FF2B5EF4-FFF2-40B4-BE49-F238E27FC236}">
                <a16:creationId xmlns:a16="http://schemas.microsoft.com/office/drawing/2014/main" id="{DDB05B24-240A-4C35-B3AD-87798C91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55" y="26502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4" name="path-1409">
            <a:extLst xmlns:a="http://schemas.openxmlformats.org/drawingml/2006/main">
              <a:ext uri="{FF2B5EF4-FFF2-40B4-BE49-F238E27FC236}">
                <a16:creationId xmlns:a16="http://schemas.microsoft.com/office/drawing/2014/main" id="{62DAC00E-A3A9-4E73-94C7-786C41F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727" y="26202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5" name="path-1410">
            <a:extLst xmlns:a="http://schemas.openxmlformats.org/drawingml/2006/main">
              <a:ext uri="{FF2B5EF4-FFF2-40B4-BE49-F238E27FC236}">
                <a16:creationId xmlns:a16="http://schemas.microsoft.com/office/drawing/2014/main" id="{1E96538B-0581-480F-B47E-DBE3B4E5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731" y="2661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6" name="path-1411">
            <a:extLst xmlns:a="http://schemas.openxmlformats.org/drawingml/2006/main">
              <a:ext uri="{FF2B5EF4-FFF2-40B4-BE49-F238E27FC236}">
                <a16:creationId xmlns:a16="http://schemas.microsoft.com/office/drawing/2014/main" id="{37D6ADC7-A11C-45B3-A56B-AF202017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02" y="26152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7" name="path-1412">
            <a:extLst xmlns:a="http://schemas.openxmlformats.org/drawingml/2006/main">
              <a:ext uri="{FF2B5EF4-FFF2-40B4-BE49-F238E27FC236}">
                <a16:creationId xmlns:a16="http://schemas.microsoft.com/office/drawing/2014/main" id="{D1986E98-AFDF-41A1-8FB7-15B8B43B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766" y="26376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8" name="path-1413">
            <a:extLst xmlns:a="http://schemas.openxmlformats.org/drawingml/2006/main">
              <a:ext uri="{FF2B5EF4-FFF2-40B4-BE49-F238E27FC236}">
                <a16:creationId xmlns:a16="http://schemas.microsoft.com/office/drawing/2014/main" id="{C1898B3F-905D-4103-9A8B-77E25CC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37" y="2637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9" name="path-1414">
            <a:extLst xmlns:a="http://schemas.openxmlformats.org/drawingml/2006/main">
              <a:ext uri="{FF2B5EF4-FFF2-40B4-BE49-F238E27FC236}">
                <a16:creationId xmlns:a16="http://schemas.microsoft.com/office/drawing/2014/main" id="{388EC72E-F9D2-499F-9E6D-A7EE73E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903" y="2639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0" name="path-1415">
            <a:extLst xmlns:a="http://schemas.openxmlformats.org/drawingml/2006/main">
              <a:ext uri="{FF2B5EF4-FFF2-40B4-BE49-F238E27FC236}">
                <a16:creationId xmlns:a16="http://schemas.microsoft.com/office/drawing/2014/main" id="{1A20E9C7-7E1E-4C87-BBA4-60F6B89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2" y="2631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1" name="path-1416">
            <a:extLst xmlns:a="http://schemas.openxmlformats.org/drawingml/2006/main">
              <a:ext uri="{FF2B5EF4-FFF2-40B4-BE49-F238E27FC236}">
                <a16:creationId xmlns:a16="http://schemas.microsoft.com/office/drawing/2014/main" id="{0659DC13-0765-426A-9FC7-86D8A0C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879" y="26437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2" name="path-1417">
            <a:extLst xmlns:a="http://schemas.openxmlformats.org/drawingml/2006/main">
              <a:ext uri="{FF2B5EF4-FFF2-40B4-BE49-F238E27FC236}">
                <a16:creationId xmlns:a16="http://schemas.microsoft.com/office/drawing/2014/main" id="{425EFA1E-F5E5-46D0-9215-ED234494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06" y="2612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3" name="path-1418">
            <a:extLst xmlns:a="http://schemas.openxmlformats.org/drawingml/2006/main">
              <a:ext uri="{FF2B5EF4-FFF2-40B4-BE49-F238E27FC236}">
                <a16:creationId xmlns:a16="http://schemas.microsoft.com/office/drawing/2014/main" id="{0F2F2845-ED2A-4BB8-8812-1838D77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1" y="26310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4" name="path-1419">
            <a:extLst xmlns:a="http://schemas.openxmlformats.org/drawingml/2006/main">
              <a:ext uri="{FF2B5EF4-FFF2-40B4-BE49-F238E27FC236}">
                <a16:creationId xmlns:a16="http://schemas.microsoft.com/office/drawing/2014/main" id="{784B38E1-4FBC-404E-A6FE-5EEE3DB2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269" y="26780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5" name="path-1420">
            <a:extLst xmlns:a="http://schemas.openxmlformats.org/drawingml/2006/main">
              <a:ext uri="{FF2B5EF4-FFF2-40B4-BE49-F238E27FC236}">
                <a16:creationId xmlns:a16="http://schemas.microsoft.com/office/drawing/2014/main" id="{94DC9E5D-256C-4FD0-AF4F-4535EE9D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76" y="2607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6" name="path-1421">
            <a:extLst xmlns:a="http://schemas.openxmlformats.org/drawingml/2006/main">
              <a:ext uri="{FF2B5EF4-FFF2-40B4-BE49-F238E27FC236}">
                <a16:creationId xmlns:a16="http://schemas.microsoft.com/office/drawing/2014/main" id="{134F6917-922A-45CB-8C11-2CFAF65E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16" y="26703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7" name="path-1422">
            <a:extLst xmlns:a="http://schemas.openxmlformats.org/drawingml/2006/main">
              <a:ext uri="{FF2B5EF4-FFF2-40B4-BE49-F238E27FC236}">
                <a16:creationId xmlns:a16="http://schemas.microsoft.com/office/drawing/2014/main" id="{8F67E49B-DB8D-46FD-8028-B3C60A3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427" y="2649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8" name="path-1423">
            <a:extLst xmlns:a="http://schemas.openxmlformats.org/drawingml/2006/main">
              <a:ext uri="{FF2B5EF4-FFF2-40B4-BE49-F238E27FC236}">
                <a16:creationId xmlns:a16="http://schemas.microsoft.com/office/drawing/2014/main" id="{9C999835-F341-453A-93B0-F1426402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385" y="2613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9" name="path-1424">
            <a:extLst xmlns:a="http://schemas.openxmlformats.org/drawingml/2006/main">
              <a:ext uri="{FF2B5EF4-FFF2-40B4-BE49-F238E27FC236}">
                <a16:creationId xmlns:a16="http://schemas.microsoft.com/office/drawing/2014/main" id="{95BDA084-460D-46CD-8332-019CF7DF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008" y="26275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0" name="path-1425">
            <a:extLst xmlns:a="http://schemas.openxmlformats.org/drawingml/2006/main">
              <a:ext uri="{FF2B5EF4-FFF2-40B4-BE49-F238E27FC236}">
                <a16:creationId xmlns:a16="http://schemas.microsoft.com/office/drawing/2014/main" id="{709B1F88-138B-45D5-A4E9-B39D3FC5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263" y="2626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1" name="path-1426">
            <a:extLst xmlns:a="http://schemas.openxmlformats.org/drawingml/2006/main">
              <a:ext uri="{FF2B5EF4-FFF2-40B4-BE49-F238E27FC236}">
                <a16:creationId xmlns:a16="http://schemas.microsoft.com/office/drawing/2014/main" id="{CECDD014-FCD3-47BF-BA0E-FF0A2FA8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450" y="2647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2" name="path-1427">
            <a:extLst xmlns:a="http://schemas.openxmlformats.org/drawingml/2006/main">
              <a:ext uri="{FF2B5EF4-FFF2-40B4-BE49-F238E27FC236}">
                <a16:creationId xmlns:a16="http://schemas.microsoft.com/office/drawing/2014/main" id="{747F966A-91D1-471B-ADE5-054D324A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641" y="26536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3" name="path-1428">
            <a:extLst xmlns:a="http://schemas.openxmlformats.org/drawingml/2006/main">
              <a:ext uri="{FF2B5EF4-FFF2-40B4-BE49-F238E27FC236}">
                <a16:creationId xmlns:a16="http://schemas.microsoft.com/office/drawing/2014/main" id="{4D3BA4B7-4CA8-490A-991C-E21C2BFB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060" y="2631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4" name="path-1429">
            <a:extLst xmlns:a="http://schemas.openxmlformats.org/drawingml/2006/main">
              <a:ext uri="{FF2B5EF4-FFF2-40B4-BE49-F238E27FC236}">
                <a16:creationId xmlns:a16="http://schemas.microsoft.com/office/drawing/2014/main" id="{BE92C094-A4BD-448A-A63B-67C38B1B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325" y="2636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5" name="path-1430">
            <a:extLst xmlns:a="http://schemas.openxmlformats.org/drawingml/2006/main">
              <a:ext uri="{FF2B5EF4-FFF2-40B4-BE49-F238E27FC236}">
                <a16:creationId xmlns:a16="http://schemas.microsoft.com/office/drawing/2014/main" id="{EEAF327A-444E-4536-A72D-AD79401D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501" y="2636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6" name="path-1431">
            <a:extLst xmlns:a="http://schemas.openxmlformats.org/drawingml/2006/main">
              <a:ext uri="{FF2B5EF4-FFF2-40B4-BE49-F238E27FC236}">
                <a16:creationId xmlns:a16="http://schemas.microsoft.com/office/drawing/2014/main" id="{5E2A17A5-9A72-4F4F-9F51-BFED48CD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28" y="26198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7" name="path-1432">
            <a:extLst xmlns:a="http://schemas.openxmlformats.org/drawingml/2006/main">
              <a:ext uri="{FF2B5EF4-FFF2-40B4-BE49-F238E27FC236}">
                <a16:creationId xmlns:a16="http://schemas.microsoft.com/office/drawing/2014/main" id="{780BB24A-89CA-4D9D-9107-21B79A86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34" y="2622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8" name="path-1433">
            <a:extLst xmlns:a="http://schemas.openxmlformats.org/drawingml/2006/main">
              <a:ext uri="{FF2B5EF4-FFF2-40B4-BE49-F238E27FC236}">
                <a16:creationId xmlns:a16="http://schemas.microsoft.com/office/drawing/2014/main" id="{A642AD32-5EB4-4194-B0A0-438F0A5C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79" y="2629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9" name="path-1434">
            <a:extLst xmlns:a="http://schemas.openxmlformats.org/drawingml/2006/main">
              <a:ext uri="{FF2B5EF4-FFF2-40B4-BE49-F238E27FC236}">
                <a16:creationId xmlns:a16="http://schemas.microsoft.com/office/drawing/2014/main" id="{5AB77B6C-E0E8-45C1-9F80-4605418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26" y="26379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0" name="path-1435">
            <a:extLst xmlns:a="http://schemas.openxmlformats.org/drawingml/2006/main">
              <a:ext uri="{FF2B5EF4-FFF2-40B4-BE49-F238E27FC236}">
                <a16:creationId xmlns:a16="http://schemas.microsoft.com/office/drawing/2014/main" id="{6D9B4A36-EF28-447D-AD00-CF341512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807" y="26416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1" name="path-1436">
            <a:extLst xmlns:a="http://schemas.openxmlformats.org/drawingml/2006/main">
              <a:ext uri="{FF2B5EF4-FFF2-40B4-BE49-F238E27FC236}">
                <a16:creationId xmlns:a16="http://schemas.microsoft.com/office/drawing/2014/main" id="{CFF0BA59-D1C7-46C6-A7CC-E37C9E07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04" y="2646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2" name="path-1437">
            <a:extLst xmlns:a="http://schemas.openxmlformats.org/drawingml/2006/main">
              <a:ext uri="{FF2B5EF4-FFF2-40B4-BE49-F238E27FC236}">
                <a16:creationId xmlns:a16="http://schemas.microsoft.com/office/drawing/2014/main" id="{3ECB2F1E-486E-46FB-9964-A160EF8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37" y="26507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3" name="path-1438">
            <a:extLst xmlns:a="http://schemas.openxmlformats.org/drawingml/2006/main">
              <a:ext uri="{FF2B5EF4-FFF2-40B4-BE49-F238E27FC236}">
                <a16:creationId xmlns:a16="http://schemas.microsoft.com/office/drawing/2014/main" id="{4CA1BF83-AD8F-44DA-A6C1-3EAC26B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10" y="26484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4" name="path-1439">
            <a:extLst xmlns:a="http://schemas.openxmlformats.org/drawingml/2006/main">
              <a:ext uri="{FF2B5EF4-FFF2-40B4-BE49-F238E27FC236}">
                <a16:creationId xmlns:a16="http://schemas.microsoft.com/office/drawing/2014/main" id="{230C81AD-5204-4414-869A-AB77505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726" y="26362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5" name="path-1440">
            <a:extLst xmlns:a="http://schemas.openxmlformats.org/drawingml/2006/main">
              <a:ext uri="{FF2B5EF4-FFF2-40B4-BE49-F238E27FC236}">
                <a16:creationId xmlns:a16="http://schemas.microsoft.com/office/drawing/2014/main" id="{55B7C49B-7D95-4BDA-97F6-BC296F1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65" y="2632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6" name="path-1441">
            <a:extLst xmlns:a="http://schemas.openxmlformats.org/drawingml/2006/main">
              <a:ext uri="{FF2B5EF4-FFF2-40B4-BE49-F238E27FC236}">
                <a16:creationId xmlns:a16="http://schemas.microsoft.com/office/drawing/2014/main" id="{8F9A23DB-E7DC-49EC-B863-7F505D7F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141" y="26228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7" name="path-1442">
            <a:extLst xmlns:a="http://schemas.openxmlformats.org/drawingml/2006/main">
              <a:ext uri="{FF2B5EF4-FFF2-40B4-BE49-F238E27FC236}">
                <a16:creationId xmlns:a16="http://schemas.microsoft.com/office/drawing/2014/main" id="{0E661F26-E4A0-4D44-AAB3-8144058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11" y="2637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8" name="path-1443">
            <a:extLst xmlns:a="http://schemas.openxmlformats.org/drawingml/2006/main">
              <a:ext uri="{FF2B5EF4-FFF2-40B4-BE49-F238E27FC236}">
                <a16:creationId xmlns:a16="http://schemas.microsoft.com/office/drawing/2014/main" id="{268D4903-8A46-4724-8C9D-81EB5B95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715" y="2639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9" name="path-1444">
            <a:extLst xmlns:a="http://schemas.openxmlformats.org/drawingml/2006/main">
              <a:ext uri="{FF2B5EF4-FFF2-40B4-BE49-F238E27FC236}">
                <a16:creationId xmlns:a16="http://schemas.microsoft.com/office/drawing/2014/main" id="{0D848237-05B3-418A-BEEE-2E6EDEF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475" y="2648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0" name="path-1445">
            <a:extLst xmlns:a="http://schemas.openxmlformats.org/drawingml/2006/main">
              <a:ext uri="{FF2B5EF4-FFF2-40B4-BE49-F238E27FC236}">
                <a16:creationId xmlns:a16="http://schemas.microsoft.com/office/drawing/2014/main" id="{47F2702C-5EC5-48DB-959F-417F4C8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534" y="2633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1" name="path-1446">
            <a:extLst xmlns:a="http://schemas.openxmlformats.org/drawingml/2006/main">
              <a:ext uri="{FF2B5EF4-FFF2-40B4-BE49-F238E27FC236}">
                <a16:creationId xmlns:a16="http://schemas.microsoft.com/office/drawing/2014/main" id="{489B855D-B946-436A-9C6A-0C96F708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643" y="2644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2" name="path-1447">
            <a:extLst xmlns:a="http://schemas.openxmlformats.org/drawingml/2006/main">
              <a:ext uri="{FF2B5EF4-FFF2-40B4-BE49-F238E27FC236}">
                <a16:creationId xmlns:a16="http://schemas.microsoft.com/office/drawing/2014/main" id="{4E657676-C40A-41C1-A388-BEB92AD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094" y="26319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3" name="path-1448">
            <a:extLst xmlns:a="http://schemas.openxmlformats.org/drawingml/2006/main">
              <a:ext uri="{FF2B5EF4-FFF2-40B4-BE49-F238E27FC236}">
                <a16:creationId xmlns:a16="http://schemas.microsoft.com/office/drawing/2014/main" id="{1DDB029D-A23C-4A23-9AA8-2E7823D8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994" y="2653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4" name="path-1449">
            <a:extLst xmlns:a="http://schemas.openxmlformats.org/drawingml/2006/main">
              <a:ext uri="{FF2B5EF4-FFF2-40B4-BE49-F238E27FC236}">
                <a16:creationId xmlns:a16="http://schemas.microsoft.com/office/drawing/2014/main" id="{654C1A75-AAB2-45FC-94DB-915AB6D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764" y="2640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5" name="path-1450">
            <a:extLst xmlns:a="http://schemas.openxmlformats.org/drawingml/2006/main">
              <a:ext uri="{FF2B5EF4-FFF2-40B4-BE49-F238E27FC236}">
                <a16:creationId xmlns:a16="http://schemas.microsoft.com/office/drawing/2014/main" id="{37C58057-7945-4BDB-98BD-1D220646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71" y="26237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6" name="path-1451">
            <a:extLst xmlns:a="http://schemas.openxmlformats.org/drawingml/2006/main">
              <a:ext uri="{FF2B5EF4-FFF2-40B4-BE49-F238E27FC236}">
                <a16:creationId xmlns:a16="http://schemas.microsoft.com/office/drawing/2014/main" id="{B5FC92F2-0245-428D-839E-DF96FA17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726" y="26332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7" name="path-1452">
            <a:extLst xmlns:a="http://schemas.openxmlformats.org/drawingml/2006/main">
              <a:ext uri="{FF2B5EF4-FFF2-40B4-BE49-F238E27FC236}">
                <a16:creationId xmlns:a16="http://schemas.microsoft.com/office/drawing/2014/main" id="{36ACCF42-E010-4310-9EC3-6967FB0E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42" y="2641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8" name="path-1453">
            <a:extLst xmlns:a="http://schemas.openxmlformats.org/drawingml/2006/main">
              <a:ext uri="{FF2B5EF4-FFF2-40B4-BE49-F238E27FC236}">
                <a16:creationId xmlns:a16="http://schemas.microsoft.com/office/drawing/2014/main" id="{B7BFD8F0-F701-4AD9-B8F8-3B371928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519" y="2644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9" name="path-1454">
            <a:extLst xmlns:a="http://schemas.openxmlformats.org/drawingml/2006/main">
              <a:ext uri="{FF2B5EF4-FFF2-40B4-BE49-F238E27FC236}">
                <a16:creationId xmlns:a16="http://schemas.microsoft.com/office/drawing/2014/main" id="{311B2205-C508-49C8-B5EA-9AAC6E16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37" y="2649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0" name="path-1455">
            <a:extLst xmlns:a="http://schemas.openxmlformats.org/drawingml/2006/main">
              <a:ext uri="{FF2B5EF4-FFF2-40B4-BE49-F238E27FC236}">
                <a16:creationId xmlns:a16="http://schemas.microsoft.com/office/drawing/2014/main" id="{A1818449-58D0-42B4-A146-17A70398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054" y="26429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1" name="path-1456">
            <a:extLst xmlns:a="http://schemas.openxmlformats.org/drawingml/2006/main">
              <a:ext uri="{FF2B5EF4-FFF2-40B4-BE49-F238E27FC236}">
                <a16:creationId xmlns:a16="http://schemas.microsoft.com/office/drawing/2014/main" id="{1F148D97-470D-4E79-9D35-4F1EC1D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737" y="2641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2" name="path-1457">
            <a:extLst xmlns:a="http://schemas.openxmlformats.org/drawingml/2006/main">
              <a:ext uri="{FF2B5EF4-FFF2-40B4-BE49-F238E27FC236}">
                <a16:creationId xmlns:a16="http://schemas.microsoft.com/office/drawing/2014/main" id="{200D23D7-E379-4C47-8825-B708816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42" y="2604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3" name="path-1458">
            <a:extLst xmlns:a="http://schemas.openxmlformats.org/drawingml/2006/main">
              <a:ext uri="{FF2B5EF4-FFF2-40B4-BE49-F238E27FC236}">
                <a16:creationId xmlns:a16="http://schemas.microsoft.com/office/drawing/2014/main" id="{006D7302-116C-4C1E-A4DC-B14BD89D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777" y="26679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4" name="path-1459">
            <a:extLst xmlns:a="http://schemas.openxmlformats.org/drawingml/2006/main">
              <a:ext uri="{FF2B5EF4-FFF2-40B4-BE49-F238E27FC236}">
                <a16:creationId xmlns:a16="http://schemas.microsoft.com/office/drawing/2014/main" id="{5F01A432-E7E9-4022-A971-CB5E7838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121" y="26369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5" name="path-1460">
            <a:extLst xmlns:a="http://schemas.openxmlformats.org/drawingml/2006/main">
              <a:ext uri="{FF2B5EF4-FFF2-40B4-BE49-F238E27FC236}">
                <a16:creationId xmlns:a16="http://schemas.microsoft.com/office/drawing/2014/main" id="{2979FA90-0B07-48E7-B41E-E3C7128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99" y="2651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6" name="path-1461">
            <a:extLst xmlns:a="http://schemas.openxmlformats.org/drawingml/2006/main">
              <a:ext uri="{FF2B5EF4-FFF2-40B4-BE49-F238E27FC236}">
                <a16:creationId xmlns:a16="http://schemas.microsoft.com/office/drawing/2014/main" id="{5EAFCD3B-6D5E-482F-8E5A-AA40991D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11" y="26114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7" name="path-1462">
            <a:extLst xmlns:a="http://schemas.openxmlformats.org/drawingml/2006/main">
              <a:ext uri="{FF2B5EF4-FFF2-40B4-BE49-F238E27FC236}">
                <a16:creationId xmlns:a16="http://schemas.microsoft.com/office/drawing/2014/main" id="{257E8583-6245-49A1-A801-73C9AD5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6" y="2636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8" name="path-1463">
            <a:extLst xmlns:a="http://schemas.openxmlformats.org/drawingml/2006/main">
              <a:ext uri="{FF2B5EF4-FFF2-40B4-BE49-F238E27FC236}">
                <a16:creationId xmlns:a16="http://schemas.microsoft.com/office/drawing/2014/main" id="{D5C773BF-0501-48D4-BE40-2CD882A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211" y="2660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9" name="path-1464">
            <a:extLst xmlns:a="http://schemas.openxmlformats.org/drawingml/2006/main">
              <a:ext uri="{FF2B5EF4-FFF2-40B4-BE49-F238E27FC236}">
                <a16:creationId xmlns:a16="http://schemas.microsoft.com/office/drawing/2014/main" id="{D2C91F1E-9541-4237-9A00-8585047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736" y="2653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0" name="path-1465">
            <a:extLst xmlns:a="http://schemas.openxmlformats.org/drawingml/2006/main">
              <a:ext uri="{FF2B5EF4-FFF2-40B4-BE49-F238E27FC236}">
                <a16:creationId xmlns:a16="http://schemas.microsoft.com/office/drawing/2014/main" id="{5FA94DC1-1371-419F-B800-3871A02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002" y="2633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1" name="path-1466">
            <a:extLst xmlns:a="http://schemas.openxmlformats.org/drawingml/2006/main">
              <a:ext uri="{FF2B5EF4-FFF2-40B4-BE49-F238E27FC236}">
                <a16:creationId xmlns:a16="http://schemas.microsoft.com/office/drawing/2014/main" id="{4664CDEB-9C0A-4746-A75A-14229AE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8" y="2614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2" name="path-1467">
            <a:extLst xmlns:a="http://schemas.openxmlformats.org/drawingml/2006/main">
              <a:ext uri="{FF2B5EF4-FFF2-40B4-BE49-F238E27FC236}">
                <a16:creationId xmlns:a16="http://schemas.microsoft.com/office/drawing/2014/main" id="{306E5A94-1C1E-4DAA-87C5-9EA64E9B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585" y="2650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3" name="path-1468">
            <a:extLst xmlns:a="http://schemas.openxmlformats.org/drawingml/2006/main">
              <a:ext uri="{FF2B5EF4-FFF2-40B4-BE49-F238E27FC236}">
                <a16:creationId xmlns:a16="http://schemas.microsoft.com/office/drawing/2014/main" id="{54086D73-C80F-428E-AE60-C74AB6D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418" y="25939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4" name="path-1469">
            <a:extLst xmlns:a="http://schemas.openxmlformats.org/drawingml/2006/main">
              <a:ext uri="{FF2B5EF4-FFF2-40B4-BE49-F238E27FC236}">
                <a16:creationId xmlns:a16="http://schemas.microsoft.com/office/drawing/2014/main" id="{7ED90C7C-4ED0-4E24-8029-05C4E2E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08" y="26315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5" name="path-1470">
            <a:extLst xmlns:a="http://schemas.openxmlformats.org/drawingml/2006/main">
              <a:ext uri="{FF2B5EF4-FFF2-40B4-BE49-F238E27FC236}">
                <a16:creationId xmlns:a16="http://schemas.microsoft.com/office/drawing/2014/main" id="{7B049A01-BC2B-442D-9B70-F813657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533" y="2632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6" name="path-1471">
            <a:extLst xmlns:a="http://schemas.openxmlformats.org/drawingml/2006/main">
              <a:ext uri="{FF2B5EF4-FFF2-40B4-BE49-F238E27FC236}">
                <a16:creationId xmlns:a16="http://schemas.microsoft.com/office/drawing/2014/main" id="{038F7680-FCA4-49D0-A7FF-D2851C29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323" y="2663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7" name="path-1472">
            <a:extLst xmlns:a="http://schemas.openxmlformats.org/drawingml/2006/main">
              <a:ext uri="{FF2B5EF4-FFF2-40B4-BE49-F238E27FC236}">
                <a16:creationId xmlns:a16="http://schemas.microsoft.com/office/drawing/2014/main" id="{EB2E2DFF-EA6D-43E6-A2F9-A76F516A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331" y="2647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8" name="path-1473">
            <a:extLst xmlns:a="http://schemas.openxmlformats.org/drawingml/2006/main">
              <a:ext uri="{FF2B5EF4-FFF2-40B4-BE49-F238E27FC236}">
                <a16:creationId xmlns:a16="http://schemas.microsoft.com/office/drawing/2014/main" id="{071AD577-CBEE-4DFD-A661-54C8108E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090" y="2641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9" name="path-1474">
            <a:extLst xmlns:a="http://schemas.openxmlformats.org/drawingml/2006/main">
              <a:ext uri="{FF2B5EF4-FFF2-40B4-BE49-F238E27FC236}">
                <a16:creationId xmlns:a16="http://schemas.microsoft.com/office/drawing/2014/main" id="{B9504FE0-57B4-42AC-87A4-0ECDB672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383" y="26616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0" name="path-1475">
            <a:extLst xmlns:a="http://schemas.openxmlformats.org/drawingml/2006/main">
              <a:ext uri="{FF2B5EF4-FFF2-40B4-BE49-F238E27FC236}">
                <a16:creationId xmlns:a16="http://schemas.microsoft.com/office/drawing/2014/main" id="{60DC8355-9BF7-493A-B201-AFB94F62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004" y="26408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1" name="path-1476">
            <a:extLst xmlns:a="http://schemas.openxmlformats.org/drawingml/2006/main">
              <a:ext uri="{FF2B5EF4-FFF2-40B4-BE49-F238E27FC236}">
                <a16:creationId xmlns:a16="http://schemas.microsoft.com/office/drawing/2014/main" id="{10CD17DA-2A74-47CE-AE8F-FBFACAE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05" y="2647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2" name="path-1477">
            <a:extLst xmlns:a="http://schemas.openxmlformats.org/drawingml/2006/main">
              <a:ext uri="{FF2B5EF4-FFF2-40B4-BE49-F238E27FC236}">
                <a16:creationId xmlns:a16="http://schemas.microsoft.com/office/drawing/2014/main" id="{3952A7E5-F920-4661-A0CA-7FDA411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878" y="2613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3" name="path-1478">
            <a:extLst xmlns:a="http://schemas.openxmlformats.org/drawingml/2006/main">
              <a:ext uri="{FF2B5EF4-FFF2-40B4-BE49-F238E27FC236}">
                <a16:creationId xmlns:a16="http://schemas.microsoft.com/office/drawing/2014/main" id="{3D1203AF-78BC-48ED-A840-968BC30A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94" y="26293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4" name="path-1479">
            <a:extLst xmlns:a="http://schemas.openxmlformats.org/drawingml/2006/main">
              <a:ext uri="{FF2B5EF4-FFF2-40B4-BE49-F238E27FC236}">
                <a16:creationId xmlns:a16="http://schemas.microsoft.com/office/drawing/2014/main" id="{08D6C16F-464C-476B-A74E-F3688048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63" y="2644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5" name="path-1480">
            <a:extLst xmlns:a="http://schemas.openxmlformats.org/drawingml/2006/main">
              <a:ext uri="{FF2B5EF4-FFF2-40B4-BE49-F238E27FC236}">
                <a16:creationId xmlns:a16="http://schemas.microsoft.com/office/drawing/2014/main" id="{8A51A18E-7540-40B7-9C24-298205E6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3" y="2657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6" name="path-1481">
            <a:extLst xmlns:a="http://schemas.openxmlformats.org/drawingml/2006/main">
              <a:ext uri="{FF2B5EF4-FFF2-40B4-BE49-F238E27FC236}">
                <a16:creationId xmlns:a16="http://schemas.microsoft.com/office/drawing/2014/main" id="{6B67D29C-4C51-485D-AAF4-8D719D6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99" y="2661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7" name="path-1482">
            <a:extLst xmlns:a="http://schemas.openxmlformats.org/drawingml/2006/main">
              <a:ext uri="{FF2B5EF4-FFF2-40B4-BE49-F238E27FC236}">
                <a16:creationId xmlns:a16="http://schemas.microsoft.com/office/drawing/2014/main" id="{1C5F72F7-8CC2-465F-8851-173CF70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388" y="26288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8" name="path-1483">
            <a:extLst xmlns:a="http://schemas.openxmlformats.org/drawingml/2006/main">
              <a:ext uri="{FF2B5EF4-FFF2-40B4-BE49-F238E27FC236}">
                <a16:creationId xmlns:a16="http://schemas.microsoft.com/office/drawing/2014/main" id="{164D58D5-9315-4621-A0C3-37B013C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74" y="26273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9" name="path-1484">
            <a:extLst xmlns:a="http://schemas.openxmlformats.org/drawingml/2006/main">
              <a:ext uri="{FF2B5EF4-FFF2-40B4-BE49-F238E27FC236}">
                <a16:creationId xmlns:a16="http://schemas.microsoft.com/office/drawing/2014/main" id="{B9201877-B0DC-4FE1-AED2-722E44B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1" y="2641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0" name="path-1485">
            <a:extLst xmlns:a="http://schemas.openxmlformats.org/drawingml/2006/main">
              <a:ext uri="{FF2B5EF4-FFF2-40B4-BE49-F238E27FC236}">
                <a16:creationId xmlns:a16="http://schemas.microsoft.com/office/drawing/2014/main" id="{FD3432E2-3E3C-4D77-B88E-A594EB7E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276" y="26363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1" name="path-1486">
            <a:extLst xmlns:a="http://schemas.openxmlformats.org/drawingml/2006/main">
              <a:ext uri="{FF2B5EF4-FFF2-40B4-BE49-F238E27FC236}">
                <a16:creationId xmlns:a16="http://schemas.microsoft.com/office/drawing/2014/main" id="{63509F5A-9AE4-44BC-8813-AEE150E8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66" y="2629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2" name="path-1487">
            <a:extLst xmlns:a="http://schemas.openxmlformats.org/drawingml/2006/main">
              <a:ext uri="{FF2B5EF4-FFF2-40B4-BE49-F238E27FC236}">
                <a16:creationId xmlns:a16="http://schemas.microsoft.com/office/drawing/2014/main" id="{6DF8AA64-C82D-493C-AAB3-9C94B426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258" y="26522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3" name="path-1488">
            <a:extLst xmlns:a="http://schemas.openxmlformats.org/drawingml/2006/main">
              <a:ext uri="{FF2B5EF4-FFF2-40B4-BE49-F238E27FC236}">
                <a16:creationId xmlns:a16="http://schemas.microsoft.com/office/drawing/2014/main" id="{62AB5A65-BE23-4CF0-996E-2A8436B0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34" y="2627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4" name="path-1489">
            <a:extLst xmlns:a="http://schemas.openxmlformats.org/drawingml/2006/main">
              <a:ext uri="{FF2B5EF4-FFF2-40B4-BE49-F238E27FC236}">
                <a16:creationId xmlns:a16="http://schemas.microsoft.com/office/drawing/2014/main" id="{4AF0CEBE-393B-4608-B5F2-CCAD4D1E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202" y="2650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5" name="path-1490">
            <a:extLst xmlns:a="http://schemas.openxmlformats.org/drawingml/2006/main">
              <a:ext uri="{FF2B5EF4-FFF2-40B4-BE49-F238E27FC236}">
                <a16:creationId xmlns:a16="http://schemas.microsoft.com/office/drawing/2014/main" id="{19539C7F-44BE-4824-8254-213718E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719" y="26184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6" name="path-1491">
            <a:extLst xmlns:a="http://schemas.openxmlformats.org/drawingml/2006/main">
              <a:ext uri="{FF2B5EF4-FFF2-40B4-BE49-F238E27FC236}">
                <a16:creationId xmlns:a16="http://schemas.microsoft.com/office/drawing/2014/main" id="{0FBD7475-F499-4C98-A5E9-C9A119A1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10" y="2626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7" name="path-1492">
            <a:extLst xmlns:a="http://schemas.openxmlformats.org/drawingml/2006/main">
              <a:ext uri="{FF2B5EF4-FFF2-40B4-BE49-F238E27FC236}">
                <a16:creationId xmlns:a16="http://schemas.microsoft.com/office/drawing/2014/main" id="{2688C82D-A090-4FB5-A095-88C86DEF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240" y="26393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8" name="path-1493">
            <a:extLst xmlns:a="http://schemas.openxmlformats.org/drawingml/2006/main">
              <a:ext uri="{FF2B5EF4-FFF2-40B4-BE49-F238E27FC236}">
                <a16:creationId xmlns:a16="http://schemas.microsoft.com/office/drawing/2014/main" id="{EF7158DD-83E9-491E-98B1-B4C9F2A4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891" y="2628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9" name="path-1494">
            <a:extLst xmlns:a="http://schemas.openxmlformats.org/drawingml/2006/main">
              <a:ext uri="{FF2B5EF4-FFF2-40B4-BE49-F238E27FC236}">
                <a16:creationId xmlns:a16="http://schemas.microsoft.com/office/drawing/2014/main" id="{906C4B5B-2C8A-497E-AEDF-FE64093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578" y="2644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0" name="path-1495">
            <a:extLst xmlns:a="http://schemas.openxmlformats.org/drawingml/2006/main">
              <a:ext uri="{FF2B5EF4-FFF2-40B4-BE49-F238E27FC236}">
                <a16:creationId xmlns:a16="http://schemas.microsoft.com/office/drawing/2014/main" id="{342E0B55-FCDE-4685-B52D-4F6BFA59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9" y="26415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1" name="path-1496">
            <a:extLst xmlns:a="http://schemas.openxmlformats.org/drawingml/2006/main">
              <a:ext uri="{FF2B5EF4-FFF2-40B4-BE49-F238E27FC236}">
                <a16:creationId xmlns:a16="http://schemas.microsoft.com/office/drawing/2014/main" id="{5F768562-45B2-44DB-8740-58909C57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176" y="2617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2" name="path-1497">
            <a:extLst xmlns:a="http://schemas.openxmlformats.org/drawingml/2006/main">
              <a:ext uri="{FF2B5EF4-FFF2-40B4-BE49-F238E27FC236}">
                <a16:creationId xmlns:a16="http://schemas.microsoft.com/office/drawing/2014/main" id="{6D3E0F46-1726-49DC-A70B-F2D74DA5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56" y="2642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3" name="path-1498">
            <a:extLst xmlns:a="http://schemas.openxmlformats.org/drawingml/2006/main">
              <a:ext uri="{FF2B5EF4-FFF2-40B4-BE49-F238E27FC236}">
                <a16:creationId xmlns:a16="http://schemas.microsoft.com/office/drawing/2014/main" id="{69206E14-BC6F-4434-9289-9CD51586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409" y="2623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4" name="path-1499">
            <a:extLst xmlns:a="http://schemas.openxmlformats.org/drawingml/2006/main">
              <a:ext uri="{FF2B5EF4-FFF2-40B4-BE49-F238E27FC236}">
                <a16:creationId xmlns:a16="http://schemas.microsoft.com/office/drawing/2014/main" id="{5D712D79-74F4-4E31-9B0F-5056F96B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99" y="2630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5" name="path-1500">
            <a:extLst xmlns:a="http://schemas.openxmlformats.org/drawingml/2006/main">
              <a:ext uri="{FF2B5EF4-FFF2-40B4-BE49-F238E27FC236}">
                <a16:creationId xmlns:a16="http://schemas.microsoft.com/office/drawing/2014/main" id="{CD7F36C7-8B8C-4A9C-A6F2-4B91B36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07" y="2643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6" name="path-1501">
            <a:extLst xmlns:a="http://schemas.openxmlformats.org/drawingml/2006/main">
              <a:ext uri="{FF2B5EF4-FFF2-40B4-BE49-F238E27FC236}">
                <a16:creationId xmlns:a16="http://schemas.microsoft.com/office/drawing/2014/main" id="{19909B55-3D9D-40E8-8189-517FB71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870" y="2634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7" name="path-1502">
            <a:extLst xmlns:a="http://schemas.openxmlformats.org/drawingml/2006/main">
              <a:ext uri="{FF2B5EF4-FFF2-40B4-BE49-F238E27FC236}">
                <a16:creationId xmlns:a16="http://schemas.microsoft.com/office/drawing/2014/main" id="{483E5ACA-BEAC-4B0C-89BA-FF5A4AD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573" y="2635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8" name="path-1503">
            <a:extLst xmlns:a="http://schemas.openxmlformats.org/drawingml/2006/main">
              <a:ext uri="{FF2B5EF4-FFF2-40B4-BE49-F238E27FC236}">
                <a16:creationId xmlns:a16="http://schemas.microsoft.com/office/drawing/2014/main" id="{12568226-497E-419D-8FFA-88EAA297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869" y="2634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9" name="path-1504">
            <a:extLst xmlns:a="http://schemas.openxmlformats.org/drawingml/2006/main">
              <a:ext uri="{FF2B5EF4-FFF2-40B4-BE49-F238E27FC236}">
                <a16:creationId xmlns:a16="http://schemas.microsoft.com/office/drawing/2014/main" id="{C95632CA-DBD0-4A99-AABA-24C65035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870" y="2633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0" name="path-1505">
            <a:extLst xmlns:a="http://schemas.openxmlformats.org/drawingml/2006/main">
              <a:ext uri="{FF2B5EF4-FFF2-40B4-BE49-F238E27FC236}">
                <a16:creationId xmlns:a16="http://schemas.microsoft.com/office/drawing/2014/main" id="{B5811E19-37AE-4D0B-A255-9FD5886C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550" y="2647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1" name="path-1506">
            <a:extLst xmlns:a="http://schemas.openxmlformats.org/drawingml/2006/main">
              <a:ext uri="{FF2B5EF4-FFF2-40B4-BE49-F238E27FC236}">
                <a16:creationId xmlns:a16="http://schemas.microsoft.com/office/drawing/2014/main" id="{4C3A0F8E-2930-48EF-A545-4F8D43ED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27" y="26125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2" name="path-1507">
            <a:extLst xmlns:a="http://schemas.openxmlformats.org/drawingml/2006/main">
              <a:ext uri="{FF2B5EF4-FFF2-40B4-BE49-F238E27FC236}">
                <a16:creationId xmlns:a16="http://schemas.microsoft.com/office/drawing/2014/main" id="{08E84412-B616-4DA9-8495-1D15C39F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740" y="2644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3" name="path-1508">
            <a:extLst xmlns:a="http://schemas.openxmlformats.org/drawingml/2006/main">
              <a:ext uri="{FF2B5EF4-FFF2-40B4-BE49-F238E27FC236}">
                <a16:creationId xmlns:a16="http://schemas.microsoft.com/office/drawing/2014/main" id="{A91A4BE7-9DF4-46AC-A4CE-A7B0CFE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477" y="2653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4" name="path-1509">
            <a:extLst xmlns:a="http://schemas.openxmlformats.org/drawingml/2006/main">
              <a:ext uri="{FF2B5EF4-FFF2-40B4-BE49-F238E27FC236}">
                <a16:creationId xmlns:a16="http://schemas.microsoft.com/office/drawing/2014/main" id="{E7FDB074-738B-4633-B722-F4F2E05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37" y="26161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5" name="path-1510">
            <a:extLst xmlns:a="http://schemas.openxmlformats.org/drawingml/2006/main">
              <a:ext uri="{FF2B5EF4-FFF2-40B4-BE49-F238E27FC236}">
                <a16:creationId xmlns:a16="http://schemas.microsoft.com/office/drawing/2014/main" id="{37F96DF3-F725-4E91-B3B0-D3C4505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902" y="26271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6" name="path-1511">
            <a:extLst xmlns:a="http://schemas.openxmlformats.org/drawingml/2006/main">
              <a:ext uri="{FF2B5EF4-FFF2-40B4-BE49-F238E27FC236}">
                <a16:creationId xmlns:a16="http://schemas.microsoft.com/office/drawing/2014/main" id="{99CAA3F4-7CB7-46ED-95EA-93EEC34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65" y="2661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7" name="path-1512">
            <a:extLst xmlns:a="http://schemas.openxmlformats.org/drawingml/2006/main">
              <a:ext uri="{FF2B5EF4-FFF2-40B4-BE49-F238E27FC236}">
                <a16:creationId xmlns:a16="http://schemas.microsoft.com/office/drawing/2014/main" id="{52FD5E9E-20CB-4A51-81B9-6280E27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206" y="26562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8" name="path-1513">
            <a:extLst xmlns:a="http://schemas.openxmlformats.org/drawingml/2006/main">
              <a:ext uri="{FF2B5EF4-FFF2-40B4-BE49-F238E27FC236}">
                <a16:creationId xmlns:a16="http://schemas.microsoft.com/office/drawing/2014/main" id="{ABF51A57-BE76-4A03-BD97-5CF48D14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564" y="2635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9" name="path-1514">
            <a:extLst xmlns:a="http://schemas.openxmlformats.org/drawingml/2006/main">
              <a:ext uri="{FF2B5EF4-FFF2-40B4-BE49-F238E27FC236}">
                <a16:creationId xmlns:a16="http://schemas.microsoft.com/office/drawing/2014/main" id="{5E67D61B-BA8C-41D0-84E5-58681C8F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259" y="26239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0" name="path-1515">
            <a:extLst xmlns:a="http://schemas.openxmlformats.org/drawingml/2006/main">
              <a:ext uri="{FF2B5EF4-FFF2-40B4-BE49-F238E27FC236}">
                <a16:creationId xmlns:a16="http://schemas.microsoft.com/office/drawing/2014/main" id="{046BC6F9-AF84-4398-B2CC-4ED75F7B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81" y="2659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1" name="path-1516">
            <a:extLst xmlns:a="http://schemas.openxmlformats.org/drawingml/2006/main">
              <a:ext uri="{FF2B5EF4-FFF2-40B4-BE49-F238E27FC236}">
                <a16:creationId xmlns:a16="http://schemas.microsoft.com/office/drawing/2014/main" id="{B3AE7EE9-2A6F-43D3-87E8-A1B563E9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81" y="2654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2" name="path-1517">
            <a:extLst xmlns:a="http://schemas.openxmlformats.org/drawingml/2006/main">
              <a:ext uri="{FF2B5EF4-FFF2-40B4-BE49-F238E27FC236}">
                <a16:creationId xmlns:a16="http://schemas.microsoft.com/office/drawing/2014/main" id="{66609C80-E779-47F7-8D76-501B9090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9425" y="2638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3" name="path-1518">
            <a:extLst xmlns:a="http://schemas.openxmlformats.org/drawingml/2006/main">
              <a:ext uri="{FF2B5EF4-FFF2-40B4-BE49-F238E27FC236}">
                <a16:creationId xmlns:a16="http://schemas.microsoft.com/office/drawing/2014/main" id="{379B6D4F-21A4-44A7-A3FE-D40369B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48" y="2626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4" name="path-1519">
            <a:extLst xmlns:a="http://schemas.openxmlformats.org/drawingml/2006/main">
              <a:ext uri="{FF2B5EF4-FFF2-40B4-BE49-F238E27FC236}">
                <a16:creationId xmlns:a16="http://schemas.microsoft.com/office/drawing/2014/main" id="{84081BD2-D57C-479D-AB06-820254BC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303" y="2652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5" name="path-1520">
            <a:extLst xmlns:a="http://schemas.openxmlformats.org/drawingml/2006/main">
              <a:ext uri="{FF2B5EF4-FFF2-40B4-BE49-F238E27FC236}">
                <a16:creationId xmlns:a16="http://schemas.microsoft.com/office/drawing/2014/main" id="{5ECC31E2-1DC6-4C3F-9E3A-DB52F95B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77" y="26541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6" name="path-1521">
            <a:extLst xmlns:a="http://schemas.openxmlformats.org/drawingml/2006/main">
              <a:ext uri="{FF2B5EF4-FFF2-40B4-BE49-F238E27FC236}">
                <a16:creationId xmlns:a16="http://schemas.microsoft.com/office/drawing/2014/main" id="{374291D8-BA0A-46F1-B629-70E3E3A6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11" y="2632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7" name="path-1522">
            <a:extLst xmlns:a="http://schemas.openxmlformats.org/drawingml/2006/main">
              <a:ext uri="{FF2B5EF4-FFF2-40B4-BE49-F238E27FC236}">
                <a16:creationId xmlns:a16="http://schemas.microsoft.com/office/drawing/2014/main" id="{9603A068-6E78-45AB-B391-25C587B8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506" y="2664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8" name="path-1523">
            <a:extLst xmlns:a="http://schemas.openxmlformats.org/drawingml/2006/main">
              <a:ext uri="{FF2B5EF4-FFF2-40B4-BE49-F238E27FC236}">
                <a16:creationId xmlns:a16="http://schemas.microsoft.com/office/drawing/2014/main" id="{2B488D94-199A-4CEC-99F7-DF5E9C8D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800" y="26221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9" name="path-1524">
            <a:extLst xmlns:a="http://schemas.openxmlformats.org/drawingml/2006/main">
              <a:ext uri="{FF2B5EF4-FFF2-40B4-BE49-F238E27FC236}">
                <a16:creationId xmlns:a16="http://schemas.microsoft.com/office/drawing/2014/main" id="{6D73D0FF-0FD6-4981-B613-22EAFF14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073" y="26493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0" name="path-1525">
            <a:extLst xmlns:a="http://schemas.openxmlformats.org/drawingml/2006/main">
              <a:ext uri="{FF2B5EF4-FFF2-40B4-BE49-F238E27FC236}">
                <a16:creationId xmlns:a16="http://schemas.microsoft.com/office/drawing/2014/main" id="{3D3768E3-B9F4-446B-B9F9-0E9D9FF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864" y="2646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1" name="path-1526">
            <a:extLst xmlns:a="http://schemas.openxmlformats.org/drawingml/2006/main">
              <a:ext uri="{FF2B5EF4-FFF2-40B4-BE49-F238E27FC236}">
                <a16:creationId xmlns:a16="http://schemas.microsoft.com/office/drawing/2014/main" id="{9FBA0CB9-F635-412B-9EC8-D97E5A3B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32" y="26528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2" name="path-1527">
            <a:extLst xmlns:a="http://schemas.openxmlformats.org/drawingml/2006/main">
              <a:ext uri="{FF2B5EF4-FFF2-40B4-BE49-F238E27FC236}">
                <a16:creationId xmlns:a16="http://schemas.microsoft.com/office/drawing/2014/main" id="{55D1EF2E-2BD1-4978-83EF-74B5EEE8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21" y="2649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3" name="path-1528">
            <a:extLst xmlns:a="http://schemas.openxmlformats.org/drawingml/2006/main">
              <a:ext uri="{FF2B5EF4-FFF2-40B4-BE49-F238E27FC236}">
                <a16:creationId xmlns:a16="http://schemas.microsoft.com/office/drawing/2014/main" id="{20CFD618-BAD6-4D21-89E4-3C2FD686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927" y="2613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4" name="path-1529">
            <a:extLst xmlns:a="http://schemas.openxmlformats.org/drawingml/2006/main">
              <a:ext uri="{FF2B5EF4-FFF2-40B4-BE49-F238E27FC236}">
                <a16:creationId xmlns:a16="http://schemas.microsoft.com/office/drawing/2014/main" id="{A8136B6E-BBD6-4EA7-97DA-0B67E03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550" y="2605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5" name="path-1530">
            <a:extLst xmlns:a="http://schemas.openxmlformats.org/drawingml/2006/main">
              <a:ext uri="{FF2B5EF4-FFF2-40B4-BE49-F238E27FC236}">
                <a16:creationId xmlns:a16="http://schemas.microsoft.com/office/drawing/2014/main" id="{3126E4A3-CD27-45AF-808C-57AD560E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19" y="2641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6" name="path-1531">
            <a:extLst xmlns:a="http://schemas.openxmlformats.org/drawingml/2006/main">
              <a:ext uri="{FF2B5EF4-FFF2-40B4-BE49-F238E27FC236}">
                <a16:creationId xmlns:a16="http://schemas.microsoft.com/office/drawing/2014/main" id="{742B7048-A759-4F0D-B4C6-A443DC44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597" y="2638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7" name="path-1532">
            <a:extLst xmlns:a="http://schemas.openxmlformats.org/drawingml/2006/main">
              <a:ext uri="{FF2B5EF4-FFF2-40B4-BE49-F238E27FC236}">
                <a16:creationId xmlns:a16="http://schemas.microsoft.com/office/drawing/2014/main" id="{4C01B291-9696-4462-84BB-9E7E23E2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741" y="2630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8" name="path-1533">
            <a:extLst xmlns:a="http://schemas.openxmlformats.org/drawingml/2006/main">
              <a:ext uri="{FF2B5EF4-FFF2-40B4-BE49-F238E27FC236}">
                <a16:creationId xmlns:a16="http://schemas.microsoft.com/office/drawing/2014/main" id="{60BFA99D-2B42-4A8F-8CC0-BAEE2890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802" y="2646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9" name="path-1534">
            <a:extLst xmlns:a="http://schemas.openxmlformats.org/drawingml/2006/main">
              <a:ext uri="{FF2B5EF4-FFF2-40B4-BE49-F238E27FC236}">
                <a16:creationId xmlns:a16="http://schemas.microsoft.com/office/drawing/2014/main" id="{94F63BF7-38C6-4085-89F8-D2F69E3A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50" y="2647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0" name="path-1535">
            <a:extLst xmlns:a="http://schemas.openxmlformats.org/drawingml/2006/main">
              <a:ext uri="{FF2B5EF4-FFF2-40B4-BE49-F238E27FC236}">
                <a16:creationId xmlns:a16="http://schemas.microsoft.com/office/drawing/2014/main" id="{71BBB40B-3715-4D03-A474-F7C7BEF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49" y="26372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1" name="path-1536">
            <a:extLst xmlns:a="http://schemas.openxmlformats.org/drawingml/2006/main">
              <a:ext uri="{FF2B5EF4-FFF2-40B4-BE49-F238E27FC236}">
                <a16:creationId xmlns:a16="http://schemas.microsoft.com/office/drawing/2014/main" id="{CC184AFB-18C2-422D-A873-8E7B7EB6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11" y="26351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2" name="path-1537">
            <a:extLst xmlns:a="http://schemas.openxmlformats.org/drawingml/2006/main">
              <a:ext uri="{FF2B5EF4-FFF2-40B4-BE49-F238E27FC236}">
                <a16:creationId xmlns:a16="http://schemas.microsoft.com/office/drawing/2014/main" id="{7D22CC1A-788E-457B-9BA6-344C9FD1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975" y="2649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3" name="path-1538">
            <a:extLst xmlns:a="http://schemas.openxmlformats.org/drawingml/2006/main">
              <a:ext uri="{FF2B5EF4-FFF2-40B4-BE49-F238E27FC236}">
                <a16:creationId xmlns:a16="http://schemas.microsoft.com/office/drawing/2014/main" id="{2039B1A2-F5E5-461F-9B08-F1C07F5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58" y="26458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4" name="path-1539">
            <a:extLst xmlns:a="http://schemas.openxmlformats.org/drawingml/2006/main">
              <a:ext uri="{FF2B5EF4-FFF2-40B4-BE49-F238E27FC236}">
                <a16:creationId xmlns:a16="http://schemas.microsoft.com/office/drawing/2014/main" id="{5DFAA7A5-4F33-4C4D-9CDA-DD6C2F7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376" y="26521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5" name="path-1540">
            <a:extLst xmlns:a="http://schemas.openxmlformats.org/drawingml/2006/main">
              <a:ext uri="{FF2B5EF4-FFF2-40B4-BE49-F238E27FC236}">
                <a16:creationId xmlns:a16="http://schemas.microsoft.com/office/drawing/2014/main" id="{3E0B3BBB-AB5D-48DE-A21B-E8AE7707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309" y="2637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6" name="path-1541">
            <a:extLst xmlns:a="http://schemas.openxmlformats.org/drawingml/2006/main">
              <a:ext uri="{FF2B5EF4-FFF2-40B4-BE49-F238E27FC236}">
                <a16:creationId xmlns:a16="http://schemas.microsoft.com/office/drawing/2014/main" id="{4C7AE922-957F-44F8-868A-D3C6936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254" y="2616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7" name="path-1542">
            <a:extLst xmlns:a="http://schemas.openxmlformats.org/drawingml/2006/main">
              <a:ext uri="{FF2B5EF4-FFF2-40B4-BE49-F238E27FC236}">
                <a16:creationId xmlns:a16="http://schemas.microsoft.com/office/drawing/2014/main" id="{1BC0F733-8826-43DE-BB26-C4F0F661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923" y="2639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8" name="path-1543">
            <a:extLst xmlns:a="http://schemas.openxmlformats.org/drawingml/2006/main">
              <a:ext uri="{FF2B5EF4-FFF2-40B4-BE49-F238E27FC236}">
                <a16:creationId xmlns:a16="http://schemas.microsoft.com/office/drawing/2014/main" id="{2C7DB60D-A6E4-479D-AF19-1EBA182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993" y="2629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9" name="path-1544">
            <a:extLst xmlns:a="http://schemas.openxmlformats.org/drawingml/2006/main">
              <a:ext uri="{FF2B5EF4-FFF2-40B4-BE49-F238E27FC236}">
                <a16:creationId xmlns:a16="http://schemas.microsoft.com/office/drawing/2014/main" id="{C7B8CFB2-1FF1-4D7E-8040-43D69610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22" y="2646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0" name="path-1545">
            <a:extLst xmlns:a="http://schemas.openxmlformats.org/drawingml/2006/main">
              <a:ext uri="{FF2B5EF4-FFF2-40B4-BE49-F238E27FC236}">
                <a16:creationId xmlns:a16="http://schemas.microsoft.com/office/drawing/2014/main" id="{5FD3B4D2-D1B9-4A69-8EF1-2E0F2D33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451" y="2616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1" name="path-1546">
            <a:extLst xmlns:a="http://schemas.openxmlformats.org/drawingml/2006/main">
              <a:ext uri="{FF2B5EF4-FFF2-40B4-BE49-F238E27FC236}">
                <a16:creationId xmlns:a16="http://schemas.microsoft.com/office/drawing/2014/main" id="{388A8E99-2F4E-491A-A392-1BD2ED00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704" y="2654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2" name="path-1547">
            <a:extLst xmlns:a="http://schemas.openxmlformats.org/drawingml/2006/main">
              <a:ext uri="{FF2B5EF4-FFF2-40B4-BE49-F238E27FC236}">
                <a16:creationId xmlns:a16="http://schemas.microsoft.com/office/drawing/2014/main" id="{1E9B1D7C-E9D8-4414-8DD8-69D887FF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904" y="26174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3" name="path-1548">
            <a:extLst xmlns:a="http://schemas.openxmlformats.org/drawingml/2006/main">
              <a:ext uri="{FF2B5EF4-FFF2-40B4-BE49-F238E27FC236}">
                <a16:creationId xmlns:a16="http://schemas.microsoft.com/office/drawing/2014/main" id="{A6096E83-2CE2-4D3B-87F7-C9C9EF55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9" y="26207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4" name="path-1549">
            <a:extLst xmlns:a="http://schemas.openxmlformats.org/drawingml/2006/main">
              <a:ext uri="{FF2B5EF4-FFF2-40B4-BE49-F238E27FC236}">
                <a16:creationId xmlns:a16="http://schemas.microsoft.com/office/drawing/2014/main" id="{855BF5AF-9D46-4125-A2AB-5CD84B65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877" y="2614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5" name="path-1550">
            <a:extLst xmlns:a="http://schemas.openxmlformats.org/drawingml/2006/main">
              <a:ext uri="{FF2B5EF4-FFF2-40B4-BE49-F238E27FC236}">
                <a16:creationId xmlns:a16="http://schemas.microsoft.com/office/drawing/2014/main" id="{5918AF2F-64EF-4D70-92FE-D56A484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045" y="2655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6" name="path-1551">
            <a:extLst xmlns:a="http://schemas.openxmlformats.org/drawingml/2006/main">
              <a:ext uri="{FF2B5EF4-FFF2-40B4-BE49-F238E27FC236}">
                <a16:creationId xmlns:a16="http://schemas.microsoft.com/office/drawing/2014/main" id="{F27B71CB-9B84-4C4B-BD33-0E2BD07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080" y="2630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7" name="path-1552">
            <a:extLst xmlns:a="http://schemas.openxmlformats.org/drawingml/2006/main">
              <a:ext uri="{FF2B5EF4-FFF2-40B4-BE49-F238E27FC236}">
                <a16:creationId xmlns:a16="http://schemas.microsoft.com/office/drawing/2014/main" id="{137971CB-4669-4C0F-98A8-7775490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601" y="26330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8" name="path-1553">
            <a:extLst xmlns:a="http://schemas.openxmlformats.org/drawingml/2006/main">
              <a:ext uri="{FF2B5EF4-FFF2-40B4-BE49-F238E27FC236}">
                <a16:creationId xmlns:a16="http://schemas.microsoft.com/office/drawing/2014/main" id="{C28AEB9E-10F4-45C0-9CFF-D751013A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335" y="2637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9" name="path-1554">
            <a:extLst xmlns:a="http://schemas.openxmlformats.org/drawingml/2006/main">
              <a:ext uri="{FF2B5EF4-FFF2-40B4-BE49-F238E27FC236}">
                <a16:creationId xmlns:a16="http://schemas.microsoft.com/office/drawing/2014/main" id="{45FF9B7D-CC09-4E6C-95EC-32251FA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706" y="2622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0" name="path-1555">
            <a:extLst xmlns:a="http://schemas.openxmlformats.org/drawingml/2006/main">
              <a:ext uri="{FF2B5EF4-FFF2-40B4-BE49-F238E27FC236}">
                <a16:creationId xmlns:a16="http://schemas.microsoft.com/office/drawing/2014/main" id="{0E83DF30-5220-4E36-844C-E5FA351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74" y="2614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1" name="path-1556">
            <a:extLst xmlns:a="http://schemas.openxmlformats.org/drawingml/2006/main">
              <a:ext uri="{FF2B5EF4-FFF2-40B4-BE49-F238E27FC236}">
                <a16:creationId xmlns:a16="http://schemas.microsoft.com/office/drawing/2014/main" id="{6F9A4E97-9C03-4984-8F13-3278D65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649" y="26378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2" name="path-1557">
            <a:extLst xmlns:a="http://schemas.openxmlformats.org/drawingml/2006/main">
              <a:ext uri="{FF2B5EF4-FFF2-40B4-BE49-F238E27FC236}">
                <a16:creationId xmlns:a16="http://schemas.microsoft.com/office/drawing/2014/main" id="{5C825509-18EF-486D-9206-874210C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548" y="26584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3" name="path-1558">
            <a:extLst xmlns:a="http://schemas.openxmlformats.org/drawingml/2006/main">
              <a:ext uri="{FF2B5EF4-FFF2-40B4-BE49-F238E27FC236}">
                <a16:creationId xmlns:a16="http://schemas.microsoft.com/office/drawing/2014/main" id="{09629437-F892-4E4D-8C2B-FF80CBF1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7" y="2634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4" name="path-1559">
            <a:extLst xmlns:a="http://schemas.openxmlformats.org/drawingml/2006/main">
              <a:ext uri="{FF2B5EF4-FFF2-40B4-BE49-F238E27FC236}">
                <a16:creationId xmlns:a16="http://schemas.microsoft.com/office/drawing/2014/main" id="{D900907D-F2AA-4192-88F0-2D07C7CA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088" y="26269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5" name="path-1560">
            <a:extLst xmlns:a="http://schemas.openxmlformats.org/drawingml/2006/main">
              <a:ext uri="{FF2B5EF4-FFF2-40B4-BE49-F238E27FC236}">
                <a16:creationId xmlns:a16="http://schemas.microsoft.com/office/drawing/2014/main" id="{251CF108-2732-4261-A9A7-967CDF5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871" y="2630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6" name="path-1561">
            <a:extLst xmlns:a="http://schemas.openxmlformats.org/drawingml/2006/main">
              <a:ext uri="{FF2B5EF4-FFF2-40B4-BE49-F238E27FC236}">
                <a16:creationId xmlns:a16="http://schemas.microsoft.com/office/drawing/2014/main" id="{8E0C93FD-DD8D-4A5C-91C1-8835B25E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47" y="2645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7" name="path-1562">
            <a:extLst xmlns:a="http://schemas.openxmlformats.org/drawingml/2006/main">
              <a:ext uri="{FF2B5EF4-FFF2-40B4-BE49-F238E27FC236}">
                <a16:creationId xmlns:a16="http://schemas.microsoft.com/office/drawing/2014/main" id="{89B978DD-B003-41E3-A074-B5BF91A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56" y="2646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8" name="path-1563">
            <a:extLst xmlns:a="http://schemas.openxmlformats.org/drawingml/2006/main">
              <a:ext uri="{FF2B5EF4-FFF2-40B4-BE49-F238E27FC236}">
                <a16:creationId xmlns:a16="http://schemas.microsoft.com/office/drawing/2014/main" id="{3E241F27-40F3-4501-BACC-008528E7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540" y="2618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9" name="path-1564">
            <a:extLst xmlns:a="http://schemas.openxmlformats.org/drawingml/2006/main">
              <a:ext uri="{FF2B5EF4-FFF2-40B4-BE49-F238E27FC236}">
                <a16:creationId xmlns:a16="http://schemas.microsoft.com/office/drawing/2014/main" id="{08CBE9FB-3712-4CB5-ADAC-50BEAB77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49" y="26594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0" name="path-1565">
            <a:extLst xmlns:a="http://schemas.openxmlformats.org/drawingml/2006/main">
              <a:ext uri="{FF2B5EF4-FFF2-40B4-BE49-F238E27FC236}">
                <a16:creationId xmlns:a16="http://schemas.microsoft.com/office/drawing/2014/main" id="{25E335BA-5835-4301-B0A2-46873A90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18" y="2641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1" name="path-1566">
            <a:extLst xmlns:a="http://schemas.openxmlformats.org/drawingml/2006/main">
              <a:ext uri="{FF2B5EF4-FFF2-40B4-BE49-F238E27FC236}">
                <a16:creationId xmlns:a16="http://schemas.microsoft.com/office/drawing/2014/main" id="{EE2AAA9A-DA0B-484D-B42C-460CA351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83" y="2631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2" name="path-1567">
            <a:extLst xmlns:a="http://schemas.openxmlformats.org/drawingml/2006/main">
              <a:ext uri="{FF2B5EF4-FFF2-40B4-BE49-F238E27FC236}">
                <a16:creationId xmlns:a16="http://schemas.microsoft.com/office/drawing/2014/main" id="{FE5713BB-3783-4514-8D10-D6D33265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50" y="26306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3" name="path-1568">
            <a:extLst xmlns:a="http://schemas.openxmlformats.org/drawingml/2006/main">
              <a:ext uri="{FF2B5EF4-FFF2-40B4-BE49-F238E27FC236}">
                <a16:creationId xmlns:a16="http://schemas.microsoft.com/office/drawing/2014/main" id="{CBC6765C-A25C-4527-9601-FFFEB92F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524" y="2634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4" name="path-1569">
            <a:extLst xmlns:a="http://schemas.openxmlformats.org/drawingml/2006/main">
              <a:ext uri="{FF2B5EF4-FFF2-40B4-BE49-F238E27FC236}">
                <a16:creationId xmlns:a16="http://schemas.microsoft.com/office/drawing/2014/main" id="{936A4265-ECE0-4509-A89D-FA42594C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949" y="26075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5" name="path-1570">
            <a:extLst xmlns:a="http://schemas.openxmlformats.org/drawingml/2006/main">
              <a:ext uri="{FF2B5EF4-FFF2-40B4-BE49-F238E27FC236}">
                <a16:creationId xmlns:a16="http://schemas.microsoft.com/office/drawing/2014/main" id="{63B44A16-4E5B-4ECD-B86A-E2B548D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540" y="2621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6" name="path-1571">
            <a:extLst xmlns:a="http://schemas.openxmlformats.org/drawingml/2006/main">
              <a:ext uri="{FF2B5EF4-FFF2-40B4-BE49-F238E27FC236}">
                <a16:creationId xmlns:a16="http://schemas.microsoft.com/office/drawing/2014/main" id="{EC4E640D-8391-426F-A756-3E3CB4F5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194" y="2648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7" name="path-1572">
            <a:extLst xmlns:a="http://schemas.openxmlformats.org/drawingml/2006/main">
              <a:ext uri="{FF2B5EF4-FFF2-40B4-BE49-F238E27FC236}">
                <a16:creationId xmlns:a16="http://schemas.microsoft.com/office/drawing/2014/main" id="{1886F954-9AE8-4265-9D62-1AFBCCC8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741" y="2659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8" name="path-1573">
            <a:extLst xmlns:a="http://schemas.openxmlformats.org/drawingml/2006/main">
              <a:ext uri="{FF2B5EF4-FFF2-40B4-BE49-F238E27FC236}">
                <a16:creationId xmlns:a16="http://schemas.microsoft.com/office/drawing/2014/main" id="{8B799778-D022-4219-9C8F-092F812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57" y="2608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9" name="path-1574">
            <a:extLst xmlns:a="http://schemas.openxmlformats.org/drawingml/2006/main">
              <a:ext uri="{FF2B5EF4-FFF2-40B4-BE49-F238E27FC236}">
                <a16:creationId xmlns:a16="http://schemas.microsoft.com/office/drawing/2014/main" id="{991F9723-11AF-43E7-A992-1EB37A4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60" y="26364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0" name="path-1575">
            <a:extLst xmlns:a="http://schemas.openxmlformats.org/drawingml/2006/main">
              <a:ext uri="{FF2B5EF4-FFF2-40B4-BE49-F238E27FC236}">
                <a16:creationId xmlns:a16="http://schemas.microsoft.com/office/drawing/2014/main" id="{3030F24F-84C3-4C28-9E88-4387F21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10" y="26574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1" name="path-1576">
            <a:extLst xmlns:a="http://schemas.openxmlformats.org/drawingml/2006/main">
              <a:ext uri="{FF2B5EF4-FFF2-40B4-BE49-F238E27FC236}">
                <a16:creationId xmlns:a16="http://schemas.microsoft.com/office/drawing/2014/main" id="{4CE1960E-56E9-4C14-9358-69CB4C24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738" y="26260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2" name="path-1577">
            <a:extLst xmlns:a="http://schemas.openxmlformats.org/drawingml/2006/main">
              <a:ext uri="{FF2B5EF4-FFF2-40B4-BE49-F238E27FC236}">
                <a16:creationId xmlns:a16="http://schemas.microsoft.com/office/drawing/2014/main" id="{BA1E4774-4F29-470D-A6A1-3DE6EFA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785" y="2635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3" name="path-1578">
            <a:extLst xmlns:a="http://schemas.openxmlformats.org/drawingml/2006/main">
              <a:ext uri="{FF2B5EF4-FFF2-40B4-BE49-F238E27FC236}">
                <a16:creationId xmlns:a16="http://schemas.microsoft.com/office/drawing/2014/main" id="{B8C4F1DE-979F-4834-9CF6-FAEE7E38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705" y="26505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4" name="path-1579">
            <a:extLst xmlns:a="http://schemas.openxmlformats.org/drawingml/2006/main">
              <a:ext uri="{FF2B5EF4-FFF2-40B4-BE49-F238E27FC236}">
                <a16:creationId xmlns:a16="http://schemas.microsoft.com/office/drawing/2014/main" id="{AE423473-1D7A-4B5A-A564-87ED47E1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31" y="25961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5" name="path-1580">
            <a:extLst xmlns:a="http://schemas.openxmlformats.org/drawingml/2006/main">
              <a:ext uri="{FF2B5EF4-FFF2-40B4-BE49-F238E27FC236}">
                <a16:creationId xmlns:a16="http://schemas.microsoft.com/office/drawing/2014/main" id="{FA2AB8FE-D75E-4C91-971A-9E5E8F1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146" y="2654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6" name="path-1581">
            <a:extLst xmlns:a="http://schemas.openxmlformats.org/drawingml/2006/main">
              <a:ext uri="{FF2B5EF4-FFF2-40B4-BE49-F238E27FC236}">
                <a16:creationId xmlns:a16="http://schemas.microsoft.com/office/drawing/2014/main" id="{8258ABF5-75F7-4151-BCC2-A75E2F0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753" y="2634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7" name="path-1582">
            <a:extLst xmlns:a="http://schemas.openxmlformats.org/drawingml/2006/main">
              <a:ext uri="{FF2B5EF4-FFF2-40B4-BE49-F238E27FC236}">
                <a16:creationId xmlns:a16="http://schemas.microsoft.com/office/drawing/2014/main" id="{36FDB34B-78BB-4AAB-A8B9-A84ECEE9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119" y="26177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8" name="path-1583">
            <a:extLst xmlns:a="http://schemas.openxmlformats.org/drawingml/2006/main">
              <a:ext uri="{FF2B5EF4-FFF2-40B4-BE49-F238E27FC236}">
                <a16:creationId xmlns:a16="http://schemas.microsoft.com/office/drawing/2014/main" id="{13ADC0B6-5D97-4097-8B27-B69817F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485" y="2653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9" name="path-1584">
            <a:extLst xmlns:a="http://schemas.openxmlformats.org/drawingml/2006/main">
              <a:ext uri="{FF2B5EF4-FFF2-40B4-BE49-F238E27FC236}">
                <a16:creationId xmlns:a16="http://schemas.microsoft.com/office/drawing/2014/main" id="{B5A079E3-275F-40B5-B2AD-C665464C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798" y="2660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0" name="path-1585">
            <a:extLst xmlns:a="http://schemas.openxmlformats.org/drawingml/2006/main">
              <a:ext uri="{FF2B5EF4-FFF2-40B4-BE49-F238E27FC236}">
                <a16:creationId xmlns:a16="http://schemas.microsoft.com/office/drawing/2014/main" id="{C3648132-6774-4DE6-9E31-F4FEA56A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45" y="26448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1" name="path-1586">
            <a:extLst xmlns:a="http://schemas.openxmlformats.org/drawingml/2006/main">
              <a:ext uri="{FF2B5EF4-FFF2-40B4-BE49-F238E27FC236}">
                <a16:creationId xmlns:a16="http://schemas.microsoft.com/office/drawing/2014/main" id="{4F5CA531-3469-4D67-B257-D9CE141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893" y="26373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2" name="path-1587">
            <a:extLst xmlns:a="http://schemas.openxmlformats.org/drawingml/2006/main">
              <a:ext uri="{FF2B5EF4-FFF2-40B4-BE49-F238E27FC236}">
                <a16:creationId xmlns:a16="http://schemas.microsoft.com/office/drawing/2014/main" id="{0859AA83-5092-475F-B91F-C6FE1403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97" y="26146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3" name="path-1588">
            <a:extLst xmlns:a="http://schemas.openxmlformats.org/drawingml/2006/main">
              <a:ext uri="{FF2B5EF4-FFF2-40B4-BE49-F238E27FC236}">
                <a16:creationId xmlns:a16="http://schemas.microsoft.com/office/drawing/2014/main" id="{FCF663DD-C628-48B0-B2D2-C2A8B2C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546" y="2651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4" name="path-1589">
            <a:extLst xmlns:a="http://schemas.openxmlformats.org/drawingml/2006/main">
              <a:ext uri="{FF2B5EF4-FFF2-40B4-BE49-F238E27FC236}">
                <a16:creationId xmlns:a16="http://schemas.microsoft.com/office/drawing/2014/main" id="{3AE70848-8515-4DA6-A58D-35BCAF8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336" y="2640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5" name="path-1590">
            <a:extLst xmlns:a="http://schemas.openxmlformats.org/drawingml/2006/main">
              <a:ext uri="{FF2B5EF4-FFF2-40B4-BE49-F238E27FC236}">
                <a16:creationId xmlns:a16="http://schemas.microsoft.com/office/drawing/2014/main" id="{7A4857D2-4707-40AA-A861-3C77BA5D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747" y="26170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6" name="path-1591">
            <a:extLst xmlns:a="http://schemas.openxmlformats.org/drawingml/2006/main">
              <a:ext uri="{FF2B5EF4-FFF2-40B4-BE49-F238E27FC236}">
                <a16:creationId xmlns:a16="http://schemas.microsoft.com/office/drawing/2014/main" id="{5015BBCE-18D0-4322-8A94-26CAF14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04" y="26236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7" name="path-1592">
            <a:extLst xmlns:a="http://schemas.openxmlformats.org/drawingml/2006/main">
              <a:ext uri="{FF2B5EF4-FFF2-40B4-BE49-F238E27FC236}">
                <a16:creationId xmlns:a16="http://schemas.microsoft.com/office/drawing/2014/main" id="{C4512A70-6767-4A52-BA4C-A0828917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30" y="261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8" name="path-1593">
            <a:extLst xmlns:a="http://schemas.openxmlformats.org/drawingml/2006/main">
              <a:ext uri="{FF2B5EF4-FFF2-40B4-BE49-F238E27FC236}">
                <a16:creationId xmlns:a16="http://schemas.microsoft.com/office/drawing/2014/main" id="{45FA6B9F-16DB-4B0D-9BFD-1507649E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78" y="2621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9" name="path-1594">
            <a:extLst xmlns:a="http://schemas.openxmlformats.org/drawingml/2006/main">
              <a:ext uri="{FF2B5EF4-FFF2-40B4-BE49-F238E27FC236}">
                <a16:creationId xmlns:a16="http://schemas.microsoft.com/office/drawing/2014/main" id="{8ACB715E-419A-4E0F-8643-18F84D2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017" y="2611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0" name="path-1595">
            <a:extLst xmlns:a="http://schemas.openxmlformats.org/drawingml/2006/main">
              <a:ext uri="{FF2B5EF4-FFF2-40B4-BE49-F238E27FC236}">
                <a16:creationId xmlns:a16="http://schemas.microsoft.com/office/drawing/2014/main" id="{859D46C0-D83A-4EA2-89FC-665D6F1E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25" y="2668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1" name="path-1596">
            <a:extLst xmlns:a="http://schemas.openxmlformats.org/drawingml/2006/main">
              <a:ext uri="{FF2B5EF4-FFF2-40B4-BE49-F238E27FC236}">
                <a16:creationId xmlns:a16="http://schemas.microsoft.com/office/drawing/2014/main" id="{5D677852-1FFF-44B6-9C4E-AE9A04AD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13" y="2635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2" name="path-1597">
            <a:extLst xmlns:a="http://schemas.openxmlformats.org/drawingml/2006/main">
              <a:ext uri="{FF2B5EF4-FFF2-40B4-BE49-F238E27FC236}">
                <a16:creationId xmlns:a16="http://schemas.microsoft.com/office/drawing/2014/main" id="{2B0B6FE7-179F-4804-94DE-E4C05931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424" y="2658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3" name="path-1598">
            <a:extLst xmlns:a="http://schemas.openxmlformats.org/drawingml/2006/main">
              <a:ext uri="{FF2B5EF4-FFF2-40B4-BE49-F238E27FC236}">
                <a16:creationId xmlns:a16="http://schemas.microsoft.com/office/drawing/2014/main" id="{5080B6A1-B585-431C-8C7B-7A0F696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926" y="2643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4" name="path-1599">
            <a:extLst xmlns:a="http://schemas.openxmlformats.org/drawingml/2006/main">
              <a:ext uri="{FF2B5EF4-FFF2-40B4-BE49-F238E27FC236}">
                <a16:creationId xmlns:a16="http://schemas.microsoft.com/office/drawing/2014/main" id="{10E18DE6-8A01-4141-8A3A-9D616A85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26" y="26511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5" name="path-1600">
            <a:extLst xmlns:a="http://schemas.openxmlformats.org/drawingml/2006/main">
              <a:ext uri="{FF2B5EF4-FFF2-40B4-BE49-F238E27FC236}">
                <a16:creationId xmlns:a16="http://schemas.microsoft.com/office/drawing/2014/main" id="{503E8D59-8DED-4AFA-9C9F-0B05040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434" y="2654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6" name="path-1601">
            <a:extLst xmlns:a="http://schemas.openxmlformats.org/drawingml/2006/main">
              <a:ext uri="{FF2B5EF4-FFF2-40B4-BE49-F238E27FC236}">
                <a16:creationId xmlns:a16="http://schemas.microsoft.com/office/drawing/2014/main" id="{0B2A5A19-A600-44B6-88E7-71B617D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4" y="2640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7" name="path-1602">
            <a:extLst xmlns:a="http://schemas.openxmlformats.org/drawingml/2006/main">
              <a:ext uri="{FF2B5EF4-FFF2-40B4-BE49-F238E27FC236}">
                <a16:creationId xmlns:a16="http://schemas.microsoft.com/office/drawing/2014/main" id="{C5D51656-C676-4B35-BF3F-57D621DE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681" y="2652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8" name="path-1603">
            <a:extLst xmlns:a="http://schemas.openxmlformats.org/drawingml/2006/main">
              <a:ext uri="{FF2B5EF4-FFF2-40B4-BE49-F238E27FC236}">
                <a16:creationId xmlns:a16="http://schemas.microsoft.com/office/drawing/2014/main" id="{A696088D-BF15-4408-9402-0C79985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8" y="2632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9" name="path-1604">
            <a:extLst xmlns:a="http://schemas.openxmlformats.org/drawingml/2006/main">
              <a:ext uri="{FF2B5EF4-FFF2-40B4-BE49-F238E27FC236}">
                <a16:creationId xmlns:a16="http://schemas.microsoft.com/office/drawing/2014/main" id="{2AE55DD1-4A86-42A6-A57F-648001E8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76" y="2644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0" name="path-1605">
            <a:extLst xmlns:a="http://schemas.openxmlformats.org/drawingml/2006/main">
              <a:ext uri="{FF2B5EF4-FFF2-40B4-BE49-F238E27FC236}">
                <a16:creationId xmlns:a16="http://schemas.microsoft.com/office/drawing/2014/main" id="{F2E90BC2-E78B-4E29-B140-9121E19F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01" y="26461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1" name="path-1606">
            <a:extLst xmlns:a="http://schemas.openxmlformats.org/drawingml/2006/main">
              <a:ext uri="{FF2B5EF4-FFF2-40B4-BE49-F238E27FC236}">
                <a16:creationId xmlns:a16="http://schemas.microsoft.com/office/drawing/2014/main" id="{DDF09BE4-162D-4CA4-9CBB-B842EBE2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8" y="26248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2" name="path-1607">
            <a:extLst xmlns:a="http://schemas.openxmlformats.org/drawingml/2006/main">
              <a:ext uri="{FF2B5EF4-FFF2-40B4-BE49-F238E27FC236}">
                <a16:creationId xmlns:a16="http://schemas.microsoft.com/office/drawing/2014/main" id="{14B815D0-201F-47E0-9BDA-976913C6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416" y="2604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3" name="path-1608">
            <a:extLst xmlns:a="http://schemas.openxmlformats.org/drawingml/2006/main">
              <a:ext uri="{FF2B5EF4-FFF2-40B4-BE49-F238E27FC236}">
                <a16:creationId xmlns:a16="http://schemas.microsoft.com/office/drawing/2014/main" id="{E874DAEB-8424-4C6F-85E5-2F427BA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64" y="2645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4" name="path-1609">
            <a:extLst xmlns:a="http://schemas.openxmlformats.org/drawingml/2006/main">
              <a:ext uri="{FF2B5EF4-FFF2-40B4-BE49-F238E27FC236}">
                <a16:creationId xmlns:a16="http://schemas.microsoft.com/office/drawing/2014/main" id="{FCDBE4DB-EE35-466A-9F6E-4A250A41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893" y="26270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5" name="path-1610">
            <a:extLst xmlns:a="http://schemas.openxmlformats.org/drawingml/2006/main">
              <a:ext uri="{FF2B5EF4-FFF2-40B4-BE49-F238E27FC236}">
                <a16:creationId xmlns:a16="http://schemas.microsoft.com/office/drawing/2014/main" id="{004CB311-5611-408C-AA28-2A3E19F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410" y="26233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6" name="path-1611">
            <a:extLst xmlns:a="http://schemas.openxmlformats.org/drawingml/2006/main">
              <a:ext uri="{FF2B5EF4-FFF2-40B4-BE49-F238E27FC236}">
                <a16:creationId xmlns:a16="http://schemas.microsoft.com/office/drawing/2014/main" id="{A361B2CB-6315-46D6-B235-A39027E7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1" y="26192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7" name="path-1612">
            <a:extLst xmlns:a="http://schemas.openxmlformats.org/drawingml/2006/main">
              <a:ext uri="{FF2B5EF4-FFF2-40B4-BE49-F238E27FC236}">
                <a16:creationId xmlns:a16="http://schemas.microsoft.com/office/drawing/2014/main" id="{7274BF2A-0A5E-41AF-894B-E9C6177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004" y="2625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8" name="path-1613">
            <a:extLst xmlns:a="http://schemas.openxmlformats.org/drawingml/2006/main">
              <a:ext uri="{FF2B5EF4-FFF2-40B4-BE49-F238E27FC236}">
                <a16:creationId xmlns:a16="http://schemas.microsoft.com/office/drawing/2014/main" id="{8980526E-AA04-430E-A187-81EE53F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15" y="26447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9" name="path-1614">
            <a:extLst xmlns:a="http://schemas.openxmlformats.org/drawingml/2006/main">
              <a:ext uri="{FF2B5EF4-FFF2-40B4-BE49-F238E27FC236}">
                <a16:creationId xmlns:a16="http://schemas.microsoft.com/office/drawing/2014/main" id="{664377B2-9186-4320-8A87-A2F5F2AC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728" y="2662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0" name="path-1615">
            <a:extLst xmlns:a="http://schemas.openxmlformats.org/drawingml/2006/main">
              <a:ext uri="{FF2B5EF4-FFF2-40B4-BE49-F238E27FC236}">
                <a16:creationId xmlns:a16="http://schemas.microsoft.com/office/drawing/2014/main" id="{4A282409-71F2-4278-8E5C-403FFB6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33" y="26247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1" name="path-1616">
            <a:extLst xmlns:a="http://schemas.openxmlformats.org/drawingml/2006/main">
              <a:ext uri="{FF2B5EF4-FFF2-40B4-BE49-F238E27FC236}">
                <a16:creationId xmlns:a16="http://schemas.microsoft.com/office/drawing/2014/main" id="{6C561817-1F6E-4305-9BF4-60FD2F53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56" y="26410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2" name="path-1617">
            <a:extLst xmlns:a="http://schemas.openxmlformats.org/drawingml/2006/main">
              <a:ext uri="{FF2B5EF4-FFF2-40B4-BE49-F238E27FC236}">
                <a16:creationId xmlns:a16="http://schemas.microsoft.com/office/drawing/2014/main" id="{B5F63335-84EE-4B3E-ABFB-C03385C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46" y="2641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3" name="path-1618">
            <a:extLst xmlns:a="http://schemas.openxmlformats.org/drawingml/2006/main">
              <a:ext uri="{FF2B5EF4-FFF2-40B4-BE49-F238E27FC236}">
                <a16:creationId xmlns:a16="http://schemas.microsoft.com/office/drawing/2014/main" id="{539749ED-434B-4743-995A-D7E4DBB7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304" y="26405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4" name="path-1619">
            <a:extLst xmlns:a="http://schemas.openxmlformats.org/drawingml/2006/main">
              <a:ext uri="{FF2B5EF4-FFF2-40B4-BE49-F238E27FC236}">
                <a16:creationId xmlns:a16="http://schemas.microsoft.com/office/drawing/2014/main" id="{19CD1A76-39BA-49E3-880F-9F28DD11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477" y="2631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5" name="path-1620">
            <a:extLst xmlns:a="http://schemas.openxmlformats.org/drawingml/2006/main">
              <a:ext uri="{FF2B5EF4-FFF2-40B4-BE49-F238E27FC236}">
                <a16:creationId xmlns:a16="http://schemas.microsoft.com/office/drawing/2014/main" id="{7F030DE1-4E29-420F-BAEE-D244609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363" y="26514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6" name="path-1621">
            <a:extLst xmlns:a="http://schemas.openxmlformats.org/drawingml/2006/main">
              <a:ext uri="{FF2B5EF4-FFF2-40B4-BE49-F238E27FC236}">
                <a16:creationId xmlns:a16="http://schemas.microsoft.com/office/drawing/2014/main" id="{B0863ECA-2442-4924-AD86-554B3322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373" y="2666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7" name="path-1622">
            <a:extLst xmlns:a="http://schemas.openxmlformats.org/drawingml/2006/main">
              <a:ext uri="{FF2B5EF4-FFF2-40B4-BE49-F238E27FC236}">
                <a16:creationId xmlns:a16="http://schemas.microsoft.com/office/drawing/2014/main" id="{C256B371-284C-443C-8B7B-DB5E450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301" y="2631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8" name="path-1623">
            <a:extLst xmlns:a="http://schemas.openxmlformats.org/drawingml/2006/main">
              <a:ext uri="{FF2B5EF4-FFF2-40B4-BE49-F238E27FC236}">
                <a16:creationId xmlns:a16="http://schemas.microsoft.com/office/drawing/2014/main" id="{B3710E84-98DF-4968-B4D1-48CA7C5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591" y="26645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9" name="path-1624">
            <a:extLst xmlns:a="http://schemas.openxmlformats.org/drawingml/2006/main">
              <a:ext uri="{FF2B5EF4-FFF2-40B4-BE49-F238E27FC236}">
                <a16:creationId xmlns:a16="http://schemas.microsoft.com/office/drawing/2014/main" id="{5C284A7D-84DE-46DF-874F-D7F8B51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224" y="26439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0" name="path-1625">
            <a:extLst xmlns:a="http://schemas.openxmlformats.org/drawingml/2006/main">
              <a:ext uri="{FF2B5EF4-FFF2-40B4-BE49-F238E27FC236}">
                <a16:creationId xmlns:a16="http://schemas.microsoft.com/office/drawing/2014/main" id="{2E5978C0-2507-4C0F-9537-C429A58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439" y="2655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1" name="path-1626">
            <a:extLst xmlns:a="http://schemas.openxmlformats.org/drawingml/2006/main">
              <a:ext uri="{FF2B5EF4-FFF2-40B4-BE49-F238E27FC236}">
                <a16:creationId xmlns:a16="http://schemas.microsoft.com/office/drawing/2014/main" id="{5A405CD5-F5CF-4BD6-80C3-B8C54A5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17" y="26295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2" name="path-1627">
            <a:extLst xmlns:a="http://schemas.openxmlformats.org/drawingml/2006/main">
              <a:ext uri="{FF2B5EF4-FFF2-40B4-BE49-F238E27FC236}">
                <a16:creationId xmlns:a16="http://schemas.microsoft.com/office/drawing/2014/main" id="{6FB09191-0591-4D91-B94A-157CD028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14" y="2644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3" name="path-1628">
            <a:extLst xmlns:a="http://schemas.openxmlformats.org/drawingml/2006/main">
              <a:ext uri="{FF2B5EF4-FFF2-40B4-BE49-F238E27FC236}">
                <a16:creationId xmlns:a16="http://schemas.microsoft.com/office/drawing/2014/main" id="{0B700D19-9267-452D-883B-FEA6D9C0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720" y="2663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4" name="path-1629">
            <a:extLst xmlns:a="http://schemas.openxmlformats.org/drawingml/2006/main">
              <a:ext uri="{FF2B5EF4-FFF2-40B4-BE49-F238E27FC236}">
                <a16:creationId xmlns:a16="http://schemas.microsoft.com/office/drawing/2014/main" id="{8BFDEB27-30B8-4530-9FBC-67CBB08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20" y="26483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5" name="path-1630">
            <a:extLst xmlns:a="http://schemas.openxmlformats.org/drawingml/2006/main">
              <a:ext uri="{FF2B5EF4-FFF2-40B4-BE49-F238E27FC236}">
                <a16:creationId xmlns:a16="http://schemas.microsoft.com/office/drawing/2014/main" id="{60A5CACD-2946-4115-B10D-765AFC73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773" y="2636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6" name="path-1631">
            <a:extLst xmlns:a="http://schemas.openxmlformats.org/drawingml/2006/main">
              <a:ext uri="{FF2B5EF4-FFF2-40B4-BE49-F238E27FC236}">
                <a16:creationId xmlns:a16="http://schemas.microsoft.com/office/drawing/2014/main" id="{4199A6F9-822A-4B6F-848D-5FFED301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159" y="26551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7" name="path-1632">
            <a:extLst xmlns:a="http://schemas.openxmlformats.org/drawingml/2006/main">
              <a:ext uri="{FF2B5EF4-FFF2-40B4-BE49-F238E27FC236}">
                <a16:creationId xmlns:a16="http://schemas.microsoft.com/office/drawing/2014/main" id="{6E3A28AB-9DD8-428F-A221-7200784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63" y="2652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8" name="path-1633">
            <a:extLst xmlns:a="http://schemas.openxmlformats.org/drawingml/2006/main">
              <a:ext uri="{FF2B5EF4-FFF2-40B4-BE49-F238E27FC236}">
                <a16:creationId xmlns:a16="http://schemas.microsoft.com/office/drawing/2014/main" id="{6CEB13C8-6C70-4D9F-9B34-6C062ADB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854" y="26182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9" name="path-1634">
            <a:extLst xmlns:a="http://schemas.openxmlformats.org/drawingml/2006/main">
              <a:ext uri="{FF2B5EF4-FFF2-40B4-BE49-F238E27FC236}">
                <a16:creationId xmlns:a16="http://schemas.microsoft.com/office/drawing/2014/main" id="{D4D0043D-B58E-4ED1-ACAA-4D59BBB2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360" y="2622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0" name="path-1635">
            <a:extLst xmlns:a="http://schemas.openxmlformats.org/drawingml/2006/main">
              <a:ext uri="{FF2B5EF4-FFF2-40B4-BE49-F238E27FC236}">
                <a16:creationId xmlns:a16="http://schemas.microsoft.com/office/drawing/2014/main" id="{DF8EEA30-5076-4CCB-AACB-CB70FF97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478" y="26431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1" name="path-1636">
            <a:extLst xmlns:a="http://schemas.openxmlformats.org/drawingml/2006/main">
              <a:ext uri="{FF2B5EF4-FFF2-40B4-BE49-F238E27FC236}">
                <a16:creationId xmlns:a16="http://schemas.microsoft.com/office/drawing/2014/main" id="{43CA9BC9-4FA0-49D0-A671-7F9668BC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92" y="2671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2" name="path-1637">
            <a:extLst xmlns:a="http://schemas.openxmlformats.org/drawingml/2006/main">
              <a:ext uri="{FF2B5EF4-FFF2-40B4-BE49-F238E27FC236}">
                <a16:creationId xmlns:a16="http://schemas.microsoft.com/office/drawing/2014/main" id="{6614D60C-8EB7-418A-B81A-8514F54B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63" y="26374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3" name="path-1638">
            <a:extLst xmlns:a="http://schemas.openxmlformats.org/drawingml/2006/main">
              <a:ext uri="{FF2B5EF4-FFF2-40B4-BE49-F238E27FC236}">
                <a16:creationId xmlns:a16="http://schemas.microsoft.com/office/drawing/2014/main" id="{4D1F7D85-9184-4C84-9C3B-84AAF573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47" y="2628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4" name="path-1639">
            <a:extLst xmlns:a="http://schemas.openxmlformats.org/drawingml/2006/main">
              <a:ext uri="{FF2B5EF4-FFF2-40B4-BE49-F238E27FC236}">
                <a16:creationId xmlns:a16="http://schemas.microsoft.com/office/drawing/2014/main" id="{6073A665-0926-4BEF-A6FD-57688DBD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88" y="26447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5" name="path-1640">
            <a:extLst xmlns:a="http://schemas.openxmlformats.org/drawingml/2006/main">
              <a:ext uri="{FF2B5EF4-FFF2-40B4-BE49-F238E27FC236}">
                <a16:creationId xmlns:a16="http://schemas.microsoft.com/office/drawing/2014/main" id="{8ED11784-3E3E-49A9-9882-46CF4820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199" y="2609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6" name="path-1641">
            <a:extLst xmlns:a="http://schemas.openxmlformats.org/drawingml/2006/main">
              <a:ext uri="{FF2B5EF4-FFF2-40B4-BE49-F238E27FC236}">
                <a16:creationId xmlns:a16="http://schemas.microsoft.com/office/drawing/2014/main" id="{4184A7C2-7801-4974-8E6A-9D239E4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426" y="2640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7" name="path-1642">
            <a:extLst xmlns:a="http://schemas.openxmlformats.org/drawingml/2006/main">
              <a:ext uri="{FF2B5EF4-FFF2-40B4-BE49-F238E27FC236}">
                <a16:creationId xmlns:a16="http://schemas.microsoft.com/office/drawing/2014/main" id="{65D158E5-F915-44E7-9261-BE06F9D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226" y="2642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8" name="path-1643">
            <a:extLst xmlns:a="http://schemas.openxmlformats.org/drawingml/2006/main">
              <a:ext uri="{FF2B5EF4-FFF2-40B4-BE49-F238E27FC236}">
                <a16:creationId xmlns:a16="http://schemas.microsoft.com/office/drawing/2014/main" id="{083B8D65-0400-4F9E-96C4-FB5281EF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027" y="26685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9" name="path-1644">
            <a:extLst xmlns:a="http://schemas.openxmlformats.org/drawingml/2006/main">
              <a:ext uri="{FF2B5EF4-FFF2-40B4-BE49-F238E27FC236}">
                <a16:creationId xmlns:a16="http://schemas.microsoft.com/office/drawing/2014/main" id="{F7A09B2C-9728-4CFF-8CC1-D545FAE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650" y="26381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0" name="path-1645">
            <a:extLst xmlns:a="http://schemas.openxmlformats.org/drawingml/2006/main">
              <a:ext uri="{FF2B5EF4-FFF2-40B4-BE49-F238E27FC236}">
                <a16:creationId xmlns:a16="http://schemas.microsoft.com/office/drawing/2014/main" id="{E2A7C54A-9FBF-48AF-9DE4-FD2DE73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233" y="26367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1" name="path-1646">
            <a:extLst xmlns:a="http://schemas.openxmlformats.org/drawingml/2006/main">
              <a:ext uri="{FF2B5EF4-FFF2-40B4-BE49-F238E27FC236}">
                <a16:creationId xmlns:a16="http://schemas.microsoft.com/office/drawing/2014/main" id="{192F313F-B88B-4C00-AD61-E9FC450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071" y="26462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2" name="path-1647">
            <a:extLst xmlns:a="http://schemas.openxmlformats.org/drawingml/2006/main">
              <a:ext uri="{FF2B5EF4-FFF2-40B4-BE49-F238E27FC236}">
                <a16:creationId xmlns:a16="http://schemas.microsoft.com/office/drawing/2014/main" id="{483F5793-2755-43CA-9ABF-7BDB2B7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06" y="2620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3" name="path-1648">
            <a:extLst xmlns:a="http://schemas.openxmlformats.org/drawingml/2006/main">
              <a:ext uri="{FF2B5EF4-FFF2-40B4-BE49-F238E27FC236}">
                <a16:creationId xmlns:a16="http://schemas.microsoft.com/office/drawing/2014/main" id="{065B4B8D-EA0C-4ED9-88E6-506BB294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137" y="2638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4" name="path-1649">
            <a:extLst xmlns:a="http://schemas.openxmlformats.org/drawingml/2006/main">
              <a:ext uri="{FF2B5EF4-FFF2-40B4-BE49-F238E27FC236}">
                <a16:creationId xmlns:a16="http://schemas.microsoft.com/office/drawing/2014/main" id="{F0CFFDD1-12D0-4F1A-B73A-7560516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9296" y="2640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5" name="path-1650">
            <a:extLst xmlns:a="http://schemas.openxmlformats.org/drawingml/2006/main">
              <a:ext uri="{FF2B5EF4-FFF2-40B4-BE49-F238E27FC236}">
                <a16:creationId xmlns:a16="http://schemas.microsoft.com/office/drawing/2014/main" id="{088A8B23-9856-49D1-9347-10B1D57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2" y="2614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6" name="path-1651">
            <a:extLst xmlns:a="http://schemas.openxmlformats.org/drawingml/2006/main">
              <a:ext uri="{FF2B5EF4-FFF2-40B4-BE49-F238E27FC236}">
                <a16:creationId xmlns:a16="http://schemas.microsoft.com/office/drawing/2014/main" id="{CC9664DE-8ED8-41BC-A46C-5FA4D913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01" y="26142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7" name="path-1652">
            <a:extLst xmlns:a="http://schemas.openxmlformats.org/drawingml/2006/main">
              <a:ext uri="{FF2B5EF4-FFF2-40B4-BE49-F238E27FC236}">
                <a16:creationId xmlns:a16="http://schemas.microsoft.com/office/drawing/2014/main" id="{67CA75E6-004A-4996-AD7D-DE2CF863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725" y="2630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8" name="path-1653">
            <a:extLst xmlns:a="http://schemas.openxmlformats.org/drawingml/2006/main">
              <a:ext uri="{FF2B5EF4-FFF2-40B4-BE49-F238E27FC236}">
                <a16:creationId xmlns:a16="http://schemas.microsoft.com/office/drawing/2014/main" id="{3CBDF02F-598A-4E5F-95F8-EBD06A9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17" y="2649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9" name="path-1654">
            <a:extLst xmlns:a="http://schemas.openxmlformats.org/drawingml/2006/main">
              <a:ext uri="{FF2B5EF4-FFF2-40B4-BE49-F238E27FC236}">
                <a16:creationId xmlns:a16="http://schemas.microsoft.com/office/drawing/2014/main" id="{39ECC504-66AB-4EAA-9035-0AC7A738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378" y="2627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0" name="path-1655">
            <a:extLst xmlns:a="http://schemas.openxmlformats.org/drawingml/2006/main">
              <a:ext uri="{FF2B5EF4-FFF2-40B4-BE49-F238E27FC236}">
                <a16:creationId xmlns:a16="http://schemas.microsoft.com/office/drawing/2014/main" id="{CE27205C-2211-48A4-8A97-8396D1CA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246" y="2650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1" name="path-1656">
            <a:extLst xmlns:a="http://schemas.openxmlformats.org/drawingml/2006/main">
              <a:ext uri="{FF2B5EF4-FFF2-40B4-BE49-F238E27FC236}">
                <a16:creationId xmlns:a16="http://schemas.microsoft.com/office/drawing/2014/main" id="{1813705B-8F8B-4139-8576-9CBB8CB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0" y="26198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2" name="path-1657">
            <a:extLst xmlns:a="http://schemas.openxmlformats.org/drawingml/2006/main">
              <a:ext uri="{FF2B5EF4-FFF2-40B4-BE49-F238E27FC236}">
                <a16:creationId xmlns:a16="http://schemas.microsoft.com/office/drawing/2014/main" id="{A92563B2-04C6-4E27-9BE1-D56EDA02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861" y="26430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3" name="path-1658">
            <a:extLst xmlns:a="http://schemas.openxmlformats.org/drawingml/2006/main">
              <a:ext uri="{FF2B5EF4-FFF2-40B4-BE49-F238E27FC236}">
                <a16:creationId xmlns:a16="http://schemas.microsoft.com/office/drawing/2014/main" id="{634D24BC-D804-4100-A129-0421DB7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04" y="26254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4" name="path-1659">
            <a:extLst xmlns:a="http://schemas.openxmlformats.org/drawingml/2006/main">
              <a:ext uri="{FF2B5EF4-FFF2-40B4-BE49-F238E27FC236}">
                <a16:creationId xmlns:a16="http://schemas.microsoft.com/office/drawing/2014/main" id="{0CFC8E35-88EC-4B6E-BE4C-640D4C0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745" y="26500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5" name="path-1660">
            <a:extLst xmlns:a="http://schemas.openxmlformats.org/drawingml/2006/main">
              <a:ext uri="{FF2B5EF4-FFF2-40B4-BE49-F238E27FC236}">
                <a16:creationId xmlns:a16="http://schemas.microsoft.com/office/drawing/2014/main" id="{B64F794F-28B1-4C95-88A5-6B6238F0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77" y="2634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6" name="path-1661">
            <a:extLst xmlns:a="http://schemas.openxmlformats.org/drawingml/2006/main">
              <a:ext uri="{FF2B5EF4-FFF2-40B4-BE49-F238E27FC236}">
                <a16:creationId xmlns:a16="http://schemas.microsoft.com/office/drawing/2014/main" id="{28431E24-3A6C-4886-8069-73B8F2E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5" y="26369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7" name="path-1662">
            <a:extLst xmlns:a="http://schemas.openxmlformats.org/drawingml/2006/main">
              <a:ext uri="{FF2B5EF4-FFF2-40B4-BE49-F238E27FC236}">
                <a16:creationId xmlns:a16="http://schemas.microsoft.com/office/drawing/2014/main" id="{CCCB588B-2115-4FFD-B1FA-5C6655C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405" y="2632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8" name="path-1663">
            <a:extLst xmlns:a="http://schemas.openxmlformats.org/drawingml/2006/main">
              <a:ext uri="{FF2B5EF4-FFF2-40B4-BE49-F238E27FC236}">
                <a16:creationId xmlns:a16="http://schemas.microsoft.com/office/drawing/2014/main" id="{8E0EC703-1677-48C8-A214-CE9D54EC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67" y="2632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9" name="path-1664">
            <a:extLst xmlns:a="http://schemas.openxmlformats.org/drawingml/2006/main">
              <a:ext uri="{FF2B5EF4-FFF2-40B4-BE49-F238E27FC236}">
                <a16:creationId xmlns:a16="http://schemas.microsoft.com/office/drawing/2014/main" id="{B1B51CB9-A224-4521-9AEB-BCAE72B2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110" y="2625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0" name="path-1665">
            <a:extLst xmlns:a="http://schemas.openxmlformats.org/drawingml/2006/main">
              <a:ext uri="{FF2B5EF4-FFF2-40B4-BE49-F238E27FC236}">
                <a16:creationId xmlns:a16="http://schemas.microsoft.com/office/drawing/2014/main" id="{DDB7134E-E94F-4FE4-8952-E6555196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358" y="2653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1" name="path-1666">
            <a:extLst xmlns:a="http://schemas.openxmlformats.org/drawingml/2006/main">
              <a:ext uri="{FF2B5EF4-FFF2-40B4-BE49-F238E27FC236}">
                <a16:creationId xmlns:a16="http://schemas.microsoft.com/office/drawing/2014/main" id="{FD9F649B-8101-484F-8CD4-6B43204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35" y="2657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2" name="path-1667">
            <a:extLst xmlns:a="http://schemas.openxmlformats.org/drawingml/2006/main">
              <a:ext uri="{FF2B5EF4-FFF2-40B4-BE49-F238E27FC236}">
                <a16:creationId xmlns:a16="http://schemas.microsoft.com/office/drawing/2014/main" id="{0C852CA6-7FF6-4A78-A58D-B2C8617D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90" y="2621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3" name="path-1668">
            <a:extLst xmlns:a="http://schemas.openxmlformats.org/drawingml/2006/main">
              <a:ext uri="{FF2B5EF4-FFF2-40B4-BE49-F238E27FC236}">
                <a16:creationId xmlns:a16="http://schemas.microsoft.com/office/drawing/2014/main" id="{8D72FE7B-0846-49A8-8315-B05F9330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97" y="26385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4" name="path-1669">
            <a:extLst xmlns:a="http://schemas.openxmlformats.org/drawingml/2006/main">
              <a:ext uri="{FF2B5EF4-FFF2-40B4-BE49-F238E27FC236}">
                <a16:creationId xmlns:a16="http://schemas.microsoft.com/office/drawing/2014/main" id="{8F887D8A-2FF1-428C-BDAE-7A1D2563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813" y="2648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5" name="path-1670">
            <a:extLst xmlns:a="http://schemas.openxmlformats.org/drawingml/2006/main">
              <a:ext uri="{FF2B5EF4-FFF2-40B4-BE49-F238E27FC236}">
                <a16:creationId xmlns:a16="http://schemas.microsoft.com/office/drawing/2014/main" id="{104A24A0-2237-49BE-97AB-87349B0A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285" y="2630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6" name="path-1671">
            <a:extLst xmlns:a="http://schemas.openxmlformats.org/drawingml/2006/main">
              <a:ext uri="{FF2B5EF4-FFF2-40B4-BE49-F238E27FC236}">
                <a16:creationId xmlns:a16="http://schemas.microsoft.com/office/drawing/2014/main" id="{9BFB0CD6-4770-4AF6-A44A-03553B9F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989" y="26214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7" name="path-1672">
            <a:extLst xmlns:a="http://schemas.openxmlformats.org/drawingml/2006/main">
              <a:ext uri="{FF2B5EF4-FFF2-40B4-BE49-F238E27FC236}">
                <a16:creationId xmlns:a16="http://schemas.microsoft.com/office/drawing/2014/main" id="{4739DC30-0BA2-4E3A-95C4-31B3768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803" y="2598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8" name="path-1673">
            <a:extLst xmlns:a="http://schemas.openxmlformats.org/drawingml/2006/main">
              <a:ext uri="{FF2B5EF4-FFF2-40B4-BE49-F238E27FC236}">
                <a16:creationId xmlns:a16="http://schemas.microsoft.com/office/drawing/2014/main" id="{1A16F9E5-94BF-4D61-9B97-A2176EF2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413" y="26307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9" name="path-1674">
            <a:extLst xmlns:a="http://schemas.openxmlformats.org/drawingml/2006/main">
              <a:ext uri="{FF2B5EF4-FFF2-40B4-BE49-F238E27FC236}">
                <a16:creationId xmlns:a16="http://schemas.microsoft.com/office/drawing/2014/main" id="{75B9A53E-9E37-403D-BC81-E5AF411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113" y="26209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0" name="path-1675">
            <a:extLst xmlns:a="http://schemas.openxmlformats.org/drawingml/2006/main">
              <a:ext uri="{FF2B5EF4-FFF2-40B4-BE49-F238E27FC236}">
                <a16:creationId xmlns:a16="http://schemas.microsoft.com/office/drawing/2014/main" id="{9C6E4569-569A-409E-9E9D-2FE82B55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59" y="2627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1" name="path-1676">
            <a:extLst xmlns:a="http://schemas.openxmlformats.org/drawingml/2006/main">
              <a:ext uri="{FF2B5EF4-FFF2-40B4-BE49-F238E27FC236}">
                <a16:creationId xmlns:a16="http://schemas.microsoft.com/office/drawing/2014/main" id="{24351C72-4994-4FC2-BFF9-191FAF60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055" y="2627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2" name="path-1677">
            <a:extLst xmlns:a="http://schemas.openxmlformats.org/drawingml/2006/main">
              <a:ext uri="{FF2B5EF4-FFF2-40B4-BE49-F238E27FC236}">
                <a16:creationId xmlns:a16="http://schemas.microsoft.com/office/drawing/2014/main" id="{415E4693-9EBD-4A60-92D9-3247558E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366" y="26282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3" name="path-1678">
            <a:extLst xmlns:a="http://schemas.openxmlformats.org/drawingml/2006/main">
              <a:ext uri="{FF2B5EF4-FFF2-40B4-BE49-F238E27FC236}">
                <a16:creationId xmlns:a16="http://schemas.microsoft.com/office/drawing/2014/main" id="{F2B61DA2-8C8C-4F12-A6EF-1F469A5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152" y="2659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4" name="path-1679">
            <a:extLst xmlns:a="http://schemas.openxmlformats.org/drawingml/2006/main">
              <a:ext uri="{FF2B5EF4-FFF2-40B4-BE49-F238E27FC236}">
                <a16:creationId xmlns:a16="http://schemas.microsoft.com/office/drawing/2014/main" id="{E4A884A3-3C75-43E3-B8DC-4C477EA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579" y="26370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5" name="path-1680">
            <a:extLst xmlns:a="http://schemas.openxmlformats.org/drawingml/2006/main">
              <a:ext uri="{FF2B5EF4-FFF2-40B4-BE49-F238E27FC236}">
                <a16:creationId xmlns:a16="http://schemas.microsoft.com/office/drawing/2014/main" id="{C5113C32-7086-430A-B13D-6E0CA59F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524" y="2649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6" name="path-1681">
            <a:extLst xmlns:a="http://schemas.openxmlformats.org/drawingml/2006/main">
              <a:ext uri="{FF2B5EF4-FFF2-40B4-BE49-F238E27FC236}">
                <a16:creationId xmlns:a16="http://schemas.microsoft.com/office/drawing/2014/main" id="{A757986D-8CC2-4B16-B007-1A5EDC85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323" y="26289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7" name="path-1682">
            <a:extLst xmlns:a="http://schemas.openxmlformats.org/drawingml/2006/main">
              <a:ext uri="{FF2B5EF4-FFF2-40B4-BE49-F238E27FC236}">
                <a16:creationId xmlns:a16="http://schemas.microsoft.com/office/drawing/2014/main" id="{AD5E6CFE-0648-490C-A5DB-7104131F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110" y="26604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8" name="path-1683">
            <a:extLst xmlns:a="http://schemas.openxmlformats.org/drawingml/2006/main">
              <a:ext uri="{FF2B5EF4-FFF2-40B4-BE49-F238E27FC236}">
                <a16:creationId xmlns:a16="http://schemas.microsoft.com/office/drawing/2014/main" id="{B148A1A5-BD09-4DB5-BFAE-8D92C89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492" y="2633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9" name="path-1684">
            <a:extLst xmlns:a="http://schemas.openxmlformats.org/drawingml/2006/main">
              <a:ext uri="{FF2B5EF4-FFF2-40B4-BE49-F238E27FC236}">
                <a16:creationId xmlns:a16="http://schemas.microsoft.com/office/drawing/2014/main" id="{BD558F09-7E4E-4B27-93CF-1ABAA3A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476" y="2627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0" name="path-1685">
            <a:extLst xmlns:a="http://schemas.openxmlformats.org/drawingml/2006/main">
              <a:ext uri="{FF2B5EF4-FFF2-40B4-BE49-F238E27FC236}">
                <a16:creationId xmlns:a16="http://schemas.microsoft.com/office/drawing/2014/main" id="{99F75750-ADD3-45AD-B14E-D9EE877A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203" y="2629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1" name="path-1686">
            <a:extLst xmlns:a="http://schemas.openxmlformats.org/drawingml/2006/main">
              <a:ext uri="{FF2B5EF4-FFF2-40B4-BE49-F238E27FC236}">
                <a16:creationId xmlns:a16="http://schemas.microsoft.com/office/drawing/2014/main" id="{37FD52B5-FC70-4662-A057-36B72229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57" y="2622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2" name="path-1687">
            <a:extLst xmlns:a="http://schemas.openxmlformats.org/drawingml/2006/main">
              <a:ext uri="{FF2B5EF4-FFF2-40B4-BE49-F238E27FC236}">
                <a16:creationId xmlns:a16="http://schemas.microsoft.com/office/drawing/2014/main" id="{D1773E36-D620-491C-961C-96DDAFF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698" y="2641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3" name="path-1688">
            <a:extLst xmlns:a="http://schemas.openxmlformats.org/drawingml/2006/main">
              <a:ext uri="{FF2B5EF4-FFF2-40B4-BE49-F238E27FC236}">
                <a16:creationId xmlns:a16="http://schemas.microsoft.com/office/drawing/2014/main" id="{59ACB435-E7C4-41D7-9C22-CF14B254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00" y="26246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4" name="path-1689">
            <a:extLst xmlns:a="http://schemas.openxmlformats.org/drawingml/2006/main">
              <a:ext uri="{FF2B5EF4-FFF2-40B4-BE49-F238E27FC236}">
                <a16:creationId xmlns:a16="http://schemas.microsoft.com/office/drawing/2014/main" id="{EE7438B2-49C7-48C5-B8D4-A090E7F6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907" y="2668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5" name="path-1690">
            <a:extLst xmlns:a="http://schemas.openxmlformats.org/drawingml/2006/main">
              <a:ext uri="{FF2B5EF4-FFF2-40B4-BE49-F238E27FC236}">
                <a16:creationId xmlns:a16="http://schemas.microsoft.com/office/drawing/2014/main" id="{28C5F32F-E525-45D5-9E0D-C9989EF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424" y="2633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6" name="path-1691">
            <a:extLst xmlns:a="http://schemas.openxmlformats.org/drawingml/2006/main">
              <a:ext uri="{FF2B5EF4-FFF2-40B4-BE49-F238E27FC236}">
                <a16:creationId xmlns:a16="http://schemas.microsoft.com/office/drawing/2014/main" id="{3758645D-AFBB-49AA-8641-DB0B5BA5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3" y="26267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7" name="path-1692">
            <a:extLst xmlns:a="http://schemas.openxmlformats.org/drawingml/2006/main">
              <a:ext uri="{FF2B5EF4-FFF2-40B4-BE49-F238E27FC236}">
                <a16:creationId xmlns:a16="http://schemas.microsoft.com/office/drawing/2014/main" id="{575E3005-321B-4F4C-8AD3-82F4BEFE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015" y="2631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8" name="path-1693">
            <a:extLst xmlns:a="http://schemas.openxmlformats.org/drawingml/2006/main">
              <a:ext uri="{FF2B5EF4-FFF2-40B4-BE49-F238E27FC236}">
                <a16:creationId xmlns:a16="http://schemas.microsoft.com/office/drawing/2014/main" id="{1D31C559-3172-4832-BB91-2706F0E9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095" y="2657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9" name="path-1694">
            <a:extLst xmlns:a="http://schemas.openxmlformats.org/drawingml/2006/main">
              <a:ext uri="{FF2B5EF4-FFF2-40B4-BE49-F238E27FC236}">
                <a16:creationId xmlns:a16="http://schemas.microsoft.com/office/drawing/2014/main" id="{966DD1D6-50D9-4CB1-8B03-8F8A102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90" y="2632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0" name="path-1695">
            <a:extLst xmlns:a="http://schemas.openxmlformats.org/drawingml/2006/main">
              <a:ext uri="{FF2B5EF4-FFF2-40B4-BE49-F238E27FC236}">
                <a16:creationId xmlns:a16="http://schemas.microsoft.com/office/drawing/2014/main" id="{D796579B-7BD3-463B-BE11-A4F2CFCB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906" y="26500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1" name="path-1696">
            <a:extLst xmlns:a="http://schemas.openxmlformats.org/drawingml/2006/main">
              <a:ext uri="{FF2B5EF4-FFF2-40B4-BE49-F238E27FC236}">
                <a16:creationId xmlns:a16="http://schemas.microsoft.com/office/drawing/2014/main" id="{0DB42492-3B8D-44A1-96CB-CE2D0542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808" y="2620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2" name="path-1697">
            <a:extLst xmlns:a="http://schemas.openxmlformats.org/drawingml/2006/main">
              <a:ext uri="{FF2B5EF4-FFF2-40B4-BE49-F238E27FC236}">
                <a16:creationId xmlns:a16="http://schemas.microsoft.com/office/drawing/2014/main" id="{5AD8E3E7-829B-41E0-81F9-5B6950B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584" y="26162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3" name="path-1698">
            <a:extLst xmlns:a="http://schemas.openxmlformats.org/drawingml/2006/main">
              <a:ext uri="{FF2B5EF4-FFF2-40B4-BE49-F238E27FC236}">
                <a16:creationId xmlns:a16="http://schemas.microsoft.com/office/drawing/2014/main" id="{0E83CD80-3693-44BF-AD0C-D30F2104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25" y="2644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4" name="path-1699">
            <a:extLst xmlns:a="http://schemas.openxmlformats.org/drawingml/2006/main">
              <a:ext uri="{FF2B5EF4-FFF2-40B4-BE49-F238E27FC236}">
                <a16:creationId xmlns:a16="http://schemas.microsoft.com/office/drawing/2014/main" id="{82F8D6CC-F1F4-458B-95EE-EC5E7E1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660" y="2636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5" name="path-1700">
            <a:extLst xmlns:a="http://schemas.openxmlformats.org/drawingml/2006/main">
              <a:ext uri="{FF2B5EF4-FFF2-40B4-BE49-F238E27FC236}">
                <a16:creationId xmlns:a16="http://schemas.microsoft.com/office/drawing/2014/main" id="{8A3CFACC-EB33-4A1E-89D3-1CB3C2A0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147" y="2648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6" name="path-1701">
            <a:extLst xmlns:a="http://schemas.openxmlformats.org/drawingml/2006/main">
              <a:ext uri="{FF2B5EF4-FFF2-40B4-BE49-F238E27FC236}">
                <a16:creationId xmlns:a16="http://schemas.microsoft.com/office/drawing/2014/main" id="{84BF0412-0F8F-426C-A0AC-19DF96B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73" y="2650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7" name="path-1702">
            <a:extLst xmlns:a="http://schemas.openxmlformats.org/drawingml/2006/main">
              <a:ext uri="{FF2B5EF4-FFF2-40B4-BE49-F238E27FC236}">
                <a16:creationId xmlns:a16="http://schemas.microsoft.com/office/drawing/2014/main" id="{5EFD8CE9-0EC9-4167-A387-18C8564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324" y="26371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8" name="path-1703">
            <a:extLst xmlns:a="http://schemas.openxmlformats.org/drawingml/2006/main">
              <a:ext uri="{FF2B5EF4-FFF2-40B4-BE49-F238E27FC236}">
                <a16:creationId xmlns:a16="http://schemas.microsoft.com/office/drawing/2014/main" id="{E71497C8-BF36-481C-A105-0E42C0B2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96" y="2642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9" name="path-1704">
            <a:extLst xmlns:a="http://schemas.openxmlformats.org/drawingml/2006/main">
              <a:ext uri="{FF2B5EF4-FFF2-40B4-BE49-F238E27FC236}">
                <a16:creationId xmlns:a16="http://schemas.microsoft.com/office/drawing/2014/main" id="{669F061B-08BA-49B6-9378-4865EFC5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08" y="2632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0" name="path-1705">
            <a:extLst xmlns:a="http://schemas.openxmlformats.org/drawingml/2006/main">
              <a:ext uri="{FF2B5EF4-FFF2-40B4-BE49-F238E27FC236}">
                <a16:creationId xmlns:a16="http://schemas.microsoft.com/office/drawing/2014/main" id="{256C7881-E0B8-42CC-9DFB-27035EE2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7" y="26236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1" name="path-1706">
            <a:extLst xmlns:a="http://schemas.openxmlformats.org/drawingml/2006/main">
              <a:ext uri="{FF2B5EF4-FFF2-40B4-BE49-F238E27FC236}">
                <a16:creationId xmlns:a16="http://schemas.microsoft.com/office/drawing/2014/main" id="{A0EA0389-1CA3-49F1-83FD-6A7F2AA5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56" y="25991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2" name="path-1707">
            <a:extLst xmlns:a="http://schemas.openxmlformats.org/drawingml/2006/main">
              <a:ext uri="{FF2B5EF4-FFF2-40B4-BE49-F238E27FC236}">
                <a16:creationId xmlns:a16="http://schemas.microsoft.com/office/drawing/2014/main" id="{7C93A59E-BC76-4F83-B44D-C8C59B63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954" y="2647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3" name="path-1708">
            <a:extLst xmlns:a="http://schemas.openxmlformats.org/drawingml/2006/main">
              <a:ext uri="{FF2B5EF4-FFF2-40B4-BE49-F238E27FC236}">
                <a16:creationId xmlns:a16="http://schemas.microsoft.com/office/drawing/2014/main" id="{82175468-772A-46C4-A35F-4A90486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276" y="2669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4" name="path-1709">
            <a:extLst xmlns:a="http://schemas.openxmlformats.org/drawingml/2006/main">
              <a:ext uri="{FF2B5EF4-FFF2-40B4-BE49-F238E27FC236}">
                <a16:creationId xmlns:a16="http://schemas.microsoft.com/office/drawing/2014/main" id="{E652ACD7-E905-41C1-951B-7C9C8EB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500" y="2636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5" name="path-1710">
            <a:extLst xmlns:a="http://schemas.openxmlformats.org/drawingml/2006/main">
              <a:ext uri="{FF2B5EF4-FFF2-40B4-BE49-F238E27FC236}">
                <a16:creationId xmlns:a16="http://schemas.microsoft.com/office/drawing/2014/main" id="{DA531FB3-B665-451E-B964-D77796C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701" y="2640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6" name="path-1711">
            <a:extLst xmlns:a="http://schemas.openxmlformats.org/drawingml/2006/main">
              <a:ext uri="{FF2B5EF4-FFF2-40B4-BE49-F238E27FC236}">
                <a16:creationId xmlns:a16="http://schemas.microsoft.com/office/drawing/2014/main" id="{10693B39-DFAF-434E-8F6B-5D9EB61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54" y="2644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7" name="path-1712">
            <a:extLst xmlns:a="http://schemas.openxmlformats.org/drawingml/2006/main">
              <a:ext uri="{FF2B5EF4-FFF2-40B4-BE49-F238E27FC236}">
                <a16:creationId xmlns:a16="http://schemas.microsoft.com/office/drawing/2014/main" id="{26D10C33-E988-41A8-9238-C5DE171F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86" y="2638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8" name="path-1713">
            <a:extLst xmlns:a="http://schemas.openxmlformats.org/drawingml/2006/main">
              <a:ext uri="{FF2B5EF4-FFF2-40B4-BE49-F238E27FC236}">
                <a16:creationId xmlns:a16="http://schemas.microsoft.com/office/drawing/2014/main" id="{E96C848A-0F79-4445-88B6-9349342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644" y="2635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9" name="path-1714">
            <a:extLst xmlns:a="http://schemas.openxmlformats.org/drawingml/2006/main">
              <a:ext uri="{FF2B5EF4-FFF2-40B4-BE49-F238E27FC236}">
                <a16:creationId xmlns:a16="http://schemas.microsoft.com/office/drawing/2014/main" id="{A065A9E7-2F3C-4029-8696-1F8DEAF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829" y="2622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0" name="path-1715">
            <a:extLst xmlns:a="http://schemas.openxmlformats.org/drawingml/2006/main">
              <a:ext uri="{FF2B5EF4-FFF2-40B4-BE49-F238E27FC236}">
                <a16:creationId xmlns:a16="http://schemas.microsoft.com/office/drawing/2014/main" id="{CB38BF2F-6D7E-4D7D-AC5E-8B82B41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74" y="2633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1" name="path-1716">
            <a:extLst xmlns:a="http://schemas.openxmlformats.org/drawingml/2006/main">
              <a:ext uri="{FF2B5EF4-FFF2-40B4-BE49-F238E27FC236}">
                <a16:creationId xmlns:a16="http://schemas.microsoft.com/office/drawing/2014/main" id="{37BE526F-1A55-4DB2-AA5F-4C0BAAD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05" y="2643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2" name="path-1717">
            <a:extLst xmlns:a="http://schemas.openxmlformats.org/drawingml/2006/main">
              <a:ext uri="{FF2B5EF4-FFF2-40B4-BE49-F238E27FC236}">
                <a16:creationId xmlns:a16="http://schemas.microsoft.com/office/drawing/2014/main" id="{B2BE4E7D-5ACD-4644-A96D-A9E85EBE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638" y="26274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3" name="path-1718">
            <a:extLst xmlns:a="http://schemas.openxmlformats.org/drawingml/2006/main">
              <a:ext uri="{FF2B5EF4-FFF2-40B4-BE49-F238E27FC236}">
                <a16:creationId xmlns:a16="http://schemas.microsoft.com/office/drawing/2014/main" id="{226AB1DA-4AC1-4560-A3CA-B688EA1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35" y="2645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4" name="path-1719">
            <a:extLst xmlns:a="http://schemas.openxmlformats.org/drawingml/2006/main">
              <a:ext uri="{FF2B5EF4-FFF2-40B4-BE49-F238E27FC236}">
                <a16:creationId xmlns:a16="http://schemas.microsoft.com/office/drawing/2014/main" id="{D2D09E83-D638-4801-BBF3-ED32D285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678" y="26217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5" name="path-1720">
            <a:extLst xmlns:a="http://schemas.openxmlformats.org/drawingml/2006/main">
              <a:ext uri="{FF2B5EF4-FFF2-40B4-BE49-F238E27FC236}">
                <a16:creationId xmlns:a16="http://schemas.microsoft.com/office/drawing/2014/main" id="{BC2CA862-84A0-491E-B05A-2B0AC98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20" y="26309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6" name="path-1721">
            <a:extLst xmlns:a="http://schemas.openxmlformats.org/drawingml/2006/main">
              <a:ext uri="{FF2B5EF4-FFF2-40B4-BE49-F238E27FC236}">
                <a16:creationId xmlns:a16="http://schemas.microsoft.com/office/drawing/2014/main" id="{AFADE736-F3D1-456B-9058-C31CC0B1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69" y="2634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7" name="path-1722">
            <a:extLst xmlns:a="http://schemas.openxmlformats.org/drawingml/2006/main">
              <a:ext uri="{FF2B5EF4-FFF2-40B4-BE49-F238E27FC236}">
                <a16:creationId xmlns:a16="http://schemas.microsoft.com/office/drawing/2014/main" id="{6D15427C-C5F1-4992-B92A-B159253D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51" y="26375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8" name="path-1723">
            <a:extLst xmlns:a="http://schemas.openxmlformats.org/drawingml/2006/main">
              <a:ext uri="{FF2B5EF4-FFF2-40B4-BE49-F238E27FC236}">
                <a16:creationId xmlns:a16="http://schemas.microsoft.com/office/drawing/2014/main" id="{0921AE09-2485-4ED1-AEE2-B59EAB16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04" y="26314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9" name="path-1724">
            <a:extLst xmlns:a="http://schemas.openxmlformats.org/drawingml/2006/main">
              <a:ext uri="{FF2B5EF4-FFF2-40B4-BE49-F238E27FC236}">
                <a16:creationId xmlns:a16="http://schemas.microsoft.com/office/drawing/2014/main" id="{83304D03-2859-4A18-901E-6DA81EE0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186" y="26462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0" name="path-1725">
            <a:extLst xmlns:a="http://schemas.openxmlformats.org/drawingml/2006/main">
              <a:ext uri="{FF2B5EF4-FFF2-40B4-BE49-F238E27FC236}">
                <a16:creationId xmlns:a16="http://schemas.microsoft.com/office/drawing/2014/main" id="{04D8E319-8ED4-45B5-A93C-AFCCD23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34" y="2663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1" name="path-1726">
            <a:extLst xmlns:a="http://schemas.openxmlformats.org/drawingml/2006/main">
              <a:ext uri="{FF2B5EF4-FFF2-40B4-BE49-F238E27FC236}">
                <a16:creationId xmlns:a16="http://schemas.microsoft.com/office/drawing/2014/main" id="{C8144551-560D-4426-BA8E-A22586A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771" y="26457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2" name="path-1727">
            <a:extLst xmlns:a="http://schemas.openxmlformats.org/drawingml/2006/main">
              <a:ext uri="{FF2B5EF4-FFF2-40B4-BE49-F238E27FC236}">
                <a16:creationId xmlns:a16="http://schemas.microsoft.com/office/drawing/2014/main" id="{3C9E3B1E-9BDA-4999-9E38-10CDA73D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27" y="2648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3" name="path-1728">
            <a:extLst xmlns:a="http://schemas.openxmlformats.org/drawingml/2006/main">
              <a:ext uri="{FF2B5EF4-FFF2-40B4-BE49-F238E27FC236}">
                <a16:creationId xmlns:a16="http://schemas.microsoft.com/office/drawing/2014/main" id="{506378E7-12C7-46B4-99AD-B38B861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675" y="2622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4" name="path-1729">
            <a:extLst xmlns:a="http://schemas.openxmlformats.org/drawingml/2006/main">
              <a:ext uri="{FF2B5EF4-FFF2-40B4-BE49-F238E27FC236}">
                <a16:creationId xmlns:a16="http://schemas.microsoft.com/office/drawing/2014/main" id="{4ACC68A8-1DCF-49AD-A5D2-3AA301E2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841" y="2632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5" name="path-1730">
            <a:extLst xmlns:a="http://schemas.openxmlformats.org/drawingml/2006/main">
              <a:ext uri="{FF2B5EF4-FFF2-40B4-BE49-F238E27FC236}">
                <a16:creationId xmlns:a16="http://schemas.microsoft.com/office/drawing/2014/main" id="{BD70E857-ADCF-4EDD-B238-FD15B838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613" y="2615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6" name="path-1731">
            <a:extLst xmlns:a="http://schemas.openxmlformats.org/drawingml/2006/main">
              <a:ext uri="{FF2B5EF4-FFF2-40B4-BE49-F238E27FC236}">
                <a16:creationId xmlns:a16="http://schemas.microsoft.com/office/drawing/2014/main" id="{38848B4C-094F-475D-985E-A7E6C0C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671" y="2630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7" name="path-1732">
            <a:extLst xmlns:a="http://schemas.openxmlformats.org/drawingml/2006/main">
              <a:ext uri="{FF2B5EF4-FFF2-40B4-BE49-F238E27FC236}">
                <a16:creationId xmlns:a16="http://schemas.microsoft.com/office/drawing/2014/main" id="{1DF2C5C9-2801-4134-A8FB-56299709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43" y="2618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8" name="path-1733">
            <a:extLst xmlns:a="http://schemas.openxmlformats.org/drawingml/2006/main">
              <a:ext uri="{FF2B5EF4-FFF2-40B4-BE49-F238E27FC236}">
                <a16:creationId xmlns:a16="http://schemas.microsoft.com/office/drawing/2014/main" id="{B115E9A4-B09B-4D91-8104-36C8D79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65" y="26409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9" name="path-1734">
            <a:extLst xmlns:a="http://schemas.openxmlformats.org/drawingml/2006/main">
              <a:ext uri="{FF2B5EF4-FFF2-40B4-BE49-F238E27FC236}">
                <a16:creationId xmlns:a16="http://schemas.microsoft.com/office/drawing/2014/main" id="{3196C309-8438-421C-A977-DC445A7B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244" y="2640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0" name="path-1735">
            <a:extLst xmlns:a="http://schemas.openxmlformats.org/drawingml/2006/main">
              <a:ext uri="{FF2B5EF4-FFF2-40B4-BE49-F238E27FC236}">
                <a16:creationId xmlns:a16="http://schemas.microsoft.com/office/drawing/2014/main" id="{5F1C6EAE-CC4D-4FD8-AF83-E6B9459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867" y="2628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1" name="path-1736">
            <a:extLst xmlns:a="http://schemas.openxmlformats.org/drawingml/2006/main">
              <a:ext uri="{FF2B5EF4-FFF2-40B4-BE49-F238E27FC236}">
                <a16:creationId xmlns:a16="http://schemas.microsoft.com/office/drawing/2014/main" id="{5C1930F1-6319-42B5-9C19-D2B3DFB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67" y="2589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2" name="path-1737">
            <a:extLst xmlns:a="http://schemas.openxmlformats.org/drawingml/2006/main">
              <a:ext uri="{FF2B5EF4-FFF2-40B4-BE49-F238E27FC236}">
                <a16:creationId xmlns:a16="http://schemas.microsoft.com/office/drawing/2014/main" id="{462096C3-310E-4B7E-89CF-4D7712B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27" y="2655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3" name="path-1738">
            <a:extLst xmlns:a="http://schemas.openxmlformats.org/drawingml/2006/main">
              <a:ext uri="{FF2B5EF4-FFF2-40B4-BE49-F238E27FC236}">
                <a16:creationId xmlns:a16="http://schemas.microsoft.com/office/drawing/2014/main" id="{6C781436-3ADC-4745-99A6-A85A0E65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27" y="2644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4" name="path-1739">
            <a:extLst xmlns:a="http://schemas.openxmlformats.org/drawingml/2006/main">
              <a:ext uri="{FF2B5EF4-FFF2-40B4-BE49-F238E27FC236}">
                <a16:creationId xmlns:a16="http://schemas.microsoft.com/office/drawing/2014/main" id="{48A18E63-03F1-4211-9365-6C6F4691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288" y="26263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5" name="path-1740">
            <a:extLst xmlns:a="http://schemas.openxmlformats.org/drawingml/2006/main">
              <a:ext uri="{FF2B5EF4-FFF2-40B4-BE49-F238E27FC236}">
                <a16:creationId xmlns:a16="http://schemas.microsoft.com/office/drawing/2014/main" id="{4C199E20-9AF2-4A07-916D-4642FABE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499" y="2651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6" name="path-1741">
            <a:extLst xmlns:a="http://schemas.openxmlformats.org/drawingml/2006/main">
              <a:ext uri="{FF2B5EF4-FFF2-40B4-BE49-F238E27FC236}">
                <a16:creationId xmlns:a16="http://schemas.microsoft.com/office/drawing/2014/main" id="{5CF64CD3-B8D2-413D-B724-C1FB367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819" y="2627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7" name="path-1742">
            <a:extLst xmlns:a="http://schemas.openxmlformats.org/drawingml/2006/main">
              <a:ext uri="{FF2B5EF4-FFF2-40B4-BE49-F238E27FC236}">
                <a16:creationId xmlns:a16="http://schemas.microsoft.com/office/drawing/2014/main" id="{C1F4F4E0-0FDA-46A5-9620-86510E6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883" y="2645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8" name="path-1743">
            <a:extLst xmlns:a="http://schemas.openxmlformats.org/drawingml/2006/main">
              <a:ext uri="{FF2B5EF4-FFF2-40B4-BE49-F238E27FC236}">
                <a16:creationId xmlns:a16="http://schemas.microsoft.com/office/drawing/2014/main" id="{E2F9E802-CC00-4D98-B046-ED9C038A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68" y="2654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9" name="path-1744">
            <a:extLst xmlns:a="http://schemas.openxmlformats.org/drawingml/2006/main">
              <a:ext uri="{FF2B5EF4-FFF2-40B4-BE49-F238E27FC236}">
                <a16:creationId xmlns:a16="http://schemas.microsoft.com/office/drawing/2014/main" id="{543F9498-4591-450A-A5FE-4BF1D038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88" y="26460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0" name="path-1745">
            <a:extLst xmlns:a="http://schemas.openxmlformats.org/drawingml/2006/main">
              <a:ext uri="{FF2B5EF4-FFF2-40B4-BE49-F238E27FC236}">
                <a16:creationId xmlns:a16="http://schemas.microsoft.com/office/drawing/2014/main" id="{8F3563CC-E13D-4B3E-8F3F-ACA31255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257" y="2630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" name="path-1746">
            <a:extLst xmlns:a="http://schemas.openxmlformats.org/drawingml/2006/main">
              <a:ext uri="{FF2B5EF4-FFF2-40B4-BE49-F238E27FC236}">
                <a16:creationId xmlns:a16="http://schemas.microsoft.com/office/drawing/2014/main" id="{19182DD9-867C-4721-9492-656A909F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42" y="2663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2" name="path-1747">
            <a:extLst xmlns:a="http://schemas.openxmlformats.org/drawingml/2006/main">
              <a:ext uri="{FF2B5EF4-FFF2-40B4-BE49-F238E27FC236}">
                <a16:creationId xmlns:a16="http://schemas.microsoft.com/office/drawing/2014/main" id="{CCDB31FE-C848-445B-8BB9-51D5A08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123" y="26363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3" name="path-1748">
            <a:extLst xmlns:a="http://schemas.openxmlformats.org/drawingml/2006/main">
              <a:ext uri="{FF2B5EF4-FFF2-40B4-BE49-F238E27FC236}">
                <a16:creationId xmlns:a16="http://schemas.microsoft.com/office/drawing/2014/main" id="{B1200229-3D2B-478B-828E-7FC2BD3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675" y="26351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4" name="path-1749">
            <a:extLst xmlns:a="http://schemas.openxmlformats.org/drawingml/2006/main">
              <a:ext uri="{FF2B5EF4-FFF2-40B4-BE49-F238E27FC236}">
                <a16:creationId xmlns:a16="http://schemas.microsoft.com/office/drawing/2014/main" id="{5388B0C3-0D58-4764-A691-F3AFF7ED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505" y="26305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5" name="path-1750">
            <a:extLst xmlns:a="http://schemas.openxmlformats.org/drawingml/2006/main">
              <a:ext uri="{FF2B5EF4-FFF2-40B4-BE49-F238E27FC236}">
                <a16:creationId xmlns:a16="http://schemas.microsoft.com/office/drawing/2014/main" id="{D0BEBCCE-C4ED-4722-AC3E-A0A019A7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704" y="2634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6" name="path-1751">
            <a:extLst xmlns:a="http://schemas.openxmlformats.org/drawingml/2006/main">
              <a:ext uri="{FF2B5EF4-FFF2-40B4-BE49-F238E27FC236}">
                <a16:creationId xmlns:a16="http://schemas.microsoft.com/office/drawing/2014/main" id="{5763B5BD-C52B-4023-85BB-32F4A14F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726" y="26248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7" name="path-1752">
            <a:extLst xmlns:a="http://schemas.openxmlformats.org/drawingml/2006/main">
              <a:ext uri="{FF2B5EF4-FFF2-40B4-BE49-F238E27FC236}">
                <a16:creationId xmlns:a16="http://schemas.microsoft.com/office/drawing/2014/main" id="{3A4E9F77-802F-43AF-86F6-73E2A382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3" y="26321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8" name="path-1753">
            <a:extLst xmlns:a="http://schemas.openxmlformats.org/drawingml/2006/main">
              <a:ext uri="{FF2B5EF4-FFF2-40B4-BE49-F238E27FC236}">
                <a16:creationId xmlns:a16="http://schemas.microsoft.com/office/drawing/2014/main" id="{8E05D4BF-62D1-4B57-A5C7-43009540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029" y="2625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9" name="path-1754">
            <a:extLst xmlns:a="http://schemas.openxmlformats.org/drawingml/2006/main">
              <a:ext uri="{FF2B5EF4-FFF2-40B4-BE49-F238E27FC236}">
                <a16:creationId xmlns:a16="http://schemas.microsoft.com/office/drawing/2014/main" id="{5F93FF5A-E388-4338-8E6A-DDF20037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521" y="26459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0" name="path-1755">
            <a:extLst xmlns:a="http://schemas.openxmlformats.org/drawingml/2006/main">
              <a:ext uri="{FF2B5EF4-FFF2-40B4-BE49-F238E27FC236}">
                <a16:creationId xmlns:a16="http://schemas.microsoft.com/office/drawing/2014/main" id="{49D6945A-5FB6-429F-B748-DFDBDA4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014" y="2623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1" name="path-1756">
            <a:extLst xmlns:a="http://schemas.openxmlformats.org/drawingml/2006/main">
              <a:ext uri="{FF2B5EF4-FFF2-40B4-BE49-F238E27FC236}">
                <a16:creationId xmlns:a16="http://schemas.microsoft.com/office/drawing/2014/main" id="{59E3213B-C714-4A93-B0BB-9DEFCB93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003" y="2637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2" name="path-1757">
            <a:extLst xmlns:a="http://schemas.openxmlformats.org/drawingml/2006/main">
              <a:ext uri="{FF2B5EF4-FFF2-40B4-BE49-F238E27FC236}">
                <a16:creationId xmlns:a16="http://schemas.microsoft.com/office/drawing/2014/main" id="{8EAD10EF-C61D-4A43-8738-8A4DD40E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092" y="26507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3" name="path-1758">
            <a:extLst xmlns:a="http://schemas.openxmlformats.org/drawingml/2006/main">
              <a:ext uri="{FF2B5EF4-FFF2-40B4-BE49-F238E27FC236}">
                <a16:creationId xmlns:a16="http://schemas.microsoft.com/office/drawing/2014/main" id="{41195565-89E0-41AA-B92B-CA79C125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626" y="2636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4" name="path-1759">
            <a:extLst xmlns:a="http://schemas.openxmlformats.org/drawingml/2006/main">
              <a:ext uri="{FF2B5EF4-FFF2-40B4-BE49-F238E27FC236}">
                <a16:creationId xmlns:a16="http://schemas.microsoft.com/office/drawing/2014/main" id="{350FB496-E8D8-4527-8BF0-14B6A6B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968" y="2647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5" name="path-1760">
            <a:extLst xmlns:a="http://schemas.openxmlformats.org/drawingml/2006/main">
              <a:ext uri="{FF2B5EF4-FFF2-40B4-BE49-F238E27FC236}">
                <a16:creationId xmlns:a16="http://schemas.microsoft.com/office/drawing/2014/main" id="{0351B696-6494-4F87-8C2E-0A9E6C6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961" y="2657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6" name="path-1761">
            <a:extLst xmlns:a="http://schemas.openxmlformats.org/drawingml/2006/main">
              <a:ext uri="{FF2B5EF4-FFF2-40B4-BE49-F238E27FC236}">
                <a16:creationId xmlns:a16="http://schemas.microsoft.com/office/drawing/2014/main" id="{2675ED03-B949-424E-8871-22C71B3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56" y="2625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7" name="path-1762">
            <a:extLst xmlns:a="http://schemas.openxmlformats.org/drawingml/2006/main">
              <a:ext uri="{FF2B5EF4-FFF2-40B4-BE49-F238E27FC236}">
                <a16:creationId xmlns:a16="http://schemas.microsoft.com/office/drawing/2014/main" id="{4A65738E-5D1F-459F-883D-5F971C8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145" y="2620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8" name="path-1763">
            <a:extLst xmlns:a="http://schemas.openxmlformats.org/drawingml/2006/main">
              <a:ext uri="{FF2B5EF4-FFF2-40B4-BE49-F238E27FC236}">
                <a16:creationId xmlns:a16="http://schemas.microsoft.com/office/drawing/2014/main" id="{81F839DE-A0D2-41B7-A6E6-FDB6598F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85" y="2628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9" name="path-1764">
            <a:extLst xmlns:a="http://schemas.openxmlformats.org/drawingml/2006/main">
              <a:ext uri="{FF2B5EF4-FFF2-40B4-BE49-F238E27FC236}">
                <a16:creationId xmlns:a16="http://schemas.microsoft.com/office/drawing/2014/main" id="{C7519359-8C04-461E-8B0A-B812642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654" y="26552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0" name="path-1765">
            <a:extLst xmlns:a="http://schemas.openxmlformats.org/drawingml/2006/main">
              <a:ext uri="{FF2B5EF4-FFF2-40B4-BE49-F238E27FC236}">
                <a16:creationId xmlns:a16="http://schemas.microsoft.com/office/drawing/2014/main" id="{0B9B5E5D-B3A9-4778-88BA-087796E1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583" y="26525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1" name="path-1766">
            <a:extLst xmlns:a="http://schemas.openxmlformats.org/drawingml/2006/main">
              <a:ext uri="{FF2B5EF4-FFF2-40B4-BE49-F238E27FC236}">
                <a16:creationId xmlns:a16="http://schemas.microsoft.com/office/drawing/2014/main" id="{23417B16-BABF-44BB-90B2-C8C91F2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35" y="26547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2" name="path-1767">
            <a:extLst xmlns:a="http://schemas.openxmlformats.org/drawingml/2006/main">
              <a:ext uri="{FF2B5EF4-FFF2-40B4-BE49-F238E27FC236}">
                <a16:creationId xmlns:a16="http://schemas.microsoft.com/office/drawing/2014/main" id="{BDF04238-1160-4C20-BD54-3C2549F6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171" y="26205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3" name="path-1768">
            <a:extLst xmlns:a="http://schemas.openxmlformats.org/drawingml/2006/main">
              <a:ext uri="{FF2B5EF4-FFF2-40B4-BE49-F238E27FC236}">
                <a16:creationId xmlns:a16="http://schemas.microsoft.com/office/drawing/2014/main" id="{5C23279E-2833-46D3-AD40-9E89768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860" y="2621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4" name="path-1769">
            <a:extLst xmlns:a="http://schemas.openxmlformats.org/drawingml/2006/main">
              <a:ext uri="{FF2B5EF4-FFF2-40B4-BE49-F238E27FC236}">
                <a16:creationId xmlns:a16="http://schemas.microsoft.com/office/drawing/2014/main" id="{DF51169C-FB4A-4044-8ECB-0A8782DE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26" y="26547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5" name="path-1770">
            <a:extLst xmlns:a="http://schemas.openxmlformats.org/drawingml/2006/main">
              <a:ext uri="{FF2B5EF4-FFF2-40B4-BE49-F238E27FC236}">
                <a16:creationId xmlns:a16="http://schemas.microsoft.com/office/drawing/2014/main" id="{A68564F1-8303-4E1A-B879-2E5AB7D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261" y="26572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6" name="path-1771">
            <a:extLst xmlns:a="http://schemas.openxmlformats.org/drawingml/2006/main">
              <a:ext uri="{FF2B5EF4-FFF2-40B4-BE49-F238E27FC236}">
                <a16:creationId xmlns:a16="http://schemas.microsoft.com/office/drawing/2014/main" id="{F7C294DF-F58A-4596-A098-F9E209E4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44" y="2628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7" name="path-1772">
            <a:extLst xmlns:a="http://schemas.openxmlformats.org/drawingml/2006/main">
              <a:ext uri="{FF2B5EF4-FFF2-40B4-BE49-F238E27FC236}">
                <a16:creationId xmlns:a16="http://schemas.microsoft.com/office/drawing/2014/main" id="{5B072D40-D8A1-4C52-AB0A-5A94A54B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81" y="2630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8" name="path-1773">
            <a:extLst xmlns:a="http://schemas.openxmlformats.org/drawingml/2006/main">
              <a:ext uri="{FF2B5EF4-FFF2-40B4-BE49-F238E27FC236}">
                <a16:creationId xmlns:a16="http://schemas.microsoft.com/office/drawing/2014/main" id="{67578AEC-137C-4EDB-96F1-657B78A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81" y="2649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9" name="path-1774">
            <a:extLst xmlns:a="http://schemas.openxmlformats.org/drawingml/2006/main">
              <a:ext uri="{FF2B5EF4-FFF2-40B4-BE49-F238E27FC236}">
                <a16:creationId xmlns:a16="http://schemas.microsoft.com/office/drawing/2014/main" id="{88B66B2F-ADEA-40BE-B797-DE34D051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689" y="2631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0" name="path-1775">
            <a:extLst xmlns:a="http://schemas.openxmlformats.org/drawingml/2006/main">
              <a:ext uri="{FF2B5EF4-FFF2-40B4-BE49-F238E27FC236}">
                <a16:creationId xmlns:a16="http://schemas.microsoft.com/office/drawing/2014/main" id="{03B32A10-7AD8-4FD5-BE2C-3C8E3734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21" y="2628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1" name="path-1776">
            <a:extLst xmlns:a="http://schemas.openxmlformats.org/drawingml/2006/main">
              <a:ext uri="{FF2B5EF4-FFF2-40B4-BE49-F238E27FC236}">
                <a16:creationId xmlns:a16="http://schemas.microsoft.com/office/drawing/2014/main" id="{3AB976B9-F619-4D85-B4CD-71517425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260" y="26456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2" name="path-1777">
            <a:extLst xmlns:a="http://schemas.openxmlformats.org/drawingml/2006/main">
              <a:ext uri="{FF2B5EF4-FFF2-40B4-BE49-F238E27FC236}">
                <a16:creationId xmlns:a16="http://schemas.microsoft.com/office/drawing/2014/main" id="{207483BB-A686-4E71-A948-90EED7F0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534" y="2645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3" name="path-1778">
            <a:extLst xmlns:a="http://schemas.openxmlformats.org/drawingml/2006/main">
              <a:ext uri="{FF2B5EF4-FFF2-40B4-BE49-F238E27FC236}">
                <a16:creationId xmlns:a16="http://schemas.microsoft.com/office/drawing/2014/main" id="{C1266779-524F-4BAE-84A9-97A19552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379" y="26318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4" name="path-1779">
            <a:extLst xmlns:a="http://schemas.openxmlformats.org/drawingml/2006/main">
              <a:ext uri="{FF2B5EF4-FFF2-40B4-BE49-F238E27FC236}">
                <a16:creationId xmlns:a16="http://schemas.microsoft.com/office/drawing/2014/main" id="{582239BA-F737-4280-954F-6AF013D2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342" y="26613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5" name="path-1780">
            <a:extLst xmlns:a="http://schemas.openxmlformats.org/drawingml/2006/main">
              <a:ext uri="{FF2B5EF4-FFF2-40B4-BE49-F238E27FC236}">
                <a16:creationId xmlns:a16="http://schemas.microsoft.com/office/drawing/2014/main" id="{223546E1-8A44-4BA8-945B-72A5B61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12" y="2626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6" name="path-1781">
            <a:extLst xmlns:a="http://schemas.openxmlformats.org/drawingml/2006/main">
              <a:ext uri="{FF2B5EF4-FFF2-40B4-BE49-F238E27FC236}">
                <a16:creationId xmlns:a16="http://schemas.microsoft.com/office/drawing/2014/main" id="{571C8B45-EC80-47D6-AA8A-036813ED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82" y="26595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7" name="path-1782">
            <a:extLst xmlns:a="http://schemas.openxmlformats.org/drawingml/2006/main">
              <a:ext uri="{FF2B5EF4-FFF2-40B4-BE49-F238E27FC236}">
                <a16:creationId xmlns:a16="http://schemas.microsoft.com/office/drawing/2014/main" id="{D1FB1514-7755-46DF-8030-1E1E25B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844" y="2623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8" name="path-1783">
            <a:extLst xmlns:a="http://schemas.openxmlformats.org/drawingml/2006/main">
              <a:ext uri="{FF2B5EF4-FFF2-40B4-BE49-F238E27FC236}">
                <a16:creationId xmlns:a16="http://schemas.microsoft.com/office/drawing/2014/main" id="{8C12C6A7-52F7-4B4C-A7F6-3CB115CE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89" y="2644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9" name="path-1784">
            <a:extLst xmlns:a="http://schemas.openxmlformats.org/drawingml/2006/main">
              <a:ext uri="{FF2B5EF4-FFF2-40B4-BE49-F238E27FC236}">
                <a16:creationId xmlns:a16="http://schemas.microsoft.com/office/drawing/2014/main" id="{7170F769-6561-459D-A146-CA03EF9D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778" y="26413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0" name="path-1785">
            <a:extLst xmlns:a="http://schemas.openxmlformats.org/drawingml/2006/main">
              <a:ext uri="{FF2B5EF4-FFF2-40B4-BE49-F238E27FC236}">
                <a16:creationId xmlns:a16="http://schemas.microsoft.com/office/drawing/2014/main" id="{8D75F379-3624-42D0-A204-07E88C4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347" y="2652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1" name="path-1786">
            <a:extLst xmlns:a="http://schemas.openxmlformats.org/drawingml/2006/main">
              <a:ext uri="{FF2B5EF4-FFF2-40B4-BE49-F238E27FC236}">
                <a16:creationId xmlns:a16="http://schemas.microsoft.com/office/drawing/2014/main" id="{F8447CD3-FAE7-4066-9F49-9232F948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32" y="26230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2" name="path-1787">
            <a:extLst xmlns:a="http://schemas.openxmlformats.org/drawingml/2006/main">
              <a:ext uri="{FF2B5EF4-FFF2-40B4-BE49-F238E27FC236}">
                <a16:creationId xmlns:a16="http://schemas.microsoft.com/office/drawing/2014/main" id="{0F10FBE1-3DB0-44DC-8F7D-65D2FD3F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18" y="26323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3" name="path-1788">
            <a:extLst xmlns:a="http://schemas.openxmlformats.org/drawingml/2006/main">
              <a:ext uri="{FF2B5EF4-FFF2-40B4-BE49-F238E27FC236}">
                <a16:creationId xmlns:a16="http://schemas.microsoft.com/office/drawing/2014/main" id="{89C426B7-1B9E-4BC7-81D8-0DDB91E4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424" y="2649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4" name="path-1789">
            <a:extLst xmlns:a="http://schemas.openxmlformats.org/drawingml/2006/main">
              <a:ext uri="{FF2B5EF4-FFF2-40B4-BE49-F238E27FC236}">
                <a16:creationId xmlns:a16="http://schemas.microsoft.com/office/drawing/2014/main" id="{543A3A5C-40EC-4AA9-A329-492DC8D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656" y="2674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5" name="path-1790">
            <a:extLst xmlns:a="http://schemas.openxmlformats.org/drawingml/2006/main">
              <a:ext uri="{FF2B5EF4-FFF2-40B4-BE49-F238E27FC236}">
                <a16:creationId xmlns:a16="http://schemas.microsoft.com/office/drawing/2014/main" id="{B76AA521-87FD-450B-A396-1669F7AB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28" y="2645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6" name="path-1791">
            <a:extLst xmlns:a="http://schemas.openxmlformats.org/drawingml/2006/main">
              <a:ext uri="{FF2B5EF4-FFF2-40B4-BE49-F238E27FC236}">
                <a16:creationId xmlns:a16="http://schemas.microsoft.com/office/drawing/2014/main" id="{0139A6AA-BE74-4FEA-95D4-E2A8F46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137" y="26371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7" name="path-1792">
            <a:extLst xmlns:a="http://schemas.openxmlformats.org/drawingml/2006/main">
              <a:ext uri="{FF2B5EF4-FFF2-40B4-BE49-F238E27FC236}">
                <a16:creationId xmlns:a16="http://schemas.microsoft.com/office/drawing/2014/main" id="{58004ED5-210C-43A1-85B9-278E618B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349" y="2627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8" name="path-1793">
            <a:extLst xmlns:a="http://schemas.openxmlformats.org/drawingml/2006/main">
              <a:ext uri="{FF2B5EF4-FFF2-40B4-BE49-F238E27FC236}">
                <a16:creationId xmlns:a16="http://schemas.microsoft.com/office/drawing/2014/main" id="{47328E3F-1431-4501-BFCD-F7271B9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798" y="2629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9" name="path-1794">
            <a:extLst xmlns:a="http://schemas.openxmlformats.org/drawingml/2006/main">
              <a:ext uri="{FF2B5EF4-FFF2-40B4-BE49-F238E27FC236}">
                <a16:creationId xmlns:a16="http://schemas.microsoft.com/office/drawing/2014/main" id="{33DD8AEE-B5F1-4F20-A763-BCDAC0E5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153" y="2638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0" name="path-1795">
            <a:extLst xmlns:a="http://schemas.openxmlformats.org/drawingml/2006/main">
              <a:ext uri="{FF2B5EF4-FFF2-40B4-BE49-F238E27FC236}">
                <a16:creationId xmlns:a16="http://schemas.microsoft.com/office/drawing/2014/main" id="{8CF2119B-B417-451C-9A3C-40FD9243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16" y="26393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1" name="path-1796">
            <a:extLst xmlns:a="http://schemas.openxmlformats.org/drawingml/2006/main">
              <a:ext uri="{FF2B5EF4-FFF2-40B4-BE49-F238E27FC236}">
                <a16:creationId xmlns:a16="http://schemas.microsoft.com/office/drawing/2014/main" id="{F2C5B88A-FB28-420B-A9E5-BBB2A92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88" y="2637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2" name="path-1797">
            <a:extLst xmlns:a="http://schemas.openxmlformats.org/drawingml/2006/main">
              <a:ext uri="{FF2B5EF4-FFF2-40B4-BE49-F238E27FC236}">
                <a16:creationId xmlns:a16="http://schemas.microsoft.com/office/drawing/2014/main" id="{5EC9F990-BC92-4317-87FA-E8531A5E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03" y="2633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3" name="path-1798">
            <a:extLst xmlns:a="http://schemas.openxmlformats.org/drawingml/2006/main">
              <a:ext uri="{FF2B5EF4-FFF2-40B4-BE49-F238E27FC236}">
                <a16:creationId xmlns:a16="http://schemas.microsoft.com/office/drawing/2014/main" id="{96664E15-E412-46A0-9293-09F4F99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13" y="2637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4" name="path-1799">
            <a:extLst xmlns:a="http://schemas.openxmlformats.org/drawingml/2006/main">
              <a:ext uri="{FF2B5EF4-FFF2-40B4-BE49-F238E27FC236}">
                <a16:creationId xmlns:a16="http://schemas.microsoft.com/office/drawing/2014/main" id="{7BF210AC-C361-46CE-BD96-1A7ED84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060" y="2635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5" name="path-1800">
            <a:extLst xmlns:a="http://schemas.openxmlformats.org/drawingml/2006/main">
              <a:ext uri="{FF2B5EF4-FFF2-40B4-BE49-F238E27FC236}">
                <a16:creationId xmlns:a16="http://schemas.microsoft.com/office/drawing/2014/main" id="{72678497-287B-49FD-BEAF-7B152158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477" y="2660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6" name="path-1801">
            <a:extLst xmlns:a="http://schemas.openxmlformats.org/drawingml/2006/main">
              <a:ext uri="{FF2B5EF4-FFF2-40B4-BE49-F238E27FC236}">
                <a16:creationId xmlns:a16="http://schemas.microsoft.com/office/drawing/2014/main" id="{47CE7F89-40C2-45BD-B863-96D26752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84" y="2659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7" name="path-1802">
            <a:extLst xmlns:a="http://schemas.openxmlformats.org/drawingml/2006/main">
              <a:ext uri="{FF2B5EF4-FFF2-40B4-BE49-F238E27FC236}">
                <a16:creationId xmlns:a16="http://schemas.microsoft.com/office/drawing/2014/main" id="{D9A95138-0D11-4623-8604-2FADA048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400" y="2648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8" name="path-1803">
            <a:extLst xmlns:a="http://schemas.openxmlformats.org/drawingml/2006/main">
              <a:ext uri="{FF2B5EF4-FFF2-40B4-BE49-F238E27FC236}">
                <a16:creationId xmlns:a16="http://schemas.microsoft.com/office/drawing/2014/main" id="{6B0AF88A-3CF0-48DC-B5A2-CA6AF1A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771" y="2640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9" name="path-1804">
            <a:extLst xmlns:a="http://schemas.openxmlformats.org/drawingml/2006/main">
              <a:ext uri="{FF2B5EF4-FFF2-40B4-BE49-F238E27FC236}">
                <a16:creationId xmlns:a16="http://schemas.microsoft.com/office/drawing/2014/main" id="{3DB42785-E262-4F69-8F76-D24CEF6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763" y="2642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0" name="path-1805">
            <a:extLst xmlns:a="http://schemas.openxmlformats.org/drawingml/2006/main">
              <a:ext uri="{FF2B5EF4-FFF2-40B4-BE49-F238E27FC236}">
                <a16:creationId xmlns:a16="http://schemas.microsoft.com/office/drawing/2014/main" id="{9F478D4C-C02D-4AA1-86CE-8AA4CED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928" y="2621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1" name="path-1806">
            <a:extLst xmlns:a="http://schemas.openxmlformats.org/drawingml/2006/main">
              <a:ext uri="{FF2B5EF4-FFF2-40B4-BE49-F238E27FC236}">
                <a16:creationId xmlns:a16="http://schemas.microsoft.com/office/drawing/2014/main" id="{C6B848C8-6D3A-4208-A034-29B8BD84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803" y="2642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2" name="path-1807">
            <a:extLst xmlns:a="http://schemas.openxmlformats.org/drawingml/2006/main">
              <a:ext uri="{FF2B5EF4-FFF2-40B4-BE49-F238E27FC236}">
                <a16:creationId xmlns:a16="http://schemas.microsoft.com/office/drawing/2014/main" id="{F6696640-A082-4D65-B3B0-3AD7579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141" y="2660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3" name="path-1808">
            <a:extLst xmlns:a="http://schemas.openxmlformats.org/drawingml/2006/main">
              <a:ext uri="{FF2B5EF4-FFF2-40B4-BE49-F238E27FC236}">
                <a16:creationId xmlns:a16="http://schemas.microsoft.com/office/drawing/2014/main" id="{09371422-4DFD-4B5C-927F-3CDE4A6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238" y="2639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4" name="path-1809">
            <a:extLst xmlns:a="http://schemas.openxmlformats.org/drawingml/2006/main">
              <a:ext uri="{FF2B5EF4-FFF2-40B4-BE49-F238E27FC236}">
                <a16:creationId xmlns:a16="http://schemas.microsoft.com/office/drawing/2014/main" id="{00043B93-7166-4E0B-A0C0-398DDA5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001" y="2640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5" name="path-1810">
            <a:extLst xmlns:a="http://schemas.openxmlformats.org/drawingml/2006/main">
              <a:ext uri="{FF2B5EF4-FFF2-40B4-BE49-F238E27FC236}">
                <a16:creationId xmlns:a16="http://schemas.microsoft.com/office/drawing/2014/main" id="{5D212E04-0736-4A51-9E68-E81E32E2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78" y="2619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6" name="path-1811">
            <a:extLst xmlns:a="http://schemas.openxmlformats.org/drawingml/2006/main">
              <a:ext uri="{FF2B5EF4-FFF2-40B4-BE49-F238E27FC236}">
                <a16:creationId xmlns:a16="http://schemas.microsoft.com/office/drawing/2014/main" id="{B2B07391-7299-4897-9389-198BF973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007" y="26268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7" name="path-1812">
            <a:extLst xmlns:a="http://schemas.openxmlformats.org/drawingml/2006/main">
              <a:ext uri="{FF2B5EF4-FFF2-40B4-BE49-F238E27FC236}">
                <a16:creationId xmlns:a16="http://schemas.microsoft.com/office/drawing/2014/main" id="{1CA75808-F62B-47C2-BCB3-3A79AC3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00" y="26520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8" name="path-1813">
            <a:extLst xmlns:a="http://schemas.openxmlformats.org/drawingml/2006/main">
              <a:ext uri="{FF2B5EF4-FFF2-40B4-BE49-F238E27FC236}">
                <a16:creationId xmlns:a16="http://schemas.microsoft.com/office/drawing/2014/main" id="{78C040A8-9F5A-47CF-B6EC-AF43554C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637" y="2615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9" name="path-1814">
            <a:extLst xmlns:a="http://schemas.openxmlformats.org/drawingml/2006/main">
              <a:ext uri="{FF2B5EF4-FFF2-40B4-BE49-F238E27FC236}">
                <a16:creationId xmlns:a16="http://schemas.microsoft.com/office/drawing/2014/main" id="{49CEA798-F7E8-44A4-8347-7692F2B3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303" y="2642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0" name="path-1815">
            <a:extLst xmlns:a="http://schemas.openxmlformats.org/drawingml/2006/main">
              <a:ext uri="{FF2B5EF4-FFF2-40B4-BE49-F238E27FC236}">
                <a16:creationId xmlns:a16="http://schemas.microsoft.com/office/drawing/2014/main" id="{3523CAE2-38C2-45BC-A269-691BD27F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209" y="26545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1" name="path-1816">
            <a:extLst xmlns:a="http://schemas.openxmlformats.org/drawingml/2006/main">
              <a:ext uri="{FF2B5EF4-FFF2-40B4-BE49-F238E27FC236}">
                <a16:creationId xmlns:a16="http://schemas.microsoft.com/office/drawing/2014/main" id="{80138ECA-C7F5-471F-816C-DC77E485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00" y="26345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2" name="path-1817">
            <a:extLst xmlns:a="http://schemas.openxmlformats.org/drawingml/2006/main">
              <a:ext uri="{FF2B5EF4-FFF2-40B4-BE49-F238E27FC236}">
                <a16:creationId xmlns:a16="http://schemas.microsoft.com/office/drawing/2014/main" id="{5264949E-1C09-47C3-892D-3091F16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733" y="26377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3" name="path-1818">
            <a:extLst xmlns:a="http://schemas.openxmlformats.org/drawingml/2006/main">
              <a:ext uri="{FF2B5EF4-FFF2-40B4-BE49-F238E27FC236}">
                <a16:creationId xmlns:a16="http://schemas.microsoft.com/office/drawing/2014/main" id="{BCAE1AE8-2507-4229-94F5-A903438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310" y="2652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4" name="path-1819">
            <a:extLst xmlns:a="http://schemas.openxmlformats.org/drawingml/2006/main">
              <a:ext uri="{FF2B5EF4-FFF2-40B4-BE49-F238E27FC236}">
                <a16:creationId xmlns:a16="http://schemas.microsoft.com/office/drawing/2014/main" id="{34481010-5838-4F2B-868C-160A3E1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658" y="2671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5" name="path-1820">
            <a:extLst xmlns:a="http://schemas.openxmlformats.org/drawingml/2006/main">
              <a:ext uri="{FF2B5EF4-FFF2-40B4-BE49-F238E27FC236}">
                <a16:creationId xmlns:a16="http://schemas.microsoft.com/office/drawing/2014/main" id="{D754A1B4-F597-4D06-98A1-E77F8FE4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44" y="2635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6" name="path-1821">
            <a:extLst xmlns:a="http://schemas.openxmlformats.org/drawingml/2006/main">
              <a:ext uri="{FF2B5EF4-FFF2-40B4-BE49-F238E27FC236}">
                <a16:creationId xmlns:a16="http://schemas.microsoft.com/office/drawing/2014/main" id="{915F8FD2-3930-40D0-8C39-58ADF4FF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198" y="2628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7" name="path-1822">
            <a:extLst xmlns:a="http://schemas.openxmlformats.org/drawingml/2006/main">
              <a:ext uri="{FF2B5EF4-FFF2-40B4-BE49-F238E27FC236}">
                <a16:creationId xmlns:a16="http://schemas.microsoft.com/office/drawing/2014/main" id="{0E3D2548-F86F-4A3E-B0C9-C2F6B794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47" y="26484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8" name="path-1823">
            <a:extLst xmlns:a="http://schemas.openxmlformats.org/drawingml/2006/main">
              <a:ext uri="{FF2B5EF4-FFF2-40B4-BE49-F238E27FC236}">
                <a16:creationId xmlns:a16="http://schemas.microsoft.com/office/drawing/2014/main" id="{08703347-185B-4935-BD4C-9895715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312" y="26405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9" name="path-1824">
            <a:extLst xmlns:a="http://schemas.openxmlformats.org/drawingml/2006/main">
              <a:ext uri="{FF2B5EF4-FFF2-40B4-BE49-F238E27FC236}">
                <a16:creationId xmlns:a16="http://schemas.microsoft.com/office/drawing/2014/main" id="{A0F3F17B-C496-4CED-8343-0CEF61F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822" y="2637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0" name="path-1825">
            <a:extLst xmlns:a="http://schemas.openxmlformats.org/drawingml/2006/main">
              <a:ext uri="{FF2B5EF4-FFF2-40B4-BE49-F238E27FC236}">
                <a16:creationId xmlns:a16="http://schemas.microsoft.com/office/drawing/2014/main" id="{9CF82409-789D-4EB0-B53B-C894D943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76" y="26283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1" name="path-1826">
            <a:extLst xmlns:a="http://schemas.openxmlformats.org/drawingml/2006/main">
              <a:ext uri="{FF2B5EF4-FFF2-40B4-BE49-F238E27FC236}">
                <a16:creationId xmlns:a16="http://schemas.microsoft.com/office/drawing/2014/main" id="{AB79491C-3061-44D5-8DAB-63070F09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654" y="2635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2" name="path-1827">
            <a:extLst xmlns:a="http://schemas.openxmlformats.org/drawingml/2006/main">
              <a:ext uri="{FF2B5EF4-FFF2-40B4-BE49-F238E27FC236}">
                <a16:creationId xmlns:a16="http://schemas.microsoft.com/office/drawing/2014/main" id="{0F202EC4-500C-4935-8B9C-EDC11B4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10" y="2645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3" name="path-1828">
            <a:extLst xmlns:a="http://schemas.openxmlformats.org/drawingml/2006/main">
              <a:ext uri="{FF2B5EF4-FFF2-40B4-BE49-F238E27FC236}">
                <a16:creationId xmlns:a16="http://schemas.microsoft.com/office/drawing/2014/main" id="{DF49E07B-6ADC-45B1-8D6C-68DA1C32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620" y="26206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4" name="path-1829">
            <a:extLst xmlns:a="http://schemas.openxmlformats.org/drawingml/2006/main">
              <a:ext uri="{FF2B5EF4-FFF2-40B4-BE49-F238E27FC236}">
                <a16:creationId xmlns:a16="http://schemas.microsoft.com/office/drawing/2014/main" id="{7047D4A8-1CC3-476D-BCFD-4BDC0D1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80" y="2627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5" name="path-1830">
            <a:extLst xmlns:a="http://schemas.openxmlformats.org/drawingml/2006/main">
              <a:ext uri="{FF2B5EF4-FFF2-40B4-BE49-F238E27FC236}">
                <a16:creationId xmlns:a16="http://schemas.microsoft.com/office/drawing/2014/main" id="{39EA08B4-FC48-4ECC-9F65-45D596B3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72" y="2655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6" name="path-1831">
            <a:extLst xmlns:a="http://schemas.openxmlformats.org/drawingml/2006/main">
              <a:ext uri="{FF2B5EF4-FFF2-40B4-BE49-F238E27FC236}">
                <a16:creationId xmlns:a16="http://schemas.microsoft.com/office/drawing/2014/main" id="{9FF647CA-1561-4425-8EC0-FAF7429B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181" y="2638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7" name="path-1832">
            <a:extLst xmlns:a="http://schemas.openxmlformats.org/drawingml/2006/main">
              <a:ext uri="{FF2B5EF4-FFF2-40B4-BE49-F238E27FC236}">
                <a16:creationId xmlns:a16="http://schemas.microsoft.com/office/drawing/2014/main" id="{383E7B94-5ABF-42E7-9372-380964A0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676" y="2660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8" name="path-1833">
            <a:extLst xmlns:a="http://schemas.openxmlformats.org/drawingml/2006/main">
              <a:ext uri="{FF2B5EF4-FFF2-40B4-BE49-F238E27FC236}">
                <a16:creationId xmlns:a16="http://schemas.microsoft.com/office/drawing/2014/main" id="{EF701BBC-5E49-4F39-B35E-9EE8942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993" y="2668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9" name="path-1834">
            <a:extLst xmlns:a="http://schemas.openxmlformats.org/drawingml/2006/main">
              <a:ext uri="{FF2B5EF4-FFF2-40B4-BE49-F238E27FC236}">
                <a16:creationId xmlns:a16="http://schemas.microsoft.com/office/drawing/2014/main" id="{77281069-8AA9-41D9-92DE-643660C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295" y="26490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0" name="path-1835">
            <a:extLst xmlns:a="http://schemas.openxmlformats.org/drawingml/2006/main">
              <a:ext uri="{FF2B5EF4-FFF2-40B4-BE49-F238E27FC236}">
                <a16:creationId xmlns:a16="http://schemas.microsoft.com/office/drawing/2014/main" id="{ED388FFD-56E8-4368-B1A4-09E49CF1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12" y="2634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1" name="path-1836">
            <a:extLst xmlns:a="http://schemas.openxmlformats.org/drawingml/2006/main">
              <a:ext uri="{FF2B5EF4-FFF2-40B4-BE49-F238E27FC236}">
                <a16:creationId xmlns:a16="http://schemas.microsoft.com/office/drawing/2014/main" id="{41EE6A3D-BD3C-46ED-A44B-3DFE13C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525" y="26297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2" name="path-1837">
            <a:extLst xmlns:a="http://schemas.openxmlformats.org/drawingml/2006/main">
              <a:ext uri="{FF2B5EF4-FFF2-40B4-BE49-F238E27FC236}">
                <a16:creationId xmlns:a16="http://schemas.microsoft.com/office/drawing/2014/main" id="{2C77F329-54EE-4F60-B545-63D349D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749" y="26516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3" name="path-1838">
            <a:extLst xmlns:a="http://schemas.openxmlformats.org/drawingml/2006/main">
              <a:ext uri="{FF2B5EF4-FFF2-40B4-BE49-F238E27FC236}">
                <a16:creationId xmlns:a16="http://schemas.microsoft.com/office/drawing/2014/main" id="{D98A9B35-35F7-482E-AD61-E392FDE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91" y="26170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4" name="path-1839">
            <a:extLst xmlns:a="http://schemas.openxmlformats.org/drawingml/2006/main">
              <a:ext uri="{FF2B5EF4-FFF2-40B4-BE49-F238E27FC236}">
                <a16:creationId xmlns:a16="http://schemas.microsoft.com/office/drawing/2014/main" id="{7E5F551D-DF9E-4046-99A5-7302B643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6" y="2628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5" name="path-1840">
            <a:extLst xmlns:a="http://schemas.openxmlformats.org/drawingml/2006/main">
              <a:ext uri="{FF2B5EF4-FFF2-40B4-BE49-F238E27FC236}">
                <a16:creationId xmlns:a16="http://schemas.microsoft.com/office/drawing/2014/main" id="{AEE83746-57B0-43A3-A84D-29A3394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44" y="2649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6" name="path-1841">
            <a:extLst xmlns:a="http://schemas.openxmlformats.org/drawingml/2006/main">
              <a:ext uri="{FF2B5EF4-FFF2-40B4-BE49-F238E27FC236}">
                <a16:creationId xmlns:a16="http://schemas.microsoft.com/office/drawing/2014/main" id="{DE347D52-6531-4231-92E6-D82CDA0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8" y="2658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7" name="path-1842">
            <a:extLst xmlns:a="http://schemas.openxmlformats.org/drawingml/2006/main">
              <a:ext uri="{FF2B5EF4-FFF2-40B4-BE49-F238E27FC236}">
                <a16:creationId xmlns:a16="http://schemas.microsoft.com/office/drawing/2014/main" id="{0484D915-18C2-4DBF-A528-AB654B8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66" y="2638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8" name="path-1843">
            <a:extLst xmlns:a="http://schemas.openxmlformats.org/drawingml/2006/main">
              <a:ext uri="{FF2B5EF4-FFF2-40B4-BE49-F238E27FC236}">
                <a16:creationId xmlns:a16="http://schemas.microsoft.com/office/drawing/2014/main" id="{E20BCABE-D641-4C3C-92C3-29683C9D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632" y="2664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9" name="path-1844">
            <a:extLst xmlns:a="http://schemas.openxmlformats.org/drawingml/2006/main">
              <a:ext uri="{FF2B5EF4-FFF2-40B4-BE49-F238E27FC236}">
                <a16:creationId xmlns:a16="http://schemas.microsoft.com/office/drawing/2014/main" id="{FAF2B75F-BCB2-4E6A-8ABF-AD5E9C04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984" y="26411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0" name="path-1845">
            <a:extLst xmlns:a="http://schemas.openxmlformats.org/drawingml/2006/main">
              <a:ext uri="{FF2B5EF4-FFF2-40B4-BE49-F238E27FC236}">
                <a16:creationId xmlns:a16="http://schemas.microsoft.com/office/drawing/2014/main" id="{30B5C28D-7C16-4D78-8EF6-50D21FE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3" y="2624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1" name="path-1846">
            <a:extLst xmlns:a="http://schemas.openxmlformats.org/drawingml/2006/main">
              <a:ext uri="{FF2B5EF4-FFF2-40B4-BE49-F238E27FC236}">
                <a16:creationId xmlns:a16="http://schemas.microsoft.com/office/drawing/2014/main" id="{573C45F0-ECCA-426A-892A-6F1A055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29" y="2633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2" name="path-1847">
            <a:extLst xmlns:a="http://schemas.openxmlformats.org/drawingml/2006/main">
              <a:ext uri="{FF2B5EF4-FFF2-40B4-BE49-F238E27FC236}">
                <a16:creationId xmlns:a16="http://schemas.microsoft.com/office/drawing/2014/main" id="{EC00562F-FC58-4530-961E-67D1D76E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484" y="26465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3" name="path-1848">
            <a:extLst xmlns:a="http://schemas.openxmlformats.org/drawingml/2006/main">
              <a:ext uri="{FF2B5EF4-FFF2-40B4-BE49-F238E27FC236}">
                <a16:creationId xmlns:a16="http://schemas.microsoft.com/office/drawing/2014/main" id="{F284DA72-3E9B-4C6B-8A46-74EE37A3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85" y="2634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4" name="path-1849">
            <a:extLst xmlns:a="http://schemas.openxmlformats.org/drawingml/2006/main">
              <a:ext uri="{FF2B5EF4-FFF2-40B4-BE49-F238E27FC236}">
                <a16:creationId xmlns:a16="http://schemas.microsoft.com/office/drawing/2014/main" id="{600C0131-5502-4A17-A976-40B63A2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277" y="2644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5" name="path-1850">
            <a:extLst xmlns:a="http://schemas.openxmlformats.org/drawingml/2006/main">
              <a:ext uri="{FF2B5EF4-FFF2-40B4-BE49-F238E27FC236}">
                <a16:creationId xmlns:a16="http://schemas.microsoft.com/office/drawing/2014/main" id="{051E3B07-D0CE-426C-B8D1-45664B3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4" y="26507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6" name="path-1851">
            <a:extLst xmlns:a="http://schemas.openxmlformats.org/drawingml/2006/main">
              <a:ext uri="{FF2B5EF4-FFF2-40B4-BE49-F238E27FC236}">
                <a16:creationId xmlns:a16="http://schemas.microsoft.com/office/drawing/2014/main" id="{6C26DC5F-F6BD-45DA-BCAC-5578919A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990" y="2644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7" name="path-1852">
            <a:extLst xmlns:a="http://schemas.openxmlformats.org/drawingml/2006/main">
              <a:ext uri="{FF2B5EF4-FFF2-40B4-BE49-F238E27FC236}">
                <a16:creationId xmlns:a16="http://schemas.microsoft.com/office/drawing/2014/main" id="{D2937384-EED6-4938-ACAC-3C99C1D8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39" y="26498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8" name="path-1853">
            <a:extLst xmlns:a="http://schemas.openxmlformats.org/drawingml/2006/main">
              <a:ext uri="{FF2B5EF4-FFF2-40B4-BE49-F238E27FC236}">
                <a16:creationId xmlns:a16="http://schemas.microsoft.com/office/drawing/2014/main" id="{241D1CB8-874F-4ABE-984B-EEC52EA2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36" y="26529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9" name="path-1854">
            <a:extLst xmlns:a="http://schemas.openxmlformats.org/drawingml/2006/main">
              <a:ext uri="{FF2B5EF4-FFF2-40B4-BE49-F238E27FC236}">
                <a16:creationId xmlns:a16="http://schemas.microsoft.com/office/drawing/2014/main" id="{16724D84-7BC2-44E7-83CF-9EC78FD6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084" y="2649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0" name="path-1855">
            <a:extLst xmlns:a="http://schemas.openxmlformats.org/drawingml/2006/main">
              <a:ext uri="{FF2B5EF4-FFF2-40B4-BE49-F238E27FC236}">
                <a16:creationId xmlns:a16="http://schemas.microsoft.com/office/drawing/2014/main" id="{434B8DC2-F913-43C2-B084-409A82F5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901" y="2630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1" name="path-1856">
            <a:extLst xmlns:a="http://schemas.openxmlformats.org/drawingml/2006/main">
              <a:ext uri="{FF2B5EF4-FFF2-40B4-BE49-F238E27FC236}">
                <a16:creationId xmlns:a16="http://schemas.microsoft.com/office/drawing/2014/main" id="{571E77A9-5FB2-4328-A783-9B41E9F5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251" y="2644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2" name="path-1857">
            <a:extLst xmlns:a="http://schemas.openxmlformats.org/drawingml/2006/main">
              <a:ext uri="{FF2B5EF4-FFF2-40B4-BE49-F238E27FC236}">
                <a16:creationId xmlns:a16="http://schemas.microsoft.com/office/drawing/2014/main" id="{C08C0AF8-CAA4-4CFD-9445-704967B7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415" y="2662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3" name="path-1858">
            <a:extLst xmlns:a="http://schemas.openxmlformats.org/drawingml/2006/main">
              <a:ext uri="{FF2B5EF4-FFF2-40B4-BE49-F238E27FC236}">
                <a16:creationId xmlns:a16="http://schemas.microsoft.com/office/drawing/2014/main" id="{77CFD5E2-50BF-446B-B5E9-E1A81B8B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07" y="26444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4" name="path-1859">
            <a:extLst xmlns:a="http://schemas.openxmlformats.org/drawingml/2006/main">
              <a:ext uri="{FF2B5EF4-FFF2-40B4-BE49-F238E27FC236}">
                <a16:creationId xmlns:a16="http://schemas.microsoft.com/office/drawing/2014/main" id="{C3D93702-1D34-4032-8E08-CA15910D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71" y="2641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5" name="path-1860">
            <a:extLst xmlns:a="http://schemas.openxmlformats.org/drawingml/2006/main">
              <a:ext uri="{FF2B5EF4-FFF2-40B4-BE49-F238E27FC236}">
                <a16:creationId xmlns:a16="http://schemas.microsoft.com/office/drawing/2014/main" id="{0D68D664-7FC6-41EA-B7D1-58EF29B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647" y="2671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6" name="path-1861">
            <a:extLst xmlns:a="http://schemas.openxmlformats.org/drawingml/2006/main">
              <a:ext uri="{FF2B5EF4-FFF2-40B4-BE49-F238E27FC236}">
                <a16:creationId xmlns:a16="http://schemas.microsoft.com/office/drawing/2014/main" id="{86756651-DD7F-4A6D-B311-71B846B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524" y="2603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7" name="path-1862">
            <a:extLst xmlns:a="http://schemas.openxmlformats.org/drawingml/2006/main">
              <a:ext uri="{FF2B5EF4-FFF2-40B4-BE49-F238E27FC236}">
                <a16:creationId xmlns:a16="http://schemas.microsoft.com/office/drawing/2014/main" id="{0B4419B1-752E-4CCF-9A53-5788A45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092" y="2644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8" name="path-1863">
            <a:extLst xmlns:a="http://schemas.openxmlformats.org/drawingml/2006/main">
              <a:ext uri="{FF2B5EF4-FFF2-40B4-BE49-F238E27FC236}">
                <a16:creationId xmlns:a16="http://schemas.microsoft.com/office/drawing/2014/main" id="{30FF02AE-81EB-49AC-A331-6FB3AC5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731" y="2623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9" name="path-1864">
            <a:extLst xmlns:a="http://schemas.openxmlformats.org/drawingml/2006/main">
              <a:ext uri="{FF2B5EF4-FFF2-40B4-BE49-F238E27FC236}">
                <a16:creationId xmlns:a16="http://schemas.microsoft.com/office/drawing/2014/main" id="{D3DCEDD4-3F90-444F-9A94-79AC19E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786" y="26316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0" name="path-1865">
            <a:extLst xmlns:a="http://schemas.openxmlformats.org/drawingml/2006/main">
              <a:ext uri="{FF2B5EF4-FFF2-40B4-BE49-F238E27FC236}">
                <a16:creationId xmlns:a16="http://schemas.microsoft.com/office/drawing/2014/main" id="{520F9B1D-69C8-468A-883B-79C2F3F6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80" y="2673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1" name="path-1866">
            <a:extLst xmlns:a="http://schemas.openxmlformats.org/drawingml/2006/main">
              <a:ext uri="{FF2B5EF4-FFF2-40B4-BE49-F238E27FC236}">
                <a16:creationId xmlns:a16="http://schemas.microsoft.com/office/drawing/2014/main" id="{416AC80D-A790-42F7-9202-8E0D08D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637" y="2621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2" name="path-1867">
            <a:extLst xmlns:a="http://schemas.openxmlformats.org/drawingml/2006/main">
              <a:ext uri="{FF2B5EF4-FFF2-40B4-BE49-F238E27FC236}">
                <a16:creationId xmlns:a16="http://schemas.microsoft.com/office/drawing/2014/main" id="{950F4FF9-1E42-4025-B7B0-5B45AC28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014" y="2652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3" name="path-1868">
            <a:extLst xmlns:a="http://schemas.openxmlformats.org/drawingml/2006/main">
              <a:ext uri="{FF2B5EF4-FFF2-40B4-BE49-F238E27FC236}">
                <a16:creationId xmlns:a16="http://schemas.microsoft.com/office/drawing/2014/main" id="{8E751633-255B-4FB4-A531-1C9419EE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92" y="2631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4" name="path-1869">
            <a:extLst xmlns:a="http://schemas.openxmlformats.org/drawingml/2006/main">
              <a:ext uri="{FF2B5EF4-FFF2-40B4-BE49-F238E27FC236}">
                <a16:creationId xmlns:a16="http://schemas.microsoft.com/office/drawing/2014/main" id="{C536E43D-791B-4EB4-826D-6BDE3875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856" y="2633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5" name="path-1870">
            <a:extLst xmlns:a="http://schemas.openxmlformats.org/drawingml/2006/main">
              <a:ext uri="{FF2B5EF4-FFF2-40B4-BE49-F238E27FC236}">
                <a16:creationId xmlns:a16="http://schemas.microsoft.com/office/drawing/2014/main" id="{CF340FB7-3DBD-454A-8DC4-B622AC6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65" y="2612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6" name="path-1871">
            <a:extLst xmlns:a="http://schemas.openxmlformats.org/drawingml/2006/main">
              <a:ext uri="{FF2B5EF4-FFF2-40B4-BE49-F238E27FC236}">
                <a16:creationId xmlns:a16="http://schemas.microsoft.com/office/drawing/2014/main" id="{0A567BA0-F035-4D4C-B51A-C4296C3A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617" y="26435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7" name="path-1872">
            <a:extLst xmlns:a="http://schemas.openxmlformats.org/drawingml/2006/main">
              <a:ext uri="{FF2B5EF4-FFF2-40B4-BE49-F238E27FC236}">
                <a16:creationId xmlns:a16="http://schemas.microsoft.com/office/drawing/2014/main" id="{27F4BC27-7B3A-461C-8F97-05A29AC3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291" y="2623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8" name="path-1873">
            <a:extLst xmlns:a="http://schemas.openxmlformats.org/drawingml/2006/main">
              <a:ext uri="{FF2B5EF4-FFF2-40B4-BE49-F238E27FC236}">
                <a16:creationId xmlns:a16="http://schemas.microsoft.com/office/drawing/2014/main" id="{C77E5329-4C5A-4056-8E38-5CFD9F53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17" y="2612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9" name="path-1874">
            <a:extLst xmlns:a="http://schemas.openxmlformats.org/drawingml/2006/main">
              <a:ext uri="{FF2B5EF4-FFF2-40B4-BE49-F238E27FC236}">
                <a16:creationId xmlns:a16="http://schemas.microsoft.com/office/drawing/2014/main" id="{C2742811-13C1-43EA-A563-75C5180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408" y="2639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0" name="path-1875">
            <a:extLst xmlns:a="http://schemas.openxmlformats.org/drawingml/2006/main">
              <a:ext uri="{FF2B5EF4-FFF2-40B4-BE49-F238E27FC236}">
                <a16:creationId xmlns:a16="http://schemas.microsoft.com/office/drawing/2014/main" id="{B71AFD07-FB05-43AE-AE69-52E7FDBD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55" y="2630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1" name="path-1876">
            <a:extLst xmlns:a="http://schemas.openxmlformats.org/drawingml/2006/main">
              <a:ext uri="{FF2B5EF4-FFF2-40B4-BE49-F238E27FC236}">
                <a16:creationId xmlns:a16="http://schemas.microsoft.com/office/drawing/2014/main" id="{4A8E6AE8-BE3D-453A-885C-70476A2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09" y="2640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2" name="path-1877">
            <a:extLst xmlns:a="http://schemas.openxmlformats.org/drawingml/2006/main">
              <a:ext uri="{FF2B5EF4-FFF2-40B4-BE49-F238E27FC236}">
                <a16:creationId xmlns:a16="http://schemas.microsoft.com/office/drawing/2014/main" id="{74233EF0-07E0-4E2F-AFA4-A995565A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604" y="26480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3" name="path-1878">
            <a:extLst xmlns:a="http://schemas.openxmlformats.org/drawingml/2006/main">
              <a:ext uri="{FF2B5EF4-FFF2-40B4-BE49-F238E27FC236}">
                <a16:creationId xmlns:a16="http://schemas.microsoft.com/office/drawing/2014/main" id="{BB88FB18-4618-4CB5-809A-E15D94C5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900" y="265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4" name="path-1879">
            <a:extLst xmlns:a="http://schemas.openxmlformats.org/drawingml/2006/main">
              <a:ext uri="{FF2B5EF4-FFF2-40B4-BE49-F238E27FC236}">
                <a16:creationId xmlns:a16="http://schemas.microsoft.com/office/drawing/2014/main" id="{7F4DF774-9EDC-46E1-9305-B8EF1F8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26" y="2669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5" name="path-1880">
            <a:extLst xmlns:a="http://schemas.openxmlformats.org/drawingml/2006/main">
              <a:ext uri="{FF2B5EF4-FFF2-40B4-BE49-F238E27FC236}">
                <a16:creationId xmlns:a16="http://schemas.microsoft.com/office/drawing/2014/main" id="{B4760127-B8DA-423F-9CD0-C610A76A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40" y="26018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6" name="path-1881">
            <a:extLst xmlns:a="http://schemas.openxmlformats.org/drawingml/2006/main">
              <a:ext uri="{FF2B5EF4-FFF2-40B4-BE49-F238E27FC236}">
                <a16:creationId xmlns:a16="http://schemas.microsoft.com/office/drawing/2014/main" id="{5A4D5B5E-2353-442A-B517-316309FD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050" y="26291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7" name="path-1882">
            <a:extLst xmlns:a="http://schemas.openxmlformats.org/drawingml/2006/main">
              <a:ext uri="{FF2B5EF4-FFF2-40B4-BE49-F238E27FC236}">
                <a16:creationId xmlns:a16="http://schemas.microsoft.com/office/drawing/2014/main" id="{C67AEA94-5745-4045-A2CA-12B158D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117" y="26130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8" name="path-1883">
            <a:extLst xmlns:a="http://schemas.openxmlformats.org/drawingml/2006/main">
              <a:ext uri="{FF2B5EF4-FFF2-40B4-BE49-F238E27FC236}">
                <a16:creationId xmlns:a16="http://schemas.microsoft.com/office/drawing/2014/main" id="{95E36F34-F720-4B23-BF6A-78C96F9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87" y="2624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9" name="path-1884">
            <a:extLst xmlns:a="http://schemas.openxmlformats.org/drawingml/2006/main">
              <a:ext uri="{FF2B5EF4-FFF2-40B4-BE49-F238E27FC236}">
                <a16:creationId xmlns:a16="http://schemas.microsoft.com/office/drawing/2014/main" id="{EE192D25-72B1-4645-827B-E4C8876D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227" y="2611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0" name="path-1885">
            <a:extLst xmlns:a="http://schemas.openxmlformats.org/drawingml/2006/main">
              <a:ext uri="{FF2B5EF4-FFF2-40B4-BE49-F238E27FC236}">
                <a16:creationId xmlns:a16="http://schemas.microsoft.com/office/drawing/2014/main" id="{4A367B03-D3D8-4D9C-946C-4428F067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613" y="2635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1" name="path-1886">
            <a:extLst xmlns:a="http://schemas.openxmlformats.org/drawingml/2006/main">
              <a:ext uri="{FF2B5EF4-FFF2-40B4-BE49-F238E27FC236}">
                <a16:creationId xmlns:a16="http://schemas.microsoft.com/office/drawing/2014/main" id="{7083CDC0-E77A-4D59-B1E0-3A90B1A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7" y="2659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2" name="path-1887">
            <a:extLst xmlns:a="http://schemas.openxmlformats.org/drawingml/2006/main">
              <a:ext uri="{FF2B5EF4-FFF2-40B4-BE49-F238E27FC236}">
                <a16:creationId xmlns:a16="http://schemas.microsoft.com/office/drawing/2014/main" id="{E94C1295-86F1-4555-8A0F-727AE807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070" y="26506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3" name="path-1888">
            <a:extLst xmlns:a="http://schemas.openxmlformats.org/drawingml/2006/main">
              <a:ext uri="{FF2B5EF4-FFF2-40B4-BE49-F238E27FC236}">
                <a16:creationId xmlns:a16="http://schemas.microsoft.com/office/drawing/2014/main" id="{766858D2-265F-4CD7-8429-46C1228E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30" y="2635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4" name="path-1889">
            <a:extLst xmlns:a="http://schemas.openxmlformats.org/drawingml/2006/main">
              <a:ext uri="{FF2B5EF4-FFF2-40B4-BE49-F238E27FC236}">
                <a16:creationId xmlns:a16="http://schemas.microsoft.com/office/drawing/2014/main" id="{E4F2CD6C-CC40-4DC8-B675-D6AA5140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731" y="2617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5" name="path-1890">
            <a:extLst xmlns:a="http://schemas.openxmlformats.org/drawingml/2006/main">
              <a:ext uri="{FF2B5EF4-FFF2-40B4-BE49-F238E27FC236}">
                <a16:creationId xmlns:a16="http://schemas.microsoft.com/office/drawing/2014/main" id="{A449CE99-5930-47E0-991B-D7396709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631" y="26491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6" name="path-1891">
            <a:extLst xmlns:a="http://schemas.openxmlformats.org/drawingml/2006/main">
              <a:ext uri="{FF2B5EF4-FFF2-40B4-BE49-F238E27FC236}">
                <a16:creationId xmlns:a16="http://schemas.microsoft.com/office/drawing/2014/main" id="{24970AAD-8AC0-4E53-8E69-877202E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87" y="2647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7" name="path-1892">
            <a:extLst xmlns:a="http://schemas.openxmlformats.org/drawingml/2006/main">
              <a:ext uri="{FF2B5EF4-FFF2-40B4-BE49-F238E27FC236}">
                <a16:creationId xmlns:a16="http://schemas.microsoft.com/office/drawing/2014/main" id="{C9785F76-20C8-4C8B-B29A-2A3EC3A5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68" y="2637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8" name="path-1893">
            <a:extLst xmlns:a="http://schemas.openxmlformats.org/drawingml/2006/main">
              <a:ext uri="{FF2B5EF4-FFF2-40B4-BE49-F238E27FC236}">
                <a16:creationId xmlns:a16="http://schemas.microsoft.com/office/drawing/2014/main" id="{FBE6681F-1AD1-49C6-B94C-B222F7FE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90" y="26442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9" name="path-1894">
            <a:extLst xmlns:a="http://schemas.openxmlformats.org/drawingml/2006/main">
              <a:ext uri="{FF2B5EF4-FFF2-40B4-BE49-F238E27FC236}">
                <a16:creationId xmlns:a16="http://schemas.microsoft.com/office/drawing/2014/main" id="{648AC93D-B8C2-467C-841D-311CD1D0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1" y="26353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0" name="path-1895">
            <a:extLst xmlns:a="http://schemas.openxmlformats.org/drawingml/2006/main">
              <a:ext uri="{FF2B5EF4-FFF2-40B4-BE49-F238E27FC236}">
                <a16:creationId xmlns:a16="http://schemas.microsoft.com/office/drawing/2014/main" id="{0BA55F20-6D12-4C2E-845B-75DEB935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2628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1" name="path-1896">
            <a:extLst xmlns:a="http://schemas.openxmlformats.org/drawingml/2006/main">
              <a:ext uri="{FF2B5EF4-FFF2-40B4-BE49-F238E27FC236}">
                <a16:creationId xmlns:a16="http://schemas.microsoft.com/office/drawing/2014/main" id="{ADF48DDE-C5C6-44F0-BBD1-C80A5B81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042" y="26222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2" name="path-1897">
            <a:extLst xmlns:a="http://schemas.openxmlformats.org/drawingml/2006/main">
              <a:ext uri="{FF2B5EF4-FFF2-40B4-BE49-F238E27FC236}">
                <a16:creationId xmlns:a16="http://schemas.microsoft.com/office/drawing/2014/main" id="{C11566CB-D6F1-449F-A637-F7D8BF3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581" y="2634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3" name="path-1898">
            <a:extLst xmlns:a="http://schemas.openxmlformats.org/drawingml/2006/main">
              <a:ext uri="{FF2B5EF4-FFF2-40B4-BE49-F238E27FC236}">
                <a16:creationId xmlns:a16="http://schemas.microsoft.com/office/drawing/2014/main" id="{2A4F695F-4718-4F84-818D-CA5E378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792" y="2630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4" name="path-1899">
            <a:extLst xmlns:a="http://schemas.openxmlformats.org/drawingml/2006/main">
              <a:ext uri="{FF2B5EF4-FFF2-40B4-BE49-F238E27FC236}">
                <a16:creationId xmlns:a16="http://schemas.microsoft.com/office/drawing/2014/main" id="{EFFCB34E-4144-4677-A2FC-F95BCDB3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312" y="2650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5" name="path-1900">
            <a:extLst xmlns:a="http://schemas.openxmlformats.org/drawingml/2006/main">
              <a:ext uri="{FF2B5EF4-FFF2-40B4-BE49-F238E27FC236}">
                <a16:creationId xmlns:a16="http://schemas.microsoft.com/office/drawing/2014/main" id="{3D0E305E-86F6-46A2-AEBB-6F50557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488" y="26334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6" name="path-1901">
            <a:extLst xmlns:a="http://schemas.openxmlformats.org/drawingml/2006/main">
              <a:ext uri="{FF2B5EF4-FFF2-40B4-BE49-F238E27FC236}">
                <a16:creationId xmlns:a16="http://schemas.microsoft.com/office/drawing/2014/main" id="{797053F0-DC51-44D1-ADA4-DD0E6D19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043" y="26418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7" name="path-1902">
            <a:extLst xmlns:a="http://schemas.openxmlformats.org/drawingml/2006/main">
              <a:ext uri="{FF2B5EF4-FFF2-40B4-BE49-F238E27FC236}">
                <a16:creationId xmlns:a16="http://schemas.microsoft.com/office/drawing/2014/main" id="{EBC1A5E0-F87A-4A37-ABCC-F2090C53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95" y="2643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8" name="path-1903">
            <a:extLst xmlns:a="http://schemas.openxmlformats.org/drawingml/2006/main">
              <a:ext uri="{FF2B5EF4-FFF2-40B4-BE49-F238E27FC236}">
                <a16:creationId xmlns:a16="http://schemas.microsoft.com/office/drawing/2014/main" id="{FF0A4B47-1FC7-42C4-A750-08FBC230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2" y="2645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9" name="path-1904">
            <a:extLst xmlns:a="http://schemas.openxmlformats.org/drawingml/2006/main">
              <a:ext uri="{FF2B5EF4-FFF2-40B4-BE49-F238E27FC236}">
                <a16:creationId xmlns:a16="http://schemas.microsoft.com/office/drawing/2014/main" id="{439204D5-C2DD-4A28-9B13-F810505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288" y="2634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0" name="path-1905">
            <a:extLst xmlns:a="http://schemas.openxmlformats.org/drawingml/2006/main">
              <a:ext uri="{FF2B5EF4-FFF2-40B4-BE49-F238E27FC236}">
                <a16:creationId xmlns:a16="http://schemas.microsoft.com/office/drawing/2014/main" id="{1BD327DA-753F-4DF5-96C9-224A540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56" y="2620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1" name="path-1906">
            <a:extLst xmlns:a="http://schemas.openxmlformats.org/drawingml/2006/main">
              <a:ext uri="{FF2B5EF4-FFF2-40B4-BE49-F238E27FC236}">
                <a16:creationId xmlns:a16="http://schemas.microsoft.com/office/drawing/2014/main" id="{F60BDD41-687E-4B93-B681-16FB35C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04" y="2632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2" name="path-1907">
            <a:extLst xmlns:a="http://schemas.openxmlformats.org/drawingml/2006/main">
              <a:ext uri="{FF2B5EF4-FFF2-40B4-BE49-F238E27FC236}">
                <a16:creationId xmlns:a16="http://schemas.microsoft.com/office/drawing/2014/main" id="{7DCF47F3-7B77-40D0-8DED-F045E259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186" y="26569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3" name="path-1908">
            <a:extLst xmlns:a="http://schemas.openxmlformats.org/drawingml/2006/main">
              <a:ext uri="{FF2B5EF4-FFF2-40B4-BE49-F238E27FC236}">
                <a16:creationId xmlns:a16="http://schemas.microsoft.com/office/drawing/2014/main" id="{F872A086-37EE-479D-A16E-FADCB04C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804" y="2631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4" name="path-1909">
            <a:extLst xmlns:a="http://schemas.openxmlformats.org/drawingml/2006/main">
              <a:ext uri="{FF2B5EF4-FFF2-40B4-BE49-F238E27FC236}">
                <a16:creationId xmlns:a16="http://schemas.microsoft.com/office/drawing/2014/main" id="{C7DF204A-24F9-4633-AE4D-944700A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89" y="2620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5" name="path-1910">
            <a:extLst xmlns:a="http://schemas.openxmlformats.org/drawingml/2006/main">
              <a:ext uri="{FF2B5EF4-FFF2-40B4-BE49-F238E27FC236}">
                <a16:creationId xmlns:a16="http://schemas.microsoft.com/office/drawing/2014/main" id="{CE3BAAA2-EB4F-47B8-828F-7C4C4DC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44" y="26426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6" name="path-1911">
            <a:extLst xmlns:a="http://schemas.openxmlformats.org/drawingml/2006/main">
              <a:ext uri="{FF2B5EF4-FFF2-40B4-BE49-F238E27FC236}">
                <a16:creationId xmlns:a16="http://schemas.microsoft.com/office/drawing/2014/main" id="{061EB8D3-F6C3-4DE9-904F-ADA4034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252" y="2633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7" name="path-1912">
            <a:extLst xmlns:a="http://schemas.openxmlformats.org/drawingml/2006/main">
              <a:ext uri="{FF2B5EF4-FFF2-40B4-BE49-F238E27FC236}">
                <a16:creationId xmlns:a16="http://schemas.microsoft.com/office/drawing/2014/main" id="{0698E377-8BAF-48D2-8CFD-A1200693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614" y="2627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8" name="path-1913">
            <a:extLst xmlns:a="http://schemas.openxmlformats.org/drawingml/2006/main">
              <a:ext uri="{FF2B5EF4-FFF2-40B4-BE49-F238E27FC236}">
                <a16:creationId xmlns:a16="http://schemas.microsoft.com/office/drawing/2014/main" id="{E9312EF4-0A40-4733-8404-FBDDDDE8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344" y="26388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9" name="path-1914">
            <a:extLst xmlns:a="http://schemas.openxmlformats.org/drawingml/2006/main">
              <a:ext uri="{FF2B5EF4-FFF2-40B4-BE49-F238E27FC236}">
                <a16:creationId xmlns:a16="http://schemas.microsoft.com/office/drawing/2014/main" id="{E7CFA1BF-1B6F-4A06-B2CA-D70C9F8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3088" y="2687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0" name="path-1915">
            <a:extLst xmlns:a="http://schemas.openxmlformats.org/drawingml/2006/main">
              <a:ext uri="{FF2B5EF4-FFF2-40B4-BE49-F238E27FC236}">
                <a16:creationId xmlns:a16="http://schemas.microsoft.com/office/drawing/2014/main" id="{A830B5E6-447C-454B-AAF3-FB3A4712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90" y="2615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1" name="path-1916">
            <a:extLst xmlns:a="http://schemas.openxmlformats.org/drawingml/2006/main">
              <a:ext uri="{FF2B5EF4-FFF2-40B4-BE49-F238E27FC236}">
                <a16:creationId xmlns:a16="http://schemas.microsoft.com/office/drawing/2014/main" id="{8230A996-5D90-4982-8A08-82A493A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08" y="2650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2" name="path-1917">
            <a:extLst xmlns:a="http://schemas.openxmlformats.org/drawingml/2006/main">
              <a:ext uri="{FF2B5EF4-FFF2-40B4-BE49-F238E27FC236}">
                <a16:creationId xmlns:a16="http://schemas.microsoft.com/office/drawing/2014/main" id="{C39D1966-A981-4130-AA9B-4BFB0832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18" y="2656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3" name="path-1918">
            <a:extLst xmlns:a="http://schemas.openxmlformats.org/drawingml/2006/main">
              <a:ext uri="{FF2B5EF4-FFF2-40B4-BE49-F238E27FC236}">
                <a16:creationId xmlns:a16="http://schemas.microsoft.com/office/drawing/2014/main" id="{9A7ADD45-7F59-4803-8B35-43CC889D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67" y="26328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4" name="path-1919">
            <a:extLst xmlns:a="http://schemas.openxmlformats.org/drawingml/2006/main">
              <a:ext uri="{FF2B5EF4-FFF2-40B4-BE49-F238E27FC236}">
                <a16:creationId xmlns:a16="http://schemas.microsoft.com/office/drawing/2014/main" id="{EE40C4D4-FA06-439A-8F51-8D9DED47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87" y="2633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5" name="path-1920">
            <a:extLst xmlns:a="http://schemas.openxmlformats.org/drawingml/2006/main">
              <a:ext uri="{FF2B5EF4-FFF2-40B4-BE49-F238E27FC236}">
                <a16:creationId xmlns:a16="http://schemas.microsoft.com/office/drawing/2014/main" id="{93CD799C-4D42-425A-9A9E-308573F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4" y="2628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6" name="path-1921">
            <a:extLst xmlns:a="http://schemas.openxmlformats.org/drawingml/2006/main">
              <a:ext uri="{FF2B5EF4-FFF2-40B4-BE49-F238E27FC236}">
                <a16:creationId xmlns:a16="http://schemas.microsoft.com/office/drawing/2014/main" id="{568A01CD-D67B-41E9-8895-F8C88A6D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02" y="26426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7" name="path-1922">
            <a:extLst xmlns:a="http://schemas.openxmlformats.org/drawingml/2006/main">
              <a:ext uri="{FF2B5EF4-FFF2-40B4-BE49-F238E27FC236}">
                <a16:creationId xmlns:a16="http://schemas.microsoft.com/office/drawing/2014/main" id="{B3F44584-820B-4D17-8304-E1910DF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262" y="2651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8" name="path-1923">
            <a:extLst xmlns:a="http://schemas.openxmlformats.org/drawingml/2006/main">
              <a:ext uri="{FF2B5EF4-FFF2-40B4-BE49-F238E27FC236}">
                <a16:creationId xmlns:a16="http://schemas.microsoft.com/office/drawing/2014/main" id="{F2730198-FD69-4FC0-90C2-5756FA5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851" y="2648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9" name="path-1924">
            <a:extLst xmlns:a="http://schemas.openxmlformats.org/drawingml/2006/main">
              <a:ext uri="{FF2B5EF4-FFF2-40B4-BE49-F238E27FC236}">
                <a16:creationId xmlns:a16="http://schemas.microsoft.com/office/drawing/2014/main" id="{5B144300-7C4A-41E0-8CEB-6B0B3141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12" y="2629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0" name="path-1925">
            <a:extLst xmlns:a="http://schemas.openxmlformats.org/drawingml/2006/main">
              <a:ext uri="{FF2B5EF4-FFF2-40B4-BE49-F238E27FC236}">
                <a16:creationId xmlns:a16="http://schemas.microsoft.com/office/drawing/2014/main" id="{D89A192E-6ED0-4579-8EEE-FF2E7B6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173" y="2635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1" name="path-1926">
            <a:extLst xmlns:a="http://schemas.openxmlformats.org/drawingml/2006/main">
              <a:ext uri="{FF2B5EF4-FFF2-40B4-BE49-F238E27FC236}">
                <a16:creationId xmlns:a16="http://schemas.microsoft.com/office/drawing/2014/main" id="{EEC02640-C778-4F6B-ABDB-DC1DC218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282" y="2648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2" name="path-1927">
            <a:extLst xmlns:a="http://schemas.openxmlformats.org/drawingml/2006/main">
              <a:ext uri="{FF2B5EF4-FFF2-40B4-BE49-F238E27FC236}">
                <a16:creationId xmlns:a16="http://schemas.microsoft.com/office/drawing/2014/main" id="{2F7180D0-48E8-4AE1-B4B3-E41AC889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4" y="26414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3" name="path-1928">
            <a:extLst xmlns:a="http://schemas.openxmlformats.org/drawingml/2006/main">
              <a:ext uri="{FF2B5EF4-FFF2-40B4-BE49-F238E27FC236}">
                <a16:creationId xmlns:a16="http://schemas.microsoft.com/office/drawing/2014/main" id="{7CEC9F26-FF94-4894-93F4-5B691472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21" y="2633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4" name="path-1929">
            <a:extLst xmlns:a="http://schemas.openxmlformats.org/drawingml/2006/main">
              <a:ext uri="{FF2B5EF4-FFF2-40B4-BE49-F238E27FC236}">
                <a16:creationId xmlns:a16="http://schemas.microsoft.com/office/drawing/2014/main" id="{863458FF-F4D7-4D7F-8FC9-26838960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430" y="26508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5" name="path-1930">
            <a:extLst xmlns:a="http://schemas.openxmlformats.org/drawingml/2006/main">
              <a:ext uri="{FF2B5EF4-FFF2-40B4-BE49-F238E27FC236}">
                <a16:creationId xmlns:a16="http://schemas.microsoft.com/office/drawing/2014/main" id="{C8EFB02B-4C33-4BC9-B154-6BCB245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626" y="2656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6" name="path-1931">
            <a:extLst xmlns:a="http://schemas.openxmlformats.org/drawingml/2006/main">
              <a:ext uri="{FF2B5EF4-FFF2-40B4-BE49-F238E27FC236}">
                <a16:creationId xmlns:a16="http://schemas.microsoft.com/office/drawing/2014/main" id="{354E841A-26FD-4CE9-98B5-6D60168F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0" y="2635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7" name="path-1932">
            <a:extLst xmlns:a="http://schemas.openxmlformats.org/drawingml/2006/main">
              <a:ext uri="{FF2B5EF4-FFF2-40B4-BE49-F238E27FC236}">
                <a16:creationId xmlns:a16="http://schemas.microsoft.com/office/drawing/2014/main" id="{2A026F98-D04D-40FB-B0E9-205045D8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907" y="2649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8" name="path-1933">
            <a:extLst xmlns:a="http://schemas.openxmlformats.org/drawingml/2006/main">
              <a:ext uri="{FF2B5EF4-FFF2-40B4-BE49-F238E27FC236}">
                <a16:creationId xmlns:a16="http://schemas.microsoft.com/office/drawing/2014/main" id="{6503EDC8-9584-41A9-9A29-3EAA6CB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717" y="2632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9" name="path-1934">
            <a:extLst xmlns:a="http://schemas.openxmlformats.org/drawingml/2006/main">
              <a:ext uri="{FF2B5EF4-FFF2-40B4-BE49-F238E27FC236}">
                <a16:creationId xmlns:a16="http://schemas.microsoft.com/office/drawing/2014/main" id="{346339C2-A1BD-4C98-990D-BEEB2D6A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40" y="26353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0" name="path-1935">
            <a:extLst xmlns:a="http://schemas.openxmlformats.org/drawingml/2006/main">
              <a:ext uri="{FF2B5EF4-FFF2-40B4-BE49-F238E27FC236}">
                <a16:creationId xmlns:a16="http://schemas.microsoft.com/office/drawing/2014/main" id="{71EE7769-EFAC-4AFC-91DF-E0C5B177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948" y="26427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1" name="path-1936">
            <a:extLst xmlns:a="http://schemas.openxmlformats.org/drawingml/2006/main">
              <a:ext uri="{FF2B5EF4-FFF2-40B4-BE49-F238E27FC236}">
                <a16:creationId xmlns:a16="http://schemas.microsoft.com/office/drawing/2014/main" id="{D91DF2A9-DBDD-45A3-A010-60A3AF48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15" y="26568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2" name="path-1937">
            <a:extLst xmlns:a="http://schemas.openxmlformats.org/drawingml/2006/main">
              <a:ext uri="{FF2B5EF4-FFF2-40B4-BE49-F238E27FC236}">
                <a16:creationId xmlns:a16="http://schemas.microsoft.com/office/drawing/2014/main" id="{2729AA78-DEE2-4287-BC6E-07642E4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19" y="26192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3" name="path-1938">
            <a:extLst xmlns:a="http://schemas.openxmlformats.org/drawingml/2006/main">
              <a:ext uri="{FF2B5EF4-FFF2-40B4-BE49-F238E27FC236}">
                <a16:creationId xmlns:a16="http://schemas.microsoft.com/office/drawing/2014/main" id="{1F5313D4-8BD8-4603-B97E-E8F29B9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14" y="26456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4" name="path-1939">
            <a:extLst xmlns:a="http://schemas.openxmlformats.org/drawingml/2006/main">
              <a:ext uri="{FF2B5EF4-FFF2-40B4-BE49-F238E27FC236}">
                <a16:creationId xmlns:a16="http://schemas.microsoft.com/office/drawing/2014/main" id="{F664B66E-A5EF-42AB-9A3D-670F1949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18" y="2636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5" name="path-1940">
            <a:extLst xmlns:a="http://schemas.openxmlformats.org/drawingml/2006/main">
              <a:ext uri="{FF2B5EF4-FFF2-40B4-BE49-F238E27FC236}">
                <a16:creationId xmlns:a16="http://schemas.microsoft.com/office/drawing/2014/main" id="{82CF01AE-0CD7-49AD-A034-3A792E2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16" y="26559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6" name="path-1941">
            <a:extLst xmlns:a="http://schemas.openxmlformats.org/drawingml/2006/main">
              <a:ext uri="{FF2B5EF4-FFF2-40B4-BE49-F238E27FC236}">
                <a16:creationId xmlns:a16="http://schemas.microsoft.com/office/drawing/2014/main" id="{598CCD55-063D-4186-B5CE-BB17B23A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96" y="26675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7" name="path-1942">
            <a:extLst xmlns:a="http://schemas.openxmlformats.org/drawingml/2006/main">
              <a:ext uri="{FF2B5EF4-FFF2-40B4-BE49-F238E27FC236}">
                <a16:creationId xmlns:a16="http://schemas.microsoft.com/office/drawing/2014/main" id="{07456E42-8EE5-40C6-9DD7-8157F9FE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14" y="2654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8" name="path-1943">
            <a:extLst xmlns:a="http://schemas.openxmlformats.org/drawingml/2006/main">
              <a:ext uri="{FF2B5EF4-FFF2-40B4-BE49-F238E27FC236}">
                <a16:creationId xmlns:a16="http://schemas.microsoft.com/office/drawing/2014/main" id="{60309BE9-DBAE-4CF9-83CC-64430D93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36" y="2630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9" name="path-1944">
            <a:extLst xmlns:a="http://schemas.openxmlformats.org/drawingml/2006/main">
              <a:ext uri="{FF2B5EF4-FFF2-40B4-BE49-F238E27FC236}">
                <a16:creationId xmlns:a16="http://schemas.microsoft.com/office/drawing/2014/main" id="{9CCC0E33-BA73-4ECE-95A0-DFDBFBC1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500" y="2634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0" name="path-1945">
            <a:extLst xmlns:a="http://schemas.openxmlformats.org/drawingml/2006/main">
              <a:ext uri="{FF2B5EF4-FFF2-40B4-BE49-F238E27FC236}">
                <a16:creationId xmlns:a16="http://schemas.microsoft.com/office/drawing/2014/main" id="{A37358F1-806D-44BB-8DCA-D2F60512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702" y="2655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1" name="path-1946">
            <a:extLst xmlns:a="http://schemas.openxmlformats.org/drawingml/2006/main">
              <a:ext uri="{FF2B5EF4-FFF2-40B4-BE49-F238E27FC236}">
                <a16:creationId xmlns:a16="http://schemas.microsoft.com/office/drawing/2014/main" id="{84C12296-775D-42B6-B72A-D2A7388B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231" y="26251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2" name="path-1947">
            <a:extLst xmlns:a="http://schemas.openxmlformats.org/drawingml/2006/main">
              <a:ext uri="{FF2B5EF4-FFF2-40B4-BE49-F238E27FC236}">
                <a16:creationId xmlns:a16="http://schemas.microsoft.com/office/drawing/2014/main" id="{7748B249-190A-4165-A287-2FBD85BB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89" y="2635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3" name="path-1948">
            <a:extLst xmlns:a="http://schemas.openxmlformats.org/drawingml/2006/main">
              <a:ext uri="{FF2B5EF4-FFF2-40B4-BE49-F238E27FC236}">
                <a16:creationId xmlns:a16="http://schemas.microsoft.com/office/drawing/2014/main" id="{074381B5-6E2A-4B88-A5ED-C8F9FA2A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773" y="26650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4" name="path-1949">
            <a:extLst xmlns:a="http://schemas.openxmlformats.org/drawingml/2006/main">
              <a:ext uri="{FF2B5EF4-FFF2-40B4-BE49-F238E27FC236}">
                <a16:creationId xmlns:a16="http://schemas.microsoft.com/office/drawing/2014/main" id="{9A257791-2473-4810-9009-D531C39B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36" y="26259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5" name="path-1950">
            <a:extLst xmlns:a="http://schemas.openxmlformats.org/drawingml/2006/main">
              <a:ext uri="{FF2B5EF4-FFF2-40B4-BE49-F238E27FC236}">
                <a16:creationId xmlns:a16="http://schemas.microsoft.com/office/drawing/2014/main" id="{82D36D71-A9E5-4F39-A46D-B98F2897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944" y="26204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6" name="path-1951">
            <a:extLst xmlns:a="http://schemas.openxmlformats.org/drawingml/2006/main">
              <a:ext uri="{FF2B5EF4-FFF2-40B4-BE49-F238E27FC236}">
                <a16:creationId xmlns:a16="http://schemas.microsoft.com/office/drawing/2014/main" id="{77B6F709-6649-4C8B-B568-6795107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434" y="2607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7" name="path-1952">
            <a:extLst xmlns:a="http://schemas.openxmlformats.org/drawingml/2006/main">
              <a:ext uri="{FF2B5EF4-FFF2-40B4-BE49-F238E27FC236}">
                <a16:creationId xmlns:a16="http://schemas.microsoft.com/office/drawing/2014/main" id="{D593747C-9790-4887-A6E0-2ED452E3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46" y="2648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8" name="path-1953">
            <a:extLst xmlns:a="http://schemas.openxmlformats.org/drawingml/2006/main">
              <a:ext uri="{FF2B5EF4-FFF2-40B4-BE49-F238E27FC236}">
                <a16:creationId xmlns:a16="http://schemas.microsoft.com/office/drawing/2014/main" id="{A20A04E1-A5BD-412A-84FE-8C4F43EA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838" y="2618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9" name="path-1954">
            <a:extLst xmlns:a="http://schemas.openxmlformats.org/drawingml/2006/main">
              <a:ext uri="{FF2B5EF4-FFF2-40B4-BE49-F238E27FC236}">
                <a16:creationId xmlns:a16="http://schemas.microsoft.com/office/drawing/2014/main" id="{D40D1F42-136E-4F6F-B4E3-323EB2FC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920" y="2648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0" name="path-1955">
            <a:extLst xmlns:a="http://schemas.openxmlformats.org/drawingml/2006/main">
              <a:ext uri="{FF2B5EF4-FFF2-40B4-BE49-F238E27FC236}">
                <a16:creationId xmlns:a16="http://schemas.microsoft.com/office/drawing/2014/main" id="{D085D143-C658-4613-9E7A-07AD933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565" y="2642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1" name="path-1956">
            <a:extLst xmlns:a="http://schemas.openxmlformats.org/drawingml/2006/main">
              <a:ext uri="{FF2B5EF4-FFF2-40B4-BE49-F238E27FC236}">
                <a16:creationId xmlns:a16="http://schemas.microsoft.com/office/drawing/2014/main" id="{E72D519C-791F-4CA0-BE2F-F755268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548" y="2601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2" name="path-1957">
            <a:extLst xmlns:a="http://schemas.openxmlformats.org/drawingml/2006/main">
              <a:ext uri="{FF2B5EF4-FFF2-40B4-BE49-F238E27FC236}">
                <a16:creationId xmlns:a16="http://schemas.microsoft.com/office/drawing/2014/main" id="{5E4616E5-C82F-45D1-A0A8-4E3EB67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244" y="2630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3" name="path-1958">
            <a:extLst xmlns:a="http://schemas.openxmlformats.org/drawingml/2006/main">
              <a:ext uri="{FF2B5EF4-FFF2-40B4-BE49-F238E27FC236}">
                <a16:creationId xmlns:a16="http://schemas.microsoft.com/office/drawing/2014/main" id="{64FFD253-5DA3-4DCB-B47E-52787FE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50" y="2634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4" name="path-1959">
            <a:extLst xmlns:a="http://schemas.openxmlformats.org/drawingml/2006/main">
              <a:ext uri="{FF2B5EF4-FFF2-40B4-BE49-F238E27FC236}">
                <a16:creationId xmlns:a16="http://schemas.microsoft.com/office/drawing/2014/main" id="{E13C40E4-AF2C-455A-B283-775FBE9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37" y="26351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5" name="path-1960">
            <a:extLst xmlns:a="http://schemas.openxmlformats.org/drawingml/2006/main">
              <a:ext uri="{FF2B5EF4-FFF2-40B4-BE49-F238E27FC236}">
                <a16:creationId xmlns:a16="http://schemas.microsoft.com/office/drawing/2014/main" id="{CD59D8EC-E756-49ED-84CC-18902BA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949" y="26488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6" name="path-1961">
            <a:extLst xmlns:a="http://schemas.openxmlformats.org/drawingml/2006/main">
              <a:ext uri="{FF2B5EF4-FFF2-40B4-BE49-F238E27FC236}">
                <a16:creationId xmlns:a16="http://schemas.microsoft.com/office/drawing/2014/main" id="{89B2692E-5ABC-4120-B74D-0AB2788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70" y="2640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7" name="path-1962">
            <a:extLst xmlns:a="http://schemas.openxmlformats.org/drawingml/2006/main">
              <a:ext uri="{FF2B5EF4-FFF2-40B4-BE49-F238E27FC236}">
                <a16:creationId xmlns:a16="http://schemas.microsoft.com/office/drawing/2014/main" id="{E655F6FA-0FD7-4424-B84D-1C2FC34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13" y="26663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8" name="path-1963">
            <a:extLst xmlns:a="http://schemas.openxmlformats.org/drawingml/2006/main">
              <a:ext uri="{FF2B5EF4-FFF2-40B4-BE49-F238E27FC236}">
                <a16:creationId xmlns:a16="http://schemas.microsoft.com/office/drawing/2014/main" id="{795CFE97-1617-45E2-AB70-D1A78D5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8" y="2642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9" name="path-1964">
            <a:extLst xmlns:a="http://schemas.openxmlformats.org/drawingml/2006/main">
              <a:ext uri="{FF2B5EF4-FFF2-40B4-BE49-F238E27FC236}">
                <a16:creationId xmlns:a16="http://schemas.microsoft.com/office/drawing/2014/main" id="{925D2A93-A784-4829-A1D5-5D239BF8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313" y="26373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0" name="path-1965">
            <a:extLst xmlns:a="http://schemas.openxmlformats.org/drawingml/2006/main">
              <a:ext uri="{FF2B5EF4-FFF2-40B4-BE49-F238E27FC236}">
                <a16:creationId xmlns:a16="http://schemas.microsoft.com/office/drawing/2014/main" id="{9F0560A5-1FCB-4931-8932-A9D7E48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415" y="2642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1" name="path-1966">
            <a:extLst xmlns:a="http://schemas.openxmlformats.org/drawingml/2006/main">
              <a:ext uri="{FF2B5EF4-FFF2-40B4-BE49-F238E27FC236}">
                <a16:creationId xmlns:a16="http://schemas.microsoft.com/office/drawing/2014/main" id="{4FED6F1C-A4A7-4C59-9B8A-2EB31457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677" y="2639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2" name="path-1967">
            <a:extLst xmlns:a="http://schemas.openxmlformats.org/drawingml/2006/main">
              <a:ext uri="{FF2B5EF4-FFF2-40B4-BE49-F238E27FC236}">
                <a16:creationId xmlns:a16="http://schemas.microsoft.com/office/drawing/2014/main" id="{939ECC97-BAD4-4C83-B583-9878F41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883" y="2644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3" name="path-1968">
            <a:extLst xmlns:a="http://schemas.openxmlformats.org/drawingml/2006/main">
              <a:ext uri="{FF2B5EF4-FFF2-40B4-BE49-F238E27FC236}">
                <a16:creationId xmlns:a16="http://schemas.microsoft.com/office/drawing/2014/main" id="{1CCCACDF-2247-4193-99E6-26182D7B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223" y="2655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4" name="path-1969">
            <a:extLst xmlns:a="http://schemas.openxmlformats.org/drawingml/2006/main">
              <a:ext uri="{FF2B5EF4-FFF2-40B4-BE49-F238E27FC236}">
                <a16:creationId xmlns:a16="http://schemas.microsoft.com/office/drawing/2014/main" id="{5962D1FD-D806-4A5B-AD37-514961B5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113" y="2647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5" name="path-1970">
            <a:extLst xmlns:a="http://schemas.openxmlformats.org/drawingml/2006/main">
              <a:ext uri="{FF2B5EF4-FFF2-40B4-BE49-F238E27FC236}">
                <a16:creationId xmlns:a16="http://schemas.microsoft.com/office/drawing/2014/main" id="{487E8AFF-FFD9-4BB3-8D6F-F0DBA30B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2640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6" name="path-1971">
            <a:extLst xmlns:a="http://schemas.openxmlformats.org/drawingml/2006/main">
              <a:ext uri="{FF2B5EF4-FFF2-40B4-BE49-F238E27FC236}">
                <a16:creationId xmlns:a16="http://schemas.microsoft.com/office/drawing/2014/main" id="{EDF68C90-5C38-49BA-B42C-944A7A06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690" y="26077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7" name="path-1972">
            <a:extLst xmlns:a="http://schemas.openxmlformats.org/drawingml/2006/main">
              <a:ext uri="{FF2B5EF4-FFF2-40B4-BE49-F238E27FC236}">
                <a16:creationId xmlns:a16="http://schemas.microsoft.com/office/drawing/2014/main" id="{646C5DAD-0770-4D30-A015-EB5E892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355" y="2623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8" name="path-1973">
            <a:extLst xmlns:a="http://schemas.openxmlformats.org/drawingml/2006/main">
              <a:ext uri="{FF2B5EF4-FFF2-40B4-BE49-F238E27FC236}">
                <a16:creationId xmlns:a16="http://schemas.microsoft.com/office/drawing/2014/main" id="{ED37FE6C-8E35-46B5-8BBE-9CB34549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84" y="2637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9" name="path-1974">
            <a:extLst xmlns:a="http://schemas.openxmlformats.org/drawingml/2006/main">
              <a:ext uri="{FF2B5EF4-FFF2-40B4-BE49-F238E27FC236}">
                <a16:creationId xmlns:a16="http://schemas.microsoft.com/office/drawing/2014/main" id="{3F0F59CC-95EE-4510-9706-0E7433D2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25" y="26519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0" name="path-1975">
            <a:extLst xmlns:a="http://schemas.openxmlformats.org/drawingml/2006/main">
              <a:ext uri="{FF2B5EF4-FFF2-40B4-BE49-F238E27FC236}">
                <a16:creationId xmlns:a16="http://schemas.microsoft.com/office/drawing/2014/main" id="{FA61517D-C81B-4028-941B-41B0B04C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120" y="2633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1" name="path-1976">
            <a:extLst xmlns:a="http://schemas.openxmlformats.org/drawingml/2006/main">
              <a:ext uri="{FF2B5EF4-FFF2-40B4-BE49-F238E27FC236}">
                <a16:creationId xmlns:a16="http://schemas.microsoft.com/office/drawing/2014/main" id="{F50340F4-16EE-4F59-B85C-0F46A59C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701" y="26113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2" name="path-1977">
            <a:extLst xmlns:a="http://schemas.openxmlformats.org/drawingml/2006/main">
              <a:ext uri="{FF2B5EF4-FFF2-40B4-BE49-F238E27FC236}">
                <a16:creationId xmlns:a16="http://schemas.microsoft.com/office/drawing/2014/main" id="{6B53DEA8-BD8F-421D-B91F-D03DEA8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605" y="2646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3" name="path-1978">
            <a:extLst xmlns:a="http://schemas.openxmlformats.org/drawingml/2006/main">
              <a:ext uri="{FF2B5EF4-FFF2-40B4-BE49-F238E27FC236}">
                <a16:creationId xmlns:a16="http://schemas.microsoft.com/office/drawing/2014/main" id="{ACE0E595-ED57-4C5E-A7D4-6A47115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58" y="2607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4" name="path-1979">
            <a:extLst xmlns:a="http://schemas.openxmlformats.org/drawingml/2006/main">
              <a:ext uri="{FF2B5EF4-FFF2-40B4-BE49-F238E27FC236}">
                <a16:creationId xmlns:a16="http://schemas.microsoft.com/office/drawing/2014/main" id="{090BD69A-BF44-4455-A1D2-62464A8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322" y="2635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5" name="path-1980">
            <a:extLst xmlns:a="http://schemas.openxmlformats.org/drawingml/2006/main">
              <a:ext uri="{FF2B5EF4-FFF2-40B4-BE49-F238E27FC236}">
                <a16:creationId xmlns:a16="http://schemas.microsoft.com/office/drawing/2014/main" id="{59C6044A-4C8F-48D1-B3D0-CA200DB0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823" y="2615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6" name="path-1981">
            <a:extLst xmlns:a="http://schemas.openxmlformats.org/drawingml/2006/main">
              <a:ext uri="{FF2B5EF4-FFF2-40B4-BE49-F238E27FC236}">
                <a16:creationId xmlns:a16="http://schemas.microsoft.com/office/drawing/2014/main" id="{CA6D471C-5DC4-4450-8340-C65D130C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606" y="2619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7" name="path-1982">
            <a:extLst xmlns:a="http://schemas.openxmlformats.org/drawingml/2006/main">
              <a:ext uri="{FF2B5EF4-FFF2-40B4-BE49-F238E27FC236}">
                <a16:creationId xmlns:a16="http://schemas.microsoft.com/office/drawing/2014/main" id="{24E9D664-4027-4B82-9BCC-A347D42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162" y="26556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8" name="path-1983">
            <a:extLst xmlns:a="http://schemas.openxmlformats.org/drawingml/2006/main">
              <a:ext uri="{FF2B5EF4-FFF2-40B4-BE49-F238E27FC236}">
                <a16:creationId xmlns:a16="http://schemas.microsoft.com/office/drawing/2014/main" id="{17C0EB7B-B68C-448E-889A-67EF2F6E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50" y="2621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9" name="path-1984">
            <a:extLst xmlns:a="http://schemas.openxmlformats.org/drawingml/2006/main">
              <a:ext uri="{FF2B5EF4-FFF2-40B4-BE49-F238E27FC236}">
                <a16:creationId xmlns:a16="http://schemas.microsoft.com/office/drawing/2014/main" id="{3556B840-E374-4594-94CB-702B972A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191" y="2657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0" name="path-1985">
            <a:extLst xmlns:a="http://schemas.openxmlformats.org/drawingml/2006/main">
              <a:ext uri="{FF2B5EF4-FFF2-40B4-BE49-F238E27FC236}">
                <a16:creationId xmlns:a16="http://schemas.microsoft.com/office/drawing/2014/main" id="{740AEE8D-0A25-4697-B6F8-0EA75781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745" y="26171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1" name="path-1986">
            <a:extLst xmlns:a="http://schemas.openxmlformats.org/drawingml/2006/main">
              <a:ext uri="{FF2B5EF4-FFF2-40B4-BE49-F238E27FC236}">
                <a16:creationId xmlns:a16="http://schemas.microsoft.com/office/drawing/2014/main" id="{322A449C-0FA3-4C9B-AAAF-1BCF3374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84" y="2624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2" name="path-1987">
            <a:extLst xmlns:a="http://schemas.openxmlformats.org/drawingml/2006/main">
              <a:ext uri="{FF2B5EF4-FFF2-40B4-BE49-F238E27FC236}">
                <a16:creationId xmlns:a16="http://schemas.microsoft.com/office/drawing/2014/main" id="{46134B4C-7986-473B-920E-F6FED2ED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75" y="2637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3" name="path-1988">
            <a:extLst xmlns:a="http://schemas.openxmlformats.org/drawingml/2006/main">
              <a:ext uri="{FF2B5EF4-FFF2-40B4-BE49-F238E27FC236}">
                <a16:creationId xmlns:a16="http://schemas.microsoft.com/office/drawing/2014/main" id="{5E52DC0E-DA74-42FE-B269-02DA0D7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274" y="2622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4" name="path-1989">
            <a:extLst xmlns:a="http://schemas.openxmlformats.org/drawingml/2006/main">
              <a:ext uri="{FF2B5EF4-FFF2-40B4-BE49-F238E27FC236}">
                <a16:creationId xmlns:a16="http://schemas.microsoft.com/office/drawing/2014/main" id="{9D4DF4E8-D1DA-4B75-9A68-F80A7BA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248" y="26671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5" name="path-1990">
            <a:extLst xmlns:a="http://schemas.openxmlformats.org/drawingml/2006/main">
              <a:ext uri="{FF2B5EF4-FFF2-40B4-BE49-F238E27FC236}">
                <a16:creationId xmlns:a16="http://schemas.microsoft.com/office/drawing/2014/main" id="{04271DF7-55CF-4F40-8A4D-A05F4D75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130" y="2641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6" name="path-1991">
            <a:extLst xmlns:a="http://schemas.openxmlformats.org/drawingml/2006/main">
              <a:ext uri="{FF2B5EF4-FFF2-40B4-BE49-F238E27FC236}">
                <a16:creationId xmlns:a16="http://schemas.microsoft.com/office/drawing/2014/main" id="{86C6A216-D9F6-4F45-9D62-ED6242C4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369" y="2645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7" name="path-1992">
            <a:extLst xmlns:a="http://schemas.openxmlformats.org/drawingml/2006/main">
              <a:ext uri="{FF2B5EF4-FFF2-40B4-BE49-F238E27FC236}">
                <a16:creationId xmlns:a16="http://schemas.microsoft.com/office/drawing/2014/main" id="{BF9DEB99-2CD0-4AD6-B7B6-CCC8BC15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44" y="26306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8" name="path-1993">
            <a:extLst xmlns:a="http://schemas.openxmlformats.org/drawingml/2006/main">
              <a:ext uri="{FF2B5EF4-FFF2-40B4-BE49-F238E27FC236}">
                <a16:creationId xmlns:a16="http://schemas.microsoft.com/office/drawing/2014/main" id="{4C016E25-A450-4FFA-A4FA-C4874F69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27" y="2646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9" name="path-1994">
            <a:extLst xmlns:a="http://schemas.openxmlformats.org/drawingml/2006/main">
              <a:ext uri="{FF2B5EF4-FFF2-40B4-BE49-F238E27FC236}">
                <a16:creationId xmlns:a16="http://schemas.microsoft.com/office/drawing/2014/main" id="{16B5A953-7262-45E6-B8EC-103BA606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5315" y="26570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0" name="path-1995">
            <a:extLst xmlns:a="http://schemas.openxmlformats.org/drawingml/2006/main">
              <a:ext uri="{FF2B5EF4-FFF2-40B4-BE49-F238E27FC236}">
                <a16:creationId xmlns:a16="http://schemas.microsoft.com/office/drawing/2014/main" id="{23145148-417F-4DCE-B6E8-DE6736B9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98" y="26613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1" name="path-1996">
            <a:extLst xmlns:a="http://schemas.openxmlformats.org/drawingml/2006/main">
              <a:ext uri="{FF2B5EF4-FFF2-40B4-BE49-F238E27FC236}">
                <a16:creationId xmlns:a16="http://schemas.microsoft.com/office/drawing/2014/main" id="{0CAF3C1B-D056-46E8-98D3-05140BF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6" y="2618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2" name="path-1997">
            <a:extLst xmlns:a="http://schemas.openxmlformats.org/drawingml/2006/main">
              <a:ext uri="{FF2B5EF4-FFF2-40B4-BE49-F238E27FC236}">
                <a16:creationId xmlns:a16="http://schemas.microsoft.com/office/drawing/2014/main" id="{20C3D874-1AAB-45FF-A8EB-5B8DAB6F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705" y="2632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3" name="path-1998">
            <a:extLst xmlns:a="http://schemas.openxmlformats.org/drawingml/2006/main">
              <a:ext uri="{FF2B5EF4-FFF2-40B4-BE49-F238E27FC236}">
                <a16:creationId xmlns:a16="http://schemas.microsoft.com/office/drawing/2014/main" id="{7E2067A5-B5C0-43BC-8529-5D444708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559" y="26204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4" name="path-1999">
            <a:extLst xmlns:a="http://schemas.openxmlformats.org/drawingml/2006/main">
              <a:ext uri="{FF2B5EF4-FFF2-40B4-BE49-F238E27FC236}">
                <a16:creationId xmlns:a16="http://schemas.microsoft.com/office/drawing/2014/main" id="{43EA33B9-E111-492C-9F31-DCD356F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223" y="2657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5" name="path-2000">
            <a:extLst xmlns:a="http://schemas.openxmlformats.org/drawingml/2006/main">
              <a:ext uri="{FF2B5EF4-FFF2-40B4-BE49-F238E27FC236}">
                <a16:creationId xmlns:a16="http://schemas.microsoft.com/office/drawing/2014/main" id="{4B243D2D-41AA-4AE0-9424-7F0EC9D7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238" y="2658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6" name="path-2001">
            <a:extLst xmlns:a="http://schemas.openxmlformats.org/drawingml/2006/main">
              <a:ext uri="{FF2B5EF4-FFF2-40B4-BE49-F238E27FC236}">
                <a16:creationId xmlns:a16="http://schemas.microsoft.com/office/drawing/2014/main" id="{9258BD9B-F562-497B-B833-A7E5644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849" y="2619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7" name="path-2002">
            <a:extLst xmlns:a="http://schemas.openxmlformats.org/drawingml/2006/main">
              <a:ext uri="{FF2B5EF4-FFF2-40B4-BE49-F238E27FC236}">
                <a16:creationId xmlns:a16="http://schemas.microsoft.com/office/drawing/2014/main" id="{C8C86347-204D-4981-9AB7-0D32A8F6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85" y="2643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8" name="path-2003">
            <a:extLst xmlns:a="http://schemas.openxmlformats.org/drawingml/2006/main">
              <a:ext uri="{FF2B5EF4-FFF2-40B4-BE49-F238E27FC236}">
                <a16:creationId xmlns:a16="http://schemas.microsoft.com/office/drawing/2014/main" id="{1F1558B9-7B55-4E9D-BCAE-F232CF8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220" y="2642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9" name="path-2004">
            <a:extLst xmlns:a="http://schemas.openxmlformats.org/drawingml/2006/main">
              <a:ext uri="{FF2B5EF4-FFF2-40B4-BE49-F238E27FC236}">
                <a16:creationId xmlns:a16="http://schemas.microsoft.com/office/drawing/2014/main" id="{1330BC3F-8907-45CF-A46D-D8CDC78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897" y="2649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0" name="path-2005">
            <a:extLst xmlns:a="http://schemas.openxmlformats.org/drawingml/2006/main">
              <a:ext uri="{FF2B5EF4-FFF2-40B4-BE49-F238E27FC236}">
                <a16:creationId xmlns:a16="http://schemas.microsoft.com/office/drawing/2014/main" id="{B46D87CE-69AD-4AF8-948C-1AE05B6A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2631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1" name="path-2006">
            <a:extLst xmlns:a="http://schemas.openxmlformats.org/drawingml/2006/main">
              <a:ext uri="{FF2B5EF4-FFF2-40B4-BE49-F238E27FC236}">
                <a16:creationId xmlns:a16="http://schemas.microsoft.com/office/drawing/2014/main" id="{C99E3BBC-913F-4F36-A090-271837C0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473" y="2629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2" name="path-2007">
            <a:extLst xmlns:a="http://schemas.openxmlformats.org/drawingml/2006/main">
              <a:ext uri="{FF2B5EF4-FFF2-40B4-BE49-F238E27FC236}">
                <a16:creationId xmlns:a16="http://schemas.microsoft.com/office/drawing/2014/main" id="{FED3D7B1-FC9E-4536-83BD-D65C97C1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088" y="2614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3" name="path-2008">
            <a:extLst xmlns:a="http://schemas.openxmlformats.org/drawingml/2006/main">
              <a:ext uri="{FF2B5EF4-FFF2-40B4-BE49-F238E27FC236}">
                <a16:creationId xmlns:a16="http://schemas.microsoft.com/office/drawing/2014/main" id="{2C0AC6CC-20B9-4384-86E8-B8E9DA8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619" y="26408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4" name="path-2009">
            <a:extLst xmlns:a="http://schemas.openxmlformats.org/drawingml/2006/main">
              <a:ext uri="{FF2B5EF4-FFF2-40B4-BE49-F238E27FC236}">
                <a16:creationId xmlns:a16="http://schemas.microsoft.com/office/drawing/2014/main" id="{701BA0EB-505A-492E-8BE1-13C2146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25" y="26545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5" name="path-2010">
            <a:extLst xmlns:a="http://schemas.openxmlformats.org/drawingml/2006/main">
              <a:ext uri="{FF2B5EF4-FFF2-40B4-BE49-F238E27FC236}">
                <a16:creationId xmlns:a16="http://schemas.microsoft.com/office/drawing/2014/main" id="{3B8C0C34-EBB6-4892-B869-2F56A143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95" y="2635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6" name="path-2011">
            <a:extLst xmlns:a="http://schemas.openxmlformats.org/drawingml/2006/main">
              <a:ext uri="{FF2B5EF4-FFF2-40B4-BE49-F238E27FC236}">
                <a16:creationId xmlns:a16="http://schemas.microsoft.com/office/drawing/2014/main" id="{BBDFF26D-27FE-458F-A02E-BE6A0A9D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018" y="2651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7" name="path-2012">
            <a:extLst xmlns:a="http://schemas.openxmlformats.org/drawingml/2006/main">
              <a:ext uri="{FF2B5EF4-FFF2-40B4-BE49-F238E27FC236}">
                <a16:creationId xmlns:a16="http://schemas.microsoft.com/office/drawing/2014/main" id="{98A5749C-A080-44C1-87F0-30E300F4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493" y="26409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8" name="path-2013">
            <a:extLst xmlns:a="http://schemas.openxmlformats.org/drawingml/2006/main">
              <a:ext uri="{FF2B5EF4-FFF2-40B4-BE49-F238E27FC236}">
                <a16:creationId xmlns:a16="http://schemas.microsoft.com/office/drawing/2014/main" id="{44D53629-17AA-48E4-BAA9-A097C91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710" y="2627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9" name="path-2014">
            <a:extLst xmlns:a="http://schemas.openxmlformats.org/drawingml/2006/main">
              <a:ext uri="{FF2B5EF4-FFF2-40B4-BE49-F238E27FC236}">
                <a16:creationId xmlns:a16="http://schemas.microsoft.com/office/drawing/2014/main" id="{5718D239-6F78-4BF8-AFD9-5718632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64" y="2638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0" name="path-2015">
            <a:extLst xmlns:a="http://schemas.openxmlformats.org/drawingml/2006/main">
              <a:ext uri="{FF2B5EF4-FFF2-40B4-BE49-F238E27FC236}">
                <a16:creationId xmlns:a16="http://schemas.microsoft.com/office/drawing/2014/main" id="{411B564A-1BD3-4610-B94D-742259A8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945" y="2629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1" name="path-2016">
            <a:extLst xmlns:a="http://schemas.openxmlformats.org/drawingml/2006/main">
              <a:ext uri="{FF2B5EF4-FFF2-40B4-BE49-F238E27FC236}">
                <a16:creationId xmlns:a16="http://schemas.microsoft.com/office/drawing/2014/main" id="{6335D6FF-9FE3-4695-AC74-ACFEFF3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081" y="2639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2" name="path-2017">
            <a:extLst xmlns:a="http://schemas.openxmlformats.org/drawingml/2006/main">
              <a:ext uri="{FF2B5EF4-FFF2-40B4-BE49-F238E27FC236}">
                <a16:creationId xmlns:a16="http://schemas.microsoft.com/office/drawing/2014/main" id="{4EFA4CFC-7D68-4DD5-85D9-66A6736A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76" y="2622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3" name="path-2018">
            <a:extLst xmlns:a="http://schemas.openxmlformats.org/drawingml/2006/main">
              <a:ext uri="{FF2B5EF4-FFF2-40B4-BE49-F238E27FC236}">
                <a16:creationId xmlns:a16="http://schemas.microsoft.com/office/drawing/2014/main" id="{7464F176-2A42-46E4-B70D-BD86DD1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44" y="26529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4" name="path-2019">
            <a:extLst xmlns:a="http://schemas.openxmlformats.org/drawingml/2006/main">
              <a:ext uri="{FF2B5EF4-FFF2-40B4-BE49-F238E27FC236}">
                <a16:creationId xmlns:a16="http://schemas.microsoft.com/office/drawing/2014/main" id="{60DF6DB2-108B-4F14-9B24-85A3A6C1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039" y="26233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5" name="path-2020">
            <a:extLst xmlns:a="http://schemas.openxmlformats.org/drawingml/2006/main">
              <a:ext uri="{FF2B5EF4-FFF2-40B4-BE49-F238E27FC236}">
                <a16:creationId xmlns:a16="http://schemas.microsoft.com/office/drawing/2014/main" id="{AF9C7846-9A9A-4ECA-B383-53A83744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919" y="26330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6" name="path-2021">
            <a:extLst xmlns:a="http://schemas.openxmlformats.org/drawingml/2006/main">
              <a:ext uri="{FF2B5EF4-FFF2-40B4-BE49-F238E27FC236}">
                <a16:creationId xmlns:a16="http://schemas.microsoft.com/office/drawing/2014/main" id="{A133A9FD-2365-47C5-8E8C-D80D5A8F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831" y="2651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7" name="path-2022">
            <a:extLst xmlns:a="http://schemas.openxmlformats.org/drawingml/2006/main">
              <a:ext uri="{FF2B5EF4-FFF2-40B4-BE49-F238E27FC236}">
                <a16:creationId xmlns:a16="http://schemas.microsoft.com/office/drawing/2014/main" id="{193AD23E-6875-424E-95DA-9DCA144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745" y="2661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8" name="path-2023">
            <a:extLst xmlns:a="http://schemas.openxmlformats.org/drawingml/2006/main">
              <a:ext uri="{FF2B5EF4-FFF2-40B4-BE49-F238E27FC236}">
                <a16:creationId xmlns:a16="http://schemas.microsoft.com/office/drawing/2014/main" id="{058CE731-3C2E-4EC9-8DB4-7AA7ED0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5" y="26163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9" name="path-2024">
            <a:extLst xmlns:a="http://schemas.openxmlformats.org/drawingml/2006/main">
              <a:ext uri="{FF2B5EF4-FFF2-40B4-BE49-F238E27FC236}">
                <a16:creationId xmlns:a16="http://schemas.microsoft.com/office/drawing/2014/main" id="{1292E1BE-EF4F-4EE4-BF33-FB02FAAE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488" y="2649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0" name="path-2025">
            <a:extLst xmlns:a="http://schemas.openxmlformats.org/drawingml/2006/main">
              <a:ext uri="{FF2B5EF4-FFF2-40B4-BE49-F238E27FC236}">
                <a16:creationId xmlns:a16="http://schemas.microsoft.com/office/drawing/2014/main" id="{2B099EA3-C438-4152-8939-147E64B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69" y="2642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1" name="path-2026">
            <a:extLst xmlns:a="http://schemas.openxmlformats.org/drawingml/2006/main">
              <a:ext uri="{FF2B5EF4-FFF2-40B4-BE49-F238E27FC236}">
                <a16:creationId xmlns:a16="http://schemas.microsoft.com/office/drawing/2014/main" id="{B76E5DAC-A653-4921-910B-060E50C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2" y="2638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2" name="path-2027">
            <a:extLst xmlns:a="http://schemas.openxmlformats.org/drawingml/2006/main">
              <a:ext uri="{FF2B5EF4-FFF2-40B4-BE49-F238E27FC236}">
                <a16:creationId xmlns:a16="http://schemas.microsoft.com/office/drawing/2014/main" id="{D33C9A13-1446-43FF-93CE-A7D7B4E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073" y="2649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3" name="path-2028">
            <a:extLst xmlns:a="http://schemas.openxmlformats.org/drawingml/2006/main">
              <a:ext uri="{FF2B5EF4-FFF2-40B4-BE49-F238E27FC236}">
                <a16:creationId xmlns:a16="http://schemas.microsoft.com/office/drawing/2014/main" id="{12E21ACC-5FA4-463B-90A6-7E6D611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99" y="26446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4" name="path-2029">
            <a:extLst xmlns:a="http://schemas.openxmlformats.org/drawingml/2006/main">
              <a:ext uri="{FF2B5EF4-FFF2-40B4-BE49-F238E27FC236}">
                <a16:creationId xmlns:a16="http://schemas.microsoft.com/office/drawing/2014/main" id="{C2334850-7803-479A-95C3-B3F5DACC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56" y="2621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5" name="path-2030">
            <a:extLst xmlns:a="http://schemas.openxmlformats.org/drawingml/2006/main">
              <a:ext uri="{FF2B5EF4-FFF2-40B4-BE49-F238E27FC236}">
                <a16:creationId xmlns:a16="http://schemas.microsoft.com/office/drawing/2014/main" id="{18C8546F-227C-4764-9275-1669161D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79" y="2645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6" name="path-2031">
            <a:extLst xmlns:a="http://schemas.openxmlformats.org/drawingml/2006/main">
              <a:ext uri="{FF2B5EF4-FFF2-40B4-BE49-F238E27FC236}">
                <a16:creationId xmlns:a16="http://schemas.microsoft.com/office/drawing/2014/main" id="{3FD50C6B-5215-427F-9A85-CD3666A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24" y="2620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7" name="path-2032">
            <a:extLst xmlns:a="http://schemas.openxmlformats.org/drawingml/2006/main">
              <a:ext uri="{FF2B5EF4-FFF2-40B4-BE49-F238E27FC236}">
                <a16:creationId xmlns:a16="http://schemas.microsoft.com/office/drawing/2014/main" id="{CE0B60CE-B856-4C48-B1E2-34875281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392" y="26670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8" name="path-2033">
            <a:extLst xmlns:a="http://schemas.openxmlformats.org/drawingml/2006/main">
              <a:ext uri="{FF2B5EF4-FFF2-40B4-BE49-F238E27FC236}">
                <a16:creationId xmlns:a16="http://schemas.microsoft.com/office/drawing/2014/main" id="{DD4A7C2C-ABC4-48B7-A801-3F7A0FB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571" y="2648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9" name="path-2034">
            <a:extLst xmlns:a="http://schemas.openxmlformats.org/drawingml/2006/main">
              <a:ext uri="{FF2B5EF4-FFF2-40B4-BE49-F238E27FC236}">
                <a16:creationId xmlns:a16="http://schemas.microsoft.com/office/drawing/2014/main" id="{97FE9B99-3831-463D-9BD1-7F34929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45" y="26635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0" name="path-2035">
            <a:extLst xmlns:a="http://schemas.openxmlformats.org/drawingml/2006/main">
              <a:ext uri="{FF2B5EF4-FFF2-40B4-BE49-F238E27FC236}">
                <a16:creationId xmlns:a16="http://schemas.microsoft.com/office/drawing/2014/main" id="{10B4E8C4-5B82-45DE-A258-59B6BC85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053" y="2629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1" name="path-2036">
            <a:extLst xmlns:a="http://schemas.openxmlformats.org/drawingml/2006/main">
              <a:ext uri="{FF2B5EF4-FFF2-40B4-BE49-F238E27FC236}">
                <a16:creationId xmlns:a16="http://schemas.microsoft.com/office/drawing/2014/main" id="{6E56191B-0C34-4DA0-B321-8A4C4AA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106" y="26260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2" name="path-2037">
            <a:extLst xmlns:a="http://schemas.openxmlformats.org/drawingml/2006/main">
              <a:ext uri="{FF2B5EF4-FFF2-40B4-BE49-F238E27FC236}">
                <a16:creationId xmlns:a16="http://schemas.microsoft.com/office/drawing/2014/main" id="{9411449B-4522-4CE7-B501-48347B36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30" y="2647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3" name="path-2038">
            <a:extLst xmlns:a="http://schemas.openxmlformats.org/drawingml/2006/main">
              <a:ext uri="{FF2B5EF4-FFF2-40B4-BE49-F238E27FC236}">
                <a16:creationId xmlns:a16="http://schemas.microsoft.com/office/drawing/2014/main" id="{EA5C352C-AED9-457D-A267-2AB1DA8D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283" y="2627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4" name="path-2039">
            <a:extLst xmlns:a="http://schemas.openxmlformats.org/drawingml/2006/main">
              <a:ext uri="{FF2B5EF4-FFF2-40B4-BE49-F238E27FC236}">
                <a16:creationId xmlns:a16="http://schemas.microsoft.com/office/drawing/2014/main" id="{3A8AA4D9-AD69-40A9-A2EB-E0F18EE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05" y="2660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5" name="path-2040">
            <a:extLst xmlns:a="http://schemas.openxmlformats.org/drawingml/2006/main">
              <a:ext uri="{FF2B5EF4-FFF2-40B4-BE49-F238E27FC236}">
                <a16:creationId xmlns:a16="http://schemas.microsoft.com/office/drawing/2014/main" id="{2E6EBE4D-3B85-4391-8E94-966C397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18" y="2640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6" name="path-2041">
            <a:extLst xmlns:a="http://schemas.openxmlformats.org/drawingml/2006/main">
              <a:ext uri="{FF2B5EF4-FFF2-40B4-BE49-F238E27FC236}">
                <a16:creationId xmlns:a16="http://schemas.microsoft.com/office/drawing/2014/main" id="{024A281C-F610-4426-BEDB-A1E8D0AF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127" y="2654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7" name="path-2042">
            <a:extLst xmlns:a="http://schemas.openxmlformats.org/drawingml/2006/main">
              <a:ext uri="{FF2B5EF4-FFF2-40B4-BE49-F238E27FC236}">
                <a16:creationId xmlns:a16="http://schemas.microsoft.com/office/drawing/2014/main" id="{CF2791AD-AD1B-4B87-8FB0-6C95CBC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382" y="26540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8" name="path-2043">
            <a:extLst xmlns:a="http://schemas.openxmlformats.org/drawingml/2006/main">
              <a:ext uri="{FF2B5EF4-FFF2-40B4-BE49-F238E27FC236}">
                <a16:creationId xmlns:a16="http://schemas.microsoft.com/office/drawing/2014/main" id="{54569E08-DF03-42AA-9459-A28F5793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30" y="2634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9" name="path-2044">
            <a:extLst xmlns:a="http://schemas.openxmlformats.org/drawingml/2006/main">
              <a:ext uri="{FF2B5EF4-FFF2-40B4-BE49-F238E27FC236}">
                <a16:creationId xmlns:a16="http://schemas.microsoft.com/office/drawing/2014/main" id="{EC411FAD-C341-4648-918B-F29EA21E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447" y="2635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0" name="path-2045">
            <a:extLst xmlns:a="http://schemas.openxmlformats.org/drawingml/2006/main">
              <a:ext uri="{FF2B5EF4-FFF2-40B4-BE49-F238E27FC236}">
                <a16:creationId xmlns:a16="http://schemas.microsoft.com/office/drawing/2014/main" id="{D7217897-457F-486E-8CD0-7B8F7133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97" y="2639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1" name="path-2046">
            <a:extLst xmlns:a="http://schemas.openxmlformats.org/drawingml/2006/main">
              <a:ext uri="{FF2B5EF4-FFF2-40B4-BE49-F238E27FC236}">
                <a16:creationId xmlns:a16="http://schemas.microsoft.com/office/drawing/2014/main" id="{A6580B24-CB07-4914-8BC9-FE4ADF8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61" y="2651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2" name="path-2047">
            <a:extLst xmlns:a="http://schemas.openxmlformats.org/drawingml/2006/main">
              <a:ext uri="{FF2B5EF4-FFF2-40B4-BE49-F238E27FC236}">
                <a16:creationId xmlns:a16="http://schemas.microsoft.com/office/drawing/2014/main" id="{23D45F9A-03A1-4C55-AB72-E2021312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153" y="2631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3" name="path-2048">
            <a:extLst xmlns:a="http://schemas.openxmlformats.org/drawingml/2006/main">
              <a:ext uri="{FF2B5EF4-FFF2-40B4-BE49-F238E27FC236}">
                <a16:creationId xmlns:a16="http://schemas.microsoft.com/office/drawing/2014/main" id="{901E5592-6847-42A6-846B-709540C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06" y="26291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4" name="path-2049">
            <a:extLst xmlns:a="http://schemas.openxmlformats.org/drawingml/2006/main">
              <a:ext uri="{FF2B5EF4-FFF2-40B4-BE49-F238E27FC236}">
                <a16:creationId xmlns:a16="http://schemas.microsoft.com/office/drawing/2014/main" id="{FE052EA2-48D7-4771-8D71-99901608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56" y="2626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5" name="path-2050">
            <a:extLst xmlns:a="http://schemas.openxmlformats.org/drawingml/2006/main">
              <a:ext uri="{FF2B5EF4-FFF2-40B4-BE49-F238E27FC236}">
                <a16:creationId xmlns:a16="http://schemas.microsoft.com/office/drawing/2014/main" id="{0ECBA680-1DC5-46AC-BF1D-159860AE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441" y="2639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6" name="path-2051">
            <a:extLst xmlns:a="http://schemas.openxmlformats.org/drawingml/2006/main">
              <a:ext uri="{FF2B5EF4-FFF2-40B4-BE49-F238E27FC236}">
                <a16:creationId xmlns:a16="http://schemas.microsoft.com/office/drawing/2014/main" id="{B808272F-9B9F-410E-A400-1400212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297" y="2637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7" name="path-2052">
            <a:extLst xmlns:a="http://schemas.openxmlformats.org/drawingml/2006/main">
              <a:ext uri="{FF2B5EF4-FFF2-40B4-BE49-F238E27FC236}">
                <a16:creationId xmlns:a16="http://schemas.microsoft.com/office/drawing/2014/main" id="{9619EE21-7C7C-4294-A8E8-EE7CB896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24" y="26369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8" name="path-2053">
            <a:extLst xmlns:a="http://schemas.openxmlformats.org/drawingml/2006/main">
              <a:ext uri="{FF2B5EF4-FFF2-40B4-BE49-F238E27FC236}">
                <a16:creationId xmlns:a16="http://schemas.microsoft.com/office/drawing/2014/main" id="{A2355FBB-5F00-4623-BEB9-3B477184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902" y="2645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9" name="path-2054">
            <a:extLst xmlns:a="http://schemas.openxmlformats.org/drawingml/2006/main">
              <a:ext uri="{FF2B5EF4-FFF2-40B4-BE49-F238E27FC236}">
                <a16:creationId xmlns:a16="http://schemas.microsoft.com/office/drawing/2014/main" id="{2BF4E402-DA96-499E-9B0F-14EBE13A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370" y="26587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0" name="path-2055">
            <a:extLst xmlns:a="http://schemas.openxmlformats.org/drawingml/2006/main">
              <a:ext uri="{FF2B5EF4-FFF2-40B4-BE49-F238E27FC236}">
                <a16:creationId xmlns:a16="http://schemas.microsoft.com/office/drawing/2014/main" id="{E60E7AB0-74C9-4715-B857-58B9299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699" y="2619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1" name="path-2056">
            <a:extLst xmlns:a="http://schemas.openxmlformats.org/drawingml/2006/main">
              <a:ext uri="{FF2B5EF4-FFF2-40B4-BE49-F238E27FC236}">
                <a16:creationId xmlns:a16="http://schemas.microsoft.com/office/drawing/2014/main" id="{A61D0541-943B-4042-B694-4238624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43" y="26348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2" name="path-2057">
            <a:extLst xmlns:a="http://schemas.openxmlformats.org/drawingml/2006/main">
              <a:ext uri="{FF2B5EF4-FFF2-40B4-BE49-F238E27FC236}">
                <a16:creationId xmlns:a16="http://schemas.microsoft.com/office/drawing/2014/main" id="{23256794-BEE9-4118-8AB6-0C8FE86A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707" y="2657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3" name="path-2058">
            <a:extLst xmlns:a="http://schemas.openxmlformats.org/drawingml/2006/main">
              <a:ext uri="{FF2B5EF4-FFF2-40B4-BE49-F238E27FC236}">
                <a16:creationId xmlns:a16="http://schemas.microsoft.com/office/drawing/2014/main" id="{B6C72E49-5336-48B1-AE92-8E73BA4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97" y="2619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4" name="path-2059">
            <a:extLst xmlns:a="http://schemas.openxmlformats.org/drawingml/2006/main">
              <a:ext uri="{FF2B5EF4-FFF2-40B4-BE49-F238E27FC236}">
                <a16:creationId xmlns:a16="http://schemas.microsoft.com/office/drawing/2014/main" id="{94705E22-F2EC-4DDA-AA63-B34E751E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521" y="2642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5" name="path-2060">
            <a:extLst xmlns:a="http://schemas.openxmlformats.org/drawingml/2006/main">
              <a:ext uri="{FF2B5EF4-FFF2-40B4-BE49-F238E27FC236}">
                <a16:creationId xmlns:a16="http://schemas.microsoft.com/office/drawing/2014/main" id="{D8673907-091B-4126-BD38-4CF96C9F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160" y="2645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6" name="path-2061">
            <a:extLst xmlns:a="http://schemas.openxmlformats.org/drawingml/2006/main">
              <a:ext uri="{FF2B5EF4-FFF2-40B4-BE49-F238E27FC236}">
                <a16:creationId xmlns:a16="http://schemas.microsoft.com/office/drawing/2014/main" id="{BC039868-848E-4CAC-8814-657460CA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414" y="2634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7" name="path-2062">
            <a:extLst xmlns:a="http://schemas.openxmlformats.org/drawingml/2006/main">
              <a:ext uri="{FF2B5EF4-FFF2-40B4-BE49-F238E27FC236}">
                <a16:creationId xmlns:a16="http://schemas.microsoft.com/office/drawing/2014/main" id="{98772B11-3DDD-444D-8B6A-AF4AD3D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2634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8" name="path-2063">
            <a:extLst xmlns:a="http://schemas.openxmlformats.org/drawingml/2006/main">
              <a:ext uri="{FF2B5EF4-FFF2-40B4-BE49-F238E27FC236}">
                <a16:creationId xmlns:a16="http://schemas.microsoft.com/office/drawing/2014/main" id="{F1EB85B0-2A12-44CE-BB38-C2ECDF3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642" y="2618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9" name="path-2064">
            <a:extLst xmlns:a="http://schemas.openxmlformats.org/drawingml/2006/main">
              <a:ext uri="{FF2B5EF4-FFF2-40B4-BE49-F238E27FC236}">
                <a16:creationId xmlns:a16="http://schemas.microsoft.com/office/drawing/2014/main" id="{741C3AD3-2D54-4749-9133-C5D5969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43" y="2626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0" name="path-2065">
            <a:extLst xmlns:a="http://schemas.openxmlformats.org/drawingml/2006/main">
              <a:ext uri="{FF2B5EF4-FFF2-40B4-BE49-F238E27FC236}">
                <a16:creationId xmlns:a16="http://schemas.microsoft.com/office/drawing/2014/main" id="{CE9A4499-446E-4169-B87D-66ADE953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81" y="2644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1" name="path-2066">
            <a:extLst xmlns:a="http://schemas.openxmlformats.org/drawingml/2006/main">
              <a:ext uri="{FF2B5EF4-FFF2-40B4-BE49-F238E27FC236}">
                <a16:creationId xmlns:a16="http://schemas.microsoft.com/office/drawing/2014/main" id="{CEA8D83E-6ECD-4957-AE65-EC1844DB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982" y="26353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2" name="path-2067">
            <a:extLst xmlns:a="http://schemas.openxmlformats.org/drawingml/2006/main">
              <a:ext uri="{FF2B5EF4-FFF2-40B4-BE49-F238E27FC236}">
                <a16:creationId xmlns:a16="http://schemas.microsoft.com/office/drawing/2014/main" id="{69742C09-B595-4726-A28A-6AF62A74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067" y="2637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3" name="path-2068">
            <a:extLst xmlns:a="http://schemas.openxmlformats.org/drawingml/2006/main">
              <a:ext uri="{FF2B5EF4-FFF2-40B4-BE49-F238E27FC236}">
                <a16:creationId xmlns:a16="http://schemas.microsoft.com/office/drawing/2014/main" id="{98994A3F-E1B6-4FD3-8D7A-7083F8B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762" y="2646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4" name="path-2069">
            <a:extLst xmlns:a="http://schemas.openxmlformats.org/drawingml/2006/main">
              <a:ext uri="{FF2B5EF4-FFF2-40B4-BE49-F238E27FC236}">
                <a16:creationId xmlns:a16="http://schemas.microsoft.com/office/drawing/2014/main" id="{F41C507F-98EC-4342-84D6-50FDA867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32" y="26255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5" name="path-2070">
            <a:extLst xmlns:a="http://schemas.openxmlformats.org/drawingml/2006/main">
              <a:ext uri="{FF2B5EF4-FFF2-40B4-BE49-F238E27FC236}">
                <a16:creationId xmlns:a16="http://schemas.microsoft.com/office/drawing/2014/main" id="{382E6D42-8177-4ED9-8C98-FBB9A09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95" y="2624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6" name="path-2071">
            <a:extLst xmlns:a="http://schemas.openxmlformats.org/drawingml/2006/main">
              <a:ext uri="{FF2B5EF4-FFF2-40B4-BE49-F238E27FC236}">
                <a16:creationId xmlns:a16="http://schemas.microsoft.com/office/drawing/2014/main" id="{81217FD9-64BC-4D79-A868-E83F50F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319" y="26572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7" name="path-2072">
            <a:extLst xmlns:a="http://schemas.openxmlformats.org/drawingml/2006/main">
              <a:ext uri="{FF2B5EF4-FFF2-40B4-BE49-F238E27FC236}">
                <a16:creationId xmlns:a16="http://schemas.microsoft.com/office/drawing/2014/main" id="{12D44AF8-A915-4DCE-96F8-E2494B2A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858" y="26621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8" name="path-2073">
            <a:extLst xmlns:a="http://schemas.openxmlformats.org/drawingml/2006/main">
              <a:ext uri="{FF2B5EF4-FFF2-40B4-BE49-F238E27FC236}">
                <a16:creationId xmlns:a16="http://schemas.microsoft.com/office/drawing/2014/main" id="{7EAC21B5-C109-4728-9540-7EF55BB6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4" y="2635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9" name="path-2074">
            <a:extLst xmlns:a="http://schemas.openxmlformats.org/drawingml/2006/main">
              <a:ext uri="{FF2B5EF4-FFF2-40B4-BE49-F238E27FC236}">
                <a16:creationId xmlns:a16="http://schemas.microsoft.com/office/drawing/2014/main" id="{4941D3D7-C579-4826-AA40-9E22207F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20" y="2637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0" name="path-2075">
            <a:extLst xmlns:a="http://schemas.openxmlformats.org/drawingml/2006/main">
              <a:ext uri="{FF2B5EF4-FFF2-40B4-BE49-F238E27FC236}">
                <a16:creationId xmlns:a16="http://schemas.microsoft.com/office/drawing/2014/main" id="{6EA58FFA-8668-4289-AD86-4D2E5D7B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867" y="2620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1" name="path-2076">
            <a:extLst xmlns:a="http://schemas.openxmlformats.org/drawingml/2006/main">
              <a:ext uri="{FF2B5EF4-FFF2-40B4-BE49-F238E27FC236}">
                <a16:creationId xmlns:a16="http://schemas.microsoft.com/office/drawing/2014/main" id="{14AD3504-237C-42AA-8DD1-5A034D8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302" y="26347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2" name="path-2077">
            <a:extLst xmlns:a="http://schemas.openxmlformats.org/drawingml/2006/main">
              <a:ext uri="{FF2B5EF4-FFF2-40B4-BE49-F238E27FC236}">
                <a16:creationId xmlns:a16="http://schemas.microsoft.com/office/drawing/2014/main" id="{69E32187-F0E3-47D5-AAA5-0E401EB3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51" y="2629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3" name="path-2078">
            <a:extLst xmlns:a="http://schemas.openxmlformats.org/drawingml/2006/main">
              <a:ext uri="{FF2B5EF4-FFF2-40B4-BE49-F238E27FC236}">
                <a16:creationId xmlns:a16="http://schemas.microsoft.com/office/drawing/2014/main" id="{40488F3F-75D4-4593-B8FA-CE261764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323" y="2646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4" name="path-2079">
            <a:extLst xmlns:a="http://schemas.openxmlformats.org/drawingml/2006/main">
              <a:ext uri="{FF2B5EF4-FFF2-40B4-BE49-F238E27FC236}">
                <a16:creationId xmlns:a16="http://schemas.microsoft.com/office/drawing/2014/main" id="{4CF2C615-2767-437A-9E65-11DB9C23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4" y="2616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5" name="path-2080">
            <a:extLst xmlns:a="http://schemas.openxmlformats.org/drawingml/2006/main">
              <a:ext uri="{FF2B5EF4-FFF2-40B4-BE49-F238E27FC236}">
                <a16:creationId xmlns:a16="http://schemas.microsoft.com/office/drawing/2014/main" id="{D45A854C-AF4E-4B0A-96CC-C6DEA764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80" y="2625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6" name="path-2081">
            <a:extLst xmlns:a="http://schemas.openxmlformats.org/drawingml/2006/main">
              <a:ext uri="{FF2B5EF4-FFF2-40B4-BE49-F238E27FC236}">
                <a16:creationId xmlns:a16="http://schemas.microsoft.com/office/drawing/2014/main" id="{F46B4F7A-299A-4B28-A7D2-5DEDBA16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85" y="2650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7" name="path-2082">
            <a:extLst xmlns:a="http://schemas.openxmlformats.org/drawingml/2006/main">
              <a:ext uri="{FF2B5EF4-FFF2-40B4-BE49-F238E27FC236}">
                <a16:creationId xmlns:a16="http://schemas.microsoft.com/office/drawing/2014/main" id="{19E6F05C-E3D4-4B12-8FA6-B82F7F6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075" y="26203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8" name="path-2083">
            <a:extLst xmlns:a="http://schemas.openxmlformats.org/drawingml/2006/main">
              <a:ext uri="{FF2B5EF4-FFF2-40B4-BE49-F238E27FC236}">
                <a16:creationId xmlns:a16="http://schemas.microsoft.com/office/drawing/2014/main" id="{EBC3782D-3798-4C78-944A-57FCEBD8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067" y="2633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9" name="path-2084">
            <a:extLst xmlns:a="http://schemas.openxmlformats.org/drawingml/2006/main">
              <a:ext uri="{FF2B5EF4-FFF2-40B4-BE49-F238E27FC236}">
                <a16:creationId xmlns:a16="http://schemas.microsoft.com/office/drawing/2014/main" id="{20DAC405-9612-4241-93DD-9B4BE452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09" y="2632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0" name="path-2085">
            <a:extLst xmlns:a="http://schemas.openxmlformats.org/drawingml/2006/main">
              <a:ext uri="{FF2B5EF4-FFF2-40B4-BE49-F238E27FC236}">
                <a16:creationId xmlns:a16="http://schemas.microsoft.com/office/drawing/2014/main" id="{B4035740-51D6-41FF-A761-A40AF91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853" y="2644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1" name="path-2086">
            <a:extLst xmlns:a="http://schemas.openxmlformats.org/drawingml/2006/main">
              <a:ext uri="{FF2B5EF4-FFF2-40B4-BE49-F238E27FC236}">
                <a16:creationId xmlns:a16="http://schemas.microsoft.com/office/drawing/2014/main" id="{537CAF12-D9AF-4CD3-B18F-3C9DBE62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442" y="2649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2" name="path-2087">
            <a:extLst xmlns:a="http://schemas.openxmlformats.org/drawingml/2006/main">
              <a:ext uri="{FF2B5EF4-FFF2-40B4-BE49-F238E27FC236}">
                <a16:creationId xmlns:a16="http://schemas.microsoft.com/office/drawing/2014/main" id="{683636DD-5417-4FCE-9464-4D3236B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02" y="2654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3" name="path-2088">
            <a:extLst xmlns:a="http://schemas.openxmlformats.org/drawingml/2006/main">
              <a:ext uri="{FF2B5EF4-FFF2-40B4-BE49-F238E27FC236}">
                <a16:creationId xmlns:a16="http://schemas.microsoft.com/office/drawing/2014/main" id="{D258E6B9-2715-4095-BFBA-022639A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11" y="2656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4" name="path-2089">
            <a:extLst xmlns:a="http://schemas.openxmlformats.org/drawingml/2006/main">
              <a:ext uri="{FF2B5EF4-FFF2-40B4-BE49-F238E27FC236}">
                <a16:creationId xmlns:a16="http://schemas.microsoft.com/office/drawing/2014/main" id="{CA94561F-222C-4577-B00E-1AACEC18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728" y="26422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5" name="path-2090">
            <a:extLst xmlns:a="http://schemas.openxmlformats.org/drawingml/2006/main">
              <a:ext uri="{FF2B5EF4-FFF2-40B4-BE49-F238E27FC236}">
                <a16:creationId xmlns:a16="http://schemas.microsoft.com/office/drawing/2014/main" id="{52417D0C-8641-4E02-AC8C-E16DB10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723" y="26575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6" name="path-2091">
            <a:extLst xmlns:a="http://schemas.openxmlformats.org/drawingml/2006/main">
              <a:ext uri="{FF2B5EF4-FFF2-40B4-BE49-F238E27FC236}">
                <a16:creationId xmlns:a16="http://schemas.microsoft.com/office/drawing/2014/main" id="{699EBF96-EB59-4D4E-9035-3B04804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94" y="2651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7" name="path-2092">
            <a:extLst xmlns:a="http://schemas.openxmlformats.org/drawingml/2006/main">
              <a:ext uri="{FF2B5EF4-FFF2-40B4-BE49-F238E27FC236}">
                <a16:creationId xmlns:a16="http://schemas.microsoft.com/office/drawing/2014/main" id="{6315619E-5776-4160-B422-D093349A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2" y="2650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8" name="path-2093">
            <a:extLst xmlns:a="http://schemas.openxmlformats.org/drawingml/2006/main">
              <a:ext uri="{FF2B5EF4-FFF2-40B4-BE49-F238E27FC236}">
                <a16:creationId xmlns:a16="http://schemas.microsoft.com/office/drawing/2014/main" id="{333F01B7-04AF-4547-926A-0BE658F5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025" y="2653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9" name="path-2094">
            <a:extLst xmlns:a="http://schemas.openxmlformats.org/drawingml/2006/main">
              <a:ext uri="{FF2B5EF4-FFF2-40B4-BE49-F238E27FC236}">
                <a16:creationId xmlns:a16="http://schemas.microsoft.com/office/drawing/2014/main" id="{E1D0C06F-B472-4844-8D76-7D01D008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992" y="26500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0" name="path-2095">
            <a:extLst xmlns:a="http://schemas.openxmlformats.org/drawingml/2006/main">
              <a:ext uri="{FF2B5EF4-FFF2-40B4-BE49-F238E27FC236}">
                <a16:creationId xmlns:a16="http://schemas.microsoft.com/office/drawing/2014/main" id="{987BFE0E-93C8-4EB6-A3FD-A51E723C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951" y="2620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1" name="path-2096">
            <a:extLst xmlns:a="http://schemas.openxmlformats.org/drawingml/2006/main">
              <a:ext uri="{FF2B5EF4-FFF2-40B4-BE49-F238E27FC236}">
                <a16:creationId xmlns:a16="http://schemas.microsoft.com/office/drawing/2014/main" id="{1B0927E5-A1C9-4F9B-968A-7A80B004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285" y="2624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2" name="path-2097">
            <a:extLst xmlns:a="http://schemas.openxmlformats.org/drawingml/2006/main">
              <a:ext uri="{FF2B5EF4-FFF2-40B4-BE49-F238E27FC236}">
                <a16:creationId xmlns:a16="http://schemas.microsoft.com/office/drawing/2014/main" id="{94980DF0-12ED-4461-B1E1-D5044FC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856" y="26258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3" name="path-2098">
            <a:extLst xmlns:a="http://schemas.openxmlformats.org/drawingml/2006/main">
              <a:ext uri="{FF2B5EF4-FFF2-40B4-BE49-F238E27FC236}">
                <a16:creationId xmlns:a16="http://schemas.microsoft.com/office/drawing/2014/main" id="{A47CF473-DA48-42EE-9FD7-41AAE843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625" y="2639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4" name="path-2099">
            <a:extLst xmlns:a="http://schemas.openxmlformats.org/drawingml/2006/main">
              <a:ext uri="{FF2B5EF4-FFF2-40B4-BE49-F238E27FC236}">
                <a16:creationId xmlns:a16="http://schemas.microsoft.com/office/drawing/2014/main" id="{7953FCC3-B656-4B3C-BFE1-0D476CED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987" y="2620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5" name="path-2100">
            <a:extLst xmlns:a="http://schemas.openxmlformats.org/drawingml/2006/main">
              <a:ext uri="{FF2B5EF4-FFF2-40B4-BE49-F238E27FC236}">
                <a16:creationId xmlns:a16="http://schemas.microsoft.com/office/drawing/2014/main" id="{49F111EB-4951-49D5-BA19-F6F93DB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986" y="2621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6" name="path-2101">
            <a:extLst xmlns:a="http://schemas.openxmlformats.org/drawingml/2006/main">
              <a:ext uri="{FF2B5EF4-FFF2-40B4-BE49-F238E27FC236}">
                <a16:creationId xmlns:a16="http://schemas.microsoft.com/office/drawing/2014/main" id="{2977C4D6-C2CA-41C3-9D01-42C42240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896" y="26256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7" name="path-2102">
            <a:extLst xmlns:a="http://schemas.openxmlformats.org/drawingml/2006/main">
              <a:ext uri="{FF2B5EF4-FFF2-40B4-BE49-F238E27FC236}">
                <a16:creationId xmlns:a16="http://schemas.microsoft.com/office/drawing/2014/main" id="{0DA22F03-857A-4D7C-9EA5-2F47BD03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62" y="26297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8" name="path-2103">
            <a:extLst xmlns:a="http://schemas.openxmlformats.org/drawingml/2006/main">
              <a:ext uri="{FF2B5EF4-FFF2-40B4-BE49-F238E27FC236}">
                <a16:creationId xmlns:a16="http://schemas.microsoft.com/office/drawing/2014/main" id="{EA9EE562-962D-4983-B35E-ACCB5645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779" y="2632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9" name="path-2104">
            <a:extLst xmlns:a="http://schemas.openxmlformats.org/drawingml/2006/main">
              <a:ext uri="{FF2B5EF4-FFF2-40B4-BE49-F238E27FC236}">
                <a16:creationId xmlns:a16="http://schemas.microsoft.com/office/drawing/2014/main" id="{ADE6F440-8259-414C-BF1E-C55C222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4" y="26416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0" name="path-2105">
            <a:extLst xmlns:a="http://schemas.openxmlformats.org/drawingml/2006/main">
              <a:ext uri="{FF2B5EF4-FFF2-40B4-BE49-F238E27FC236}">
                <a16:creationId xmlns:a16="http://schemas.microsoft.com/office/drawing/2014/main" id="{7CFF2ED7-5243-46C0-9031-142DDC5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905" y="2640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1" name="path-2106">
            <a:extLst xmlns:a="http://schemas.openxmlformats.org/drawingml/2006/main">
              <a:ext uri="{FF2B5EF4-FFF2-40B4-BE49-F238E27FC236}">
                <a16:creationId xmlns:a16="http://schemas.microsoft.com/office/drawing/2014/main" id="{C49200E7-90CE-4029-A533-FF2CA3D0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83" y="26365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2" name="path-2107">
            <a:extLst xmlns:a="http://schemas.openxmlformats.org/drawingml/2006/main">
              <a:ext uri="{FF2B5EF4-FFF2-40B4-BE49-F238E27FC236}">
                <a16:creationId xmlns:a16="http://schemas.microsoft.com/office/drawing/2014/main" id="{8FE046A3-CA81-4D58-B854-BC0BFE1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9" y="2628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3" name="path-2108">
            <a:extLst xmlns:a="http://schemas.openxmlformats.org/drawingml/2006/main">
              <a:ext uri="{FF2B5EF4-FFF2-40B4-BE49-F238E27FC236}">
                <a16:creationId xmlns:a16="http://schemas.microsoft.com/office/drawing/2014/main" id="{03C4D259-469C-43EB-800D-B9ABED1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383" y="2651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4" name="path-2109">
            <a:extLst xmlns:a="http://schemas.openxmlformats.org/drawingml/2006/main">
              <a:ext uri="{FF2B5EF4-FFF2-40B4-BE49-F238E27FC236}">
                <a16:creationId xmlns:a16="http://schemas.microsoft.com/office/drawing/2014/main" id="{4FEA7BFA-F5E2-436A-B937-CB67ADA9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18" y="26254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5" name="path-2110">
            <a:extLst xmlns:a="http://schemas.openxmlformats.org/drawingml/2006/main">
              <a:ext uri="{FF2B5EF4-FFF2-40B4-BE49-F238E27FC236}">
                <a16:creationId xmlns:a16="http://schemas.microsoft.com/office/drawing/2014/main" id="{8EC7E9A4-1B2E-47BB-BC8C-D3FCE40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49" y="2620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6" name="path-2111">
            <a:extLst xmlns:a="http://schemas.openxmlformats.org/drawingml/2006/main">
              <a:ext uri="{FF2B5EF4-FFF2-40B4-BE49-F238E27FC236}">
                <a16:creationId xmlns:a16="http://schemas.microsoft.com/office/drawing/2014/main" id="{C65A4EF9-CE4D-40F8-816F-FC03E5F4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18" y="26341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7" name="path-2112">
            <a:extLst xmlns:a="http://schemas.openxmlformats.org/drawingml/2006/main">
              <a:ext uri="{FF2B5EF4-FFF2-40B4-BE49-F238E27FC236}">
                <a16:creationId xmlns:a16="http://schemas.microsoft.com/office/drawing/2014/main" id="{A1353963-564B-452F-8065-D5F16A09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863" y="2623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8" name="path-2113">
            <a:extLst xmlns:a="http://schemas.openxmlformats.org/drawingml/2006/main">
              <a:ext uri="{FF2B5EF4-FFF2-40B4-BE49-F238E27FC236}">
                <a16:creationId xmlns:a16="http://schemas.microsoft.com/office/drawing/2014/main" id="{851A91A7-7302-49BB-82A3-FE72EDF2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878" y="2640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9" name="path-2114">
            <a:extLst xmlns:a="http://schemas.openxmlformats.org/drawingml/2006/main">
              <a:ext uri="{FF2B5EF4-FFF2-40B4-BE49-F238E27FC236}">
                <a16:creationId xmlns:a16="http://schemas.microsoft.com/office/drawing/2014/main" id="{777378F4-4744-497A-AE8C-A75C2D4E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928" y="2620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0" name="path-2115">
            <a:extLst xmlns:a="http://schemas.openxmlformats.org/drawingml/2006/main">
              <a:ext uri="{FF2B5EF4-FFF2-40B4-BE49-F238E27FC236}">
                <a16:creationId xmlns:a16="http://schemas.microsoft.com/office/drawing/2014/main" id="{A28CD24C-F2CC-4096-A184-C57D44E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769" y="26364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1" name="path-2116">
            <a:extLst xmlns:a="http://schemas.openxmlformats.org/drawingml/2006/main">
              <a:ext uri="{FF2B5EF4-FFF2-40B4-BE49-F238E27FC236}">
                <a16:creationId xmlns:a16="http://schemas.microsoft.com/office/drawing/2014/main" id="{826888AA-1387-4B59-83E8-A3A989A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656" y="2627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2" name="path-2117">
            <a:extLst xmlns:a="http://schemas.openxmlformats.org/drawingml/2006/main">
              <a:ext uri="{FF2B5EF4-FFF2-40B4-BE49-F238E27FC236}">
                <a16:creationId xmlns:a16="http://schemas.microsoft.com/office/drawing/2014/main" id="{8A1B9BA3-5B3A-4BBA-999B-858919A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773" y="26166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3" name="path-2118">
            <a:extLst xmlns:a="http://schemas.openxmlformats.org/drawingml/2006/main">
              <a:ext uri="{FF2B5EF4-FFF2-40B4-BE49-F238E27FC236}">
                <a16:creationId xmlns:a16="http://schemas.microsoft.com/office/drawing/2014/main" id="{01B3D8AE-F176-4B54-902E-C2472D8F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587" y="26402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4" name="path-2119">
            <a:extLst xmlns:a="http://schemas.openxmlformats.org/drawingml/2006/main">
              <a:ext uri="{FF2B5EF4-FFF2-40B4-BE49-F238E27FC236}">
                <a16:creationId xmlns:a16="http://schemas.microsoft.com/office/drawing/2014/main" id="{C6B769B2-CB3C-4C44-B396-A4DC61F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838" y="26129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5" name="path-2120">
            <a:extLst xmlns:a="http://schemas.openxmlformats.org/drawingml/2006/main">
              <a:ext uri="{FF2B5EF4-FFF2-40B4-BE49-F238E27FC236}">
                <a16:creationId xmlns:a16="http://schemas.microsoft.com/office/drawing/2014/main" id="{256FFC79-14DA-4BD4-9347-DF142E77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01" y="2646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6" name="path-2121">
            <a:extLst xmlns:a="http://schemas.openxmlformats.org/drawingml/2006/main">
              <a:ext uri="{FF2B5EF4-FFF2-40B4-BE49-F238E27FC236}">
                <a16:creationId xmlns:a16="http://schemas.microsoft.com/office/drawing/2014/main" id="{4EF15C2C-94E4-44DB-9438-001561B4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069" y="2622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7" name="path-2122">
            <a:extLst xmlns:a="http://schemas.openxmlformats.org/drawingml/2006/main">
              <a:ext uri="{FF2B5EF4-FFF2-40B4-BE49-F238E27FC236}">
                <a16:creationId xmlns:a16="http://schemas.microsoft.com/office/drawing/2014/main" id="{3AB7CB4B-0986-40A3-B859-9AE982BB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69" y="2656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8" name="path-2123">
            <a:extLst xmlns:a="http://schemas.openxmlformats.org/drawingml/2006/main">
              <a:ext uri="{FF2B5EF4-FFF2-40B4-BE49-F238E27FC236}">
                <a16:creationId xmlns:a16="http://schemas.microsoft.com/office/drawing/2014/main" id="{874F4880-B5F5-436D-8073-920C04A5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710" y="26422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9" name="path-2124">
            <a:extLst xmlns:a="http://schemas.openxmlformats.org/drawingml/2006/main">
              <a:ext uri="{FF2B5EF4-FFF2-40B4-BE49-F238E27FC236}">
                <a16:creationId xmlns:a16="http://schemas.microsoft.com/office/drawing/2014/main" id="{427373D9-49A8-4B8B-AE9A-D0B2601E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7" y="2651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0" name="path-2125">
            <a:extLst xmlns:a="http://schemas.openxmlformats.org/drawingml/2006/main">
              <a:ext uri="{FF2B5EF4-FFF2-40B4-BE49-F238E27FC236}">
                <a16:creationId xmlns:a16="http://schemas.microsoft.com/office/drawing/2014/main" id="{4F1908C1-1124-4D42-A610-8A45C23B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875" y="2632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1" name="path-2126">
            <a:extLst xmlns:a="http://schemas.openxmlformats.org/drawingml/2006/main">
              <a:ext uri="{FF2B5EF4-FFF2-40B4-BE49-F238E27FC236}">
                <a16:creationId xmlns:a16="http://schemas.microsoft.com/office/drawing/2014/main" id="{3D96641E-4F62-4DFC-8867-59BFABC5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102" y="2640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2" name="path-2127">
            <a:extLst xmlns:a="http://schemas.openxmlformats.org/drawingml/2006/main">
              <a:ext uri="{FF2B5EF4-FFF2-40B4-BE49-F238E27FC236}">
                <a16:creationId xmlns:a16="http://schemas.microsoft.com/office/drawing/2014/main" id="{190ED80D-A487-4E8E-8372-482EB75C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18" y="2629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3" name="path-2128">
            <a:extLst xmlns:a="http://schemas.openxmlformats.org/drawingml/2006/main">
              <a:ext uri="{FF2B5EF4-FFF2-40B4-BE49-F238E27FC236}">
                <a16:creationId xmlns:a16="http://schemas.microsoft.com/office/drawing/2014/main" id="{625F12D1-F190-45FE-97CE-7B52E6B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140" y="2631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4" name="path-2129">
            <a:extLst xmlns:a="http://schemas.openxmlformats.org/drawingml/2006/main">
              <a:ext uri="{FF2B5EF4-FFF2-40B4-BE49-F238E27FC236}">
                <a16:creationId xmlns:a16="http://schemas.microsoft.com/office/drawing/2014/main" id="{E5B99E34-908E-403B-A836-7CB6153C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73" y="26456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5" name="path-2130">
            <a:extLst xmlns:a="http://schemas.openxmlformats.org/drawingml/2006/main">
              <a:ext uri="{FF2B5EF4-FFF2-40B4-BE49-F238E27FC236}">
                <a16:creationId xmlns:a16="http://schemas.microsoft.com/office/drawing/2014/main" id="{E19508B2-B2F0-4E1A-A8B2-75DBFC3D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429" y="26317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6" name="path-2131">
            <a:extLst xmlns:a="http://schemas.openxmlformats.org/drawingml/2006/main">
              <a:ext uri="{FF2B5EF4-FFF2-40B4-BE49-F238E27FC236}">
                <a16:creationId xmlns:a16="http://schemas.microsoft.com/office/drawing/2014/main" id="{09D8CAFB-420C-4D7D-A89E-7E3875A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488" y="2619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7" name="path-2132">
            <a:extLst xmlns:a="http://schemas.openxmlformats.org/drawingml/2006/main">
              <a:ext uri="{FF2B5EF4-FFF2-40B4-BE49-F238E27FC236}">
                <a16:creationId xmlns:a16="http://schemas.microsoft.com/office/drawing/2014/main" id="{FB85CA33-B6E2-4867-9D57-B0890868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93" y="2653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8" name="path-2133">
            <a:extLst xmlns:a="http://schemas.openxmlformats.org/drawingml/2006/main">
              <a:ext uri="{FF2B5EF4-FFF2-40B4-BE49-F238E27FC236}">
                <a16:creationId xmlns:a16="http://schemas.microsoft.com/office/drawing/2014/main" id="{163F3C1D-20E2-457C-A2CE-D01130F4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28" y="2623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9" name="path-2134">
            <a:extLst xmlns:a="http://schemas.openxmlformats.org/drawingml/2006/main">
              <a:ext uri="{FF2B5EF4-FFF2-40B4-BE49-F238E27FC236}">
                <a16:creationId xmlns:a16="http://schemas.microsoft.com/office/drawing/2014/main" id="{8909A702-5E60-4C1B-91C1-83956063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336" y="26369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0" name="path-2135">
            <a:extLst xmlns:a="http://schemas.openxmlformats.org/drawingml/2006/main">
              <a:ext uri="{FF2B5EF4-FFF2-40B4-BE49-F238E27FC236}">
                <a16:creationId xmlns:a16="http://schemas.microsoft.com/office/drawing/2014/main" id="{ECE568AD-D4D0-49D8-8B4F-3FB88D48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60" y="2659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1" name="path-2136">
            <a:extLst xmlns:a="http://schemas.openxmlformats.org/drawingml/2006/main">
              <a:ext uri="{FF2B5EF4-FFF2-40B4-BE49-F238E27FC236}">
                <a16:creationId xmlns:a16="http://schemas.microsoft.com/office/drawing/2014/main" id="{9E8B7C9B-8E36-4EEC-96DB-E678B1D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42" y="2641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2" name="path-2137">
            <a:extLst xmlns:a="http://schemas.openxmlformats.org/drawingml/2006/main">
              <a:ext uri="{FF2B5EF4-FFF2-40B4-BE49-F238E27FC236}">
                <a16:creationId xmlns:a16="http://schemas.microsoft.com/office/drawing/2014/main" id="{EF72D89C-04A7-468D-99A7-5B24A189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27" y="26312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3" name="path-2138">
            <a:extLst xmlns:a="http://schemas.openxmlformats.org/drawingml/2006/main">
              <a:ext uri="{FF2B5EF4-FFF2-40B4-BE49-F238E27FC236}">
                <a16:creationId xmlns:a16="http://schemas.microsoft.com/office/drawing/2014/main" id="{3B133441-D474-4658-8866-DBF3C92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187" y="2623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4" name="path-2139">
            <a:extLst xmlns:a="http://schemas.openxmlformats.org/drawingml/2006/main">
              <a:ext uri="{FF2B5EF4-FFF2-40B4-BE49-F238E27FC236}">
                <a16:creationId xmlns:a16="http://schemas.microsoft.com/office/drawing/2014/main" id="{46A91429-573B-4823-BCA9-720E474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11" y="26137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5" name="path-2140">
            <a:extLst xmlns:a="http://schemas.openxmlformats.org/drawingml/2006/main">
              <a:ext uri="{FF2B5EF4-FFF2-40B4-BE49-F238E27FC236}">
                <a16:creationId xmlns:a16="http://schemas.microsoft.com/office/drawing/2014/main" id="{5E7FBEC9-32B5-431F-9ABB-F6DE02B2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500" y="26282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6" name="path-2141">
            <a:extLst xmlns:a="http://schemas.openxmlformats.org/drawingml/2006/main">
              <a:ext uri="{FF2B5EF4-FFF2-40B4-BE49-F238E27FC236}">
                <a16:creationId xmlns:a16="http://schemas.microsoft.com/office/drawing/2014/main" id="{684B1AA0-7EA7-4DA8-B0A1-C86438CC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310" y="2628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7" name="path-2142">
            <a:extLst xmlns:a="http://schemas.openxmlformats.org/drawingml/2006/main">
              <a:ext uri="{FF2B5EF4-FFF2-40B4-BE49-F238E27FC236}">
                <a16:creationId xmlns:a16="http://schemas.microsoft.com/office/drawing/2014/main" id="{17E0A4F7-DD94-4760-ADE0-7F201AEC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919" y="2616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8" name="path-2143">
            <a:extLst xmlns:a="http://schemas.openxmlformats.org/drawingml/2006/main">
              <a:ext uri="{FF2B5EF4-FFF2-40B4-BE49-F238E27FC236}">
                <a16:creationId xmlns:a16="http://schemas.microsoft.com/office/drawing/2014/main" id="{AD73B3AC-2034-467B-95C6-3C9F761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164" y="2622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9" name="path-2144">
            <a:extLst xmlns:a="http://schemas.openxmlformats.org/drawingml/2006/main">
              <a:ext uri="{FF2B5EF4-FFF2-40B4-BE49-F238E27FC236}">
                <a16:creationId xmlns:a16="http://schemas.microsoft.com/office/drawing/2014/main" id="{390E9DB9-DA9A-4837-A4E7-DEF01660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983" y="2653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0" name="path-2145">
            <a:extLst xmlns:a="http://schemas.openxmlformats.org/drawingml/2006/main">
              <a:ext uri="{FF2B5EF4-FFF2-40B4-BE49-F238E27FC236}">
                <a16:creationId xmlns:a16="http://schemas.microsoft.com/office/drawing/2014/main" id="{DBF8C710-E55C-4BF3-9970-7B5C362F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5" y="2658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1" name="path-2146">
            <a:extLst xmlns:a="http://schemas.openxmlformats.org/drawingml/2006/main">
              <a:ext uri="{FF2B5EF4-FFF2-40B4-BE49-F238E27FC236}">
                <a16:creationId xmlns:a16="http://schemas.microsoft.com/office/drawing/2014/main" id="{A7237BFC-EA36-4B6D-B9BD-963D8582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51" y="2642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2" name="path-2147">
            <a:extLst xmlns:a="http://schemas.openxmlformats.org/drawingml/2006/main">
              <a:ext uri="{FF2B5EF4-FFF2-40B4-BE49-F238E27FC236}">
                <a16:creationId xmlns:a16="http://schemas.microsoft.com/office/drawing/2014/main" id="{D040C0F3-D80F-49C9-AB88-BA6D558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90" y="2632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3" name="path-2148">
            <a:extLst xmlns:a="http://schemas.openxmlformats.org/drawingml/2006/main">
              <a:ext uri="{FF2B5EF4-FFF2-40B4-BE49-F238E27FC236}">
                <a16:creationId xmlns:a16="http://schemas.microsoft.com/office/drawing/2014/main" id="{4FB6E8D1-DADE-40CD-9BDF-66414C0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201" y="2600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4" name="path-2149">
            <a:extLst xmlns:a="http://schemas.openxmlformats.org/drawingml/2006/main">
              <a:ext uri="{FF2B5EF4-FFF2-40B4-BE49-F238E27FC236}">
                <a16:creationId xmlns:a16="http://schemas.microsoft.com/office/drawing/2014/main" id="{6ED4B553-0C77-445D-A144-6EC5165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046" y="2662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5" name="path-2150">
            <a:extLst xmlns:a="http://schemas.openxmlformats.org/drawingml/2006/main">
              <a:ext uri="{FF2B5EF4-FFF2-40B4-BE49-F238E27FC236}">
                <a16:creationId xmlns:a16="http://schemas.microsoft.com/office/drawing/2014/main" id="{A2F4A92F-AB84-41AE-B07F-8566265A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8" y="2635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6" name="path-2151">
            <a:extLst xmlns:a="http://schemas.openxmlformats.org/drawingml/2006/main">
              <a:ext uri="{FF2B5EF4-FFF2-40B4-BE49-F238E27FC236}">
                <a16:creationId xmlns:a16="http://schemas.microsoft.com/office/drawing/2014/main" id="{65806403-8165-468B-A051-B8BAFB0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034" y="2659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7" name="path-2152">
            <a:extLst xmlns:a="http://schemas.openxmlformats.org/drawingml/2006/main">
              <a:ext uri="{FF2B5EF4-FFF2-40B4-BE49-F238E27FC236}">
                <a16:creationId xmlns:a16="http://schemas.microsoft.com/office/drawing/2014/main" id="{0DAB7CF5-9EDB-49C5-B361-12D14945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922" y="2655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8" name="path-2153">
            <a:extLst xmlns:a="http://schemas.openxmlformats.org/drawingml/2006/main">
              <a:ext uri="{FF2B5EF4-FFF2-40B4-BE49-F238E27FC236}">
                <a16:creationId xmlns:a16="http://schemas.microsoft.com/office/drawing/2014/main" id="{566766B1-B7B7-4D2B-93E8-E070177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267" y="2649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9" name="path-2154">
            <a:extLst xmlns:a="http://schemas.openxmlformats.org/drawingml/2006/main">
              <a:ext uri="{FF2B5EF4-FFF2-40B4-BE49-F238E27FC236}">
                <a16:creationId xmlns:a16="http://schemas.microsoft.com/office/drawing/2014/main" id="{7D542E8B-683F-4B1F-B27C-72904BE6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690" y="26406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0" name="path-2155">
            <a:extLst xmlns:a="http://schemas.openxmlformats.org/drawingml/2006/main">
              <a:ext uri="{FF2B5EF4-FFF2-40B4-BE49-F238E27FC236}">
                <a16:creationId xmlns:a16="http://schemas.microsoft.com/office/drawing/2014/main" id="{B22CEE9A-1EAA-46DE-BA8D-282E237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657" y="2634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1" name="path-2156">
            <a:extLst xmlns:a="http://schemas.openxmlformats.org/drawingml/2006/main">
              <a:ext uri="{FF2B5EF4-FFF2-40B4-BE49-F238E27FC236}">
                <a16:creationId xmlns:a16="http://schemas.microsoft.com/office/drawing/2014/main" id="{419EFA9C-541D-4027-A8F2-A7DE88AB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973" y="26149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2" name="path-2157">
            <a:extLst xmlns:a="http://schemas.openxmlformats.org/drawingml/2006/main">
              <a:ext uri="{FF2B5EF4-FFF2-40B4-BE49-F238E27FC236}">
                <a16:creationId xmlns:a16="http://schemas.microsoft.com/office/drawing/2014/main" id="{D4CD49E2-02F5-4C77-A3EA-71DA9CD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18" y="2640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3" name="path-2158">
            <a:extLst xmlns:a="http://schemas.openxmlformats.org/drawingml/2006/main">
              <a:ext uri="{FF2B5EF4-FFF2-40B4-BE49-F238E27FC236}">
                <a16:creationId xmlns:a16="http://schemas.microsoft.com/office/drawing/2014/main" id="{81E15B53-FDF8-45A4-B76A-82B40B9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95" y="2637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4" name="path-2159">
            <a:extLst xmlns:a="http://schemas.openxmlformats.org/drawingml/2006/main">
              <a:ext uri="{FF2B5EF4-FFF2-40B4-BE49-F238E27FC236}">
                <a16:creationId xmlns:a16="http://schemas.microsoft.com/office/drawing/2014/main" id="{18A352C4-1B64-4CF9-A5C7-10E17FAB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58" y="26182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5" name="path-2160">
            <a:extLst xmlns:a="http://schemas.openxmlformats.org/drawingml/2006/main">
              <a:ext uri="{FF2B5EF4-FFF2-40B4-BE49-F238E27FC236}">
                <a16:creationId xmlns:a16="http://schemas.microsoft.com/office/drawing/2014/main" id="{ED9F22DB-CE1B-41D6-9171-5AF3115C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05" y="2642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6" name="path-2161">
            <a:extLst xmlns:a="http://schemas.openxmlformats.org/drawingml/2006/main">
              <a:ext uri="{FF2B5EF4-FFF2-40B4-BE49-F238E27FC236}">
                <a16:creationId xmlns:a16="http://schemas.microsoft.com/office/drawing/2014/main" id="{B396585B-F84E-46A6-A529-57A3377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33" y="25983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7" name="path-2162">
            <a:extLst xmlns:a="http://schemas.openxmlformats.org/drawingml/2006/main">
              <a:ext uri="{FF2B5EF4-FFF2-40B4-BE49-F238E27FC236}">
                <a16:creationId xmlns:a16="http://schemas.microsoft.com/office/drawing/2014/main" id="{9B795F5F-A6D6-4CB5-BF41-7D6DC9D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358" y="2649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8" name="path-2163">
            <a:extLst xmlns:a="http://schemas.openxmlformats.org/drawingml/2006/main">
              <a:ext uri="{FF2B5EF4-FFF2-40B4-BE49-F238E27FC236}">
                <a16:creationId xmlns:a16="http://schemas.microsoft.com/office/drawing/2014/main" id="{4F7B56B4-9990-4ACF-A205-9D3117D6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551" y="26376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9" name="path-2164">
            <a:extLst xmlns:a="http://schemas.openxmlformats.org/drawingml/2006/main">
              <a:ext uri="{FF2B5EF4-FFF2-40B4-BE49-F238E27FC236}">
                <a16:creationId xmlns:a16="http://schemas.microsoft.com/office/drawing/2014/main" id="{920AF405-B459-4E99-8BFC-09235817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3" y="2661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0" name="path-2165">
            <a:extLst xmlns:a="http://schemas.openxmlformats.org/drawingml/2006/main">
              <a:ext uri="{FF2B5EF4-FFF2-40B4-BE49-F238E27FC236}">
                <a16:creationId xmlns:a16="http://schemas.microsoft.com/office/drawing/2014/main" id="{32C21B57-11B0-4F87-B781-DCF7A51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486" y="2637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1" name="path-2166">
            <a:extLst xmlns:a="http://schemas.openxmlformats.org/drawingml/2006/main">
              <a:ext uri="{FF2B5EF4-FFF2-40B4-BE49-F238E27FC236}">
                <a16:creationId xmlns:a16="http://schemas.microsoft.com/office/drawing/2014/main" id="{1D18D847-412A-4157-BB3A-8CFB451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02" y="26581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2" name="path-2167">
            <a:extLst xmlns:a="http://schemas.openxmlformats.org/drawingml/2006/main">
              <a:ext uri="{FF2B5EF4-FFF2-40B4-BE49-F238E27FC236}">
                <a16:creationId xmlns:a16="http://schemas.microsoft.com/office/drawing/2014/main" id="{DFF0FB12-3243-4801-A53A-99D05F1E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102" y="26389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3" name="path-2168">
            <a:extLst xmlns:a="http://schemas.openxmlformats.org/drawingml/2006/main">
              <a:ext uri="{FF2B5EF4-FFF2-40B4-BE49-F238E27FC236}">
                <a16:creationId xmlns:a16="http://schemas.microsoft.com/office/drawing/2014/main" id="{8052A3E0-F501-4624-8B5F-41BA564F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22" y="26330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4" name="path-2169">
            <a:extLst xmlns:a="http://schemas.openxmlformats.org/drawingml/2006/main">
              <a:ext uri="{FF2B5EF4-FFF2-40B4-BE49-F238E27FC236}">
                <a16:creationId xmlns:a16="http://schemas.microsoft.com/office/drawing/2014/main" id="{857C7BBC-C6D2-4867-A486-D7888AC3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9" y="2633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5" name="path-2170">
            <a:extLst xmlns:a="http://schemas.openxmlformats.org/drawingml/2006/main">
              <a:ext uri="{FF2B5EF4-FFF2-40B4-BE49-F238E27FC236}">
                <a16:creationId xmlns:a16="http://schemas.microsoft.com/office/drawing/2014/main" id="{13F6AED5-8448-45D7-9BC2-8644322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875" y="2627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6" name="path-2171">
            <a:extLst xmlns:a="http://schemas.openxmlformats.org/drawingml/2006/main">
              <a:ext uri="{FF2B5EF4-FFF2-40B4-BE49-F238E27FC236}">
                <a16:creationId xmlns:a16="http://schemas.microsoft.com/office/drawing/2014/main" id="{05109177-7ED9-4CF7-A549-2ABF976C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47" y="2653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7" name="path-2172">
            <a:extLst xmlns:a="http://schemas.openxmlformats.org/drawingml/2006/main">
              <a:ext uri="{FF2B5EF4-FFF2-40B4-BE49-F238E27FC236}">
                <a16:creationId xmlns:a16="http://schemas.microsoft.com/office/drawing/2014/main" id="{CB3D09EF-6FDD-47D2-AB75-4EC301A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624" y="2641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8" name="path-2173">
            <a:extLst xmlns:a="http://schemas.openxmlformats.org/drawingml/2006/main">
              <a:ext uri="{FF2B5EF4-FFF2-40B4-BE49-F238E27FC236}">
                <a16:creationId xmlns:a16="http://schemas.microsoft.com/office/drawing/2014/main" id="{3354E038-367C-4819-989D-CA6AD1D5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3" y="26321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9" name="path-2174">
            <a:extLst xmlns:a="http://schemas.openxmlformats.org/drawingml/2006/main">
              <a:ext uri="{FF2B5EF4-FFF2-40B4-BE49-F238E27FC236}">
                <a16:creationId xmlns:a16="http://schemas.microsoft.com/office/drawing/2014/main" id="{D8220F44-C690-4A36-9B7F-7C52F434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689" y="2655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0" name="path-2175">
            <a:extLst xmlns:a="http://schemas.openxmlformats.org/drawingml/2006/main">
              <a:ext uri="{FF2B5EF4-FFF2-40B4-BE49-F238E27FC236}">
                <a16:creationId xmlns:a16="http://schemas.microsoft.com/office/drawing/2014/main" id="{C5D3F469-AA2F-4824-B6DE-E35F55ED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482" y="26364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1" name="path-2176">
            <a:extLst xmlns:a="http://schemas.openxmlformats.org/drawingml/2006/main">
              <a:ext uri="{FF2B5EF4-FFF2-40B4-BE49-F238E27FC236}">
                <a16:creationId xmlns:a16="http://schemas.microsoft.com/office/drawing/2014/main" id="{9AE435D4-C00D-4103-8F51-145A1F04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05" y="2627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2" name="path-2177">
            <a:extLst xmlns:a="http://schemas.openxmlformats.org/drawingml/2006/main">
              <a:ext uri="{FF2B5EF4-FFF2-40B4-BE49-F238E27FC236}">
                <a16:creationId xmlns:a16="http://schemas.microsoft.com/office/drawing/2014/main" id="{A47CAF0C-89AD-4EBE-BDB8-F8161CDA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213" y="263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3" name="path-2178">
            <a:extLst xmlns:a="http://schemas.openxmlformats.org/drawingml/2006/main">
              <a:ext uri="{FF2B5EF4-FFF2-40B4-BE49-F238E27FC236}">
                <a16:creationId xmlns:a16="http://schemas.microsoft.com/office/drawing/2014/main" id="{EC9C9E40-5D79-4311-9E54-66665237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69" y="2620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4" name="path-2179">
            <a:extLst xmlns:a="http://schemas.openxmlformats.org/drawingml/2006/main">
              <a:ext uri="{FF2B5EF4-FFF2-40B4-BE49-F238E27FC236}">
                <a16:creationId xmlns:a16="http://schemas.microsoft.com/office/drawing/2014/main" id="{590C2B79-B0B9-4569-9344-B46667D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09" y="2671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5" name="path-2180">
            <a:extLst xmlns:a="http://schemas.openxmlformats.org/drawingml/2006/main">
              <a:ext uri="{FF2B5EF4-FFF2-40B4-BE49-F238E27FC236}">
                <a16:creationId xmlns:a16="http://schemas.microsoft.com/office/drawing/2014/main" id="{1D85E6EE-29E4-4C3C-9B44-82906CCE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675" y="2615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6" name="path-2181">
            <a:extLst xmlns:a="http://schemas.openxmlformats.org/drawingml/2006/main">
              <a:ext uri="{FF2B5EF4-FFF2-40B4-BE49-F238E27FC236}">
                <a16:creationId xmlns:a16="http://schemas.microsoft.com/office/drawing/2014/main" id="{21BD1FFD-1117-45B7-A08E-43E84819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24" y="26247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7" name="path-2182">
            <a:extLst xmlns:a="http://schemas.openxmlformats.org/drawingml/2006/main">
              <a:ext uri="{FF2B5EF4-FFF2-40B4-BE49-F238E27FC236}">
                <a16:creationId xmlns:a16="http://schemas.microsoft.com/office/drawing/2014/main" id="{74B85C60-BF81-42DD-8FB1-BB289FEC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22" y="2619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8" name="path-2183">
            <a:extLst xmlns:a="http://schemas.openxmlformats.org/drawingml/2006/main">
              <a:ext uri="{FF2B5EF4-FFF2-40B4-BE49-F238E27FC236}">
                <a16:creationId xmlns:a16="http://schemas.microsoft.com/office/drawing/2014/main" id="{FD58F427-1D6F-4F6F-A844-40FF2C51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598" y="2627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9" name="path-2184">
            <a:extLst xmlns:a="http://schemas.openxmlformats.org/drawingml/2006/main">
              <a:ext uri="{FF2B5EF4-FFF2-40B4-BE49-F238E27FC236}">
                <a16:creationId xmlns:a16="http://schemas.microsoft.com/office/drawing/2014/main" id="{A0DA4AF1-5163-4351-ABC4-343D8E3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31" y="2602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0" name="path-2185">
            <a:extLst xmlns:a="http://schemas.openxmlformats.org/drawingml/2006/main">
              <a:ext uri="{FF2B5EF4-FFF2-40B4-BE49-F238E27FC236}">
                <a16:creationId xmlns:a16="http://schemas.microsoft.com/office/drawing/2014/main" id="{5F00E878-3A5D-40FB-87C3-F12CE6F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590" y="26214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1" name="path-2186">
            <a:extLst xmlns:a="http://schemas.openxmlformats.org/drawingml/2006/main">
              <a:ext uri="{FF2B5EF4-FFF2-40B4-BE49-F238E27FC236}">
                <a16:creationId xmlns:a16="http://schemas.microsoft.com/office/drawing/2014/main" id="{EB7916DB-D8FA-4AF3-980B-2BC33A71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435" y="2650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2" name="path-2187">
            <a:extLst xmlns:a="http://schemas.openxmlformats.org/drawingml/2006/main">
              <a:ext uri="{FF2B5EF4-FFF2-40B4-BE49-F238E27FC236}">
                <a16:creationId xmlns:a16="http://schemas.microsoft.com/office/drawing/2014/main" id="{C632B786-0B8F-4138-AFA2-8C376A2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850" y="26431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3" name="path-2188">
            <a:extLst xmlns:a="http://schemas.openxmlformats.org/drawingml/2006/main">
              <a:ext uri="{FF2B5EF4-FFF2-40B4-BE49-F238E27FC236}">
                <a16:creationId xmlns:a16="http://schemas.microsoft.com/office/drawing/2014/main" id="{97D68F95-6B8F-46BA-9952-56BCB231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982" y="26178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4" name="path-2189">
            <a:extLst xmlns:a="http://schemas.openxmlformats.org/drawingml/2006/main">
              <a:ext uri="{FF2B5EF4-FFF2-40B4-BE49-F238E27FC236}">
                <a16:creationId xmlns:a16="http://schemas.microsoft.com/office/drawing/2014/main" id="{14FA23E3-A5BA-494E-941E-BFAAFCE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819" y="264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5" name="path-2190">
            <a:extLst xmlns:a="http://schemas.openxmlformats.org/drawingml/2006/main">
              <a:ext uri="{FF2B5EF4-FFF2-40B4-BE49-F238E27FC236}">
                <a16:creationId xmlns:a16="http://schemas.microsoft.com/office/drawing/2014/main" id="{2115A428-37D4-4BF2-887A-364A2ECA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0" y="25940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6" name="path-2191">
            <a:extLst xmlns:a="http://schemas.openxmlformats.org/drawingml/2006/main">
              <a:ext uri="{FF2B5EF4-FFF2-40B4-BE49-F238E27FC236}">
                <a16:creationId xmlns:a16="http://schemas.microsoft.com/office/drawing/2014/main" id="{4537149F-5BC2-439F-9997-78D7286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062" y="2636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7" name="path-2192">
            <a:extLst xmlns:a="http://schemas.openxmlformats.org/drawingml/2006/main">
              <a:ext uri="{FF2B5EF4-FFF2-40B4-BE49-F238E27FC236}">
                <a16:creationId xmlns:a16="http://schemas.microsoft.com/office/drawing/2014/main" id="{C265C439-CAC1-4CAF-9EFC-022E6AAF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92" y="25956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8" name="path-2193">
            <a:extLst xmlns:a="http://schemas.openxmlformats.org/drawingml/2006/main">
              <a:ext uri="{FF2B5EF4-FFF2-40B4-BE49-F238E27FC236}">
                <a16:creationId xmlns:a16="http://schemas.microsoft.com/office/drawing/2014/main" id="{95AB430C-34E9-4194-9946-3E2BDF03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610" y="2615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9" name="path-2194">
            <a:extLst xmlns:a="http://schemas.openxmlformats.org/drawingml/2006/main">
              <a:ext uri="{FF2B5EF4-FFF2-40B4-BE49-F238E27FC236}">
                <a16:creationId xmlns:a16="http://schemas.microsoft.com/office/drawing/2014/main" id="{2BCD0E79-E63C-4F61-AADC-02CBB511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433" y="2624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0" name="path-2195">
            <a:extLst xmlns:a="http://schemas.openxmlformats.org/drawingml/2006/main">
              <a:ext uri="{FF2B5EF4-FFF2-40B4-BE49-F238E27FC236}">
                <a16:creationId xmlns:a16="http://schemas.microsoft.com/office/drawing/2014/main" id="{5C7F87A9-EC29-40A7-87B2-3A6519CD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99" y="2611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1" name="path-2196">
            <a:extLst xmlns:a="http://schemas.openxmlformats.org/drawingml/2006/main">
              <a:ext uri="{FF2B5EF4-FFF2-40B4-BE49-F238E27FC236}">
                <a16:creationId xmlns:a16="http://schemas.microsoft.com/office/drawing/2014/main" id="{7D8E0BC9-C03A-4AE5-B500-11BFD42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75" y="2628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2" name="path-2197">
            <a:extLst xmlns:a="http://schemas.openxmlformats.org/drawingml/2006/main">
              <a:ext uri="{FF2B5EF4-FFF2-40B4-BE49-F238E27FC236}">
                <a16:creationId xmlns:a16="http://schemas.microsoft.com/office/drawing/2014/main" id="{047DA173-ADB9-4051-B4E6-828697C9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88" y="26545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3" name="path-2198">
            <a:extLst xmlns:a="http://schemas.openxmlformats.org/drawingml/2006/main">
              <a:ext uri="{FF2B5EF4-FFF2-40B4-BE49-F238E27FC236}">
                <a16:creationId xmlns:a16="http://schemas.microsoft.com/office/drawing/2014/main" id="{DF1F2CA2-6B1D-44DD-9B18-637BD6CD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265" y="2633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4" name="path-2199">
            <a:extLst xmlns:a="http://schemas.openxmlformats.org/drawingml/2006/main">
              <a:ext uri="{FF2B5EF4-FFF2-40B4-BE49-F238E27FC236}">
                <a16:creationId xmlns:a16="http://schemas.microsoft.com/office/drawing/2014/main" id="{810E23CF-AD69-4A10-B251-F7BA071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9" y="26462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5" name="path-2200">
            <a:extLst xmlns:a="http://schemas.openxmlformats.org/drawingml/2006/main">
              <a:ext uri="{FF2B5EF4-FFF2-40B4-BE49-F238E27FC236}">
                <a16:creationId xmlns:a16="http://schemas.microsoft.com/office/drawing/2014/main" id="{25BD67D0-7396-4153-88D1-15A8E1A6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316" y="2635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6" name="path-2201">
            <a:extLst xmlns:a="http://schemas.openxmlformats.org/drawingml/2006/main">
              <a:ext uri="{FF2B5EF4-FFF2-40B4-BE49-F238E27FC236}">
                <a16:creationId xmlns:a16="http://schemas.microsoft.com/office/drawing/2014/main" id="{D1AA33C3-3DFB-49BC-9B66-F3B7457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290" y="2620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7" name="path-2202">
            <a:extLst xmlns:a="http://schemas.openxmlformats.org/drawingml/2006/main">
              <a:ext uri="{FF2B5EF4-FFF2-40B4-BE49-F238E27FC236}">
                <a16:creationId xmlns:a16="http://schemas.microsoft.com/office/drawing/2014/main" id="{A810A576-3CD7-4B29-AB3F-0D3802C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672" y="2628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8" name="path-2203">
            <a:extLst xmlns:a="http://schemas.openxmlformats.org/drawingml/2006/main">
              <a:ext uri="{FF2B5EF4-FFF2-40B4-BE49-F238E27FC236}">
                <a16:creationId xmlns:a16="http://schemas.microsoft.com/office/drawing/2014/main" id="{13589158-786A-4503-86C7-B7493C0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419" y="26575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9" name="path-2204">
            <a:extLst xmlns:a="http://schemas.openxmlformats.org/drawingml/2006/main">
              <a:ext uri="{FF2B5EF4-FFF2-40B4-BE49-F238E27FC236}">
                <a16:creationId xmlns:a16="http://schemas.microsoft.com/office/drawing/2014/main" id="{9E765B80-81D9-470C-91A1-B0C228EF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17" y="2663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0" name="path-2205">
            <a:extLst xmlns:a="http://schemas.openxmlformats.org/drawingml/2006/main">
              <a:ext uri="{FF2B5EF4-FFF2-40B4-BE49-F238E27FC236}">
                <a16:creationId xmlns:a16="http://schemas.microsoft.com/office/drawing/2014/main" id="{C8E530D4-BF89-4B56-B891-0D14342E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47" y="26444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1" name="path-2206">
            <a:extLst xmlns:a="http://schemas.openxmlformats.org/drawingml/2006/main">
              <a:ext uri="{FF2B5EF4-FFF2-40B4-BE49-F238E27FC236}">
                <a16:creationId xmlns:a16="http://schemas.microsoft.com/office/drawing/2014/main" id="{1050564C-A54C-4D64-AEC0-5ECB227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635" y="2621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2" name="path-2207">
            <a:extLst xmlns:a="http://schemas.openxmlformats.org/drawingml/2006/main">
              <a:ext uri="{FF2B5EF4-FFF2-40B4-BE49-F238E27FC236}">
                <a16:creationId xmlns:a16="http://schemas.microsoft.com/office/drawing/2014/main" id="{8A4F4FD3-E181-4594-94F8-93104CE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567" y="2622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3" name="path-2208">
            <a:extLst xmlns:a="http://schemas.openxmlformats.org/drawingml/2006/main">
              <a:ext uri="{FF2B5EF4-FFF2-40B4-BE49-F238E27FC236}">
                <a16:creationId xmlns:a16="http://schemas.microsoft.com/office/drawing/2014/main" id="{2AC2828D-EAF8-4A99-827A-9662F9E1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17" y="26318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4" name="path-2209">
            <a:extLst xmlns:a="http://schemas.openxmlformats.org/drawingml/2006/main">
              <a:ext uri="{FF2B5EF4-FFF2-40B4-BE49-F238E27FC236}">
                <a16:creationId xmlns:a16="http://schemas.microsoft.com/office/drawing/2014/main" id="{1EA72537-EB2E-4091-9BAC-7C3E3F8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90" y="2632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5" name="path-2210">
            <a:extLst xmlns:a="http://schemas.openxmlformats.org/drawingml/2006/main">
              <a:ext uri="{FF2B5EF4-FFF2-40B4-BE49-F238E27FC236}">
                <a16:creationId xmlns:a16="http://schemas.microsoft.com/office/drawing/2014/main" id="{50FE3A92-1232-4BCC-8E96-958CDD8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406" y="26546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6" name="path-2211">
            <a:extLst xmlns:a="http://schemas.openxmlformats.org/drawingml/2006/main">
              <a:ext uri="{FF2B5EF4-FFF2-40B4-BE49-F238E27FC236}">
                <a16:creationId xmlns:a16="http://schemas.microsoft.com/office/drawing/2014/main" id="{3CC7D748-8BA8-4F13-A9B9-493F77E5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979" y="2650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7" name="path-2212">
            <a:extLst xmlns:a="http://schemas.openxmlformats.org/drawingml/2006/main">
              <a:ext uri="{FF2B5EF4-FFF2-40B4-BE49-F238E27FC236}">
                <a16:creationId xmlns:a16="http://schemas.microsoft.com/office/drawing/2014/main" id="{5DEE7AA3-785B-48DB-B126-37829514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578" y="26564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8" name="path-2213">
            <a:extLst xmlns:a="http://schemas.openxmlformats.org/drawingml/2006/main">
              <a:ext uri="{FF2B5EF4-FFF2-40B4-BE49-F238E27FC236}">
                <a16:creationId xmlns:a16="http://schemas.microsoft.com/office/drawing/2014/main" id="{F2FA5841-E555-4FF0-BDDE-646E9822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306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9" name="path-2214">
            <a:extLst xmlns:a="http://schemas.openxmlformats.org/drawingml/2006/main">
              <a:ext uri="{FF2B5EF4-FFF2-40B4-BE49-F238E27FC236}">
                <a16:creationId xmlns:a16="http://schemas.microsoft.com/office/drawing/2014/main" id="{0EE00D1C-C8A2-42BC-9620-A11D0F23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028" y="2570571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0" name="path-2215">
            <a:extLst xmlns:a="http://schemas.openxmlformats.org/drawingml/2006/main">
              <a:ext uri="{FF2B5EF4-FFF2-40B4-BE49-F238E27FC236}">
                <a16:creationId xmlns:a16="http://schemas.microsoft.com/office/drawing/2014/main" id="{661E21E1-4A4B-44D8-A816-62F69F9F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32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1" name="path-2216">
            <a:extLst xmlns:a="http://schemas.openxmlformats.org/drawingml/2006/main">
              <a:ext uri="{FF2B5EF4-FFF2-40B4-BE49-F238E27FC236}">
                <a16:creationId xmlns:a16="http://schemas.microsoft.com/office/drawing/2014/main" id="{E513E60C-BBA3-4559-9159-E433DFF5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754" y="2570571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2" name="path-2217">
            <a:extLst xmlns:a="http://schemas.openxmlformats.org/drawingml/2006/main">
              <a:ext uri="{FF2B5EF4-FFF2-40B4-BE49-F238E27FC236}">
                <a16:creationId xmlns:a16="http://schemas.microsoft.com/office/drawing/2014/main" id="{D3362C3E-009F-4EB9-86A7-E70F11F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942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3" name="path-2218">
            <a:extLst xmlns:a="http://schemas.openxmlformats.org/drawingml/2006/main">
              <a:ext uri="{FF2B5EF4-FFF2-40B4-BE49-F238E27FC236}">
                <a16:creationId xmlns:a16="http://schemas.microsoft.com/office/drawing/2014/main" id="{BD3C7A34-8FAE-493E-B893-843B6A78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075" y="2555394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4" name="path-2219">
            <a:extLst xmlns:a="http://schemas.openxmlformats.org/drawingml/2006/main">
              <a:ext uri="{FF2B5EF4-FFF2-40B4-BE49-F238E27FC236}">
                <a16:creationId xmlns:a16="http://schemas.microsoft.com/office/drawing/2014/main" id="{8F8871A8-821F-4C1E-82BD-5EA67A3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16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5" name="path-2220">
            <a:extLst xmlns:a="http://schemas.openxmlformats.org/drawingml/2006/main">
              <a:ext uri="{FF2B5EF4-FFF2-40B4-BE49-F238E27FC236}">
                <a16:creationId xmlns:a16="http://schemas.microsoft.com/office/drawing/2014/main" id="{11AE4DB4-A18B-4932-A18C-D1E165C2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49" y="2555394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6" name="path-2221">
            <a:extLst xmlns:a="http://schemas.openxmlformats.org/drawingml/2006/main">
              <a:ext uri="{FF2B5EF4-FFF2-40B4-BE49-F238E27FC236}">
                <a16:creationId xmlns:a16="http://schemas.microsoft.com/office/drawing/2014/main" id="{82017983-EC89-4C22-B8E4-22DE23D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869338"/>
            <a:ext cx="90937" cy="101297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6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7" name="path-2222">
            <a:extLst xmlns:a="http://schemas.openxmlformats.org/drawingml/2006/main">
              <a:ext uri="{FF2B5EF4-FFF2-40B4-BE49-F238E27FC236}">
                <a16:creationId xmlns:a16="http://schemas.microsoft.com/office/drawing/2014/main" id="{5B73F30E-9AED-42EF-82B0-863D45D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611491"/>
            <a:ext cx="18417" cy="12892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8" name="path-2223">
            <a:extLst xmlns:a="http://schemas.openxmlformats.org/drawingml/2006/main">
              <a:ext uri="{FF2B5EF4-FFF2-40B4-BE49-F238E27FC236}">
                <a16:creationId xmlns:a16="http://schemas.microsoft.com/office/drawing/2014/main" id="{45CB6C35-3102-466A-BC08-26118929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2381271"/>
            <a:ext cx="90937" cy="101297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9" name="path-2224">
            <a:extLst xmlns:a="http://schemas.openxmlformats.org/drawingml/2006/main">
              <a:ext uri="{FF2B5EF4-FFF2-40B4-BE49-F238E27FC236}">
                <a16:creationId xmlns:a16="http://schemas.microsoft.com/office/drawing/2014/main" id="{EE2262A8-CDE5-4ED1-931A-ADEA6E75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780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0" name="path-2225">
            <a:extLst xmlns:a="http://schemas.openxmlformats.org/drawingml/2006/main">
              <a:ext uri="{FF2B5EF4-FFF2-40B4-BE49-F238E27FC236}">
                <a16:creationId xmlns:a16="http://schemas.microsoft.com/office/drawing/2014/main" id="{8389620E-E104-423B-BD6E-BDD9CFF7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87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1" name="path-2226">
            <a:extLst xmlns:a="http://schemas.openxmlformats.org/drawingml/2006/main">
              <a:ext uri="{FF2B5EF4-FFF2-40B4-BE49-F238E27FC236}">
                <a16:creationId xmlns:a16="http://schemas.microsoft.com/office/drawing/2014/main" id="{62B5F004-2EE8-4AA4-B82B-41397D9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94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2" name="path-2227">
            <a:extLst xmlns:a="http://schemas.openxmlformats.org/drawingml/2006/main">
              <a:ext uri="{FF2B5EF4-FFF2-40B4-BE49-F238E27FC236}">
                <a16:creationId xmlns:a16="http://schemas.microsoft.com/office/drawing/2014/main" id="{27C81718-ACBF-4CA7-9706-9980812E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01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3" name="path-2228">
            <a:extLst xmlns:a="http://schemas.openxmlformats.org/drawingml/2006/main">
              <a:ext uri="{FF2B5EF4-FFF2-40B4-BE49-F238E27FC236}">
                <a16:creationId xmlns:a16="http://schemas.microsoft.com/office/drawing/2014/main" id="{2938108C-E857-4722-B54D-006C3761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07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4" name="path-2229">
            <a:extLst xmlns:a="http://schemas.openxmlformats.org/drawingml/2006/main">
              <a:ext uri="{FF2B5EF4-FFF2-40B4-BE49-F238E27FC236}">
                <a16:creationId xmlns:a16="http://schemas.microsoft.com/office/drawing/2014/main" id="{4DA58EC8-7FBE-48A3-AF79-E00646D2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14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5" name="path-2230">
            <a:extLst xmlns:a="http://schemas.openxmlformats.org/drawingml/2006/main">
              <a:ext uri="{FF2B5EF4-FFF2-40B4-BE49-F238E27FC236}">
                <a16:creationId xmlns:a16="http://schemas.microsoft.com/office/drawing/2014/main" id="{3ADC8A43-3080-45CA-90C7-59D84651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221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6" name="path-2231">
            <a:extLst xmlns:a="http://schemas.openxmlformats.org/drawingml/2006/main">
              <a:ext uri="{FF2B5EF4-FFF2-40B4-BE49-F238E27FC236}">
                <a16:creationId xmlns:a16="http://schemas.microsoft.com/office/drawing/2014/main" id="{C1E6A9BF-A530-4401-A4A9-49BC2FB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28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7" name="path-2232">
            <a:extLst xmlns:a="http://schemas.openxmlformats.org/drawingml/2006/main">
              <a:ext uri="{FF2B5EF4-FFF2-40B4-BE49-F238E27FC236}">
                <a16:creationId xmlns:a16="http://schemas.microsoft.com/office/drawing/2014/main" id="{19BC693B-7099-4839-9145-AD20E82A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34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8" name="path-2233">
            <a:extLst xmlns:a="http://schemas.openxmlformats.org/drawingml/2006/main">
              <a:ext uri="{FF2B5EF4-FFF2-40B4-BE49-F238E27FC236}">
                <a16:creationId xmlns:a16="http://schemas.microsoft.com/office/drawing/2014/main" id="{AA7CC465-AA81-474B-B7BD-EB5A60B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42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9" name="path-2234">
            <a:extLst xmlns:a="http://schemas.openxmlformats.org/drawingml/2006/main">
              <a:ext uri="{FF2B5EF4-FFF2-40B4-BE49-F238E27FC236}">
                <a16:creationId xmlns:a16="http://schemas.microsoft.com/office/drawing/2014/main" id="{B8C5B645-6E88-4480-94AC-9395544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848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0" name="path-2235">
            <a:extLst xmlns:a="http://schemas.openxmlformats.org/drawingml/2006/main">
              <a:ext uri="{FF2B5EF4-FFF2-40B4-BE49-F238E27FC236}">
                <a16:creationId xmlns:a16="http://schemas.microsoft.com/office/drawing/2014/main" id="{CA9EEC0B-5F54-4BAA-ACDC-E3E5CCC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256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1" name="path-2236">
            <a:extLst xmlns:a="http://schemas.openxmlformats.org/drawingml/2006/main">
              <a:ext uri="{FF2B5EF4-FFF2-40B4-BE49-F238E27FC236}">
                <a16:creationId xmlns:a16="http://schemas.microsoft.com/office/drawing/2014/main" id="{8935D9B6-891A-4DA3-8C48-CAB52136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662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2" name="path-2237">
            <a:extLst xmlns:a="http://schemas.openxmlformats.org/drawingml/2006/main">
              <a:ext uri="{FF2B5EF4-FFF2-40B4-BE49-F238E27FC236}">
                <a16:creationId xmlns:a16="http://schemas.microsoft.com/office/drawing/2014/main" id="{A94CFF8D-3E2F-4455-BEC3-79C5FAA0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070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3" name="path-2238">
            <a:extLst xmlns:a="http://schemas.openxmlformats.org/drawingml/2006/main">
              <a:ext uri="{FF2B5EF4-FFF2-40B4-BE49-F238E27FC236}">
                <a16:creationId xmlns:a16="http://schemas.microsoft.com/office/drawing/2014/main" id="{91F435BA-1EA7-475E-8D0A-88B9EDA5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476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4" name="path-2239">
            <a:extLst xmlns:a="http://schemas.openxmlformats.org/drawingml/2006/main">
              <a:ext uri="{FF2B5EF4-FFF2-40B4-BE49-F238E27FC236}">
                <a16:creationId xmlns:a16="http://schemas.microsoft.com/office/drawing/2014/main" id="{A4ABB5EC-C119-4FDB-9114-E5618B85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882" y="2381271"/>
            <a:ext cx="90937" cy="101297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9" y="10789"/>
                </a:lnTo>
                <a:lnTo>
                  <a:pt x="68440" y="2895"/>
                </a:lnTo>
                <a:lnTo>
                  <a:pt x="54102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5" name="path-2240">
            <a:extLst xmlns:a="http://schemas.openxmlformats.org/drawingml/2006/main">
              <a:ext uri="{FF2B5EF4-FFF2-40B4-BE49-F238E27FC236}">
                <a16:creationId xmlns:a16="http://schemas.microsoft.com/office/drawing/2014/main" id="{E38CCCD3-9CCE-4756-B10C-C30D966B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402" y="2611491"/>
            <a:ext cx="18418" cy="12892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6" name="path-2241">
            <a:extLst xmlns:a="http://schemas.openxmlformats.org/drawingml/2006/main">
              <a:ext uri="{FF2B5EF4-FFF2-40B4-BE49-F238E27FC236}">
                <a16:creationId xmlns:a16="http://schemas.microsoft.com/office/drawing/2014/main" id="{07F632CF-DC5B-4157-8971-FE3311E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882" y="2869338"/>
            <a:ext cx="90937" cy="101297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2" y="101297"/>
                </a:lnTo>
                <a:lnTo>
                  <a:pt x="68440" y="98402"/>
                </a:lnTo>
                <a:lnTo>
                  <a:pt x="80149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7" name="path-2242">
            <a:extLst xmlns:a="http://schemas.openxmlformats.org/drawingml/2006/main">
              <a:ext uri="{FF2B5EF4-FFF2-40B4-BE49-F238E27FC236}">
                <a16:creationId xmlns:a16="http://schemas.microsoft.com/office/drawing/2014/main" id="{D93D6F86-76FA-49E8-BF7D-1292212E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476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8" name="path-2243">
            <a:extLst xmlns:a="http://schemas.openxmlformats.org/drawingml/2006/main">
              <a:ext uri="{FF2B5EF4-FFF2-40B4-BE49-F238E27FC236}">
                <a16:creationId xmlns:a16="http://schemas.microsoft.com/office/drawing/2014/main" id="{CECBA69E-F58B-4659-AD96-97EC4E2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070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9" name="path-2244">
            <a:extLst xmlns:a="http://schemas.openxmlformats.org/drawingml/2006/main">
              <a:ext uri="{FF2B5EF4-FFF2-40B4-BE49-F238E27FC236}">
                <a16:creationId xmlns:a16="http://schemas.microsoft.com/office/drawing/2014/main" id="{2CA18B3E-4402-4B9A-86F1-C6FA197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662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0" name="path-2245">
            <a:extLst xmlns:a="http://schemas.openxmlformats.org/drawingml/2006/main">
              <a:ext uri="{FF2B5EF4-FFF2-40B4-BE49-F238E27FC236}">
                <a16:creationId xmlns:a16="http://schemas.microsoft.com/office/drawing/2014/main" id="{FEDB33CE-B54B-4144-9D7D-5960139A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256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1" name="path-2246">
            <a:extLst xmlns:a="http://schemas.openxmlformats.org/drawingml/2006/main">
              <a:ext uri="{FF2B5EF4-FFF2-40B4-BE49-F238E27FC236}">
                <a16:creationId xmlns:a16="http://schemas.microsoft.com/office/drawing/2014/main" id="{8D0C591F-620C-49BD-806B-10C6B20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848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2" name="path-2247">
            <a:extLst xmlns:a="http://schemas.openxmlformats.org/drawingml/2006/main">
              <a:ext uri="{FF2B5EF4-FFF2-40B4-BE49-F238E27FC236}">
                <a16:creationId xmlns:a16="http://schemas.microsoft.com/office/drawing/2014/main" id="{4C07924D-3006-4C72-B014-664F49AB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42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3" name="path-2248">
            <a:extLst xmlns:a="http://schemas.openxmlformats.org/drawingml/2006/main">
              <a:ext uri="{FF2B5EF4-FFF2-40B4-BE49-F238E27FC236}">
                <a16:creationId xmlns:a16="http://schemas.microsoft.com/office/drawing/2014/main" id="{D530D501-BFB7-45BF-8C33-7B0489D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34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4" name="path-2249">
            <a:extLst xmlns:a="http://schemas.openxmlformats.org/drawingml/2006/main">
              <a:ext uri="{FF2B5EF4-FFF2-40B4-BE49-F238E27FC236}">
                <a16:creationId xmlns:a16="http://schemas.microsoft.com/office/drawing/2014/main" id="{57EC4C3B-58CD-4F6E-A6B5-30898F39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28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5" name="path-2250">
            <a:extLst xmlns:a="http://schemas.openxmlformats.org/drawingml/2006/main">
              <a:ext uri="{FF2B5EF4-FFF2-40B4-BE49-F238E27FC236}">
                <a16:creationId xmlns:a16="http://schemas.microsoft.com/office/drawing/2014/main" id="{E86279F7-8FB0-49FA-A236-B0C39722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221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6" name="path-2251">
            <a:extLst xmlns:a="http://schemas.openxmlformats.org/drawingml/2006/main">
              <a:ext uri="{FF2B5EF4-FFF2-40B4-BE49-F238E27FC236}">
                <a16:creationId xmlns:a16="http://schemas.microsoft.com/office/drawing/2014/main" id="{E9A95019-02DE-449D-8BEC-DAFD6AAD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14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7" name="path-2252">
            <a:extLst xmlns:a="http://schemas.openxmlformats.org/drawingml/2006/main">
              <a:ext uri="{FF2B5EF4-FFF2-40B4-BE49-F238E27FC236}">
                <a16:creationId xmlns:a16="http://schemas.microsoft.com/office/drawing/2014/main" id="{56BF5037-767B-497F-9B97-521825A3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07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8" name="path-2253">
            <a:extLst xmlns:a="http://schemas.openxmlformats.org/drawingml/2006/main">
              <a:ext uri="{FF2B5EF4-FFF2-40B4-BE49-F238E27FC236}">
                <a16:creationId xmlns:a16="http://schemas.microsoft.com/office/drawing/2014/main" id="{AEE70350-0758-4DBB-B7EC-B5631D0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01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9" name="path-2254">
            <a:extLst xmlns:a="http://schemas.openxmlformats.org/drawingml/2006/main">
              <a:ext uri="{FF2B5EF4-FFF2-40B4-BE49-F238E27FC236}">
                <a16:creationId xmlns:a16="http://schemas.microsoft.com/office/drawing/2014/main" id="{BBABB306-5F2D-4173-8DE0-51F7CB9F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94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0" name="path-2255">
            <a:extLst xmlns:a="http://schemas.openxmlformats.org/drawingml/2006/main">
              <a:ext uri="{FF2B5EF4-FFF2-40B4-BE49-F238E27FC236}">
                <a16:creationId xmlns:a16="http://schemas.microsoft.com/office/drawing/2014/main" id="{7D793CC5-0B64-41E7-9FDD-9F53A5AA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87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1" name="path-2256">
            <a:extLst xmlns:a="http://schemas.openxmlformats.org/drawingml/2006/main">
              <a:ext uri="{FF2B5EF4-FFF2-40B4-BE49-F238E27FC236}">
                <a16:creationId xmlns:a16="http://schemas.microsoft.com/office/drawing/2014/main" id="{504C2035-8285-4BCF-9579-EC2B602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780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2" name="path-2257">
            <a:extLst xmlns:a="http://schemas.openxmlformats.org/drawingml/2006/main">
              <a:ext uri="{FF2B5EF4-FFF2-40B4-BE49-F238E27FC236}">
                <a16:creationId xmlns:a16="http://schemas.microsoft.com/office/drawing/2014/main" id="{C8C8C7E3-8EA4-4BBA-8E41-0C04B55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30" y="293310"/>
            <a:ext cx="3209384" cy="311831"/>
          </a:xfrm>
          <a:custGeom xmlns:a="http://schemas.openxmlformats.org/drawingml/2006/main">
            <a:pathLst>
              <a:path w="3209384" h="311831">
                <a:moveTo>
                  <a:pt x="136010" y="5297"/>
                </a:moveTo>
                <a:lnTo>
                  <a:pt x="208457" y="159760"/>
                </a:lnTo>
                <a:lnTo>
                  <a:pt x="241092" y="47672"/>
                </a:lnTo>
                <a:cubicBezTo>
                  <a:pt x="242801" y="41521"/>
                  <a:pt x="243655" y="36053"/>
                  <a:pt x="243655" y="31269"/>
                </a:cubicBezTo>
                <a:cubicBezTo>
                  <a:pt x="243655" y="25573"/>
                  <a:pt x="241833" y="21017"/>
                  <a:pt x="238187" y="17599"/>
                </a:cubicBezTo>
                <a:cubicBezTo>
                  <a:pt x="234657" y="14182"/>
                  <a:pt x="228505" y="12189"/>
                  <a:pt x="219735" y="11619"/>
                </a:cubicBezTo>
                <a:lnTo>
                  <a:pt x="221614" y="5297"/>
                </a:lnTo>
                <a:lnTo>
                  <a:pt x="295087" y="5297"/>
                </a:lnTo>
                <a:lnTo>
                  <a:pt x="293377" y="11619"/>
                </a:lnTo>
                <a:cubicBezTo>
                  <a:pt x="284037" y="12189"/>
                  <a:pt x="276291" y="14809"/>
                  <a:pt x="270140" y="19479"/>
                </a:cubicBezTo>
                <a:cubicBezTo>
                  <a:pt x="264102" y="24149"/>
                  <a:pt x="258977" y="33547"/>
                  <a:pt x="254762" y="47672"/>
                </a:cubicBezTo>
                <a:lnTo>
                  <a:pt x="198206" y="239555"/>
                </a:lnTo>
                <a:lnTo>
                  <a:pt x="191712" y="239555"/>
                </a:lnTo>
                <a:lnTo>
                  <a:pt x="98760" y="42033"/>
                </a:lnTo>
                <a:lnTo>
                  <a:pt x="53823" y="195984"/>
                </a:lnTo>
                <a:cubicBezTo>
                  <a:pt x="52342" y="201338"/>
                  <a:pt x="51601" y="206122"/>
                  <a:pt x="51601" y="210337"/>
                </a:cubicBezTo>
                <a:cubicBezTo>
                  <a:pt x="51601" y="216488"/>
                  <a:pt x="53596" y="221443"/>
                  <a:pt x="57582" y="225202"/>
                </a:cubicBezTo>
                <a:cubicBezTo>
                  <a:pt x="61682" y="228847"/>
                  <a:pt x="68176" y="230670"/>
                  <a:pt x="77061" y="230670"/>
                </a:cubicBezTo>
                <a:lnTo>
                  <a:pt x="75523" y="236992"/>
                </a:lnTo>
                <a:lnTo>
                  <a:pt x="0" y="236992"/>
                </a:lnTo>
                <a:lnTo>
                  <a:pt x="1538" y="230670"/>
                </a:lnTo>
                <a:cubicBezTo>
                  <a:pt x="8031" y="230670"/>
                  <a:pt x="12644" y="230100"/>
                  <a:pt x="15379" y="228961"/>
                </a:cubicBezTo>
                <a:cubicBezTo>
                  <a:pt x="20162" y="227139"/>
                  <a:pt x="24833" y="223664"/>
                  <a:pt x="29389" y="218538"/>
                </a:cubicBezTo>
                <a:cubicBezTo>
                  <a:pt x="33946" y="213298"/>
                  <a:pt x="37648" y="205780"/>
                  <a:pt x="40495" y="195984"/>
                </a:cubicBezTo>
                <a:lnTo>
                  <a:pt x="89535" y="27680"/>
                </a:lnTo>
                <a:cubicBezTo>
                  <a:pt x="83497" y="20960"/>
                  <a:pt x="78428" y="16631"/>
                  <a:pt x="74328" y="14695"/>
                </a:cubicBezTo>
                <a:cubicBezTo>
                  <a:pt x="70226" y="12758"/>
                  <a:pt x="64075" y="11733"/>
                  <a:pt x="55874" y="11619"/>
                </a:cubicBezTo>
                <a:lnTo>
                  <a:pt x="57753" y="5297"/>
                </a:lnTo>
                <a:lnTo>
                  <a:pt x="136010" y="5297"/>
                </a:lnTo>
                <a:moveTo>
                  <a:pt x="379153" y="78599"/>
                </a:moveTo>
                <a:cubicBezTo>
                  <a:pt x="388152" y="78599"/>
                  <a:pt x="396582" y="80706"/>
                  <a:pt x="404441" y="84921"/>
                </a:cubicBezTo>
                <a:cubicBezTo>
                  <a:pt x="412414" y="89022"/>
                  <a:pt x="418395" y="94774"/>
                  <a:pt x="422382" y="102178"/>
                </a:cubicBezTo>
                <a:cubicBezTo>
                  <a:pt x="426482" y="109583"/>
                  <a:pt x="428533" y="117784"/>
                  <a:pt x="428533" y="126783"/>
                </a:cubicBezTo>
                <a:cubicBezTo>
                  <a:pt x="428533" y="145237"/>
                  <a:pt x="423350" y="163690"/>
                  <a:pt x="412985" y="182144"/>
                </a:cubicBezTo>
                <a:cubicBezTo>
                  <a:pt x="402732" y="200597"/>
                  <a:pt x="389177" y="215178"/>
                  <a:pt x="372318" y="225886"/>
                </a:cubicBezTo>
                <a:cubicBezTo>
                  <a:pt x="355460" y="236479"/>
                  <a:pt x="338487" y="241776"/>
                  <a:pt x="321400" y="241776"/>
                </a:cubicBezTo>
                <a:cubicBezTo>
                  <a:pt x="305908" y="241776"/>
                  <a:pt x="293891" y="237163"/>
                  <a:pt x="285348" y="227936"/>
                </a:cubicBezTo>
                <a:cubicBezTo>
                  <a:pt x="276918" y="218709"/>
                  <a:pt x="272702" y="207432"/>
                  <a:pt x="272702" y="194104"/>
                </a:cubicBezTo>
                <a:cubicBezTo>
                  <a:pt x="272702" y="178271"/>
                  <a:pt x="275836" y="163462"/>
                  <a:pt x="282101" y="149679"/>
                </a:cubicBezTo>
                <a:cubicBezTo>
                  <a:pt x="288480" y="135782"/>
                  <a:pt x="296511" y="123707"/>
                  <a:pt x="306193" y="113455"/>
                </a:cubicBezTo>
                <a:cubicBezTo>
                  <a:pt x="315989" y="103089"/>
                  <a:pt x="327210" y="94717"/>
                  <a:pt x="339854" y="88338"/>
                </a:cubicBezTo>
                <a:cubicBezTo>
                  <a:pt x="352498" y="81845"/>
                  <a:pt x="365597" y="78599"/>
                  <a:pt x="379153" y="78599"/>
                </a:cubicBezTo>
                <a:moveTo>
                  <a:pt x="372148" y="87655"/>
                </a:moveTo>
                <a:cubicBezTo>
                  <a:pt x="366109" y="87655"/>
                  <a:pt x="361098" y="89420"/>
                  <a:pt x="357111" y="92951"/>
                </a:cubicBezTo>
                <a:cubicBezTo>
                  <a:pt x="349138" y="100128"/>
                  <a:pt x="340138" y="116930"/>
                  <a:pt x="330114" y="143357"/>
                </a:cubicBezTo>
                <a:cubicBezTo>
                  <a:pt x="320090" y="169671"/>
                  <a:pt x="315078" y="193421"/>
                  <a:pt x="315078" y="214608"/>
                </a:cubicBezTo>
                <a:cubicBezTo>
                  <a:pt x="315078" y="219848"/>
                  <a:pt x="316672" y="224177"/>
                  <a:pt x="319862" y="227594"/>
                </a:cubicBezTo>
                <a:cubicBezTo>
                  <a:pt x="323051" y="231011"/>
                  <a:pt x="326810" y="232720"/>
                  <a:pt x="331139" y="232720"/>
                </a:cubicBezTo>
                <a:cubicBezTo>
                  <a:pt x="335582" y="232720"/>
                  <a:pt x="339512" y="231353"/>
                  <a:pt x="342929" y="228620"/>
                </a:cubicBezTo>
                <a:cubicBezTo>
                  <a:pt x="347941" y="224519"/>
                  <a:pt x="354092" y="215349"/>
                  <a:pt x="361383" y="201110"/>
                </a:cubicBezTo>
                <a:cubicBezTo>
                  <a:pt x="368673" y="186757"/>
                  <a:pt x="374653" y="170981"/>
                  <a:pt x="379324" y="153780"/>
                </a:cubicBezTo>
                <a:cubicBezTo>
                  <a:pt x="383994" y="136465"/>
                  <a:pt x="386329" y="120632"/>
                  <a:pt x="386329" y="106279"/>
                </a:cubicBezTo>
                <a:cubicBezTo>
                  <a:pt x="386329" y="100356"/>
                  <a:pt x="384905" y="95799"/>
                  <a:pt x="382057" y="92610"/>
                </a:cubicBezTo>
                <a:cubicBezTo>
                  <a:pt x="379210" y="89306"/>
                  <a:pt x="375906" y="87655"/>
                  <a:pt x="372148" y="87655"/>
                </a:cubicBezTo>
                <a:moveTo>
                  <a:pt x="532590" y="78599"/>
                </a:moveTo>
                <a:lnTo>
                  <a:pt x="511403" y="151900"/>
                </a:lnTo>
                <a:cubicBezTo>
                  <a:pt x="525643" y="130485"/>
                  <a:pt x="536292" y="115848"/>
                  <a:pt x="543355" y="107988"/>
                </a:cubicBezTo>
                <a:cubicBezTo>
                  <a:pt x="553721" y="96596"/>
                  <a:pt x="562663" y="88851"/>
                  <a:pt x="570182" y="84750"/>
                </a:cubicBezTo>
                <a:cubicBezTo>
                  <a:pt x="577700" y="80649"/>
                  <a:pt x="584762" y="78599"/>
                  <a:pt x="591369" y="78599"/>
                </a:cubicBezTo>
                <a:cubicBezTo>
                  <a:pt x="597292" y="78599"/>
                  <a:pt x="602362" y="80820"/>
                  <a:pt x="606576" y="85262"/>
                </a:cubicBezTo>
                <a:cubicBezTo>
                  <a:pt x="610790" y="89591"/>
                  <a:pt x="612898" y="95287"/>
                  <a:pt x="612898" y="102349"/>
                </a:cubicBezTo>
                <a:cubicBezTo>
                  <a:pt x="612898" y="108728"/>
                  <a:pt x="611531" y="116474"/>
                  <a:pt x="608797" y="125587"/>
                </a:cubicBezTo>
                <a:lnTo>
                  <a:pt x="586926" y="198547"/>
                </a:lnTo>
                <a:cubicBezTo>
                  <a:pt x="585104" y="204926"/>
                  <a:pt x="584193" y="209084"/>
                  <a:pt x="584193" y="211020"/>
                </a:cubicBezTo>
                <a:cubicBezTo>
                  <a:pt x="584193" y="212159"/>
                  <a:pt x="584592" y="213184"/>
                  <a:pt x="585389" y="214096"/>
                </a:cubicBezTo>
                <a:cubicBezTo>
                  <a:pt x="586300" y="215007"/>
                  <a:pt x="587212" y="215463"/>
                  <a:pt x="588122" y="215463"/>
                </a:cubicBezTo>
                <a:cubicBezTo>
                  <a:pt x="589261" y="215463"/>
                  <a:pt x="590457" y="215007"/>
                  <a:pt x="591711" y="214096"/>
                </a:cubicBezTo>
                <a:cubicBezTo>
                  <a:pt x="595698" y="210792"/>
                  <a:pt x="599741" y="206122"/>
                  <a:pt x="603843" y="200085"/>
                </a:cubicBezTo>
                <a:cubicBezTo>
                  <a:pt x="604867" y="198490"/>
                  <a:pt x="606519" y="196098"/>
                  <a:pt x="608797" y="192908"/>
                </a:cubicBezTo>
                <a:lnTo>
                  <a:pt x="615290" y="196838"/>
                </a:lnTo>
                <a:cubicBezTo>
                  <a:pt x="598545" y="224974"/>
                  <a:pt x="580946" y="239042"/>
                  <a:pt x="562492" y="239042"/>
                </a:cubicBezTo>
                <a:cubicBezTo>
                  <a:pt x="555430" y="239042"/>
                  <a:pt x="549905" y="237220"/>
                  <a:pt x="545918" y="233575"/>
                </a:cubicBezTo>
                <a:cubicBezTo>
                  <a:pt x="541932" y="229929"/>
                  <a:pt x="539938" y="225373"/>
                  <a:pt x="539938" y="219905"/>
                </a:cubicBezTo>
                <a:cubicBezTo>
                  <a:pt x="539938" y="215121"/>
                  <a:pt x="541305" y="208001"/>
                  <a:pt x="544039" y="198547"/>
                </a:cubicBezTo>
                <a:lnTo>
                  <a:pt x="565397" y="125587"/>
                </a:lnTo>
                <a:cubicBezTo>
                  <a:pt x="566878" y="120803"/>
                  <a:pt x="567619" y="117271"/>
                  <a:pt x="567619" y="114993"/>
                </a:cubicBezTo>
                <a:cubicBezTo>
                  <a:pt x="567619" y="113740"/>
                  <a:pt x="567105" y="112658"/>
                  <a:pt x="566081" y="111747"/>
                </a:cubicBezTo>
                <a:cubicBezTo>
                  <a:pt x="565056" y="110722"/>
                  <a:pt x="563860" y="110209"/>
                  <a:pt x="562492" y="110209"/>
                </a:cubicBezTo>
                <a:cubicBezTo>
                  <a:pt x="558163" y="110209"/>
                  <a:pt x="552924" y="113171"/>
                  <a:pt x="546773" y="119094"/>
                </a:cubicBezTo>
                <a:cubicBezTo>
                  <a:pt x="531053" y="134130"/>
                  <a:pt x="515846" y="156514"/>
                  <a:pt x="501152" y="186244"/>
                </a:cubicBezTo>
                <a:lnTo>
                  <a:pt x="487141" y="236992"/>
                </a:lnTo>
                <a:lnTo>
                  <a:pt x="443569" y="236992"/>
                </a:lnTo>
                <a:lnTo>
                  <a:pt x="475521" y="127296"/>
                </a:lnTo>
                <a:cubicBezTo>
                  <a:pt x="478597" y="116474"/>
                  <a:pt x="480135" y="108785"/>
                  <a:pt x="480135" y="104229"/>
                </a:cubicBezTo>
                <a:cubicBezTo>
                  <a:pt x="480135" y="102292"/>
                  <a:pt x="479680" y="100698"/>
                  <a:pt x="478768" y="99444"/>
                </a:cubicBezTo>
                <a:cubicBezTo>
                  <a:pt x="477857" y="98077"/>
                  <a:pt x="476376" y="97052"/>
                  <a:pt x="474325" y="96369"/>
                </a:cubicBezTo>
                <a:cubicBezTo>
                  <a:pt x="472275" y="95571"/>
                  <a:pt x="468402" y="95173"/>
                  <a:pt x="462707" y="95173"/>
                </a:cubicBezTo>
                <a:lnTo>
                  <a:pt x="464586" y="88680"/>
                </a:lnTo>
                <a:lnTo>
                  <a:pt x="522168" y="78599"/>
                </a:lnTo>
                <a:lnTo>
                  <a:pt x="532590" y="78599"/>
                </a:lnTo>
                <a:moveTo>
                  <a:pt x="647243" y="142503"/>
                </a:moveTo>
                <a:lnTo>
                  <a:pt x="746687" y="142503"/>
                </a:lnTo>
                <a:lnTo>
                  <a:pt x="736093" y="178043"/>
                </a:lnTo>
                <a:lnTo>
                  <a:pt x="636136" y="178043"/>
                </a:lnTo>
                <a:lnTo>
                  <a:pt x="647243" y="142503"/>
                </a:lnTo>
                <a:moveTo>
                  <a:pt x="771633" y="88167"/>
                </a:moveTo>
                <a:lnTo>
                  <a:pt x="828190" y="78599"/>
                </a:lnTo>
                <a:lnTo>
                  <a:pt x="838442" y="78599"/>
                </a:lnTo>
                <a:lnTo>
                  <a:pt x="830752" y="106450"/>
                </a:lnTo>
                <a:cubicBezTo>
                  <a:pt x="842714" y="95515"/>
                  <a:pt x="852510" y="88167"/>
                  <a:pt x="860142" y="84408"/>
                </a:cubicBezTo>
                <a:cubicBezTo>
                  <a:pt x="867773" y="80535"/>
                  <a:pt x="875349" y="78599"/>
                  <a:pt x="882867" y="78599"/>
                </a:cubicBezTo>
                <a:cubicBezTo>
                  <a:pt x="893575" y="78599"/>
                  <a:pt x="901833" y="82756"/>
                  <a:pt x="907643" y="91072"/>
                </a:cubicBezTo>
                <a:cubicBezTo>
                  <a:pt x="913452" y="99273"/>
                  <a:pt x="916356" y="109355"/>
                  <a:pt x="916356" y="121315"/>
                </a:cubicBezTo>
                <a:cubicBezTo>
                  <a:pt x="916356" y="154008"/>
                  <a:pt x="905023" y="182998"/>
                  <a:pt x="882355" y="208286"/>
                </a:cubicBezTo>
                <a:cubicBezTo>
                  <a:pt x="862307" y="230613"/>
                  <a:pt x="840436" y="241776"/>
                  <a:pt x="816742" y="241776"/>
                </a:cubicBezTo>
                <a:cubicBezTo>
                  <a:pt x="812527" y="241776"/>
                  <a:pt x="808939" y="241377"/>
                  <a:pt x="805978" y="240580"/>
                </a:cubicBezTo>
                <a:cubicBezTo>
                  <a:pt x="803016" y="239783"/>
                  <a:pt x="798858" y="238017"/>
                  <a:pt x="793504" y="235283"/>
                </a:cubicBezTo>
                <a:lnTo>
                  <a:pt x="784619" y="266039"/>
                </a:lnTo>
                <a:cubicBezTo>
                  <a:pt x="781429" y="277203"/>
                  <a:pt x="779834" y="285689"/>
                  <a:pt x="779834" y="291498"/>
                </a:cubicBezTo>
                <a:cubicBezTo>
                  <a:pt x="779834" y="295143"/>
                  <a:pt x="781088" y="297991"/>
                  <a:pt x="783593" y="300042"/>
                </a:cubicBezTo>
                <a:cubicBezTo>
                  <a:pt x="786100" y="302206"/>
                  <a:pt x="791966" y="304028"/>
                  <a:pt x="801193" y="305509"/>
                </a:cubicBezTo>
                <a:lnTo>
                  <a:pt x="799656" y="311831"/>
                </a:lnTo>
                <a:lnTo>
                  <a:pt x="707729" y="311831"/>
                </a:lnTo>
                <a:lnTo>
                  <a:pt x="709437" y="305509"/>
                </a:lnTo>
                <a:cubicBezTo>
                  <a:pt x="716728" y="305282"/>
                  <a:pt x="722822" y="302946"/>
                  <a:pt x="727721" y="298504"/>
                </a:cubicBezTo>
                <a:cubicBezTo>
                  <a:pt x="732504" y="294061"/>
                  <a:pt x="737004" y="284493"/>
                  <a:pt x="741219" y="269798"/>
                </a:cubicBezTo>
                <a:lnTo>
                  <a:pt x="782910" y="126100"/>
                </a:lnTo>
                <a:cubicBezTo>
                  <a:pt x="785986" y="115392"/>
                  <a:pt x="787524" y="107817"/>
                  <a:pt x="787524" y="103374"/>
                </a:cubicBezTo>
                <a:cubicBezTo>
                  <a:pt x="787524" y="101438"/>
                  <a:pt x="787068" y="99843"/>
                  <a:pt x="786156" y="98590"/>
                </a:cubicBezTo>
                <a:cubicBezTo>
                  <a:pt x="785246" y="97223"/>
                  <a:pt x="783878" y="96255"/>
                  <a:pt x="782056" y="95685"/>
                </a:cubicBezTo>
                <a:cubicBezTo>
                  <a:pt x="780233" y="95116"/>
                  <a:pt x="776132" y="94831"/>
                  <a:pt x="769753" y="94831"/>
                </a:cubicBezTo>
                <a:lnTo>
                  <a:pt x="771633" y="88167"/>
                </a:lnTo>
                <a:moveTo>
                  <a:pt x="798288" y="219393"/>
                </a:moveTo>
                <a:cubicBezTo>
                  <a:pt x="801705" y="224974"/>
                  <a:pt x="804781" y="228733"/>
                  <a:pt x="807515" y="230670"/>
                </a:cubicBezTo>
                <a:cubicBezTo>
                  <a:pt x="810249" y="232492"/>
                  <a:pt x="813439" y="233404"/>
                  <a:pt x="817084" y="233404"/>
                </a:cubicBezTo>
                <a:cubicBezTo>
                  <a:pt x="820728" y="233404"/>
                  <a:pt x="824260" y="232436"/>
                  <a:pt x="827677" y="230499"/>
                </a:cubicBezTo>
                <a:cubicBezTo>
                  <a:pt x="831209" y="228449"/>
                  <a:pt x="835537" y="224405"/>
                  <a:pt x="840663" y="218367"/>
                </a:cubicBezTo>
                <a:cubicBezTo>
                  <a:pt x="845789" y="212330"/>
                  <a:pt x="850687" y="204584"/>
                  <a:pt x="855358" y="195130"/>
                </a:cubicBezTo>
                <a:cubicBezTo>
                  <a:pt x="860142" y="185675"/>
                  <a:pt x="863958" y="174967"/>
                  <a:pt x="866806" y="163007"/>
                </a:cubicBezTo>
                <a:cubicBezTo>
                  <a:pt x="869653" y="150932"/>
                  <a:pt x="871077" y="139427"/>
                  <a:pt x="871077" y="128492"/>
                </a:cubicBezTo>
                <a:cubicBezTo>
                  <a:pt x="871077" y="119721"/>
                  <a:pt x="869483" y="113342"/>
                  <a:pt x="866293" y="109355"/>
                </a:cubicBezTo>
                <a:cubicBezTo>
                  <a:pt x="863217" y="105368"/>
                  <a:pt x="859458" y="103374"/>
                  <a:pt x="855016" y="103374"/>
                </a:cubicBezTo>
                <a:cubicBezTo>
                  <a:pt x="851029" y="103374"/>
                  <a:pt x="847270" y="104400"/>
                  <a:pt x="843738" y="106450"/>
                </a:cubicBezTo>
                <a:cubicBezTo>
                  <a:pt x="838613" y="109412"/>
                  <a:pt x="832575" y="114936"/>
                  <a:pt x="825627" y="123024"/>
                </a:cubicBezTo>
                <a:lnTo>
                  <a:pt x="798288" y="219393"/>
                </a:lnTo>
                <a:moveTo>
                  <a:pt x="980090" y="172917"/>
                </a:moveTo>
                <a:cubicBezTo>
                  <a:pt x="979064" y="180321"/>
                  <a:pt x="978552" y="186415"/>
                  <a:pt x="978552" y="191200"/>
                </a:cubicBezTo>
                <a:cubicBezTo>
                  <a:pt x="978552" y="199743"/>
                  <a:pt x="981002" y="206578"/>
                  <a:pt x="985900" y="211704"/>
                </a:cubicBezTo>
                <a:cubicBezTo>
                  <a:pt x="990911" y="216830"/>
                  <a:pt x="997575" y="219393"/>
                  <a:pt x="1005891" y="219393"/>
                </a:cubicBezTo>
                <a:cubicBezTo>
                  <a:pt x="1013864" y="219393"/>
                  <a:pt x="1021839" y="217456"/>
                  <a:pt x="1029812" y="213583"/>
                </a:cubicBezTo>
                <a:cubicBezTo>
                  <a:pt x="1037900" y="209710"/>
                  <a:pt x="1047240" y="202932"/>
                  <a:pt x="1057834" y="193250"/>
                </a:cubicBezTo>
                <a:lnTo>
                  <a:pt x="1062961" y="197864"/>
                </a:lnTo>
                <a:cubicBezTo>
                  <a:pt x="1049860" y="213697"/>
                  <a:pt x="1037103" y="224974"/>
                  <a:pt x="1024686" y="231695"/>
                </a:cubicBezTo>
                <a:cubicBezTo>
                  <a:pt x="1012270" y="238416"/>
                  <a:pt x="998544" y="241776"/>
                  <a:pt x="983507" y="241776"/>
                </a:cubicBezTo>
                <a:cubicBezTo>
                  <a:pt x="964484" y="241776"/>
                  <a:pt x="951328" y="237220"/>
                  <a:pt x="944037" y="228107"/>
                </a:cubicBezTo>
                <a:cubicBezTo>
                  <a:pt x="936747" y="218994"/>
                  <a:pt x="933102" y="208457"/>
                  <a:pt x="933102" y="196497"/>
                </a:cubicBezTo>
                <a:cubicBezTo>
                  <a:pt x="933102" y="177815"/>
                  <a:pt x="938512" y="159134"/>
                  <a:pt x="949334" y="140452"/>
                </a:cubicBezTo>
                <a:cubicBezTo>
                  <a:pt x="960270" y="121771"/>
                  <a:pt x="975078" y="106792"/>
                  <a:pt x="993759" y="95515"/>
                </a:cubicBezTo>
                <a:cubicBezTo>
                  <a:pt x="1012555" y="84237"/>
                  <a:pt x="1031407" y="78599"/>
                  <a:pt x="1050317" y="78599"/>
                </a:cubicBezTo>
                <a:cubicBezTo>
                  <a:pt x="1059884" y="78599"/>
                  <a:pt x="1067118" y="80877"/>
                  <a:pt x="1072016" y="85433"/>
                </a:cubicBezTo>
                <a:cubicBezTo>
                  <a:pt x="1076914" y="89990"/>
                  <a:pt x="1079364" y="95742"/>
                  <a:pt x="1079364" y="102691"/>
                </a:cubicBezTo>
                <a:cubicBezTo>
                  <a:pt x="1079364" y="111006"/>
                  <a:pt x="1076972" y="119094"/>
                  <a:pt x="1072188" y="126954"/>
                </a:cubicBezTo>
                <a:cubicBezTo>
                  <a:pt x="1065581" y="137661"/>
                  <a:pt x="1057264" y="146319"/>
                  <a:pt x="1047240" y="152926"/>
                </a:cubicBezTo>
                <a:cubicBezTo>
                  <a:pt x="1037216" y="159418"/>
                  <a:pt x="1025996" y="164374"/>
                  <a:pt x="1013579" y="167791"/>
                </a:cubicBezTo>
                <a:cubicBezTo>
                  <a:pt x="1005264" y="170069"/>
                  <a:pt x="994101" y="171778"/>
                  <a:pt x="980090" y="172917"/>
                </a:cubicBezTo>
                <a:moveTo>
                  <a:pt x="981627" y="164032"/>
                </a:moveTo>
                <a:cubicBezTo>
                  <a:pt x="991652" y="162551"/>
                  <a:pt x="999398" y="160558"/>
                  <a:pt x="1004866" y="158051"/>
                </a:cubicBezTo>
                <a:cubicBezTo>
                  <a:pt x="1010447" y="155432"/>
                  <a:pt x="1015858" y="151331"/>
                  <a:pt x="1021098" y="145749"/>
                </a:cubicBezTo>
                <a:cubicBezTo>
                  <a:pt x="1026452" y="140054"/>
                  <a:pt x="1031066" y="132934"/>
                  <a:pt x="1034938" y="124391"/>
                </a:cubicBezTo>
                <a:cubicBezTo>
                  <a:pt x="1038812" y="115734"/>
                  <a:pt x="1040748" y="107646"/>
                  <a:pt x="1040748" y="100128"/>
                </a:cubicBezTo>
                <a:cubicBezTo>
                  <a:pt x="1040748" y="96938"/>
                  <a:pt x="1039836" y="94432"/>
                  <a:pt x="1038013" y="92610"/>
                </a:cubicBezTo>
                <a:cubicBezTo>
                  <a:pt x="1036305" y="90787"/>
                  <a:pt x="1034084" y="89876"/>
                  <a:pt x="1031349" y="89876"/>
                </a:cubicBezTo>
                <a:cubicBezTo>
                  <a:pt x="1025883" y="89876"/>
                  <a:pt x="1019731" y="93692"/>
                  <a:pt x="1012897" y="101324"/>
                </a:cubicBezTo>
                <a:cubicBezTo>
                  <a:pt x="1000366" y="115221"/>
                  <a:pt x="989944" y="136124"/>
                  <a:pt x="981627" y="164032"/>
                </a:cubicBezTo>
                <a:moveTo>
                  <a:pt x="1163772" y="78599"/>
                </a:moveTo>
                <a:lnTo>
                  <a:pt x="1137971" y="174626"/>
                </a:lnTo>
                <a:cubicBezTo>
                  <a:pt x="1159158" y="127808"/>
                  <a:pt x="1175105" y="98989"/>
                  <a:pt x="1185813" y="88167"/>
                </a:cubicBezTo>
                <a:cubicBezTo>
                  <a:pt x="1192078" y="81788"/>
                  <a:pt x="1198686" y="78599"/>
                  <a:pt x="1205633" y="78599"/>
                </a:cubicBezTo>
                <a:cubicBezTo>
                  <a:pt x="1210418" y="78599"/>
                  <a:pt x="1214291" y="80364"/>
                  <a:pt x="1217253" y="83895"/>
                </a:cubicBezTo>
                <a:cubicBezTo>
                  <a:pt x="1220215" y="87313"/>
                  <a:pt x="1221695" y="92211"/>
                  <a:pt x="1221695" y="98590"/>
                </a:cubicBezTo>
                <a:cubicBezTo>
                  <a:pt x="1221695" y="109639"/>
                  <a:pt x="1219018" y="118923"/>
                  <a:pt x="1213664" y="126441"/>
                </a:cubicBezTo>
                <a:cubicBezTo>
                  <a:pt x="1210247" y="131226"/>
                  <a:pt x="1206432" y="133618"/>
                  <a:pt x="1202216" y="133618"/>
                </a:cubicBezTo>
                <a:cubicBezTo>
                  <a:pt x="1197660" y="133618"/>
                  <a:pt x="1194243" y="131510"/>
                  <a:pt x="1191965" y="127296"/>
                </a:cubicBezTo>
                <a:cubicBezTo>
                  <a:pt x="1189687" y="123081"/>
                  <a:pt x="1188091" y="120632"/>
                  <a:pt x="1187181" y="119948"/>
                </a:cubicBezTo>
                <a:cubicBezTo>
                  <a:pt x="1186269" y="119151"/>
                  <a:pt x="1185301" y="118752"/>
                  <a:pt x="1184276" y="118752"/>
                </a:cubicBezTo>
                <a:cubicBezTo>
                  <a:pt x="1183137" y="118752"/>
                  <a:pt x="1181940" y="119094"/>
                  <a:pt x="1180687" y="119777"/>
                </a:cubicBezTo>
                <a:cubicBezTo>
                  <a:pt x="1178181" y="121144"/>
                  <a:pt x="1174878" y="124505"/>
                  <a:pt x="1170776" y="129859"/>
                </a:cubicBezTo>
                <a:cubicBezTo>
                  <a:pt x="1166790" y="135099"/>
                  <a:pt x="1161835" y="143927"/>
                  <a:pt x="1155911" y="156343"/>
                </a:cubicBezTo>
                <a:cubicBezTo>
                  <a:pt x="1149988" y="168759"/>
                  <a:pt x="1145375" y="179296"/>
                  <a:pt x="1142071" y="187953"/>
                </a:cubicBezTo>
                <a:cubicBezTo>
                  <a:pt x="1138768" y="196497"/>
                  <a:pt x="1134155" y="212843"/>
                  <a:pt x="1128232" y="236992"/>
                </a:cubicBezTo>
                <a:lnTo>
                  <a:pt x="1086881" y="236992"/>
                </a:lnTo>
                <a:lnTo>
                  <a:pt x="1115074" y="123707"/>
                </a:lnTo>
                <a:cubicBezTo>
                  <a:pt x="1117125" y="115278"/>
                  <a:pt x="1118150" y="109696"/>
                  <a:pt x="1118150" y="106962"/>
                </a:cubicBezTo>
                <a:cubicBezTo>
                  <a:pt x="1118150" y="103887"/>
                  <a:pt x="1117581" y="101495"/>
                  <a:pt x="1116442" y="99786"/>
                </a:cubicBezTo>
                <a:cubicBezTo>
                  <a:pt x="1115416" y="98077"/>
                  <a:pt x="1113935" y="96824"/>
                  <a:pt x="1111999" y="96027"/>
                </a:cubicBezTo>
                <a:cubicBezTo>
                  <a:pt x="1110176" y="95230"/>
                  <a:pt x="1106304" y="94831"/>
                  <a:pt x="1100380" y="94831"/>
                </a:cubicBezTo>
                <a:lnTo>
                  <a:pt x="1101918" y="89876"/>
                </a:lnTo>
                <a:lnTo>
                  <a:pt x="1153520" y="78599"/>
                </a:lnTo>
                <a:lnTo>
                  <a:pt x="1163772" y="78599"/>
                </a:lnTo>
                <a:moveTo>
                  <a:pt x="1348649" y="195813"/>
                </a:moveTo>
                <a:lnTo>
                  <a:pt x="1353775" y="200426"/>
                </a:lnTo>
                <a:cubicBezTo>
                  <a:pt x="1342725" y="213640"/>
                  <a:pt x="1331847" y="223322"/>
                  <a:pt x="1321140" y="229474"/>
                </a:cubicBezTo>
                <a:cubicBezTo>
                  <a:pt x="1306901" y="237675"/>
                  <a:pt x="1292149" y="241776"/>
                  <a:pt x="1276886" y="241776"/>
                </a:cubicBezTo>
                <a:cubicBezTo>
                  <a:pt x="1266633" y="241776"/>
                  <a:pt x="1257520" y="239612"/>
                  <a:pt x="1249547" y="235283"/>
                </a:cubicBezTo>
                <a:cubicBezTo>
                  <a:pt x="1241687" y="230841"/>
                  <a:pt x="1235877" y="224689"/>
                  <a:pt x="1232118" y="216830"/>
                </a:cubicBezTo>
                <a:cubicBezTo>
                  <a:pt x="1228359" y="208856"/>
                  <a:pt x="1226480" y="200711"/>
                  <a:pt x="1226480" y="192396"/>
                </a:cubicBezTo>
                <a:cubicBezTo>
                  <a:pt x="1226480" y="173714"/>
                  <a:pt x="1231548" y="155375"/>
                  <a:pt x="1241687" y="137377"/>
                </a:cubicBezTo>
                <a:cubicBezTo>
                  <a:pt x="1251825" y="119265"/>
                  <a:pt x="1265209" y="104969"/>
                  <a:pt x="1281840" y="94489"/>
                </a:cubicBezTo>
                <a:cubicBezTo>
                  <a:pt x="1298471" y="83895"/>
                  <a:pt x="1314818" y="78599"/>
                  <a:pt x="1330879" y="78599"/>
                </a:cubicBezTo>
                <a:cubicBezTo>
                  <a:pt x="1343751" y="78599"/>
                  <a:pt x="1353433" y="81446"/>
                  <a:pt x="1359927" y="87142"/>
                </a:cubicBezTo>
                <a:cubicBezTo>
                  <a:pt x="1366419" y="92838"/>
                  <a:pt x="1369666" y="99900"/>
                  <a:pt x="1369666" y="108329"/>
                </a:cubicBezTo>
                <a:cubicBezTo>
                  <a:pt x="1369666" y="115961"/>
                  <a:pt x="1367216" y="122454"/>
                  <a:pt x="1362318" y="127808"/>
                </a:cubicBezTo>
                <a:cubicBezTo>
                  <a:pt x="1357420" y="133162"/>
                  <a:pt x="1351952" y="135839"/>
                  <a:pt x="1345915" y="135839"/>
                </a:cubicBezTo>
                <a:cubicBezTo>
                  <a:pt x="1340676" y="135839"/>
                  <a:pt x="1336290" y="134130"/>
                  <a:pt x="1332758" y="130713"/>
                </a:cubicBezTo>
                <a:cubicBezTo>
                  <a:pt x="1329341" y="127296"/>
                  <a:pt x="1327633" y="123252"/>
                  <a:pt x="1327633" y="118582"/>
                </a:cubicBezTo>
                <a:cubicBezTo>
                  <a:pt x="1327633" y="112430"/>
                  <a:pt x="1330708" y="107076"/>
                  <a:pt x="1336859" y="102520"/>
                </a:cubicBezTo>
                <a:cubicBezTo>
                  <a:pt x="1341074" y="99331"/>
                  <a:pt x="1343181" y="96540"/>
                  <a:pt x="1343181" y="94148"/>
                </a:cubicBezTo>
                <a:cubicBezTo>
                  <a:pt x="1343181" y="92097"/>
                  <a:pt x="1342327" y="90445"/>
                  <a:pt x="1340618" y="89193"/>
                </a:cubicBezTo>
                <a:cubicBezTo>
                  <a:pt x="1338340" y="87370"/>
                  <a:pt x="1335378" y="86459"/>
                  <a:pt x="1331733" y="86459"/>
                </a:cubicBezTo>
                <a:cubicBezTo>
                  <a:pt x="1322165" y="86459"/>
                  <a:pt x="1313165" y="90332"/>
                  <a:pt x="1304737" y="98077"/>
                </a:cubicBezTo>
                <a:cubicBezTo>
                  <a:pt x="1293573" y="108329"/>
                  <a:pt x="1285030" y="121315"/>
                  <a:pt x="1279107" y="137035"/>
                </a:cubicBezTo>
                <a:cubicBezTo>
                  <a:pt x="1273183" y="152755"/>
                  <a:pt x="1270222" y="167677"/>
                  <a:pt x="1270222" y="181802"/>
                </a:cubicBezTo>
                <a:cubicBezTo>
                  <a:pt x="1270222" y="192965"/>
                  <a:pt x="1273240" y="201907"/>
                  <a:pt x="1279277" y="208628"/>
                </a:cubicBezTo>
                <a:cubicBezTo>
                  <a:pt x="1285314" y="215235"/>
                  <a:pt x="1292491" y="218538"/>
                  <a:pt x="1300806" y="218538"/>
                </a:cubicBezTo>
                <a:cubicBezTo>
                  <a:pt x="1308097" y="218538"/>
                  <a:pt x="1315957" y="216659"/>
                  <a:pt x="1324386" y="212900"/>
                </a:cubicBezTo>
                <a:cubicBezTo>
                  <a:pt x="1332930" y="209141"/>
                  <a:pt x="1341017" y="203445"/>
                  <a:pt x="1348649" y="195813"/>
                </a:cubicBezTo>
                <a:moveTo>
                  <a:pt x="1427419" y="172917"/>
                </a:moveTo>
                <a:cubicBezTo>
                  <a:pt x="1426393" y="180321"/>
                  <a:pt x="1425880" y="186415"/>
                  <a:pt x="1425880" y="191200"/>
                </a:cubicBezTo>
                <a:cubicBezTo>
                  <a:pt x="1425880" y="199743"/>
                  <a:pt x="1428330" y="206578"/>
                  <a:pt x="1433228" y="211704"/>
                </a:cubicBezTo>
                <a:cubicBezTo>
                  <a:pt x="1438240" y="216830"/>
                  <a:pt x="1444904" y="219393"/>
                  <a:pt x="1453219" y="219393"/>
                </a:cubicBezTo>
                <a:cubicBezTo>
                  <a:pt x="1461193" y="219393"/>
                  <a:pt x="1469167" y="217456"/>
                  <a:pt x="1477141" y="213583"/>
                </a:cubicBezTo>
                <a:cubicBezTo>
                  <a:pt x="1485228" y="209710"/>
                  <a:pt x="1494569" y="202932"/>
                  <a:pt x="1505162" y="193250"/>
                </a:cubicBezTo>
                <a:lnTo>
                  <a:pt x="1510289" y="197864"/>
                </a:lnTo>
                <a:cubicBezTo>
                  <a:pt x="1497189" y="213697"/>
                  <a:pt x="1484430" y="224974"/>
                  <a:pt x="1472015" y="231695"/>
                </a:cubicBezTo>
                <a:cubicBezTo>
                  <a:pt x="1459598" y="238416"/>
                  <a:pt x="1445872" y="241776"/>
                  <a:pt x="1430836" y="241776"/>
                </a:cubicBezTo>
                <a:cubicBezTo>
                  <a:pt x="1411812" y="241776"/>
                  <a:pt x="1398656" y="237220"/>
                  <a:pt x="1391365" y="228107"/>
                </a:cubicBezTo>
                <a:cubicBezTo>
                  <a:pt x="1384076" y="218994"/>
                  <a:pt x="1380430" y="208457"/>
                  <a:pt x="1380430" y="196497"/>
                </a:cubicBezTo>
                <a:cubicBezTo>
                  <a:pt x="1380430" y="177815"/>
                  <a:pt x="1385840" y="159134"/>
                  <a:pt x="1396663" y="140452"/>
                </a:cubicBezTo>
                <a:cubicBezTo>
                  <a:pt x="1407598" y="121771"/>
                  <a:pt x="1422406" y="106792"/>
                  <a:pt x="1441088" y="95515"/>
                </a:cubicBezTo>
                <a:cubicBezTo>
                  <a:pt x="1459883" y="84237"/>
                  <a:pt x="1478735" y="78599"/>
                  <a:pt x="1497645" y="78599"/>
                </a:cubicBezTo>
                <a:cubicBezTo>
                  <a:pt x="1507213" y="78599"/>
                  <a:pt x="1514446" y="80877"/>
                  <a:pt x="1519344" y="85433"/>
                </a:cubicBezTo>
                <a:cubicBezTo>
                  <a:pt x="1524243" y="89990"/>
                  <a:pt x="1526691" y="95742"/>
                  <a:pt x="1526691" y="102691"/>
                </a:cubicBezTo>
                <a:cubicBezTo>
                  <a:pt x="1526691" y="111006"/>
                  <a:pt x="1524300" y="119094"/>
                  <a:pt x="1519516" y="126954"/>
                </a:cubicBezTo>
                <a:cubicBezTo>
                  <a:pt x="1512908" y="137661"/>
                  <a:pt x="1504593" y="146319"/>
                  <a:pt x="1494569" y="152926"/>
                </a:cubicBezTo>
                <a:cubicBezTo>
                  <a:pt x="1484545" y="159418"/>
                  <a:pt x="1473324" y="164374"/>
                  <a:pt x="1460908" y="167791"/>
                </a:cubicBezTo>
                <a:cubicBezTo>
                  <a:pt x="1452592" y="170069"/>
                  <a:pt x="1441429" y="171778"/>
                  <a:pt x="1427419" y="172917"/>
                </a:cubicBezTo>
                <a:moveTo>
                  <a:pt x="1428957" y="164032"/>
                </a:moveTo>
                <a:cubicBezTo>
                  <a:pt x="1438981" y="162551"/>
                  <a:pt x="1446727" y="160558"/>
                  <a:pt x="1452194" y="158051"/>
                </a:cubicBezTo>
                <a:cubicBezTo>
                  <a:pt x="1457775" y="155432"/>
                  <a:pt x="1463186" y="151331"/>
                  <a:pt x="1468426" y="145749"/>
                </a:cubicBezTo>
                <a:cubicBezTo>
                  <a:pt x="1473781" y="140054"/>
                  <a:pt x="1478394" y="132934"/>
                  <a:pt x="1482266" y="124391"/>
                </a:cubicBezTo>
                <a:cubicBezTo>
                  <a:pt x="1486140" y="115734"/>
                  <a:pt x="1488076" y="107646"/>
                  <a:pt x="1488076" y="100128"/>
                </a:cubicBezTo>
                <a:cubicBezTo>
                  <a:pt x="1488076" y="96938"/>
                  <a:pt x="1487165" y="94432"/>
                  <a:pt x="1485342" y="92610"/>
                </a:cubicBezTo>
                <a:cubicBezTo>
                  <a:pt x="1483633" y="90787"/>
                  <a:pt x="1481412" y="89876"/>
                  <a:pt x="1478679" y="89876"/>
                </a:cubicBezTo>
                <a:cubicBezTo>
                  <a:pt x="1473211" y="89876"/>
                  <a:pt x="1467060" y="93692"/>
                  <a:pt x="1460225" y="101324"/>
                </a:cubicBezTo>
                <a:cubicBezTo>
                  <a:pt x="1447694" y="115221"/>
                  <a:pt x="1437272" y="136124"/>
                  <a:pt x="1428957" y="164032"/>
                </a:cubicBezTo>
                <a:moveTo>
                  <a:pt x="1549418" y="88167"/>
                </a:moveTo>
                <a:lnTo>
                  <a:pt x="1605974" y="78599"/>
                </a:lnTo>
                <a:lnTo>
                  <a:pt x="1616226" y="78599"/>
                </a:lnTo>
                <a:lnTo>
                  <a:pt x="1608537" y="106450"/>
                </a:lnTo>
                <a:cubicBezTo>
                  <a:pt x="1620497" y="95515"/>
                  <a:pt x="1630294" y="88167"/>
                  <a:pt x="1637926" y="84408"/>
                </a:cubicBezTo>
                <a:cubicBezTo>
                  <a:pt x="1645558" y="80535"/>
                  <a:pt x="1653133" y="78599"/>
                  <a:pt x="1660652" y="78599"/>
                </a:cubicBezTo>
                <a:cubicBezTo>
                  <a:pt x="1671358" y="78599"/>
                  <a:pt x="1679618" y="82756"/>
                  <a:pt x="1685426" y="91072"/>
                </a:cubicBezTo>
                <a:cubicBezTo>
                  <a:pt x="1691236" y="99273"/>
                  <a:pt x="1694141" y="109355"/>
                  <a:pt x="1694141" y="121315"/>
                </a:cubicBezTo>
                <a:cubicBezTo>
                  <a:pt x="1694141" y="154008"/>
                  <a:pt x="1682806" y="182998"/>
                  <a:pt x="1660138" y="208286"/>
                </a:cubicBezTo>
                <a:cubicBezTo>
                  <a:pt x="1640090" y="230613"/>
                  <a:pt x="1618219" y="241776"/>
                  <a:pt x="1594526" y="241776"/>
                </a:cubicBezTo>
                <a:cubicBezTo>
                  <a:pt x="1590311" y="241776"/>
                  <a:pt x="1586723" y="241377"/>
                  <a:pt x="1583761" y="240580"/>
                </a:cubicBezTo>
                <a:cubicBezTo>
                  <a:pt x="1580799" y="239783"/>
                  <a:pt x="1576642" y="238017"/>
                  <a:pt x="1571288" y="235283"/>
                </a:cubicBezTo>
                <a:lnTo>
                  <a:pt x="1562403" y="266039"/>
                </a:lnTo>
                <a:cubicBezTo>
                  <a:pt x="1559213" y="277203"/>
                  <a:pt x="1557619" y="285689"/>
                  <a:pt x="1557619" y="291498"/>
                </a:cubicBezTo>
                <a:cubicBezTo>
                  <a:pt x="1557619" y="295143"/>
                  <a:pt x="1558872" y="297991"/>
                  <a:pt x="1561378" y="300042"/>
                </a:cubicBezTo>
                <a:cubicBezTo>
                  <a:pt x="1563884" y="302206"/>
                  <a:pt x="1569750" y="304028"/>
                  <a:pt x="1578977" y="305509"/>
                </a:cubicBezTo>
                <a:lnTo>
                  <a:pt x="1577439" y="311831"/>
                </a:lnTo>
                <a:lnTo>
                  <a:pt x="1485513" y="311831"/>
                </a:lnTo>
                <a:lnTo>
                  <a:pt x="1487222" y="305509"/>
                </a:lnTo>
                <a:cubicBezTo>
                  <a:pt x="1494513" y="305282"/>
                  <a:pt x="1500606" y="302946"/>
                  <a:pt x="1505504" y="298504"/>
                </a:cubicBezTo>
                <a:cubicBezTo>
                  <a:pt x="1510289" y="294061"/>
                  <a:pt x="1514788" y="284493"/>
                  <a:pt x="1519003" y="269798"/>
                </a:cubicBezTo>
                <a:lnTo>
                  <a:pt x="1560694" y="126100"/>
                </a:lnTo>
                <a:cubicBezTo>
                  <a:pt x="1563770" y="115392"/>
                  <a:pt x="1565307" y="107817"/>
                  <a:pt x="1565307" y="103374"/>
                </a:cubicBezTo>
                <a:cubicBezTo>
                  <a:pt x="1565307" y="101438"/>
                  <a:pt x="1564852" y="99843"/>
                  <a:pt x="1563941" y="98590"/>
                </a:cubicBezTo>
                <a:cubicBezTo>
                  <a:pt x="1563029" y="97223"/>
                  <a:pt x="1561663" y="96255"/>
                  <a:pt x="1559840" y="95685"/>
                </a:cubicBezTo>
                <a:cubicBezTo>
                  <a:pt x="1558018" y="95116"/>
                  <a:pt x="1553917" y="94831"/>
                  <a:pt x="1547537" y="94831"/>
                </a:cubicBezTo>
                <a:lnTo>
                  <a:pt x="1549418" y="88167"/>
                </a:lnTo>
                <a:moveTo>
                  <a:pt x="1576073" y="219393"/>
                </a:moveTo>
                <a:cubicBezTo>
                  <a:pt x="1579490" y="224974"/>
                  <a:pt x="1582565" y="228733"/>
                  <a:pt x="1585299" y="230670"/>
                </a:cubicBezTo>
                <a:cubicBezTo>
                  <a:pt x="1588033" y="232492"/>
                  <a:pt x="1591222" y="233404"/>
                  <a:pt x="1594867" y="233404"/>
                </a:cubicBezTo>
                <a:cubicBezTo>
                  <a:pt x="1598513" y="233404"/>
                  <a:pt x="1602045" y="232436"/>
                  <a:pt x="1605462" y="230499"/>
                </a:cubicBezTo>
                <a:cubicBezTo>
                  <a:pt x="1608992" y="228449"/>
                  <a:pt x="1613321" y="224405"/>
                  <a:pt x="1618447" y="218367"/>
                </a:cubicBezTo>
                <a:cubicBezTo>
                  <a:pt x="1623574" y="212330"/>
                  <a:pt x="1628472" y="204584"/>
                  <a:pt x="1633141" y="195130"/>
                </a:cubicBezTo>
                <a:cubicBezTo>
                  <a:pt x="1637926" y="185675"/>
                  <a:pt x="1641741" y="174967"/>
                  <a:pt x="1644589" y="163007"/>
                </a:cubicBezTo>
                <a:cubicBezTo>
                  <a:pt x="1647438" y="150932"/>
                  <a:pt x="1648862" y="139427"/>
                  <a:pt x="1648862" y="128492"/>
                </a:cubicBezTo>
                <a:cubicBezTo>
                  <a:pt x="1648862" y="119721"/>
                  <a:pt x="1647267" y="113342"/>
                  <a:pt x="1644077" y="109355"/>
                </a:cubicBezTo>
                <a:cubicBezTo>
                  <a:pt x="1641002" y="105368"/>
                  <a:pt x="1637242" y="103374"/>
                  <a:pt x="1632799" y="103374"/>
                </a:cubicBezTo>
                <a:cubicBezTo>
                  <a:pt x="1628813" y="103374"/>
                  <a:pt x="1625054" y="104400"/>
                  <a:pt x="1621523" y="106450"/>
                </a:cubicBezTo>
                <a:cubicBezTo>
                  <a:pt x="1616396" y="109412"/>
                  <a:pt x="1610360" y="114936"/>
                  <a:pt x="1603411" y="123024"/>
                </a:cubicBezTo>
                <a:lnTo>
                  <a:pt x="1576073" y="219393"/>
                </a:lnTo>
                <a:moveTo>
                  <a:pt x="1803496" y="36907"/>
                </a:moveTo>
                <a:lnTo>
                  <a:pt x="1789826" y="83383"/>
                </a:lnTo>
                <a:lnTo>
                  <a:pt x="1812209" y="83383"/>
                </a:lnTo>
                <a:lnTo>
                  <a:pt x="1806229" y="103033"/>
                </a:lnTo>
                <a:lnTo>
                  <a:pt x="1784188" y="103033"/>
                </a:lnTo>
                <a:lnTo>
                  <a:pt x="1755653" y="202135"/>
                </a:lnTo>
                <a:cubicBezTo>
                  <a:pt x="1753830" y="208286"/>
                  <a:pt x="1752919" y="212957"/>
                  <a:pt x="1752919" y="216146"/>
                </a:cubicBezTo>
                <a:cubicBezTo>
                  <a:pt x="1752919" y="217627"/>
                  <a:pt x="1753432" y="218937"/>
                  <a:pt x="1754456" y="220076"/>
                </a:cubicBezTo>
                <a:cubicBezTo>
                  <a:pt x="1755482" y="221101"/>
                  <a:pt x="1756621" y="221614"/>
                  <a:pt x="1757874" y="221614"/>
                </a:cubicBezTo>
                <a:cubicBezTo>
                  <a:pt x="1759811" y="221614"/>
                  <a:pt x="1761804" y="220816"/>
                  <a:pt x="1763855" y="219222"/>
                </a:cubicBezTo>
                <a:cubicBezTo>
                  <a:pt x="1769094" y="215235"/>
                  <a:pt x="1775188" y="208286"/>
                  <a:pt x="1782137" y="198376"/>
                </a:cubicBezTo>
                <a:lnTo>
                  <a:pt x="1788117" y="202135"/>
                </a:lnTo>
                <a:cubicBezTo>
                  <a:pt x="1780258" y="215804"/>
                  <a:pt x="1771601" y="225829"/>
                  <a:pt x="1762145" y="232208"/>
                </a:cubicBezTo>
                <a:cubicBezTo>
                  <a:pt x="1752691" y="238587"/>
                  <a:pt x="1743408" y="241776"/>
                  <a:pt x="1734294" y="241776"/>
                </a:cubicBezTo>
                <a:cubicBezTo>
                  <a:pt x="1726548" y="241776"/>
                  <a:pt x="1720511" y="239840"/>
                  <a:pt x="1716182" y="235967"/>
                </a:cubicBezTo>
                <a:cubicBezTo>
                  <a:pt x="1711968" y="231980"/>
                  <a:pt x="1709860" y="226968"/>
                  <a:pt x="1709860" y="220931"/>
                </a:cubicBezTo>
                <a:cubicBezTo>
                  <a:pt x="1709860" y="214323"/>
                  <a:pt x="1711341" y="205837"/>
                  <a:pt x="1714303" y="195471"/>
                </a:cubicBezTo>
                <a:lnTo>
                  <a:pt x="1741300" y="103033"/>
                </a:lnTo>
                <a:lnTo>
                  <a:pt x="1718062" y="103033"/>
                </a:lnTo>
                <a:lnTo>
                  <a:pt x="1721480" y="90388"/>
                </a:lnTo>
                <a:cubicBezTo>
                  <a:pt x="1736060" y="85035"/>
                  <a:pt x="1748362" y="78770"/>
                  <a:pt x="1758387" y="71593"/>
                </a:cubicBezTo>
                <a:cubicBezTo>
                  <a:pt x="1768411" y="64417"/>
                  <a:pt x="1780486" y="52855"/>
                  <a:pt x="1794611" y="36907"/>
                </a:cubicBezTo>
                <a:lnTo>
                  <a:pt x="1803496" y="36907"/>
                </a:lnTo>
                <a:moveTo>
                  <a:pt x="1893543" y="78599"/>
                </a:moveTo>
                <a:lnTo>
                  <a:pt x="1860394" y="194788"/>
                </a:lnTo>
                <a:cubicBezTo>
                  <a:pt x="1858799" y="200142"/>
                  <a:pt x="1858002" y="203844"/>
                  <a:pt x="1858002" y="205894"/>
                </a:cubicBezTo>
                <a:cubicBezTo>
                  <a:pt x="1858002" y="206919"/>
                  <a:pt x="1858401" y="207717"/>
                  <a:pt x="1859198" y="208286"/>
                </a:cubicBezTo>
                <a:cubicBezTo>
                  <a:pt x="1860109" y="209198"/>
                  <a:pt x="1861191" y="209653"/>
                  <a:pt x="1862445" y="209653"/>
                </a:cubicBezTo>
                <a:cubicBezTo>
                  <a:pt x="1867684" y="209653"/>
                  <a:pt x="1874690" y="204983"/>
                  <a:pt x="1883460" y="195642"/>
                </a:cubicBezTo>
                <a:cubicBezTo>
                  <a:pt x="1895991" y="182087"/>
                  <a:pt x="1909148" y="162608"/>
                  <a:pt x="1922931" y="137206"/>
                </a:cubicBezTo>
                <a:lnTo>
                  <a:pt x="1938480" y="84921"/>
                </a:lnTo>
                <a:lnTo>
                  <a:pt x="1981709" y="83383"/>
                </a:lnTo>
                <a:lnTo>
                  <a:pt x="1948903" y="196155"/>
                </a:lnTo>
                <a:cubicBezTo>
                  <a:pt x="1946169" y="205723"/>
                  <a:pt x="1944802" y="211191"/>
                  <a:pt x="1944802" y="212558"/>
                </a:cubicBezTo>
                <a:cubicBezTo>
                  <a:pt x="1944802" y="213469"/>
                  <a:pt x="1945201" y="214438"/>
                  <a:pt x="1945998" y="215463"/>
                </a:cubicBezTo>
                <a:cubicBezTo>
                  <a:pt x="1946910" y="216374"/>
                  <a:pt x="1947821" y="216830"/>
                  <a:pt x="1948731" y="216830"/>
                </a:cubicBezTo>
                <a:cubicBezTo>
                  <a:pt x="1950327" y="216830"/>
                  <a:pt x="1951865" y="216146"/>
                  <a:pt x="1953345" y="214779"/>
                </a:cubicBezTo>
                <a:cubicBezTo>
                  <a:pt x="1957446" y="211476"/>
                  <a:pt x="1962857" y="204812"/>
                  <a:pt x="1969578" y="194788"/>
                </a:cubicBezTo>
                <a:lnTo>
                  <a:pt x="1975387" y="198889"/>
                </a:lnTo>
                <a:cubicBezTo>
                  <a:pt x="1959554" y="227480"/>
                  <a:pt x="1942126" y="241776"/>
                  <a:pt x="1923102" y="241776"/>
                </a:cubicBezTo>
                <a:cubicBezTo>
                  <a:pt x="1916039" y="241776"/>
                  <a:pt x="1910458" y="240011"/>
                  <a:pt x="1906357" y="236479"/>
                </a:cubicBezTo>
                <a:cubicBezTo>
                  <a:pt x="1902371" y="232834"/>
                  <a:pt x="1900377" y="228107"/>
                  <a:pt x="1900377" y="222297"/>
                </a:cubicBezTo>
                <a:cubicBezTo>
                  <a:pt x="1900377" y="216146"/>
                  <a:pt x="1901801" y="208343"/>
                  <a:pt x="1904649" y="198889"/>
                </a:cubicBezTo>
                <a:lnTo>
                  <a:pt x="1913021" y="170012"/>
                </a:lnTo>
                <a:cubicBezTo>
                  <a:pt x="1898212" y="191542"/>
                  <a:pt x="1887448" y="206065"/>
                  <a:pt x="1880727" y="213583"/>
                </a:cubicBezTo>
                <a:cubicBezTo>
                  <a:pt x="1870475" y="224860"/>
                  <a:pt x="1861818" y="232378"/>
                  <a:pt x="1854755" y="236138"/>
                </a:cubicBezTo>
                <a:cubicBezTo>
                  <a:pt x="1847807" y="239897"/>
                  <a:pt x="1841143" y="241776"/>
                  <a:pt x="1834764" y="241776"/>
                </a:cubicBezTo>
                <a:cubicBezTo>
                  <a:pt x="1828727" y="241776"/>
                  <a:pt x="1823487" y="239555"/>
                  <a:pt x="1819045" y="235112"/>
                </a:cubicBezTo>
                <a:cubicBezTo>
                  <a:pt x="1814716" y="230670"/>
                  <a:pt x="1812551" y="225031"/>
                  <a:pt x="1812551" y="218197"/>
                </a:cubicBezTo>
                <a:cubicBezTo>
                  <a:pt x="1812551" y="212387"/>
                  <a:pt x="1813975" y="204584"/>
                  <a:pt x="1816823" y="194788"/>
                </a:cubicBezTo>
                <a:lnTo>
                  <a:pt x="1836131" y="126441"/>
                </a:lnTo>
                <a:cubicBezTo>
                  <a:pt x="1839321" y="115278"/>
                  <a:pt x="1840916" y="107760"/>
                  <a:pt x="1840916" y="103887"/>
                </a:cubicBezTo>
                <a:cubicBezTo>
                  <a:pt x="1840916" y="102178"/>
                  <a:pt x="1840459" y="100698"/>
                  <a:pt x="1839548" y="99444"/>
                </a:cubicBezTo>
                <a:cubicBezTo>
                  <a:pt x="1838638" y="98077"/>
                  <a:pt x="1837100" y="97052"/>
                  <a:pt x="1834935" y="96369"/>
                </a:cubicBezTo>
                <a:cubicBezTo>
                  <a:pt x="1832884" y="95571"/>
                  <a:pt x="1829012" y="95173"/>
                  <a:pt x="1823316" y="95173"/>
                </a:cubicBezTo>
                <a:lnTo>
                  <a:pt x="1825025" y="88680"/>
                </a:lnTo>
                <a:lnTo>
                  <a:pt x="1883290" y="78599"/>
                </a:lnTo>
                <a:lnTo>
                  <a:pt x="1893543" y="78599"/>
                </a:lnTo>
                <a:moveTo>
                  <a:pt x="2162998" y="80991"/>
                </a:moveTo>
                <a:lnTo>
                  <a:pt x="2129851" y="194617"/>
                </a:lnTo>
                <a:lnTo>
                  <a:pt x="2126433" y="208457"/>
                </a:lnTo>
                <a:cubicBezTo>
                  <a:pt x="2126092" y="210166"/>
                  <a:pt x="2125920" y="211419"/>
                  <a:pt x="2125920" y="212216"/>
                </a:cubicBezTo>
                <a:cubicBezTo>
                  <a:pt x="2125920" y="213583"/>
                  <a:pt x="2126377" y="214779"/>
                  <a:pt x="2127287" y="215804"/>
                </a:cubicBezTo>
                <a:cubicBezTo>
                  <a:pt x="2128313" y="216830"/>
                  <a:pt x="2129338" y="217342"/>
                  <a:pt x="2130363" y="217342"/>
                </a:cubicBezTo>
                <a:cubicBezTo>
                  <a:pt x="2132755" y="217342"/>
                  <a:pt x="2136059" y="215520"/>
                  <a:pt x="2140273" y="211875"/>
                </a:cubicBezTo>
                <a:cubicBezTo>
                  <a:pt x="2141982" y="210394"/>
                  <a:pt x="2146083" y="205154"/>
                  <a:pt x="2152575" y="196155"/>
                </a:cubicBezTo>
                <a:lnTo>
                  <a:pt x="2158556" y="199231"/>
                </a:lnTo>
                <a:cubicBezTo>
                  <a:pt x="2150469" y="214039"/>
                  <a:pt x="2141811" y="224860"/>
                  <a:pt x="2132584" y="231695"/>
                </a:cubicBezTo>
                <a:cubicBezTo>
                  <a:pt x="2123472" y="238416"/>
                  <a:pt x="2113618" y="241776"/>
                  <a:pt x="2103025" y="241776"/>
                </a:cubicBezTo>
                <a:cubicBezTo>
                  <a:pt x="2096531" y="241776"/>
                  <a:pt x="2091577" y="240125"/>
                  <a:pt x="2088158" y="236821"/>
                </a:cubicBezTo>
                <a:cubicBezTo>
                  <a:pt x="2084741" y="233404"/>
                  <a:pt x="2083033" y="229132"/>
                  <a:pt x="2083033" y="224006"/>
                </a:cubicBezTo>
                <a:cubicBezTo>
                  <a:pt x="2083033" y="219564"/>
                  <a:pt x="2084856" y="211305"/>
                  <a:pt x="2088500" y="199231"/>
                </a:cubicBezTo>
                <a:lnTo>
                  <a:pt x="2092601" y="185390"/>
                </a:lnTo>
                <a:cubicBezTo>
                  <a:pt x="2079388" y="208059"/>
                  <a:pt x="2066686" y="224120"/>
                  <a:pt x="2054499" y="233575"/>
                </a:cubicBezTo>
                <a:cubicBezTo>
                  <a:pt x="2047436" y="239042"/>
                  <a:pt x="2039917" y="241776"/>
                  <a:pt x="2031944" y="241776"/>
                </a:cubicBezTo>
                <a:cubicBezTo>
                  <a:pt x="2021465" y="241776"/>
                  <a:pt x="2013889" y="237504"/>
                  <a:pt x="2009219" y="228961"/>
                </a:cubicBezTo>
                <a:cubicBezTo>
                  <a:pt x="2004548" y="220304"/>
                  <a:pt x="2002214" y="210565"/>
                  <a:pt x="2002214" y="199743"/>
                </a:cubicBezTo>
                <a:cubicBezTo>
                  <a:pt x="2002214" y="183682"/>
                  <a:pt x="2007111" y="165285"/>
                  <a:pt x="2016907" y="144553"/>
                </a:cubicBezTo>
                <a:cubicBezTo>
                  <a:pt x="2026704" y="123707"/>
                  <a:pt x="2039577" y="106962"/>
                  <a:pt x="2055523" y="94318"/>
                </a:cubicBezTo>
                <a:cubicBezTo>
                  <a:pt x="2068624" y="83839"/>
                  <a:pt x="2080926" y="78599"/>
                  <a:pt x="2092431" y="78599"/>
                </a:cubicBezTo>
                <a:cubicBezTo>
                  <a:pt x="2098809" y="78599"/>
                  <a:pt x="2103936" y="80478"/>
                  <a:pt x="2107809" y="84237"/>
                </a:cubicBezTo>
                <a:cubicBezTo>
                  <a:pt x="2111682" y="87882"/>
                  <a:pt x="2114530" y="94603"/>
                  <a:pt x="2116351" y="104400"/>
                </a:cubicBezTo>
                <a:lnTo>
                  <a:pt x="2122503" y="83383"/>
                </a:lnTo>
                <a:lnTo>
                  <a:pt x="2162998" y="80991"/>
                </a:lnTo>
                <a:moveTo>
                  <a:pt x="2108321" y="113455"/>
                </a:moveTo>
                <a:cubicBezTo>
                  <a:pt x="2108321" y="104229"/>
                  <a:pt x="2106897" y="97565"/>
                  <a:pt x="2104049" y="93464"/>
                </a:cubicBezTo>
                <a:cubicBezTo>
                  <a:pt x="2101999" y="90616"/>
                  <a:pt x="2099208" y="89193"/>
                  <a:pt x="2095677" y="89193"/>
                </a:cubicBezTo>
                <a:cubicBezTo>
                  <a:pt x="2092146" y="89193"/>
                  <a:pt x="2088500" y="90901"/>
                  <a:pt x="2084741" y="94318"/>
                </a:cubicBezTo>
                <a:cubicBezTo>
                  <a:pt x="2077110" y="101381"/>
                  <a:pt x="2068851" y="115734"/>
                  <a:pt x="2059965" y="137377"/>
                </a:cubicBezTo>
                <a:cubicBezTo>
                  <a:pt x="2051195" y="158906"/>
                  <a:pt x="2046809" y="177530"/>
                  <a:pt x="2046809" y="193250"/>
                </a:cubicBezTo>
                <a:cubicBezTo>
                  <a:pt x="2046809" y="199287"/>
                  <a:pt x="2047778" y="203673"/>
                  <a:pt x="2049714" y="206407"/>
                </a:cubicBezTo>
                <a:cubicBezTo>
                  <a:pt x="2051764" y="209027"/>
                  <a:pt x="2053985" y="210337"/>
                  <a:pt x="2056378" y="210337"/>
                </a:cubicBezTo>
                <a:cubicBezTo>
                  <a:pt x="2061504" y="210337"/>
                  <a:pt x="2066686" y="207375"/>
                  <a:pt x="2071927" y="201452"/>
                </a:cubicBezTo>
                <a:cubicBezTo>
                  <a:pt x="2079445" y="193022"/>
                  <a:pt x="2086222" y="182713"/>
                  <a:pt x="2092260" y="170525"/>
                </a:cubicBezTo>
                <a:cubicBezTo>
                  <a:pt x="2102967" y="149110"/>
                  <a:pt x="2108321" y="130087"/>
                  <a:pt x="2108321" y="113455"/>
                </a:cubicBezTo>
                <a:moveTo>
                  <a:pt x="2281068" y="0"/>
                </a:moveTo>
                <a:lnTo>
                  <a:pt x="2224510" y="192396"/>
                </a:lnTo>
                <a:cubicBezTo>
                  <a:pt x="2221207" y="203787"/>
                  <a:pt x="2219555" y="210906"/>
                  <a:pt x="2219555" y="213754"/>
                </a:cubicBezTo>
                <a:cubicBezTo>
                  <a:pt x="2219555" y="215235"/>
                  <a:pt x="2220011" y="216488"/>
                  <a:pt x="2220922" y="217513"/>
                </a:cubicBezTo>
                <a:cubicBezTo>
                  <a:pt x="2221947" y="218538"/>
                  <a:pt x="2223029" y="219051"/>
                  <a:pt x="2224168" y="219051"/>
                </a:cubicBezTo>
                <a:cubicBezTo>
                  <a:pt x="2226219" y="219051"/>
                  <a:pt x="2228156" y="218254"/>
                  <a:pt x="2229978" y="216659"/>
                </a:cubicBezTo>
                <a:cubicBezTo>
                  <a:pt x="2235446" y="212216"/>
                  <a:pt x="2241540" y="204698"/>
                  <a:pt x="2248261" y="194104"/>
                </a:cubicBezTo>
                <a:lnTo>
                  <a:pt x="2254924" y="197180"/>
                </a:lnTo>
                <a:cubicBezTo>
                  <a:pt x="2244103" y="214494"/>
                  <a:pt x="2233452" y="226854"/>
                  <a:pt x="2222973" y="234258"/>
                </a:cubicBezTo>
                <a:cubicBezTo>
                  <a:pt x="2215797" y="239270"/>
                  <a:pt x="2208164" y="241776"/>
                  <a:pt x="2200076" y="241776"/>
                </a:cubicBezTo>
                <a:cubicBezTo>
                  <a:pt x="2192558" y="241776"/>
                  <a:pt x="2186578" y="239783"/>
                  <a:pt x="2182136" y="235796"/>
                </a:cubicBezTo>
                <a:cubicBezTo>
                  <a:pt x="2177693" y="231695"/>
                  <a:pt x="2175472" y="226797"/>
                  <a:pt x="2175472" y="221101"/>
                </a:cubicBezTo>
                <a:cubicBezTo>
                  <a:pt x="2175472" y="216887"/>
                  <a:pt x="2176839" y="210109"/>
                  <a:pt x="2179573" y="200768"/>
                </a:cubicBezTo>
                <a:lnTo>
                  <a:pt x="2225706" y="43229"/>
                </a:lnTo>
                <a:cubicBezTo>
                  <a:pt x="2228212" y="34572"/>
                  <a:pt x="2229466" y="28820"/>
                  <a:pt x="2229466" y="25972"/>
                </a:cubicBezTo>
                <a:cubicBezTo>
                  <a:pt x="2229466" y="23238"/>
                  <a:pt x="2228269" y="21074"/>
                  <a:pt x="2225877" y="19479"/>
                </a:cubicBezTo>
                <a:cubicBezTo>
                  <a:pt x="2222688" y="17201"/>
                  <a:pt x="2217846" y="16233"/>
                  <a:pt x="2211354" y="16574"/>
                </a:cubicBezTo>
                <a:lnTo>
                  <a:pt x="2213233" y="10081"/>
                </a:lnTo>
                <a:lnTo>
                  <a:pt x="2270815" y="0"/>
                </a:lnTo>
                <a:lnTo>
                  <a:pt x="2281068" y="0"/>
                </a:lnTo>
                <a:moveTo>
                  <a:pt x="2559408" y="0"/>
                </a:moveTo>
                <a:lnTo>
                  <a:pt x="2540100" y="78599"/>
                </a:lnTo>
                <a:lnTo>
                  <a:pt x="2534462" y="78599"/>
                </a:lnTo>
                <a:cubicBezTo>
                  <a:pt x="2533209" y="66296"/>
                  <a:pt x="2530988" y="56443"/>
                  <a:pt x="2527798" y="49039"/>
                </a:cubicBezTo>
                <a:cubicBezTo>
                  <a:pt x="2523014" y="38331"/>
                  <a:pt x="2516635" y="30073"/>
                  <a:pt x="2508661" y="24263"/>
                </a:cubicBezTo>
                <a:cubicBezTo>
                  <a:pt x="2500801" y="18454"/>
                  <a:pt x="2492258" y="15549"/>
                  <a:pt x="2483032" y="15549"/>
                </a:cubicBezTo>
                <a:cubicBezTo>
                  <a:pt x="2474147" y="15549"/>
                  <a:pt x="2466343" y="18966"/>
                  <a:pt x="2459622" y="25801"/>
                </a:cubicBezTo>
                <a:cubicBezTo>
                  <a:pt x="2453015" y="32522"/>
                  <a:pt x="2449713" y="40154"/>
                  <a:pt x="2449713" y="48697"/>
                </a:cubicBezTo>
                <a:cubicBezTo>
                  <a:pt x="2449713" y="57127"/>
                  <a:pt x="2451991" y="65442"/>
                  <a:pt x="2456547" y="73644"/>
                </a:cubicBezTo>
                <a:cubicBezTo>
                  <a:pt x="2461218" y="81731"/>
                  <a:pt x="2472153" y="93977"/>
                  <a:pt x="2489353" y="110380"/>
                </a:cubicBezTo>
                <a:cubicBezTo>
                  <a:pt x="2503137" y="123479"/>
                  <a:pt x="2512363" y="134757"/>
                  <a:pt x="2517034" y="144211"/>
                </a:cubicBezTo>
                <a:cubicBezTo>
                  <a:pt x="2521818" y="153666"/>
                  <a:pt x="2524210" y="163918"/>
                  <a:pt x="2524210" y="174967"/>
                </a:cubicBezTo>
                <a:cubicBezTo>
                  <a:pt x="2524210" y="187384"/>
                  <a:pt x="2520907" y="198832"/>
                  <a:pt x="2514300" y="209311"/>
                </a:cubicBezTo>
                <a:cubicBezTo>
                  <a:pt x="2507693" y="219791"/>
                  <a:pt x="2498068" y="227936"/>
                  <a:pt x="2485424" y="233745"/>
                </a:cubicBezTo>
                <a:cubicBezTo>
                  <a:pt x="2472893" y="239441"/>
                  <a:pt x="2458655" y="242289"/>
                  <a:pt x="2442707" y="242289"/>
                </a:cubicBezTo>
                <a:cubicBezTo>
                  <a:pt x="2432910" y="242289"/>
                  <a:pt x="2420551" y="240808"/>
                  <a:pt x="2405629" y="237846"/>
                </a:cubicBezTo>
                <a:cubicBezTo>
                  <a:pt x="2390821" y="234998"/>
                  <a:pt x="2380967" y="233575"/>
                  <a:pt x="2376069" y="233575"/>
                </a:cubicBezTo>
                <a:cubicBezTo>
                  <a:pt x="2372195" y="233575"/>
                  <a:pt x="2368722" y="234201"/>
                  <a:pt x="2365646" y="235454"/>
                </a:cubicBezTo>
                <a:cubicBezTo>
                  <a:pt x="2362570" y="236593"/>
                  <a:pt x="2358754" y="238871"/>
                  <a:pt x="2354198" y="242289"/>
                </a:cubicBezTo>
                <a:lnTo>
                  <a:pt x="2347534" y="242289"/>
                </a:lnTo>
                <a:lnTo>
                  <a:pt x="2368209" y="153951"/>
                </a:lnTo>
                <a:lnTo>
                  <a:pt x="2374702" y="153951"/>
                </a:lnTo>
                <a:cubicBezTo>
                  <a:pt x="2376183" y="169443"/>
                  <a:pt x="2379316" y="182656"/>
                  <a:pt x="2384099" y="193592"/>
                </a:cubicBezTo>
                <a:cubicBezTo>
                  <a:pt x="2388885" y="204414"/>
                  <a:pt x="2395719" y="212900"/>
                  <a:pt x="2404604" y="219051"/>
                </a:cubicBezTo>
                <a:cubicBezTo>
                  <a:pt x="2413489" y="225088"/>
                  <a:pt x="2423627" y="228107"/>
                  <a:pt x="2435018" y="228107"/>
                </a:cubicBezTo>
                <a:cubicBezTo>
                  <a:pt x="2446295" y="228107"/>
                  <a:pt x="2455693" y="224405"/>
                  <a:pt x="2463211" y="217000"/>
                </a:cubicBezTo>
                <a:cubicBezTo>
                  <a:pt x="2470842" y="209482"/>
                  <a:pt x="2474659" y="200711"/>
                  <a:pt x="2474659" y="190687"/>
                </a:cubicBezTo>
                <a:cubicBezTo>
                  <a:pt x="2474659" y="182144"/>
                  <a:pt x="2472495" y="173942"/>
                  <a:pt x="2468166" y="166082"/>
                </a:cubicBezTo>
                <a:cubicBezTo>
                  <a:pt x="2463951" y="158222"/>
                  <a:pt x="2454212" y="146774"/>
                  <a:pt x="2438947" y="131738"/>
                </a:cubicBezTo>
                <a:cubicBezTo>
                  <a:pt x="2423798" y="116702"/>
                  <a:pt x="2413319" y="103260"/>
                  <a:pt x="2407509" y="91414"/>
                </a:cubicBezTo>
                <a:cubicBezTo>
                  <a:pt x="2403293" y="82643"/>
                  <a:pt x="2401187" y="73302"/>
                  <a:pt x="2401187" y="63392"/>
                </a:cubicBezTo>
                <a:cubicBezTo>
                  <a:pt x="2401187" y="46191"/>
                  <a:pt x="2407964" y="31326"/>
                  <a:pt x="2421520" y="18795"/>
                </a:cubicBezTo>
                <a:cubicBezTo>
                  <a:pt x="2435075" y="6265"/>
                  <a:pt x="2452788" y="0"/>
                  <a:pt x="2474659" y="0"/>
                </a:cubicBezTo>
                <a:cubicBezTo>
                  <a:pt x="2484570" y="0"/>
                  <a:pt x="2497612" y="2221"/>
                  <a:pt x="2513787" y="6664"/>
                </a:cubicBezTo>
                <a:cubicBezTo>
                  <a:pt x="2523242" y="9284"/>
                  <a:pt x="2529906" y="10594"/>
                  <a:pt x="2533778" y="10594"/>
                </a:cubicBezTo>
                <a:cubicBezTo>
                  <a:pt x="2537082" y="10594"/>
                  <a:pt x="2540044" y="9910"/>
                  <a:pt x="2542664" y="8544"/>
                </a:cubicBezTo>
                <a:cubicBezTo>
                  <a:pt x="2545283" y="7063"/>
                  <a:pt x="2548360" y="4215"/>
                  <a:pt x="2551890" y="0"/>
                </a:cubicBezTo>
                <a:lnTo>
                  <a:pt x="2559408" y="0"/>
                </a:lnTo>
                <a:moveTo>
                  <a:pt x="2571198" y="88167"/>
                </a:moveTo>
                <a:lnTo>
                  <a:pt x="2627756" y="78599"/>
                </a:lnTo>
                <a:lnTo>
                  <a:pt x="2638007" y="78599"/>
                </a:lnTo>
                <a:lnTo>
                  <a:pt x="2630318" y="106450"/>
                </a:lnTo>
                <a:cubicBezTo>
                  <a:pt x="2642279" y="95515"/>
                  <a:pt x="2652075" y="88167"/>
                  <a:pt x="2659707" y="84408"/>
                </a:cubicBezTo>
                <a:cubicBezTo>
                  <a:pt x="2667339" y="80535"/>
                  <a:pt x="2674915" y="78599"/>
                  <a:pt x="2682432" y="78599"/>
                </a:cubicBezTo>
                <a:cubicBezTo>
                  <a:pt x="2693140" y="78599"/>
                  <a:pt x="2701398" y="82756"/>
                  <a:pt x="2707208" y="91072"/>
                </a:cubicBezTo>
                <a:cubicBezTo>
                  <a:pt x="2713018" y="99273"/>
                  <a:pt x="2715923" y="109355"/>
                  <a:pt x="2715923" y="121315"/>
                </a:cubicBezTo>
                <a:cubicBezTo>
                  <a:pt x="2715923" y="154008"/>
                  <a:pt x="2704588" y="182998"/>
                  <a:pt x="2681920" y="208286"/>
                </a:cubicBezTo>
                <a:cubicBezTo>
                  <a:pt x="2661872" y="230613"/>
                  <a:pt x="2640001" y="241776"/>
                  <a:pt x="2616307" y="241776"/>
                </a:cubicBezTo>
                <a:cubicBezTo>
                  <a:pt x="2612093" y="241776"/>
                  <a:pt x="2608505" y="241377"/>
                  <a:pt x="2605543" y="240580"/>
                </a:cubicBezTo>
                <a:cubicBezTo>
                  <a:pt x="2602581" y="239783"/>
                  <a:pt x="2598424" y="238017"/>
                  <a:pt x="2593069" y="235283"/>
                </a:cubicBezTo>
                <a:lnTo>
                  <a:pt x="2584184" y="266039"/>
                </a:lnTo>
                <a:cubicBezTo>
                  <a:pt x="2580995" y="277203"/>
                  <a:pt x="2579400" y="285689"/>
                  <a:pt x="2579400" y="291498"/>
                </a:cubicBezTo>
                <a:cubicBezTo>
                  <a:pt x="2579400" y="295143"/>
                  <a:pt x="2580653" y="297991"/>
                  <a:pt x="2583160" y="300042"/>
                </a:cubicBezTo>
                <a:cubicBezTo>
                  <a:pt x="2585665" y="302206"/>
                  <a:pt x="2591532" y="304028"/>
                  <a:pt x="2600758" y="305509"/>
                </a:cubicBezTo>
                <a:lnTo>
                  <a:pt x="2599221" y="311831"/>
                </a:lnTo>
                <a:lnTo>
                  <a:pt x="2507295" y="311831"/>
                </a:lnTo>
                <a:lnTo>
                  <a:pt x="2509004" y="305509"/>
                </a:lnTo>
                <a:cubicBezTo>
                  <a:pt x="2516293" y="305282"/>
                  <a:pt x="2522388" y="302946"/>
                  <a:pt x="2527286" y="298504"/>
                </a:cubicBezTo>
                <a:cubicBezTo>
                  <a:pt x="2532070" y="294061"/>
                  <a:pt x="2536570" y="284493"/>
                  <a:pt x="2540784" y="269798"/>
                </a:cubicBezTo>
                <a:lnTo>
                  <a:pt x="2582476" y="126100"/>
                </a:lnTo>
                <a:cubicBezTo>
                  <a:pt x="2585551" y="115392"/>
                  <a:pt x="2587089" y="107817"/>
                  <a:pt x="2587089" y="103374"/>
                </a:cubicBezTo>
                <a:cubicBezTo>
                  <a:pt x="2587089" y="101438"/>
                  <a:pt x="2586634" y="99843"/>
                  <a:pt x="2585722" y="98590"/>
                </a:cubicBezTo>
                <a:cubicBezTo>
                  <a:pt x="2584811" y="97223"/>
                  <a:pt x="2583444" y="96255"/>
                  <a:pt x="2581621" y="95685"/>
                </a:cubicBezTo>
                <a:cubicBezTo>
                  <a:pt x="2579798" y="95116"/>
                  <a:pt x="2575699" y="94831"/>
                  <a:pt x="2569319" y="94831"/>
                </a:cubicBezTo>
                <a:lnTo>
                  <a:pt x="2571198" y="88167"/>
                </a:lnTo>
                <a:moveTo>
                  <a:pt x="2597854" y="219393"/>
                </a:moveTo>
                <a:cubicBezTo>
                  <a:pt x="2601271" y="224974"/>
                  <a:pt x="2604346" y="228733"/>
                  <a:pt x="2607080" y="230670"/>
                </a:cubicBezTo>
                <a:cubicBezTo>
                  <a:pt x="2609814" y="232492"/>
                  <a:pt x="2613004" y="233404"/>
                  <a:pt x="2616649" y="233404"/>
                </a:cubicBezTo>
                <a:cubicBezTo>
                  <a:pt x="2620295" y="233404"/>
                  <a:pt x="2623825" y="232436"/>
                  <a:pt x="2627242" y="230499"/>
                </a:cubicBezTo>
                <a:cubicBezTo>
                  <a:pt x="2630774" y="228449"/>
                  <a:pt x="2635103" y="224405"/>
                  <a:pt x="2640228" y="218367"/>
                </a:cubicBezTo>
                <a:cubicBezTo>
                  <a:pt x="2645354" y="212330"/>
                  <a:pt x="2650252" y="204584"/>
                  <a:pt x="2654923" y="195130"/>
                </a:cubicBezTo>
                <a:cubicBezTo>
                  <a:pt x="2659707" y="185675"/>
                  <a:pt x="2663523" y="174967"/>
                  <a:pt x="2666371" y="163007"/>
                </a:cubicBezTo>
                <a:cubicBezTo>
                  <a:pt x="2669219" y="150932"/>
                  <a:pt x="2670642" y="139427"/>
                  <a:pt x="2670642" y="128492"/>
                </a:cubicBezTo>
                <a:cubicBezTo>
                  <a:pt x="2670642" y="119721"/>
                  <a:pt x="2669048" y="113342"/>
                  <a:pt x="2665858" y="109355"/>
                </a:cubicBezTo>
                <a:cubicBezTo>
                  <a:pt x="2662783" y="105368"/>
                  <a:pt x="2659024" y="103374"/>
                  <a:pt x="2654581" y="103374"/>
                </a:cubicBezTo>
                <a:cubicBezTo>
                  <a:pt x="2650594" y="103374"/>
                  <a:pt x="2646835" y="104400"/>
                  <a:pt x="2643305" y="106450"/>
                </a:cubicBezTo>
                <a:cubicBezTo>
                  <a:pt x="2638178" y="109412"/>
                  <a:pt x="2632141" y="114936"/>
                  <a:pt x="2625193" y="123024"/>
                </a:cubicBezTo>
                <a:lnTo>
                  <a:pt x="2597854" y="219393"/>
                </a:lnTo>
                <a:moveTo>
                  <a:pt x="2892598" y="80991"/>
                </a:moveTo>
                <a:lnTo>
                  <a:pt x="2859450" y="194617"/>
                </a:lnTo>
                <a:lnTo>
                  <a:pt x="2856032" y="208457"/>
                </a:lnTo>
                <a:cubicBezTo>
                  <a:pt x="2855691" y="210166"/>
                  <a:pt x="2855520" y="211419"/>
                  <a:pt x="2855520" y="212216"/>
                </a:cubicBezTo>
                <a:cubicBezTo>
                  <a:pt x="2855520" y="213583"/>
                  <a:pt x="2855976" y="214779"/>
                  <a:pt x="2856888" y="215804"/>
                </a:cubicBezTo>
                <a:cubicBezTo>
                  <a:pt x="2857912" y="216830"/>
                  <a:pt x="2858937" y="217342"/>
                  <a:pt x="2859963" y="217342"/>
                </a:cubicBezTo>
                <a:cubicBezTo>
                  <a:pt x="2862354" y="217342"/>
                  <a:pt x="2865658" y="215520"/>
                  <a:pt x="2869873" y="211875"/>
                </a:cubicBezTo>
                <a:cubicBezTo>
                  <a:pt x="2871581" y="210394"/>
                  <a:pt x="2875682" y="205154"/>
                  <a:pt x="2882176" y="196155"/>
                </a:cubicBezTo>
                <a:lnTo>
                  <a:pt x="2888156" y="199231"/>
                </a:lnTo>
                <a:cubicBezTo>
                  <a:pt x="2880068" y="214039"/>
                  <a:pt x="2871411" y="224860"/>
                  <a:pt x="2862184" y="231695"/>
                </a:cubicBezTo>
                <a:cubicBezTo>
                  <a:pt x="2853071" y="238416"/>
                  <a:pt x="2843218" y="241776"/>
                  <a:pt x="2832624" y="241776"/>
                </a:cubicBezTo>
                <a:cubicBezTo>
                  <a:pt x="2826132" y="241776"/>
                  <a:pt x="2821176" y="240125"/>
                  <a:pt x="2817759" y="236821"/>
                </a:cubicBezTo>
                <a:cubicBezTo>
                  <a:pt x="2814342" y="233404"/>
                  <a:pt x="2812632" y="229132"/>
                  <a:pt x="2812632" y="224006"/>
                </a:cubicBezTo>
                <a:cubicBezTo>
                  <a:pt x="2812632" y="219564"/>
                  <a:pt x="2814455" y="211305"/>
                  <a:pt x="2818100" y="199231"/>
                </a:cubicBezTo>
                <a:lnTo>
                  <a:pt x="2822201" y="185390"/>
                </a:lnTo>
                <a:cubicBezTo>
                  <a:pt x="2808987" y="208059"/>
                  <a:pt x="2796286" y="224120"/>
                  <a:pt x="2784098" y="233575"/>
                </a:cubicBezTo>
                <a:cubicBezTo>
                  <a:pt x="2777035" y="239042"/>
                  <a:pt x="2769517" y="241776"/>
                  <a:pt x="2761543" y="241776"/>
                </a:cubicBezTo>
                <a:cubicBezTo>
                  <a:pt x="2751064" y="241776"/>
                  <a:pt x="2743489" y="237504"/>
                  <a:pt x="2738818" y="228961"/>
                </a:cubicBezTo>
                <a:cubicBezTo>
                  <a:pt x="2734147" y="220304"/>
                  <a:pt x="2731813" y="210565"/>
                  <a:pt x="2731813" y="199743"/>
                </a:cubicBezTo>
                <a:cubicBezTo>
                  <a:pt x="2731813" y="183682"/>
                  <a:pt x="2736712" y="165285"/>
                  <a:pt x="2746508" y="144553"/>
                </a:cubicBezTo>
                <a:cubicBezTo>
                  <a:pt x="2756303" y="123707"/>
                  <a:pt x="2769176" y="106962"/>
                  <a:pt x="2785123" y="94318"/>
                </a:cubicBezTo>
                <a:cubicBezTo>
                  <a:pt x="2798223" y="83839"/>
                  <a:pt x="2810525" y="78599"/>
                  <a:pt x="2822031" y="78599"/>
                </a:cubicBezTo>
                <a:cubicBezTo>
                  <a:pt x="2828410" y="78599"/>
                  <a:pt x="2833536" y="80478"/>
                  <a:pt x="2837408" y="84237"/>
                </a:cubicBezTo>
                <a:cubicBezTo>
                  <a:pt x="2841282" y="87882"/>
                  <a:pt x="2844129" y="94603"/>
                  <a:pt x="2845952" y="104400"/>
                </a:cubicBezTo>
                <a:lnTo>
                  <a:pt x="2852103" y="83383"/>
                </a:lnTo>
                <a:lnTo>
                  <a:pt x="2892598" y="80991"/>
                </a:lnTo>
                <a:moveTo>
                  <a:pt x="2837920" y="113455"/>
                </a:moveTo>
                <a:cubicBezTo>
                  <a:pt x="2837920" y="104229"/>
                  <a:pt x="2836496" y="97565"/>
                  <a:pt x="2833649" y="93464"/>
                </a:cubicBezTo>
                <a:cubicBezTo>
                  <a:pt x="2831600" y="90616"/>
                  <a:pt x="2828808" y="89193"/>
                  <a:pt x="2825276" y="89193"/>
                </a:cubicBezTo>
                <a:cubicBezTo>
                  <a:pt x="2821746" y="89193"/>
                  <a:pt x="2818100" y="90901"/>
                  <a:pt x="2814342" y="94318"/>
                </a:cubicBezTo>
                <a:cubicBezTo>
                  <a:pt x="2806709" y="101381"/>
                  <a:pt x="2798451" y="115734"/>
                  <a:pt x="2789566" y="137377"/>
                </a:cubicBezTo>
                <a:cubicBezTo>
                  <a:pt x="2780794" y="158906"/>
                  <a:pt x="2776408" y="177530"/>
                  <a:pt x="2776408" y="193250"/>
                </a:cubicBezTo>
                <a:cubicBezTo>
                  <a:pt x="2776408" y="199287"/>
                  <a:pt x="2777377" y="203673"/>
                  <a:pt x="2779313" y="206407"/>
                </a:cubicBezTo>
                <a:cubicBezTo>
                  <a:pt x="2781364" y="209027"/>
                  <a:pt x="2783586" y="210337"/>
                  <a:pt x="2785977" y="210337"/>
                </a:cubicBezTo>
                <a:cubicBezTo>
                  <a:pt x="2791103" y="210337"/>
                  <a:pt x="2796286" y="207375"/>
                  <a:pt x="2801526" y="201452"/>
                </a:cubicBezTo>
                <a:cubicBezTo>
                  <a:pt x="2809044" y="193022"/>
                  <a:pt x="2815822" y="182713"/>
                  <a:pt x="2821859" y="170525"/>
                </a:cubicBezTo>
                <a:cubicBezTo>
                  <a:pt x="2832567" y="149110"/>
                  <a:pt x="2837920" y="130087"/>
                  <a:pt x="2837920" y="113455"/>
                </a:cubicBezTo>
                <a:moveTo>
                  <a:pt x="3031342" y="195813"/>
                </a:moveTo>
                <a:lnTo>
                  <a:pt x="3036468" y="200426"/>
                </a:lnTo>
                <a:cubicBezTo>
                  <a:pt x="3025418" y="213640"/>
                  <a:pt x="3014540" y="223322"/>
                  <a:pt x="3003832" y="229474"/>
                </a:cubicBezTo>
                <a:cubicBezTo>
                  <a:pt x="2989594" y="237675"/>
                  <a:pt x="2974842" y="241776"/>
                  <a:pt x="2959577" y="241776"/>
                </a:cubicBezTo>
                <a:cubicBezTo>
                  <a:pt x="2949326" y="241776"/>
                  <a:pt x="2940213" y="239612"/>
                  <a:pt x="2932239" y="235283"/>
                </a:cubicBezTo>
                <a:cubicBezTo>
                  <a:pt x="2924380" y="230841"/>
                  <a:pt x="2918570" y="224689"/>
                  <a:pt x="2914811" y="216830"/>
                </a:cubicBezTo>
                <a:cubicBezTo>
                  <a:pt x="2911052" y="208856"/>
                  <a:pt x="2909173" y="200711"/>
                  <a:pt x="2909173" y="192396"/>
                </a:cubicBezTo>
                <a:cubicBezTo>
                  <a:pt x="2909173" y="173714"/>
                  <a:pt x="2914241" y="155375"/>
                  <a:pt x="2924380" y="137377"/>
                </a:cubicBezTo>
                <a:cubicBezTo>
                  <a:pt x="2934518" y="119265"/>
                  <a:pt x="2947902" y="104969"/>
                  <a:pt x="2964533" y="94489"/>
                </a:cubicBezTo>
                <a:cubicBezTo>
                  <a:pt x="2981164" y="83895"/>
                  <a:pt x="2997510" y="78599"/>
                  <a:pt x="3013572" y="78599"/>
                </a:cubicBezTo>
                <a:cubicBezTo>
                  <a:pt x="3026444" y="78599"/>
                  <a:pt x="3036126" y="81446"/>
                  <a:pt x="3042618" y="87142"/>
                </a:cubicBezTo>
                <a:cubicBezTo>
                  <a:pt x="3049112" y="92838"/>
                  <a:pt x="3052359" y="99900"/>
                  <a:pt x="3052359" y="108329"/>
                </a:cubicBezTo>
                <a:cubicBezTo>
                  <a:pt x="3052359" y="115961"/>
                  <a:pt x="3049909" y="122454"/>
                  <a:pt x="3045011" y="127808"/>
                </a:cubicBezTo>
                <a:cubicBezTo>
                  <a:pt x="3040113" y="133162"/>
                  <a:pt x="3034645" y="135839"/>
                  <a:pt x="3028608" y="135839"/>
                </a:cubicBezTo>
                <a:cubicBezTo>
                  <a:pt x="3023369" y="135839"/>
                  <a:pt x="3018983" y="134130"/>
                  <a:pt x="3015451" y="130713"/>
                </a:cubicBezTo>
                <a:cubicBezTo>
                  <a:pt x="3012034" y="127296"/>
                  <a:pt x="3010326" y="123252"/>
                  <a:pt x="3010326" y="118582"/>
                </a:cubicBezTo>
                <a:cubicBezTo>
                  <a:pt x="3010326" y="112430"/>
                  <a:pt x="3013401" y="107076"/>
                  <a:pt x="3019552" y="102520"/>
                </a:cubicBezTo>
                <a:cubicBezTo>
                  <a:pt x="3023767" y="99331"/>
                  <a:pt x="3025874" y="96540"/>
                  <a:pt x="3025874" y="94148"/>
                </a:cubicBezTo>
                <a:cubicBezTo>
                  <a:pt x="3025874" y="92097"/>
                  <a:pt x="3025020" y="90445"/>
                  <a:pt x="3023311" y="89193"/>
                </a:cubicBezTo>
                <a:cubicBezTo>
                  <a:pt x="3021033" y="87370"/>
                  <a:pt x="3018071" y="86459"/>
                  <a:pt x="3014425" y="86459"/>
                </a:cubicBezTo>
                <a:cubicBezTo>
                  <a:pt x="3004858" y="86459"/>
                  <a:pt x="2995858" y="90332"/>
                  <a:pt x="2987430" y="98077"/>
                </a:cubicBezTo>
                <a:cubicBezTo>
                  <a:pt x="2976266" y="108329"/>
                  <a:pt x="2967722" y="121315"/>
                  <a:pt x="2961799" y="137035"/>
                </a:cubicBezTo>
                <a:cubicBezTo>
                  <a:pt x="2955876" y="152755"/>
                  <a:pt x="2952913" y="167677"/>
                  <a:pt x="2952913" y="181802"/>
                </a:cubicBezTo>
                <a:cubicBezTo>
                  <a:pt x="2952913" y="192965"/>
                  <a:pt x="2955933" y="201907"/>
                  <a:pt x="2961970" y="208628"/>
                </a:cubicBezTo>
                <a:cubicBezTo>
                  <a:pt x="2968008" y="215235"/>
                  <a:pt x="2975184" y="218538"/>
                  <a:pt x="2983499" y="218538"/>
                </a:cubicBezTo>
                <a:cubicBezTo>
                  <a:pt x="2990790" y="218538"/>
                  <a:pt x="2998649" y="216659"/>
                  <a:pt x="3007079" y="212900"/>
                </a:cubicBezTo>
                <a:cubicBezTo>
                  <a:pt x="3015622" y="209141"/>
                  <a:pt x="3023710" y="203445"/>
                  <a:pt x="3031342" y="195813"/>
                </a:cubicBezTo>
                <a:moveTo>
                  <a:pt x="3110111" y="172917"/>
                </a:moveTo>
                <a:cubicBezTo>
                  <a:pt x="3109086" y="180321"/>
                  <a:pt x="3108573" y="186415"/>
                  <a:pt x="3108573" y="191200"/>
                </a:cubicBezTo>
                <a:cubicBezTo>
                  <a:pt x="3108573" y="199743"/>
                  <a:pt x="3111023" y="206578"/>
                  <a:pt x="3115920" y="211704"/>
                </a:cubicBezTo>
                <a:cubicBezTo>
                  <a:pt x="3120933" y="216830"/>
                  <a:pt x="3127597" y="219393"/>
                  <a:pt x="3135912" y="219393"/>
                </a:cubicBezTo>
                <a:cubicBezTo>
                  <a:pt x="3143886" y="219393"/>
                  <a:pt x="3151859" y="217456"/>
                  <a:pt x="3159833" y="213583"/>
                </a:cubicBezTo>
                <a:cubicBezTo>
                  <a:pt x="3167921" y="209710"/>
                  <a:pt x="3177262" y="202932"/>
                  <a:pt x="3187855" y="193250"/>
                </a:cubicBezTo>
                <a:lnTo>
                  <a:pt x="3192981" y="197864"/>
                </a:lnTo>
                <a:cubicBezTo>
                  <a:pt x="3179882" y="213697"/>
                  <a:pt x="3167123" y="224974"/>
                  <a:pt x="3154708" y="231695"/>
                </a:cubicBezTo>
                <a:cubicBezTo>
                  <a:pt x="3142292" y="238416"/>
                  <a:pt x="3128564" y="241776"/>
                  <a:pt x="3113529" y="241776"/>
                </a:cubicBezTo>
                <a:cubicBezTo>
                  <a:pt x="3094505" y="241776"/>
                  <a:pt x="3081349" y="237220"/>
                  <a:pt x="3074058" y="228107"/>
                </a:cubicBezTo>
                <a:cubicBezTo>
                  <a:pt x="3066769" y="218994"/>
                  <a:pt x="3063123" y="208457"/>
                  <a:pt x="3063123" y="196497"/>
                </a:cubicBezTo>
                <a:cubicBezTo>
                  <a:pt x="3063123" y="177815"/>
                  <a:pt x="3068533" y="159134"/>
                  <a:pt x="3079356" y="140452"/>
                </a:cubicBezTo>
                <a:cubicBezTo>
                  <a:pt x="3090291" y="121771"/>
                  <a:pt x="3105099" y="106792"/>
                  <a:pt x="3123781" y="95515"/>
                </a:cubicBezTo>
                <a:cubicBezTo>
                  <a:pt x="3142576" y="84237"/>
                  <a:pt x="3161428" y="78599"/>
                  <a:pt x="3180337" y="78599"/>
                </a:cubicBezTo>
                <a:cubicBezTo>
                  <a:pt x="3189906" y="78599"/>
                  <a:pt x="3197139" y="80877"/>
                  <a:pt x="3202037" y="85433"/>
                </a:cubicBezTo>
                <a:cubicBezTo>
                  <a:pt x="3206936" y="89990"/>
                  <a:pt x="3209384" y="95742"/>
                  <a:pt x="3209384" y="102691"/>
                </a:cubicBezTo>
                <a:cubicBezTo>
                  <a:pt x="3209384" y="111006"/>
                  <a:pt x="3206993" y="119094"/>
                  <a:pt x="3202208" y="126954"/>
                </a:cubicBezTo>
                <a:cubicBezTo>
                  <a:pt x="3195601" y="137661"/>
                  <a:pt x="3187285" y="146319"/>
                  <a:pt x="3177262" y="152926"/>
                </a:cubicBezTo>
                <a:cubicBezTo>
                  <a:pt x="3167238" y="159418"/>
                  <a:pt x="3156017" y="164374"/>
                  <a:pt x="3143601" y="167791"/>
                </a:cubicBezTo>
                <a:cubicBezTo>
                  <a:pt x="3135285" y="170069"/>
                  <a:pt x="3124122" y="171778"/>
                  <a:pt x="3110111" y="172917"/>
                </a:cubicBezTo>
                <a:moveTo>
                  <a:pt x="3111649" y="164032"/>
                </a:moveTo>
                <a:cubicBezTo>
                  <a:pt x="3121674" y="162551"/>
                  <a:pt x="3129418" y="160558"/>
                  <a:pt x="3134886" y="158051"/>
                </a:cubicBezTo>
                <a:cubicBezTo>
                  <a:pt x="3140468" y="155432"/>
                  <a:pt x="3145879" y="151331"/>
                  <a:pt x="3151119" y="145749"/>
                </a:cubicBezTo>
                <a:cubicBezTo>
                  <a:pt x="3156474" y="140054"/>
                  <a:pt x="3161086" y="132934"/>
                  <a:pt x="3164959" y="124391"/>
                </a:cubicBezTo>
                <a:cubicBezTo>
                  <a:pt x="3168832" y="115734"/>
                  <a:pt x="3170769" y="107646"/>
                  <a:pt x="3170769" y="100128"/>
                </a:cubicBezTo>
                <a:cubicBezTo>
                  <a:pt x="3170769" y="96938"/>
                  <a:pt x="3169858" y="94432"/>
                  <a:pt x="3168035" y="92610"/>
                </a:cubicBezTo>
                <a:cubicBezTo>
                  <a:pt x="3166326" y="90787"/>
                  <a:pt x="3164105" y="89876"/>
                  <a:pt x="3161371" y="89876"/>
                </a:cubicBezTo>
                <a:cubicBezTo>
                  <a:pt x="3155903" y="89876"/>
                  <a:pt x="3149753" y="93692"/>
                  <a:pt x="3142918" y="101324"/>
                </a:cubicBezTo>
                <a:cubicBezTo>
                  <a:pt x="3130387" y="115221"/>
                  <a:pt x="3119964" y="136124"/>
                  <a:pt x="3111649" y="164032"/>
                </a:cubicBez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3" name="path-2259">
            <a:extLst xmlns:a="http://schemas.openxmlformats.org/drawingml/2006/main">
              <a:ext uri="{FF2B5EF4-FFF2-40B4-BE49-F238E27FC236}">
                <a16:creationId xmlns:a16="http://schemas.microsoft.com/office/drawing/2014/main" id="{0F50585E-6814-451B-A9CE-92BB186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861819"/>
            <a:ext cx="3536180" cy="589363"/>
          </a:xfrm>
          <a:custGeom xmlns:a="http://schemas.openxmlformats.org/drawingml/2006/main">
            <a:pathLst>
              <a:path w="3536180" h="589363">
                <a:moveTo>
                  <a:pt x="0" y="36835"/>
                </a:moveTo>
                <a:cubicBezTo>
                  <a:pt x="0" y="16492"/>
                  <a:pt x="16492" y="0"/>
                  <a:pt x="36836" y="0"/>
                </a:cubicBezTo>
                <a:lnTo>
                  <a:pt x="3499345" y="0"/>
                </a:lnTo>
                <a:cubicBezTo>
                  <a:pt x="3519689" y="0"/>
                  <a:pt x="3536180" y="16492"/>
                  <a:pt x="3536180" y="36835"/>
                </a:cubicBezTo>
                <a:lnTo>
                  <a:pt x="3536180" y="552528"/>
                </a:lnTo>
                <a:cubicBezTo>
                  <a:pt x="3536180" y="572872"/>
                  <a:pt x="3519689" y="589363"/>
                  <a:pt x="3499345" y="589363"/>
                </a:cubicBezTo>
                <a:lnTo>
                  <a:pt x="36836" y="589363"/>
                </a:lnTo>
                <a:cubicBezTo>
                  <a:pt x="16492" y="589363"/>
                  <a:pt x="0" y="572872"/>
                  <a:pt x="0" y="552528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4" name="path-2260">
            <a:extLst xmlns:a="http://schemas.openxmlformats.org/drawingml/2006/main">
              <a:ext uri="{FF2B5EF4-FFF2-40B4-BE49-F238E27FC236}">
                <a16:creationId xmlns:a16="http://schemas.microsoft.com/office/drawing/2014/main" id="{157C3DC9-2460-45A6-A6BF-ED54D880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861819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2895" y="566866"/>
                </a:moveTo>
                <a:lnTo>
                  <a:pt x="10789" y="578575"/>
                </a:lnTo>
                <a:lnTo>
                  <a:pt x="22497" y="586469"/>
                </a:lnTo>
                <a:lnTo>
                  <a:pt x="36836" y="589364"/>
                </a:lnTo>
                <a:lnTo>
                  <a:pt x="3499345" y="589364"/>
                </a:lnTo>
                <a:lnTo>
                  <a:pt x="3513683" y="586469"/>
                </a:lnTo>
                <a:lnTo>
                  <a:pt x="3525392" y="578575"/>
                </a:lnTo>
                <a:lnTo>
                  <a:pt x="3533286" y="566866"/>
                </a:lnTo>
                <a:lnTo>
                  <a:pt x="3536180" y="552528"/>
                </a:lnTo>
                <a:lnTo>
                  <a:pt x="3536180" y="36835"/>
                </a:lnTo>
                <a:lnTo>
                  <a:pt x="3533286" y="22497"/>
                </a:lnTo>
                <a:lnTo>
                  <a:pt x="3525392" y="10789"/>
                </a:lnTo>
                <a:lnTo>
                  <a:pt x="3513683" y="2895"/>
                </a:lnTo>
                <a:lnTo>
                  <a:pt x="3499345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552528"/>
                </a:lnTo>
                <a:lnTo>
                  <a:pt x="2895" y="566866"/>
                </a:lnTo>
                <a:close/>
                <a:moveTo>
                  <a:pt x="3508640" y="20932"/>
                </a:moveTo>
                <a:lnTo>
                  <a:pt x="3515248" y="27540"/>
                </a:lnTo>
                <a:lnTo>
                  <a:pt x="3517762" y="36836"/>
                </a:lnTo>
                <a:lnTo>
                  <a:pt x="3517762" y="552528"/>
                </a:lnTo>
                <a:lnTo>
                  <a:pt x="3515248" y="561824"/>
                </a:lnTo>
                <a:lnTo>
                  <a:pt x="3508640" y="568431"/>
                </a:lnTo>
                <a:lnTo>
                  <a:pt x="3499345" y="570946"/>
                </a:lnTo>
                <a:lnTo>
                  <a:pt x="36836" y="570946"/>
                </a:lnTo>
                <a:lnTo>
                  <a:pt x="27540" y="568431"/>
                </a:lnTo>
                <a:lnTo>
                  <a:pt x="20932" y="561824"/>
                </a:lnTo>
                <a:lnTo>
                  <a:pt x="18417" y="552528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3499345" y="18418"/>
                </a:lnTo>
                <a:lnTo>
                  <a:pt x="3508640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5" name="path-2261">
            <a:extLst xmlns:a="http://schemas.openxmlformats.org/drawingml/2006/main">
              <a:ext uri="{FF2B5EF4-FFF2-40B4-BE49-F238E27FC236}">
                <a16:creationId xmlns:a16="http://schemas.microsoft.com/office/drawing/2014/main" id="{7B0C59DA-5A51-4954-B60D-2023F07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37" y="1050600"/>
            <a:ext cx="211803" cy="211802"/>
          </a:xfrm>
          <a:custGeom xmlns:a="http://schemas.openxmlformats.org/drawingml/2006/main">
            <a:pathLst>
              <a:path w="211803" h="211802">
                <a:moveTo>
                  <a:pt x="0" y="0"/>
                </a:moveTo>
                <a:lnTo>
                  <a:pt x="211803" y="0"/>
                </a:lnTo>
                <a:lnTo>
                  <a:pt x="211803" y="211802"/>
                </a:lnTo>
                <a:lnTo>
                  <a:pt x="0" y="21180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6" name="path-2262">
            <a:extLst xmlns:a="http://schemas.openxmlformats.org/drawingml/2006/main">
              <a:ext uri="{FF2B5EF4-FFF2-40B4-BE49-F238E27FC236}">
                <a16:creationId xmlns:a16="http://schemas.microsoft.com/office/drawing/2014/main" id="{7CB5992C-5BD2-4FDC-849B-2332EDC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37" y="1050600"/>
            <a:ext cx="211803" cy="211802"/>
          </a:xfrm>
          <a:custGeom xmlns:a="http://schemas.openxmlformats.org/drawingml/2006/main">
            <a:pathLst>
              <a:path w="211803" h="211802">
                <a:moveTo>
                  <a:pt x="211803" y="211802"/>
                </a:moveTo>
                <a:lnTo>
                  <a:pt x="211803" y="0"/>
                </a:lnTo>
                <a:lnTo>
                  <a:pt x="0" y="0"/>
                </a:lnTo>
                <a:lnTo>
                  <a:pt x="0" y="211802"/>
                </a:lnTo>
                <a:lnTo>
                  <a:pt x="211803" y="211802"/>
                </a:lnTo>
                <a:close/>
                <a:moveTo>
                  <a:pt x="188780" y="188780"/>
                </a:moveTo>
                <a:lnTo>
                  <a:pt x="23022" y="188780"/>
                </a:lnTo>
                <a:lnTo>
                  <a:pt x="23022" y="23022"/>
                </a:lnTo>
                <a:lnTo>
                  <a:pt x="188780" y="23022"/>
                </a:lnTo>
                <a:lnTo>
                  <a:pt x="188780" y="188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7" name="path-2263">
            <a:extLst xmlns:a="http://schemas.openxmlformats.org/drawingml/2006/main">
              <a:ext uri="{FF2B5EF4-FFF2-40B4-BE49-F238E27FC236}">
                <a16:creationId xmlns:a16="http://schemas.microsoft.com/office/drawing/2014/main" id="{8A7AF67F-0D07-4C27-8E99-7940B8D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542" y="1036786"/>
            <a:ext cx="230220" cy="225616"/>
          </a:xfrm>
          <a:custGeom xmlns:a="http://schemas.openxmlformats.org/drawingml/2006/main">
            <a:pathLst>
              <a:path w="230220" h="225616">
                <a:moveTo>
                  <a:pt x="115110" y="0"/>
                </a:moveTo>
                <a:lnTo>
                  <a:pt x="230220" y="225616"/>
                </a:lnTo>
                <a:lnTo>
                  <a:pt x="0" y="225616"/>
                </a:lnTo>
                <a:lnTo>
                  <a:pt x="11511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8" name="path-2264">
            <a:extLst xmlns:a="http://schemas.openxmlformats.org/drawingml/2006/main">
              <a:ext uri="{FF2B5EF4-FFF2-40B4-BE49-F238E27FC236}">
                <a16:creationId xmlns:a16="http://schemas.microsoft.com/office/drawing/2014/main" id="{DD8904E9-2742-447D-8DDB-A5A79649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542" y="1036786"/>
            <a:ext cx="230220" cy="225616"/>
          </a:xfrm>
          <a:custGeom xmlns:a="http://schemas.openxmlformats.org/drawingml/2006/main">
            <a:pathLst>
              <a:path w="230220" h="225616">
                <a:moveTo>
                  <a:pt x="230220" y="225616"/>
                </a:moveTo>
                <a:lnTo>
                  <a:pt x="115110" y="0"/>
                </a:lnTo>
                <a:lnTo>
                  <a:pt x="0" y="225616"/>
                </a:lnTo>
                <a:lnTo>
                  <a:pt x="230220" y="225616"/>
                </a:lnTo>
                <a:close/>
                <a:moveTo>
                  <a:pt x="37591" y="202593"/>
                </a:moveTo>
                <a:lnTo>
                  <a:pt x="115110" y="50657"/>
                </a:lnTo>
                <a:lnTo>
                  <a:pt x="192629" y="202593"/>
                </a:lnTo>
                <a:lnTo>
                  <a:pt x="37591" y="202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9" name="path-2265">
            <a:extLst xmlns:a="http://schemas.openxmlformats.org/drawingml/2006/main">
              <a:ext uri="{FF2B5EF4-FFF2-40B4-BE49-F238E27FC236}">
                <a16:creationId xmlns:a16="http://schemas.microsoft.com/office/drawing/2014/main" id="{748DAA54-BC94-40C5-85C6-C20F53CA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212" y="1036786"/>
            <a:ext cx="230220" cy="225616"/>
          </a:xfrm>
          <a:custGeom xmlns:a="http://schemas.openxmlformats.org/drawingml/2006/main">
            <a:pathLst>
              <a:path w="230220" h="225616">
                <a:moveTo>
                  <a:pt x="115110" y="0"/>
                </a:moveTo>
                <a:lnTo>
                  <a:pt x="230220" y="225616"/>
                </a:lnTo>
                <a:lnTo>
                  <a:pt x="0" y="225616"/>
                </a:lnTo>
                <a:lnTo>
                  <a:pt x="115110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0" name="path-2266">
            <a:extLst xmlns:a="http://schemas.openxmlformats.org/drawingml/2006/main">
              <a:ext uri="{FF2B5EF4-FFF2-40B4-BE49-F238E27FC236}">
                <a16:creationId xmlns:a16="http://schemas.microsoft.com/office/drawing/2014/main" id="{863FFF6A-A53A-42A1-A5AD-992CD0B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212" y="1036786"/>
            <a:ext cx="230220" cy="225616"/>
          </a:xfrm>
          <a:custGeom xmlns:a="http://schemas.openxmlformats.org/drawingml/2006/main">
            <a:pathLst>
              <a:path w="230220" h="225616">
                <a:moveTo>
                  <a:pt x="230220" y="225616"/>
                </a:moveTo>
                <a:lnTo>
                  <a:pt x="115110" y="0"/>
                </a:lnTo>
                <a:lnTo>
                  <a:pt x="0" y="225616"/>
                </a:lnTo>
                <a:lnTo>
                  <a:pt x="230220" y="225616"/>
                </a:lnTo>
                <a:close/>
                <a:moveTo>
                  <a:pt x="37591" y="202593"/>
                </a:moveTo>
                <a:lnTo>
                  <a:pt x="115110" y="50657"/>
                </a:lnTo>
                <a:lnTo>
                  <a:pt x="192629" y="202593"/>
                </a:lnTo>
                <a:lnTo>
                  <a:pt x="37591" y="202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1" name="path-2267">
            <a:extLst xmlns:a="http://schemas.openxmlformats.org/drawingml/2006/main">
              <a:ext uri="{FF2B5EF4-FFF2-40B4-BE49-F238E27FC236}">
                <a16:creationId xmlns:a16="http://schemas.microsoft.com/office/drawing/2014/main" id="{483DE3A4-A791-48BF-9913-F710DA04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510" y="1050600"/>
            <a:ext cx="211803" cy="211802"/>
          </a:xfrm>
          <a:custGeom xmlns:a="http://schemas.openxmlformats.org/drawingml/2006/main">
            <a:pathLst>
              <a:path w="211803" h="211802">
                <a:moveTo>
                  <a:pt x="0" y="0"/>
                </a:moveTo>
                <a:lnTo>
                  <a:pt x="211803" y="0"/>
                </a:lnTo>
                <a:lnTo>
                  <a:pt x="211803" y="211802"/>
                </a:lnTo>
                <a:lnTo>
                  <a:pt x="0" y="21180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2" name="path-2268">
            <a:extLst xmlns:a="http://schemas.openxmlformats.org/drawingml/2006/main">
              <a:ext uri="{FF2B5EF4-FFF2-40B4-BE49-F238E27FC236}">
                <a16:creationId xmlns:a16="http://schemas.microsoft.com/office/drawing/2014/main" id="{8B0D6298-C5A0-4345-AE2D-B97B88A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510" y="1050600"/>
            <a:ext cx="211803" cy="211802"/>
          </a:xfrm>
          <a:custGeom xmlns:a="http://schemas.openxmlformats.org/drawingml/2006/main">
            <a:pathLst>
              <a:path w="211803" h="211802">
                <a:moveTo>
                  <a:pt x="211803" y="211802"/>
                </a:moveTo>
                <a:lnTo>
                  <a:pt x="211803" y="0"/>
                </a:lnTo>
                <a:lnTo>
                  <a:pt x="0" y="0"/>
                </a:lnTo>
                <a:lnTo>
                  <a:pt x="0" y="211802"/>
                </a:lnTo>
                <a:lnTo>
                  <a:pt x="211803" y="211802"/>
                </a:lnTo>
                <a:close/>
                <a:moveTo>
                  <a:pt x="188780" y="188780"/>
                </a:moveTo>
                <a:lnTo>
                  <a:pt x="23022" y="188780"/>
                </a:lnTo>
                <a:lnTo>
                  <a:pt x="23022" y="23022"/>
                </a:lnTo>
                <a:lnTo>
                  <a:pt x="188780" y="23022"/>
                </a:lnTo>
                <a:lnTo>
                  <a:pt x="188780" y="188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3" name="path-2269">
            <a:extLst xmlns:a="http://schemas.openxmlformats.org/drawingml/2006/main">
              <a:ext uri="{FF2B5EF4-FFF2-40B4-BE49-F238E27FC236}">
                <a16:creationId xmlns:a16="http://schemas.microsoft.com/office/drawing/2014/main" id="{2FFF9659-3696-462D-8BC3-7F68041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927" y="1147292"/>
            <a:ext cx="386769" cy="18417"/>
          </a:xfrm>
          <a:custGeom xmlns:a="http://schemas.openxmlformats.org/drawingml/2006/main">
            <a:pathLst>
              <a:path w="386769" h="18417">
                <a:moveTo>
                  <a:pt x="0" y="9209"/>
                </a:moveTo>
                <a:lnTo>
                  <a:pt x="0" y="18417"/>
                </a:lnTo>
                <a:lnTo>
                  <a:pt x="32231" y="18417"/>
                </a:lnTo>
                <a:lnTo>
                  <a:pt x="32231" y="9209"/>
                </a:lnTo>
                <a:lnTo>
                  <a:pt x="32231" y="0"/>
                </a:lnTo>
                <a:lnTo>
                  <a:pt x="0" y="0"/>
                </a:lnTo>
                <a:lnTo>
                  <a:pt x="0" y="9209"/>
                </a:lnTo>
                <a:moveTo>
                  <a:pt x="96693" y="9209"/>
                </a:moveTo>
                <a:lnTo>
                  <a:pt x="96693" y="18417"/>
                </a:lnTo>
                <a:lnTo>
                  <a:pt x="161154" y="18417"/>
                </a:lnTo>
                <a:lnTo>
                  <a:pt x="161154" y="9209"/>
                </a:lnTo>
                <a:lnTo>
                  <a:pt x="161154" y="0"/>
                </a:lnTo>
                <a:lnTo>
                  <a:pt x="96693" y="0"/>
                </a:lnTo>
                <a:lnTo>
                  <a:pt x="96693" y="9209"/>
                </a:lnTo>
                <a:moveTo>
                  <a:pt x="225616" y="9209"/>
                </a:moveTo>
                <a:lnTo>
                  <a:pt x="225616" y="18417"/>
                </a:lnTo>
                <a:lnTo>
                  <a:pt x="290077" y="18417"/>
                </a:lnTo>
                <a:lnTo>
                  <a:pt x="290077" y="9209"/>
                </a:lnTo>
                <a:lnTo>
                  <a:pt x="290077" y="0"/>
                </a:lnTo>
                <a:lnTo>
                  <a:pt x="225616" y="0"/>
                </a:lnTo>
                <a:lnTo>
                  <a:pt x="225616" y="9209"/>
                </a:lnTo>
                <a:moveTo>
                  <a:pt x="354539" y="9209"/>
                </a:moveTo>
                <a:lnTo>
                  <a:pt x="354539" y="18417"/>
                </a:lnTo>
                <a:lnTo>
                  <a:pt x="386769" y="18417"/>
                </a:lnTo>
                <a:lnTo>
                  <a:pt x="386769" y="9209"/>
                </a:lnTo>
                <a:lnTo>
                  <a:pt x="386769" y="0"/>
                </a:lnTo>
                <a:lnTo>
                  <a:pt x="354539" y="0"/>
                </a:lnTo>
                <a:lnTo>
                  <a:pt x="354539" y="9209"/>
                </a:lnTo>
                <a:moveTo>
                  <a:pt x="0" y="9209"/>
                </a:moveTo>
                <a:lnTo>
                  <a:pt x="0" y="18417"/>
                </a:lnTo>
                <a:lnTo>
                  <a:pt x="32231" y="18417"/>
                </a:lnTo>
                <a:lnTo>
                  <a:pt x="32231" y="9209"/>
                </a:lnTo>
                <a:lnTo>
                  <a:pt x="32231" y="0"/>
                </a:lnTo>
                <a:lnTo>
                  <a:pt x="0" y="0"/>
                </a:lnTo>
                <a:lnTo>
                  <a:pt x="0" y="9209"/>
                </a:lnTo>
                <a:moveTo>
                  <a:pt x="96693" y="9209"/>
                </a:moveTo>
                <a:lnTo>
                  <a:pt x="96693" y="18417"/>
                </a:lnTo>
                <a:lnTo>
                  <a:pt x="161154" y="18417"/>
                </a:lnTo>
                <a:lnTo>
                  <a:pt x="161154" y="9209"/>
                </a:lnTo>
                <a:lnTo>
                  <a:pt x="161154" y="0"/>
                </a:lnTo>
                <a:lnTo>
                  <a:pt x="96693" y="0"/>
                </a:lnTo>
                <a:lnTo>
                  <a:pt x="96693" y="9209"/>
                </a:lnTo>
                <a:moveTo>
                  <a:pt x="225616" y="9209"/>
                </a:moveTo>
                <a:lnTo>
                  <a:pt x="225616" y="18417"/>
                </a:lnTo>
                <a:lnTo>
                  <a:pt x="290077" y="18417"/>
                </a:lnTo>
                <a:lnTo>
                  <a:pt x="290077" y="9209"/>
                </a:lnTo>
                <a:lnTo>
                  <a:pt x="290077" y="0"/>
                </a:lnTo>
                <a:lnTo>
                  <a:pt x="225616" y="0"/>
                </a:lnTo>
                <a:lnTo>
                  <a:pt x="225616" y="9209"/>
                </a:lnTo>
                <a:moveTo>
                  <a:pt x="354539" y="9209"/>
                </a:moveTo>
                <a:lnTo>
                  <a:pt x="354539" y="18417"/>
                </a:lnTo>
                <a:lnTo>
                  <a:pt x="386769" y="18417"/>
                </a:lnTo>
                <a:lnTo>
                  <a:pt x="386769" y="9209"/>
                </a:lnTo>
                <a:lnTo>
                  <a:pt x="386769" y="0"/>
                </a:lnTo>
                <a:lnTo>
                  <a:pt x="354539" y="0"/>
                </a:lnTo>
                <a:lnTo>
                  <a:pt x="354539" y="92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4" name="path-2270">
            <a:extLst xmlns:a="http://schemas.openxmlformats.org/drawingml/2006/main">
              <a:ext uri="{FF2B5EF4-FFF2-40B4-BE49-F238E27FC236}">
                <a16:creationId xmlns:a16="http://schemas.microsoft.com/office/drawing/2014/main" id="{B9498C75-34DE-4197-90E9-8EA0A3B7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360" y="1149760"/>
            <a:ext cx="54897" cy="455670"/>
          </a:xfrm>
          <a:custGeom xmlns:a="http://schemas.openxmlformats.org/drawingml/2006/main">
            <a:pathLst>
              <a:path w="54897" h="455670">
                <a:moveTo>
                  <a:pt x="52951" y="448763"/>
                </a:moveTo>
                <a:cubicBezTo>
                  <a:pt x="52951" y="441857"/>
                  <a:pt x="52966" y="441857"/>
                  <a:pt x="52982" y="441857"/>
                </a:cubicBezTo>
                <a:cubicBezTo>
                  <a:pt x="52988" y="441857"/>
                  <a:pt x="53003" y="441857"/>
                  <a:pt x="53013" y="441857"/>
                </a:cubicBezTo>
                <a:cubicBezTo>
                  <a:pt x="53033" y="441857"/>
                  <a:pt x="53052" y="441857"/>
                  <a:pt x="53071" y="441858"/>
                </a:cubicBezTo>
                <a:cubicBezTo>
                  <a:pt x="53107" y="441858"/>
                  <a:pt x="53143" y="441859"/>
                  <a:pt x="53175" y="441860"/>
                </a:cubicBezTo>
                <a:cubicBezTo>
                  <a:pt x="53240" y="441863"/>
                  <a:pt x="53294" y="441866"/>
                  <a:pt x="53340" y="441870"/>
                </a:cubicBezTo>
                <a:cubicBezTo>
                  <a:pt x="53431" y="441877"/>
                  <a:pt x="53484" y="441884"/>
                  <a:pt x="53501" y="441887"/>
                </a:cubicBezTo>
                <a:cubicBezTo>
                  <a:pt x="53535" y="441892"/>
                  <a:pt x="53418" y="441877"/>
                  <a:pt x="53166" y="441792"/>
                </a:cubicBezTo>
                <a:cubicBezTo>
                  <a:pt x="52674" y="441628"/>
                  <a:pt x="51568" y="441166"/>
                  <a:pt x="50009" y="439948"/>
                </a:cubicBezTo>
                <a:cubicBezTo>
                  <a:pt x="46872" y="437496"/>
                  <a:pt x="41729" y="431837"/>
                  <a:pt x="36282" y="419069"/>
                </a:cubicBezTo>
                <a:cubicBezTo>
                  <a:pt x="25326" y="393386"/>
                  <a:pt x="13814" y="340547"/>
                  <a:pt x="13814" y="232893"/>
                </a:cubicBezTo>
                <a:lnTo>
                  <a:pt x="6907" y="232893"/>
                </a:lnTo>
                <a:lnTo>
                  <a:pt x="0" y="232893"/>
                </a:lnTo>
                <a:cubicBezTo>
                  <a:pt x="0" y="341108"/>
                  <a:pt x="11511" y="396204"/>
                  <a:pt x="23577" y="424489"/>
                </a:cubicBezTo>
                <a:cubicBezTo>
                  <a:pt x="29641" y="438705"/>
                  <a:pt x="36009" y="446538"/>
                  <a:pt x="41504" y="450832"/>
                </a:cubicBezTo>
                <a:cubicBezTo>
                  <a:pt x="44261" y="452987"/>
                  <a:pt x="46752" y="454212"/>
                  <a:pt x="48779" y="454891"/>
                </a:cubicBezTo>
                <a:cubicBezTo>
                  <a:pt x="49786" y="455228"/>
                  <a:pt x="50659" y="455424"/>
                  <a:pt x="51367" y="455534"/>
                </a:cubicBezTo>
                <a:cubicBezTo>
                  <a:pt x="51721" y="455590"/>
                  <a:pt x="52033" y="455623"/>
                  <a:pt x="52298" y="455644"/>
                </a:cubicBezTo>
                <a:cubicBezTo>
                  <a:pt x="52431" y="455654"/>
                  <a:pt x="52551" y="455660"/>
                  <a:pt x="52661" y="455664"/>
                </a:cubicBezTo>
                <a:cubicBezTo>
                  <a:pt x="52716" y="455666"/>
                  <a:pt x="52767" y="455668"/>
                  <a:pt x="52815" y="455669"/>
                </a:cubicBezTo>
                <a:cubicBezTo>
                  <a:pt x="52839" y="455669"/>
                  <a:pt x="52862" y="455669"/>
                  <a:pt x="52885" y="455670"/>
                </a:cubicBezTo>
                <a:cubicBezTo>
                  <a:pt x="52897" y="455670"/>
                  <a:pt x="52913" y="455670"/>
                  <a:pt x="52919" y="455670"/>
                </a:cubicBezTo>
                <a:cubicBezTo>
                  <a:pt x="52934" y="455670"/>
                  <a:pt x="52951" y="455670"/>
                  <a:pt x="52951" y="448763"/>
                </a:cubicBezTo>
                <a:moveTo>
                  <a:pt x="6907" y="232893"/>
                </a:moveTo>
                <a:lnTo>
                  <a:pt x="13814" y="232893"/>
                </a:lnTo>
                <a:cubicBezTo>
                  <a:pt x="13814" y="125300"/>
                  <a:pt x="25309" y="69758"/>
                  <a:pt x="36365" y="41372"/>
                </a:cubicBezTo>
                <a:cubicBezTo>
                  <a:pt x="41873" y="27230"/>
                  <a:pt x="47173" y="20088"/>
                  <a:pt x="50652" y="16592"/>
                </a:cubicBezTo>
                <a:cubicBezTo>
                  <a:pt x="52384" y="14852"/>
                  <a:pt x="53674" y="14006"/>
                  <a:pt x="54338" y="13635"/>
                </a:cubicBezTo>
                <a:cubicBezTo>
                  <a:pt x="54674" y="13448"/>
                  <a:pt x="54862" y="13374"/>
                  <a:pt x="54885" y="13366"/>
                </a:cubicBezTo>
                <a:cubicBezTo>
                  <a:pt x="54897" y="13361"/>
                  <a:pt x="54868" y="13373"/>
                  <a:pt x="54797" y="13394"/>
                </a:cubicBezTo>
                <a:cubicBezTo>
                  <a:pt x="54762" y="13405"/>
                  <a:pt x="54716" y="13418"/>
                  <a:pt x="54659" y="13432"/>
                </a:cubicBezTo>
                <a:cubicBezTo>
                  <a:pt x="54631" y="13440"/>
                  <a:pt x="54600" y="13448"/>
                  <a:pt x="54566" y="13456"/>
                </a:cubicBezTo>
                <a:cubicBezTo>
                  <a:pt x="54549" y="13460"/>
                  <a:pt x="54531" y="13464"/>
                  <a:pt x="54514" y="13468"/>
                </a:cubicBezTo>
                <a:cubicBezTo>
                  <a:pt x="54504" y="13470"/>
                  <a:pt x="54490" y="13474"/>
                  <a:pt x="54485" y="13475"/>
                </a:cubicBezTo>
                <a:cubicBezTo>
                  <a:pt x="54471" y="13478"/>
                  <a:pt x="54457" y="13481"/>
                  <a:pt x="52951" y="6741"/>
                </a:cubicBezTo>
                <a:cubicBezTo>
                  <a:pt x="51445" y="0"/>
                  <a:pt x="51431" y="4"/>
                  <a:pt x="51416" y="7"/>
                </a:cubicBezTo>
                <a:cubicBezTo>
                  <a:pt x="51411" y="8"/>
                  <a:pt x="51396" y="12"/>
                  <a:pt x="51385" y="14"/>
                </a:cubicBezTo>
                <a:cubicBezTo>
                  <a:pt x="51364" y="19"/>
                  <a:pt x="51342" y="24"/>
                  <a:pt x="51320" y="30"/>
                </a:cubicBezTo>
                <a:cubicBezTo>
                  <a:pt x="51275" y="40"/>
                  <a:pt x="51227" y="52"/>
                  <a:pt x="51177" y="65"/>
                </a:cubicBezTo>
                <a:cubicBezTo>
                  <a:pt x="51075" y="92"/>
                  <a:pt x="50964" y="123"/>
                  <a:pt x="50841" y="160"/>
                </a:cubicBezTo>
                <a:cubicBezTo>
                  <a:pt x="50595" y="233"/>
                  <a:pt x="50309" y="328"/>
                  <a:pt x="49982" y="452"/>
                </a:cubicBezTo>
                <a:cubicBezTo>
                  <a:pt x="49331" y="699"/>
                  <a:pt x="48530" y="1058"/>
                  <a:pt x="47606" y="1573"/>
                </a:cubicBezTo>
                <a:cubicBezTo>
                  <a:pt x="45753" y="2608"/>
                  <a:pt x="43445" y="4252"/>
                  <a:pt x="40862" y="6848"/>
                </a:cubicBezTo>
                <a:cubicBezTo>
                  <a:pt x="35707" y="12027"/>
                  <a:pt x="29496" y="20947"/>
                  <a:pt x="23494" y="36359"/>
                </a:cubicBezTo>
                <a:cubicBezTo>
                  <a:pt x="11527" y="67083"/>
                  <a:pt x="0" y="124616"/>
                  <a:pt x="0" y="232893"/>
                </a:cubicBezTo>
                <a:lnTo>
                  <a:pt x="6907" y="232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5" name="path-2271">
            <a:extLst xmlns:a="http://schemas.openxmlformats.org/drawingml/2006/main">
              <a:ext uri="{FF2B5EF4-FFF2-40B4-BE49-F238E27FC236}">
                <a16:creationId xmlns:a16="http://schemas.microsoft.com/office/drawing/2014/main" id="{0203A9DB-02D3-4610-8D5A-8C2F94A6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585" y="1650233"/>
            <a:ext cx="2823909" cy="318495"/>
          </a:xfrm>
          <a:custGeom xmlns:a="http://schemas.openxmlformats.org/drawingml/2006/main">
            <a:pathLst>
              <a:path w="2823909" h="318495">
                <a:moveTo>
                  <a:pt x="116018" y="88338"/>
                </a:moveTo>
                <a:lnTo>
                  <a:pt x="104228" y="127637"/>
                </a:lnTo>
                <a:cubicBezTo>
                  <a:pt x="116644" y="113057"/>
                  <a:pt x="127694" y="102862"/>
                  <a:pt x="137376" y="97052"/>
                </a:cubicBezTo>
                <a:cubicBezTo>
                  <a:pt x="147173" y="91243"/>
                  <a:pt x="157140" y="88338"/>
                  <a:pt x="167278" y="88338"/>
                </a:cubicBezTo>
                <a:cubicBezTo>
                  <a:pt x="177416" y="88338"/>
                  <a:pt x="186074" y="92382"/>
                  <a:pt x="193250" y="100470"/>
                </a:cubicBezTo>
                <a:cubicBezTo>
                  <a:pt x="200426" y="108443"/>
                  <a:pt x="204014" y="118866"/>
                  <a:pt x="204014" y="131738"/>
                </a:cubicBezTo>
                <a:cubicBezTo>
                  <a:pt x="204014" y="156798"/>
                  <a:pt x="193820" y="182315"/>
                  <a:pt x="173430" y="208286"/>
                </a:cubicBezTo>
                <a:cubicBezTo>
                  <a:pt x="153040" y="234144"/>
                  <a:pt x="129289" y="247073"/>
                  <a:pt x="102177" y="247073"/>
                </a:cubicBezTo>
                <a:cubicBezTo>
                  <a:pt x="96482" y="247073"/>
                  <a:pt x="91413" y="246446"/>
                  <a:pt x="86970" y="245193"/>
                </a:cubicBezTo>
                <a:cubicBezTo>
                  <a:pt x="82643" y="243940"/>
                  <a:pt x="77745" y="241719"/>
                  <a:pt x="72277" y="238530"/>
                </a:cubicBezTo>
                <a:lnTo>
                  <a:pt x="59803" y="282613"/>
                </a:lnTo>
                <a:cubicBezTo>
                  <a:pt x="57297" y="291270"/>
                  <a:pt x="56044" y="296909"/>
                  <a:pt x="56044" y="299529"/>
                </a:cubicBezTo>
                <a:cubicBezTo>
                  <a:pt x="56044" y="302035"/>
                  <a:pt x="56671" y="304142"/>
                  <a:pt x="57923" y="305851"/>
                </a:cubicBezTo>
                <a:cubicBezTo>
                  <a:pt x="59291" y="307674"/>
                  <a:pt x="61455" y="309041"/>
                  <a:pt x="64417" y="309952"/>
                </a:cubicBezTo>
                <a:cubicBezTo>
                  <a:pt x="67379" y="310977"/>
                  <a:pt x="73244" y="311490"/>
                  <a:pt x="82016" y="311490"/>
                </a:cubicBezTo>
                <a:lnTo>
                  <a:pt x="80478" y="317812"/>
                </a:lnTo>
                <a:lnTo>
                  <a:pt x="0" y="317812"/>
                </a:lnTo>
                <a:lnTo>
                  <a:pt x="1708" y="311490"/>
                </a:lnTo>
                <a:cubicBezTo>
                  <a:pt x="12302" y="311034"/>
                  <a:pt x="19478" y="309211"/>
                  <a:pt x="23238" y="306022"/>
                </a:cubicBezTo>
                <a:cubicBezTo>
                  <a:pt x="26882" y="302832"/>
                  <a:pt x="30756" y="294004"/>
                  <a:pt x="34857" y="279537"/>
                </a:cubicBezTo>
                <a:lnTo>
                  <a:pt x="78085" y="129859"/>
                </a:lnTo>
                <a:cubicBezTo>
                  <a:pt x="80706" y="120404"/>
                  <a:pt x="82016" y="114538"/>
                  <a:pt x="82016" y="112259"/>
                </a:cubicBezTo>
                <a:cubicBezTo>
                  <a:pt x="82016" y="109184"/>
                  <a:pt x="81105" y="106792"/>
                  <a:pt x="79282" y="105083"/>
                </a:cubicBezTo>
                <a:cubicBezTo>
                  <a:pt x="77573" y="103374"/>
                  <a:pt x="74896" y="102520"/>
                  <a:pt x="71251" y="102520"/>
                </a:cubicBezTo>
                <a:cubicBezTo>
                  <a:pt x="67948" y="102520"/>
                  <a:pt x="63335" y="102918"/>
                  <a:pt x="57411" y="103716"/>
                </a:cubicBezTo>
                <a:lnTo>
                  <a:pt x="57411" y="97052"/>
                </a:lnTo>
                <a:lnTo>
                  <a:pt x="116018" y="88338"/>
                </a:lnTo>
                <a:moveTo>
                  <a:pt x="76206" y="225031"/>
                </a:moveTo>
                <a:cubicBezTo>
                  <a:pt x="83268" y="233460"/>
                  <a:pt x="92780" y="237675"/>
                  <a:pt x="104741" y="237675"/>
                </a:cubicBezTo>
                <a:cubicBezTo>
                  <a:pt x="110664" y="237675"/>
                  <a:pt x="116702" y="236024"/>
                  <a:pt x="122853" y="232720"/>
                </a:cubicBezTo>
                <a:cubicBezTo>
                  <a:pt x="129004" y="229417"/>
                  <a:pt x="134984" y="224519"/>
                  <a:pt x="140794" y="218026"/>
                </a:cubicBezTo>
                <a:cubicBezTo>
                  <a:pt x="146718" y="211533"/>
                  <a:pt x="152014" y="204071"/>
                  <a:pt x="156684" y="195642"/>
                </a:cubicBezTo>
                <a:cubicBezTo>
                  <a:pt x="161355" y="187099"/>
                  <a:pt x="165512" y="177075"/>
                  <a:pt x="169158" y="165570"/>
                </a:cubicBezTo>
                <a:cubicBezTo>
                  <a:pt x="172916" y="154065"/>
                  <a:pt x="174796" y="142673"/>
                  <a:pt x="174796" y="131396"/>
                </a:cubicBezTo>
                <a:cubicBezTo>
                  <a:pt x="174796" y="122283"/>
                  <a:pt x="172689" y="115335"/>
                  <a:pt x="168474" y="110551"/>
                </a:cubicBezTo>
                <a:cubicBezTo>
                  <a:pt x="164373" y="105653"/>
                  <a:pt x="159532" y="103203"/>
                  <a:pt x="153950" y="103203"/>
                </a:cubicBezTo>
                <a:cubicBezTo>
                  <a:pt x="141648" y="103203"/>
                  <a:pt x="129460" y="110266"/>
                  <a:pt x="117385" y="124391"/>
                </a:cubicBezTo>
                <a:cubicBezTo>
                  <a:pt x="105424" y="138516"/>
                  <a:pt x="96654" y="155033"/>
                  <a:pt x="91071" y="173942"/>
                </a:cubicBezTo>
                <a:lnTo>
                  <a:pt x="76206" y="225031"/>
                </a:lnTo>
                <a:moveTo>
                  <a:pt x="255274" y="178555"/>
                </a:moveTo>
                <a:cubicBezTo>
                  <a:pt x="254477" y="184251"/>
                  <a:pt x="254078" y="188978"/>
                  <a:pt x="254078" y="192737"/>
                </a:cubicBezTo>
                <a:cubicBezTo>
                  <a:pt x="254078" y="202875"/>
                  <a:pt x="257667" y="211533"/>
                  <a:pt x="264843" y="218709"/>
                </a:cubicBezTo>
                <a:cubicBezTo>
                  <a:pt x="272019" y="225771"/>
                  <a:pt x="280733" y="229303"/>
                  <a:pt x="290986" y="229303"/>
                </a:cubicBezTo>
                <a:cubicBezTo>
                  <a:pt x="299187" y="229303"/>
                  <a:pt x="307047" y="227651"/>
                  <a:pt x="314565" y="224348"/>
                </a:cubicBezTo>
                <a:cubicBezTo>
                  <a:pt x="322197" y="220930"/>
                  <a:pt x="333474" y="213469"/>
                  <a:pt x="348396" y="201964"/>
                </a:cubicBezTo>
                <a:lnTo>
                  <a:pt x="351985" y="206919"/>
                </a:lnTo>
                <a:cubicBezTo>
                  <a:pt x="324987" y="233688"/>
                  <a:pt x="299244" y="247073"/>
                  <a:pt x="274753" y="247073"/>
                </a:cubicBezTo>
                <a:cubicBezTo>
                  <a:pt x="258122" y="247073"/>
                  <a:pt x="245592" y="241833"/>
                  <a:pt x="237162" y="231353"/>
                </a:cubicBezTo>
                <a:cubicBezTo>
                  <a:pt x="228733" y="220873"/>
                  <a:pt x="224518" y="209311"/>
                  <a:pt x="224518" y="196667"/>
                </a:cubicBezTo>
                <a:cubicBezTo>
                  <a:pt x="224518" y="179694"/>
                  <a:pt x="229758" y="162323"/>
                  <a:pt x="240238" y="144553"/>
                </a:cubicBezTo>
                <a:cubicBezTo>
                  <a:pt x="250718" y="126783"/>
                  <a:pt x="263874" y="113000"/>
                  <a:pt x="279708" y="103203"/>
                </a:cubicBezTo>
                <a:cubicBezTo>
                  <a:pt x="295542" y="93293"/>
                  <a:pt x="311831" y="88338"/>
                  <a:pt x="328576" y="88338"/>
                </a:cubicBezTo>
                <a:cubicBezTo>
                  <a:pt x="340651" y="88338"/>
                  <a:pt x="349593" y="90787"/>
                  <a:pt x="355402" y="95685"/>
                </a:cubicBezTo>
                <a:cubicBezTo>
                  <a:pt x="361212" y="100583"/>
                  <a:pt x="364116" y="106393"/>
                  <a:pt x="364116" y="113114"/>
                </a:cubicBezTo>
                <a:cubicBezTo>
                  <a:pt x="364116" y="122568"/>
                  <a:pt x="360358" y="131624"/>
                  <a:pt x="352839" y="140281"/>
                </a:cubicBezTo>
                <a:cubicBezTo>
                  <a:pt x="342929" y="151559"/>
                  <a:pt x="328348" y="160671"/>
                  <a:pt x="309097" y="167620"/>
                </a:cubicBezTo>
                <a:cubicBezTo>
                  <a:pt x="296339" y="172290"/>
                  <a:pt x="278399" y="175936"/>
                  <a:pt x="255274" y="178555"/>
                </a:cubicBezTo>
                <a:moveTo>
                  <a:pt x="256471" y="170183"/>
                </a:moveTo>
                <a:cubicBezTo>
                  <a:pt x="273329" y="168247"/>
                  <a:pt x="287055" y="164943"/>
                  <a:pt x="297650" y="160273"/>
                </a:cubicBezTo>
                <a:cubicBezTo>
                  <a:pt x="311660" y="154008"/>
                  <a:pt x="322141" y="146547"/>
                  <a:pt x="329088" y="137889"/>
                </a:cubicBezTo>
                <a:cubicBezTo>
                  <a:pt x="336151" y="129118"/>
                  <a:pt x="339682" y="120803"/>
                  <a:pt x="339682" y="112943"/>
                </a:cubicBezTo>
                <a:cubicBezTo>
                  <a:pt x="339682" y="108159"/>
                  <a:pt x="338145" y="104286"/>
                  <a:pt x="335068" y="101324"/>
                </a:cubicBezTo>
                <a:cubicBezTo>
                  <a:pt x="332107" y="98362"/>
                  <a:pt x="327836" y="96881"/>
                  <a:pt x="322254" y="96881"/>
                </a:cubicBezTo>
                <a:cubicBezTo>
                  <a:pt x="310636" y="96881"/>
                  <a:pt x="298275" y="103089"/>
                  <a:pt x="285176" y="115506"/>
                </a:cubicBezTo>
                <a:cubicBezTo>
                  <a:pt x="272190" y="127808"/>
                  <a:pt x="262621" y="146034"/>
                  <a:pt x="256471" y="170183"/>
                </a:cubicBezTo>
                <a:moveTo>
                  <a:pt x="387355" y="97906"/>
                </a:moveTo>
                <a:lnTo>
                  <a:pt x="446302" y="88338"/>
                </a:lnTo>
                <a:lnTo>
                  <a:pt x="421698" y="171379"/>
                </a:lnTo>
                <a:cubicBezTo>
                  <a:pt x="441633" y="137320"/>
                  <a:pt x="459745" y="113512"/>
                  <a:pt x="476034" y="99957"/>
                </a:cubicBezTo>
                <a:cubicBezTo>
                  <a:pt x="485261" y="92211"/>
                  <a:pt x="492779" y="88338"/>
                  <a:pt x="498588" y="88338"/>
                </a:cubicBezTo>
                <a:cubicBezTo>
                  <a:pt x="502348" y="88338"/>
                  <a:pt x="505309" y="89477"/>
                  <a:pt x="507473" y="91755"/>
                </a:cubicBezTo>
                <a:cubicBezTo>
                  <a:pt x="509637" y="93920"/>
                  <a:pt x="510719" y="97109"/>
                  <a:pt x="510719" y="101324"/>
                </a:cubicBezTo>
                <a:cubicBezTo>
                  <a:pt x="510719" y="108842"/>
                  <a:pt x="508783" y="116018"/>
                  <a:pt x="504911" y="122853"/>
                </a:cubicBezTo>
                <a:cubicBezTo>
                  <a:pt x="502176" y="127979"/>
                  <a:pt x="498247" y="130542"/>
                  <a:pt x="493121" y="130542"/>
                </a:cubicBezTo>
                <a:cubicBezTo>
                  <a:pt x="490501" y="130542"/>
                  <a:pt x="488223" y="129688"/>
                  <a:pt x="486285" y="127979"/>
                </a:cubicBezTo>
                <a:cubicBezTo>
                  <a:pt x="484463" y="126270"/>
                  <a:pt x="483324" y="123650"/>
                  <a:pt x="482868" y="120119"/>
                </a:cubicBezTo>
                <a:cubicBezTo>
                  <a:pt x="482640" y="117955"/>
                  <a:pt x="482128" y="116531"/>
                  <a:pt x="481331" y="115848"/>
                </a:cubicBezTo>
                <a:cubicBezTo>
                  <a:pt x="480419" y="114936"/>
                  <a:pt x="479338" y="114481"/>
                  <a:pt x="478084" y="114481"/>
                </a:cubicBezTo>
                <a:cubicBezTo>
                  <a:pt x="476148" y="114481"/>
                  <a:pt x="474325" y="114936"/>
                  <a:pt x="472616" y="115848"/>
                </a:cubicBezTo>
                <a:cubicBezTo>
                  <a:pt x="469654" y="117442"/>
                  <a:pt x="465155" y="121885"/>
                  <a:pt x="459118" y="129175"/>
                </a:cubicBezTo>
                <a:cubicBezTo>
                  <a:pt x="449664" y="140338"/>
                  <a:pt x="439412" y="154805"/>
                  <a:pt x="428362" y="172575"/>
                </a:cubicBezTo>
                <a:cubicBezTo>
                  <a:pt x="423578" y="180093"/>
                  <a:pt x="419477" y="188580"/>
                  <a:pt x="416060" y="198034"/>
                </a:cubicBezTo>
                <a:cubicBezTo>
                  <a:pt x="411275" y="211020"/>
                  <a:pt x="408542" y="218823"/>
                  <a:pt x="407858" y="221443"/>
                </a:cubicBezTo>
                <a:lnTo>
                  <a:pt x="402390" y="242972"/>
                </a:lnTo>
                <a:lnTo>
                  <a:pt x="376248" y="242972"/>
                </a:lnTo>
                <a:lnTo>
                  <a:pt x="407858" y="136864"/>
                </a:lnTo>
                <a:cubicBezTo>
                  <a:pt x="411504" y="124562"/>
                  <a:pt x="413326" y="115790"/>
                  <a:pt x="413326" y="110551"/>
                </a:cubicBezTo>
                <a:cubicBezTo>
                  <a:pt x="413326" y="108500"/>
                  <a:pt x="412471" y="106792"/>
                  <a:pt x="410763" y="105425"/>
                </a:cubicBezTo>
                <a:cubicBezTo>
                  <a:pt x="408484" y="103602"/>
                  <a:pt x="405466" y="102691"/>
                  <a:pt x="401707" y="102691"/>
                </a:cubicBezTo>
                <a:cubicBezTo>
                  <a:pt x="399315" y="102691"/>
                  <a:pt x="394929" y="103203"/>
                  <a:pt x="388550" y="104228"/>
                </a:cubicBezTo>
                <a:lnTo>
                  <a:pt x="387355" y="97906"/>
                </a:lnTo>
                <a:moveTo>
                  <a:pt x="627592" y="205723"/>
                </a:moveTo>
                <a:cubicBezTo>
                  <a:pt x="615745" y="219962"/>
                  <a:pt x="603785" y="230442"/>
                  <a:pt x="591711" y="237163"/>
                </a:cubicBezTo>
                <a:cubicBezTo>
                  <a:pt x="579636" y="243770"/>
                  <a:pt x="566878" y="247073"/>
                  <a:pt x="553436" y="247073"/>
                </a:cubicBezTo>
                <a:cubicBezTo>
                  <a:pt x="537261" y="247073"/>
                  <a:pt x="524617" y="242516"/>
                  <a:pt x="515504" y="233404"/>
                </a:cubicBezTo>
                <a:cubicBezTo>
                  <a:pt x="506505" y="224291"/>
                  <a:pt x="502006" y="212045"/>
                  <a:pt x="502006" y="196667"/>
                </a:cubicBezTo>
                <a:cubicBezTo>
                  <a:pt x="502006" y="179239"/>
                  <a:pt x="506847" y="162095"/>
                  <a:pt x="516529" y="145237"/>
                </a:cubicBezTo>
                <a:cubicBezTo>
                  <a:pt x="526325" y="128378"/>
                  <a:pt x="539426" y="114708"/>
                  <a:pt x="555829" y="104228"/>
                </a:cubicBezTo>
                <a:cubicBezTo>
                  <a:pt x="572345" y="93635"/>
                  <a:pt x="588521" y="88338"/>
                  <a:pt x="604355" y="88338"/>
                </a:cubicBezTo>
                <a:cubicBezTo>
                  <a:pt x="616771" y="88338"/>
                  <a:pt x="626054" y="90958"/>
                  <a:pt x="632206" y="96198"/>
                </a:cubicBezTo>
                <a:cubicBezTo>
                  <a:pt x="638356" y="101324"/>
                  <a:pt x="641433" y="107646"/>
                  <a:pt x="641433" y="115164"/>
                </a:cubicBezTo>
                <a:cubicBezTo>
                  <a:pt x="641433" y="122227"/>
                  <a:pt x="639268" y="128264"/>
                  <a:pt x="634939" y="133276"/>
                </a:cubicBezTo>
                <a:cubicBezTo>
                  <a:pt x="631751" y="137149"/>
                  <a:pt x="627820" y="139085"/>
                  <a:pt x="623149" y="139085"/>
                </a:cubicBezTo>
                <a:cubicBezTo>
                  <a:pt x="619619" y="139085"/>
                  <a:pt x="616657" y="137946"/>
                  <a:pt x="614264" y="135668"/>
                </a:cubicBezTo>
                <a:cubicBezTo>
                  <a:pt x="611986" y="133390"/>
                  <a:pt x="610847" y="130542"/>
                  <a:pt x="610847" y="127125"/>
                </a:cubicBezTo>
                <a:cubicBezTo>
                  <a:pt x="610847" y="124960"/>
                  <a:pt x="611246" y="122967"/>
                  <a:pt x="612043" y="121144"/>
                </a:cubicBezTo>
                <a:cubicBezTo>
                  <a:pt x="612955" y="119322"/>
                  <a:pt x="614721" y="117157"/>
                  <a:pt x="617341" y="114651"/>
                </a:cubicBezTo>
                <a:cubicBezTo>
                  <a:pt x="620074" y="112031"/>
                  <a:pt x="621726" y="110152"/>
                  <a:pt x="622295" y="109013"/>
                </a:cubicBezTo>
                <a:cubicBezTo>
                  <a:pt x="622865" y="107874"/>
                  <a:pt x="623149" y="106678"/>
                  <a:pt x="623149" y="105425"/>
                </a:cubicBezTo>
                <a:cubicBezTo>
                  <a:pt x="623149" y="103032"/>
                  <a:pt x="622067" y="101039"/>
                  <a:pt x="619904" y="99444"/>
                </a:cubicBezTo>
                <a:cubicBezTo>
                  <a:pt x="616600" y="97166"/>
                  <a:pt x="611929" y="96027"/>
                  <a:pt x="605892" y="96027"/>
                </a:cubicBezTo>
                <a:cubicBezTo>
                  <a:pt x="594729" y="96027"/>
                  <a:pt x="583680" y="99957"/>
                  <a:pt x="572744" y="107817"/>
                </a:cubicBezTo>
                <a:cubicBezTo>
                  <a:pt x="561809" y="115677"/>
                  <a:pt x="552468" y="126840"/>
                  <a:pt x="544722" y="141306"/>
                </a:cubicBezTo>
                <a:cubicBezTo>
                  <a:pt x="535382" y="158849"/>
                  <a:pt x="530711" y="176391"/>
                  <a:pt x="530711" y="193933"/>
                </a:cubicBezTo>
                <a:cubicBezTo>
                  <a:pt x="530711" y="205552"/>
                  <a:pt x="534014" y="214779"/>
                  <a:pt x="540621" y="221614"/>
                </a:cubicBezTo>
                <a:cubicBezTo>
                  <a:pt x="547229" y="228335"/>
                  <a:pt x="556227" y="231695"/>
                  <a:pt x="567619" y="231695"/>
                </a:cubicBezTo>
                <a:cubicBezTo>
                  <a:pt x="576389" y="231695"/>
                  <a:pt x="585047" y="229531"/>
                  <a:pt x="593590" y="225202"/>
                </a:cubicBezTo>
                <a:cubicBezTo>
                  <a:pt x="602247" y="220759"/>
                  <a:pt x="611929" y="212786"/>
                  <a:pt x="622637" y="201281"/>
                </a:cubicBezTo>
                <a:lnTo>
                  <a:pt x="627592" y="205723"/>
                </a:lnTo>
                <a:moveTo>
                  <a:pt x="689617" y="178555"/>
                </a:moveTo>
                <a:cubicBezTo>
                  <a:pt x="688819" y="184251"/>
                  <a:pt x="688420" y="188978"/>
                  <a:pt x="688420" y="192737"/>
                </a:cubicBezTo>
                <a:cubicBezTo>
                  <a:pt x="688420" y="202875"/>
                  <a:pt x="692009" y="211533"/>
                  <a:pt x="699185" y="218709"/>
                </a:cubicBezTo>
                <a:cubicBezTo>
                  <a:pt x="706362" y="225771"/>
                  <a:pt x="715076" y="229303"/>
                  <a:pt x="725328" y="229303"/>
                </a:cubicBezTo>
                <a:cubicBezTo>
                  <a:pt x="733529" y="229303"/>
                  <a:pt x="741389" y="227651"/>
                  <a:pt x="748908" y="224348"/>
                </a:cubicBezTo>
                <a:cubicBezTo>
                  <a:pt x="756539" y="220930"/>
                  <a:pt x="767817" y="213469"/>
                  <a:pt x="782739" y="201964"/>
                </a:cubicBezTo>
                <a:lnTo>
                  <a:pt x="786327" y="206919"/>
                </a:lnTo>
                <a:cubicBezTo>
                  <a:pt x="759331" y="233688"/>
                  <a:pt x="733586" y="247073"/>
                  <a:pt x="709095" y="247073"/>
                </a:cubicBezTo>
                <a:cubicBezTo>
                  <a:pt x="692464" y="247073"/>
                  <a:pt x="679935" y="241833"/>
                  <a:pt x="671505" y="231353"/>
                </a:cubicBezTo>
                <a:cubicBezTo>
                  <a:pt x="663076" y="220873"/>
                  <a:pt x="658861" y="209311"/>
                  <a:pt x="658861" y="196667"/>
                </a:cubicBezTo>
                <a:cubicBezTo>
                  <a:pt x="658861" y="179694"/>
                  <a:pt x="664101" y="162323"/>
                  <a:pt x="674580" y="144553"/>
                </a:cubicBezTo>
                <a:cubicBezTo>
                  <a:pt x="685060" y="126783"/>
                  <a:pt x="698217" y="113000"/>
                  <a:pt x="714051" y="103203"/>
                </a:cubicBezTo>
                <a:cubicBezTo>
                  <a:pt x="729884" y="93293"/>
                  <a:pt x="746173" y="88338"/>
                  <a:pt x="762918" y="88338"/>
                </a:cubicBezTo>
                <a:cubicBezTo>
                  <a:pt x="774993" y="88338"/>
                  <a:pt x="783935" y="90787"/>
                  <a:pt x="789745" y="95685"/>
                </a:cubicBezTo>
                <a:cubicBezTo>
                  <a:pt x="795554" y="100583"/>
                  <a:pt x="798459" y="106393"/>
                  <a:pt x="798459" y="113114"/>
                </a:cubicBezTo>
                <a:cubicBezTo>
                  <a:pt x="798459" y="122568"/>
                  <a:pt x="794700" y="131624"/>
                  <a:pt x="787182" y="140281"/>
                </a:cubicBezTo>
                <a:cubicBezTo>
                  <a:pt x="777271" y="151559"/>
                  <a:pt x="762691" y="160671"/>
                  <a:pt x="743440" y="167620"/>
                </a:cubicBezTo>
                <a:cubicBezTo>
                  <a:pt x="730681" y="172290"/>
                  <a:pt x="712741" y="175936"/>
                  <a:pt x="689617" y="178555"/>
                </a:cubicBezTo>
                <a:moveTo>
                  <a:pt x="690813" y="170183"/>
                </a:moveTo>
                <a:cubicBezTo>
                  <a:pt x="707671" y="168247"/>
                  <a:pt x="721398" y="164943"/>
                  <a:pt x="731992" y="160273"/>
                </a:cubicBezTo>
                <a:cubicBezTo>
                  <a:pt x="746003" y="154008"/>
                  <a:pt x="756483" y="146547"/>
                  <a:pt x="763431" y="137889"/>
                </a:cubicBezTo>
                <a:cubicBezTo>
                  <a:pt x="770494" y="129118"/>
                  <a:pt x="774025" y="120803"/>
                  <a:pt x="774025" y="112943"/>
                </a:cubicBezTo>
                <a:cubicBezTo>
                  <a:pt x="774025" y="108159"/>
                  <a:pt x="772487" y="104286"/>
                  <a:pt x="769412" y="101324"/>
                </a:cubicBezTo>
                <a:cubicBezTo>
                  <a:pt x="766450" y="98362"/>
                  <a:pt x="762178" y="96881"/>
                  <a:pt x="756596" y="96881"/>
                </a:cubicBezTo>
                <a:cubicBezTo>
                  <a:pt x="744978" y="96881"/>
                  <a:pt x="732619" y="103089"/>
                  <a:pt x="719518" y="115506"/>
                </a:cubicBezTo>
                <a:cubicBezTo>
                  <a:pt x="706532" y="127808"/>
                  <a:pt x="696964" y="146034"/>
                  <a:pt x="690813" y="170183"/>
                </a:cubicBezTo>
                <a:moveTo>
                  <a:pt x="880816" y="88338"/>
                </a:moveTo>
                <a:lnTo>
                  <a:pt x="869026" y="127637"/>
                </a:lnTo>
                <a:cubicBezTo>
                  <a:pt x="881443" y="113057"/>
                  <a:pt x="892493" y="102862"/>
                  <a:pt x="902175" y="97052"/>
                </a:cubicBezTo>
                <a:cubicBezTo>
                  <a:pt x="911971" y="91243"/>
                  <a:pt x="921938" y="88338"/>
                  <a:pt x="932076" y="88338"/>
                </a:cubicBezTo>
                <a:cubicBezTo>
                  <a:pt x="942215" y="88338"/>
                  <a:pt x="950871" y="92382"/>
                  <a:pt x="958049" y="100470"/>
                </a:cubicBezTo>
                <a:cubicBezTo>
                  <a:pt x="965225" y="108443"/>
                  <a:pt x="968813" y="118866"/>
                  <a:pt x="968813" y="131738"/>
                </a:cubicBezTo>
                <a:cubicBezTo>
                  <a:pt x="968813" y="156798"/>
                  <a:pt x="958617" y="182315"/>
                  <a:pt x="938227" y="208286"/>
                </a:cubicBezTo>
                <a:cubicBezTo>
                  <a:pt x="917837" y="234144"/>
                  <a:pt x="894087" y="247073"/>
                  <a:pt x="866976" y="247073"/>
                </a:cubicBezTo>
                <a:cubicBezTo>
                  <a:pt x="861281" y="247073"/>
                  <a:pt x="856212" y="246446"/>
                  <a:pt x="851769" y="245193"/>
                </a:cubicBezTo>
                <a:cubicBezTo>
                  <a:pt x="847440" y="243940"/>
                  <a:pt x="842542" y="241719"/>
                  <a:pt x="837074" y="238530"/>
                </a:cubicBezTo>
                <a:lnTo>
                  <a:pt x="824602" y="282613"/>
                </a:lnTo>
                <a:cubicBezTo>
                  <a:pt x="822095" y="291270"/>
                  <a:pt x="820843" y="296909"/>
                  <a:pt x="820843" y="299529"/>
                </a:cubicBezTo>
                <a:cubicBezTo>
                  <a:pt x="820843" y="302035"/>
                  <a:pt x="821469" y="304142"/>
                  <a:pt x="822722" y="305851"/>
                </a:cubicBezTo>
                <a:cubicBezTo>
                  <a:pt x="824088" y="307674"/>
                  <a:pt x="826253" y="309041"/>
                  <a:pt x="829215" y="309952"/>
                </a:cubicBezTo>
                <a:cubicBezTo>
                  <a:pt x="832176" y="310977"/>
                  <a:pt x="838043" y="311490"/>
                  <a:pt x="846814" y="311490"/>
                </a:cubicBezTo>
                <a:lnTo>
                  <a:pt x="845276" y="317812"/>
                </a:lnTo>
                <a:lnTo>
                  <a:pt x="764798" y="317812"/>
                </a:lnTo>
                <a:lnTo>
                  <a:pt x="766507" y="311490"/>
                </a:lnTo>
                <a:cubicBezTo>
                  <a:pt x="777101" y="311034"/>
                  <a:pt x="784277" y="309211"/>
                  <a:pt x="788036" y="306022"/>
                </a:cubicBezTo>
                <a:cubicBezTo>
                  <a:pt x="791681" y="302832"/>
                  <a:pt x="795554" y="294004"/>
                  <a:pt x="799654" y="279537"/>
                </a:cubicBezTo>
                <a:lnTo>
                  <a:pt x="842884" y="129859"/>
                </a:lnTo>
                <a:cubicBezTo>
                  <a:pt x="845504" y="120404"/>
                  <a:pt x="846814" y="114538"/>
                  <a:pt x="846814" y="112259"/>
                </a:cubicBezTo>
                <a:cubicBezTo>
                  <a:pt x="846814" y="109184"/>
                  <a:pt x="845903" y="106792"/>
                  <a:pt x="844080" y="105083"/>
                </a:cubicBezTo>
                <a:cubicBezTo>
                  <a:pt x="842372" y="103374"/>
                  <a:pt x="839694" y="102520"/>
                  <a:pt x="836050" y="102520"/>
                </a:cubicBezTo>
                <a:cubicBezTo>
                  <a:pt x="832746" y="102520"/>
                  <a:pt x="828132" y="102918"/>
                  <a:pt x="822209" y="103716"/>
                </a:cubicBezTo>
                <a:lnTo>
                  <a:pt x="822209" y="97052"/>
                </a:lnTo>
                <a:lnTo>
                  <a:pt x="880816" y="88338"/>
                </a:lnTo>
                <a:moveTo>
                  <a:pt x="841005" y="225031"/>
                </a:moveTo>
                <a:cubicBezTo>
                  <a:pt x="848067" y="233460"/>
                  <a:pt x="857579" y="237675"/>
                  <a:pt x="869539" y="237675"/>
                </a:cubicBezTo>
                <a:cubicBezTo>
                  <a:pt x="875463" y="237675"/>
                  <a:pt x="881500" y="236024"/>
                  <a:pt x="887651" y="232720"/>
                </a:cubicBezTo>
                <a:cubicBezTo>
                  <a:pt x="893802" y="229417"/>
                  <a:pt x="899782" y="224519"/>
                  <a:pt x="905592" y="218026"/>
                </a:cubicBezTo>
                <a:cubicBezTo>
                  <a:pt x="911515" y="211533"/>
                  <a:pt x="916812" y="204071"/>
                  <a:pt x="921483" y="195642"/>
                </a:cubicBezTo>
                <a:cubicBezTo>
                  <a:pt x="926154" y="187099"/>
                  <a:pt x="930311" y="177075"/>
                  <a:pt x="933956" y="165570"/>
                </a:cubicBezTo>
                <a:cubicBezTo>
                  <a:pt x="937715" y="154065"/>
                  <a:pt x="939595" y="142673"/>
                  <a:pt x="939595" y="131396"/>
                </a:cubicBezTo>
                <a:cubicBezTo>
                  <a:pt x="939595" y="122283"/>
                  <a:pt x="937487" y="115335"/>
                  <a:pt x="933273" y="110551"/>
                </a:cubicBezTo>
                <a:cubicBezTo>
                  <a:pt x="929172" y="105653"/>
                  <a:pt x="924331" y="103203"/>
                  <a:pt x="918749" y="103203"/>
                </a:cubicBezTo>
                <a:cubicBezTo>
                  <a:pt x="906446" y="103203"/>
                  <a:pt x="894257" y="110266"/>
                  <a:pt x="882183" y="124391"/>
                </a:cubicBezTo>
                <a:cubicBezTo>
                  <a:pt x="870223" y="138516"/>
                  <a:pt x="861451" y="155033"/>
                  <a:pt x="855870" y="173942"/>
                </a:cubicBezTo>
                <a:lnTo>
                  <a:pt x="841005" y="225031"/>
                </a:lnTo>
                <a:moveTo>
                  <a:pt x="1069283" y="45963"/>
                </a:moveTo>
                <a:lnTo>
                  <a:pt x="1055955" y="92439"/>
                </a:lnTo>
                <a:lnTo>
                  <a:pt x="1082781" y="92439"/>
                </a:lnTo>
                <a:lnTo>
                  <a:pt x="1079876" y="103203"/>
                </a:lnTo>
                <a:lnTo>
                  <a:pt x="1053220" y="103203"/>
                </a:lnTo>
                <a:lnTo>
                  <a:pt x="1023832" y="204015"/>
                </a:lnTo>
                <a:cubicBezTo>
                  <a:pt x="1020642" y="214836"/>
                  <a:pt x="1019047" y="221842"/>
                  <a:pt x="1019047" y="225031"/>
                </a:cubicBezTo>
                <a:cubicBezTo>
                  <a:pt x="1019047" y="226967"/>
                  <a:pt x="1019503" y="228448"/>
                  <a:pt x="1020415" y="229474"/>
                </a:cubicBezTo>
                <a:cubicBezTo>
                  <a:pt x="1021325" y="230499"/>
                  <a:pt x="1022408" y="231011"/>
                  <a:pt x="1023661" y="231011"/>
                </a:cubicBezTo>
                <a:cubicBezTo>
                  <a:pt x="1026508" y="231011"/>
                  <a:pt x="1030267" y="229018"/>
                  <a:pt x="1034938" y="225031"/>
                </a:cubicBezTo>
                <a:cubicBezTo>
                  <a:pt x="1037671" y="222753"/>
                  <a:pt x="1043766" y="215747"/>
                  <a:pt x="1053220" y="204015"/>
                </a:cubicBezTo>
                <a:lnTo>
                  <a:pt x="1058859" y="208286"/>
                </a:lnTo>
                <a:cubicBezTo>
                  <a:pt x="1048379" y="223550"/>
                  <a:pt x="1038469" y="234315"/>
                  <a:pt x="1029128" y="240580"/>
                </a:cubicBezTo>
                <a:cubicBezTo>
                  <a:pt x="1022749" y="244909"/>
                  <a:pt x="1016314" y="247073"/>
                  <a:pt x="1009820" y="247073"/>
                </a:cubicBezTo>
                <a:cubicBezTo>
                  <a:pt x="1004809" y="247073"/>
                  <a:pt x="1000708" y="245535"/>
                  <a:pt x="997518" y="242459"/>
                </a:cubicBezTo>
                <a:cubicBezTo>
                  <a:pt x="994328" y="239270"/>
                  <a:pt x="992734" y="235226"/>
                  <a:pt x="992734" y="230328"/>
                </a:cubicBezTo>
                <a:cubicBezTo>
                  <a:pt x="992734" y="224177"/>
                  <a:pt x="994556" y="214779"/>
                  <a:pt x="998202" y="202135"/>
                </a:cubicBezTo>
                <a:lnTo>
                  <a:pt x="1026737" y="103203"/>
                </a:lnTo>
                <a:lnTo>
                  <a:pt x="1000935" y="103203"/>
                </a:lnTo>
                <a:lnTo>
                  <a:pt x="1002644" y="96539"/>
                </a:lnTo>
                <a:cubicBezTo>
                  <a:pt x="1015175" y="93122"/>
                  <a:pt x="1025598" y="88053"/>
                  <a:pt x="1033913" y="81332"/>
                </a:cubicBezTo>
                <a:cubicBezTo>
                  <a:pt x="1042229" y="74498"/>
                  <a:pt x="1051512" y="62708"/>
                  <a:pt x="1061764" y="45963"/>
                </a:cubicBezTo>
                <a:lnTo>
                  <a:pt x="1069283" y="45963"/>
                </a:lnTo>
                <a:moveTo>
                  <a:pt x="1240490" y="92439"/>
                </a:moveTo>
                <a:lnTo>
                  <a:pt x="1210759" y="194275"/>
                </a:lnTo>
                <a:cubicBezTo>
                  <a:pt x="1206317" y="209425"/>
                  <a:pt x="1204096" y="218994"/>
                  <a:pt x="1204096" y="222981"/>
                </a:cubicBezTo>
                <a:cubicBezTo>
                  <a:pt x="1204096" y="225031"/>
                  <a:pt x="1204437" y="226569"/>
                  <a:pt x="1205121" y="227594"/>
                </a:cubicBezTo>
                <a:cubicBezTo>
                  <a:pt x="1205918" y="228505"/>
                  <a:pt x="1206944" y="228961"/>
                  <a:pt x="1208196" y="228961"/>
                </a:cubicBezTo>
                <a:cubicBezTo>
                  <a:pt x="1210133" y="228961"/>
                  <a:pt x="1212240" y="228107"/>
                  <a:pt x="1214518" y="226398"/>
                </a:cubicBezTo>
                <a:cubicBezTo>
                  <a:pt x="1216911" y="224576"/>
                  <a:pt x="1222835" y="217513"/>
                  <a:pt x="1232289" y="205211"/>
                </a:cubicBezTo>
                <a:lnTo>
                  <a:pt x="1237415" y="209141"/>
                </a:lnTo>
                <a:cubicBezTo>
                  <a:pt x="1228416" y="223380"/>
                  <a:pt x="1219189" y="233859"/>
                  <a:pt x="1209734" y="240580"/>
                </a:cubicBezTo>
                <a:cubicBezTo>
                  <a:pt x="1203469" y="244909"/>
                  <a:pt x="1197432" y="247073"/>
                  <a:pt x="1191622" y="247073"/>
                </a:cubicBezTo>
                <a:cubicBezTo>
                  <a:pt x="1187179" y="247073"/>
                  <a:pt x="1183706" y="245820"/>
                  <a:pt x="1181199" y="243314"/>
                </a:cubicBezTo>
                <a:cubicBezTo>
                  <a:pt x="1178694" y="240808"/>
                  <a:pt x="1177440" y="237561"/>
                  <a:pt x="1177440" y="233575"/>
                </a:cubicBezTo>
                <a:cubicBezTo>
                  <a:pt x="1177440" y="229702"/>
                  <a:pt x="1178181" y="224576"/>
                  <a:pt x="1179662" y="218197"/>
                </a:cubicBezTo>
                <a:cubicBezTo>
                  <a:pt x="1181484" y="209767"/>
                  <a:pt x="1186667" y="191427"/>
                  <a:pt x="1195210" y="163177"/>
                </a:cubicBezTo>
                <a:cubicBezTo>
                  <a:pt x="1175846" y="194959"/>
                  <a:pt x="1159613" y="216887"/>
                  <a:pt x="1146514" y="228961"/>
                </a:cubicBezTo>
                <a:cubicBezTo>
                  <a:pt x="1133528" y="241036"/>
                  <a:pt x="1121453" y="247073"/>
                  <a:pt x="1110290" y="247073"/>
                </a:cubicBezTo>
                <a:cubicBezTo>
                  <a:pt x="1105050" y="247073"/>
                  <a:pt x="1100608" y="245250"/>
                  <a:pt x="1096962" y="241605"/>
                </a:cubicBezTo>
                <a:cubicBezTo>
                  <a:pt x="1093317" y="237960"/>
                  <a:pt x="1091494" y="233347"/>
                  <a:pt x="1091494" y="227765"/>
                </a:cubicBezTo>
                <a:cubicBezTo>
                  <a:pt x="1091494" y="219222"/>
                  <a:pt x="1094001" y="206122"/>
                  <a:pt x="1099013" y="188466"/>
                </a:cubicBezTo>
                <a:lnTo>
                  <a:pt x="1113878" y="135668"/>
                </a:lnTo>
                <a:cubicBezTo>
                  <a:pt x="1117524" y="123024"/>
                  <a:pt x="1119346" y="115164"/>
                  <a:pt x="1119346" y="112088"/>
                </a:cubicBezTo>
                <a:cubicBezTo>
                  <a:pt x="1119346" y="110721"/>
                  <a:pt x="1118833" y="109582"/>
                  <a:pt x="1117808" y="108671"/>
                </a:cubicBezTo>
                <a:cubicBezTo>
                  <a:pt x="1116897" y="107646"/>
                  <a:pt x="1115871" y="107133"/>
                  <a:pt x="1114732" y="107133"/>
                </a:cubicBezTo>
                <a:cubicBezTo>
                  <a:pt x="1112341" y="107133"/>
                  <a:pt x="1109948" y="107988"/>
                  <a:pt x="1107556" y="109696"/>
                </a:cubicBezTo>
                <a:cubicBezTo>
                  <a:pt x="1105164" y="111405"/>
                  <a:pt x="1099754" y="117727"/>
                  <a:pt x="1091324" y="128662"/>
                </a:cubicBezTo>
                <a:lnTo>
                  <a:pt x="1086027" y="124903"/>
                </a:lnTo>
                <a:cubicBezTo>
                  <a:pt x="1094571" y="111690"/>
                  <a:pt x="1103626" y="101950"/>
                  <a:pt x="1113195" y="95685"/>
                </a:cubicBezTo>
                <a:cubicBezTo>
                  <a:pt x="1120486" y="90787"/>
                  <a:pt x="1127206" y="88338"/>
                  <a:pt x="1133357" y="88338"/>
                </a:cubicBezTo>
                <a:cubicBezTo>
                  <a:pt x="1137572" y="88338"/>
                  <a:pt x="1140989" y="89705"/>
                  <a:pt x="1143609" y="92439"/>
                </a:cubicBezTo>
                <a:cubicBezTo>
                  <a:pt x="1146342" y="95059"/>
                  <a:pt x="1147710" y="98476"/>
                  <a:pt x="1147710" y="102691"/>
                </a:cubicBezTo>
                <a:cubicBezTo>
                  <a:pt x="1147710" y="108842"/>
                  <a:pt x="1145432" y="119834"/>
                  <a:pt x="1140876" y="135668"/>
                </a:cubicBezTo>
                <a:lnTo>
                  <a:pt x="1124813" y="190858"/>
                </a:lnTo>
                <a:cubicBezTo>
                  <a:pt x="1120371" y="205894"/>
                  <a:pt x="1118150" y="215406"/>
                  <a:pt x="1118150" y="219393"/>
                </a:cubicBezTo>
                <a:cubicBezTo>
                  <a:pt x="1118150" y="221557"/>
                  <a:pt x="1118833" y="223322"/>
                  <a:pt x="1120200" y="224689"/>
                </a:cubicBezTo>
                <a:cubicBezTo>
                  <a:pt x="1121681" y="225942"/>
                  <a:pt x="1123618" y="226569"/>
                  <a:pt x="1126010" y="226569"/>
                </a:cubicBezTo>
                <a:cubicBezTo>
                  <a:pt x="1129769" y="226569"/>
                  <a:pt x="1134667" y="224689"/>
                  <a:pt x="1140704" y="220930"/>
                </a:cubicBezTo>
                <a:cubicBezTo>
                  <a:pt x="1146741" y="217171"/>
                  <a:pt x="1154772" y="208856"/>
                  <a:pt x="1164796" y="195984"/>
                </a:cubicBezTo>
                <a:cubicBezTo>
                  <a:pt x="1174935" y="182998"/>
                  <a:pt x="1183250" y="170866"/>
                  <a:pt x="1189742" y="159589"/>
                </a:cubicBezTo>
                <a:cubicBezTo>
                  <a:pt x="1196350" y="148198"/>
                  <a:pt x="1203355" y="130143"/>
                  <a:pt x="1210759" y="105425"/>
                </a:cubicBezTo>
                <a:lnTo>
                  <a:pt x="1214518" y="92439"/>
                </a:lnTo>
                <a:lnTo>
                  <a:pt x="1240490" y="92439"/>
                </a:lnTo>
                <a:moveTo>
                  <a:pt x="1414945" y="88338"/>
                </a:moveTo>
                <a:lnTo>
                  <a:pt x="1381626" y="204186"/>
                </a:lnTo>
                <a:lnTo>
                  <a:pt x="1377867" y="219734"/>
                </a:lnTo>
                <a:cubicBezTo>
                  <a:pt x="1377525" y="221215"/>
                  <a:pt x="1377354" y="222468"/>
                  <a:pt x="1377354" y="223493"/>
                </a:cubicBezTo>
                <a:cubicBezTo>
                  <a:pt x="1377354" y="225316"/>
                  <a:pt x="1377924" y="226911"/>
                  <a:pt x="1379063" y="228277"/>
                </a:cubicBezTo>
                <a:cubicBezTo>
                  <a:pt x="1379974" y="229303"/>
                  <a:pt x="1381114" y="229815"/>
                  <a:pt x="1382480" y="229815"/>
                </a:cubicBezTo>
                <a:cubicBezTo>
                  <a:pt x="1383961" y="229815"/>
                  <a:pt x="1385897" y="228904"/>
                  <a:pt x="1388290" y="227082"/>
                </a:cubicBezTo>
                <a:cubicBezTo>
                  <a:pt x="1392732" y="223778"/>
                  <a:pt x="1398656" y="216943"/>
                  <a:pt x="1406060" y="206577"/>
                </a:cubicBezTo>
                <a:lnTo>
                  <a:pt x="1411869" y="210678"/>
                </a:lnTo>
                <a:cubicBezTo>
                  <a:pt x="1404009" y="222525"/>
                  <a:pt x="1395922" y="231581"/>
                  <a:pt x="1387606" y="237846"/>
                </a:cubicBezTo>
                <a:cubicBezTo>
                  <a:pt x="1379290" y="243997"/>
                  <a:pt x="1371602" y="247073"/>
                  <a:pt x="1364540" y="247073"/>
                </a:cubicBezTo>
                <a:cubicBezTo>
                  <a:pt x="1359642" y="247073"/>
                  <a:pt x="1355940" y="245820"/>
                  <a:pt x="1353433" y="243314"/>
                </a:cubicBezTo>
                <a:cubicBezTo>
                  <a:pt x="1351040" y="240922"/>
                  <a:pt x="1349845" y="237391"/>
                  <a:pt x="1349845" y="232720"/>
                </a:cubicBezTo>
                <a:cubicBezTo>
                  <a:pt x="1349845" y="227138"/>
                  <a:pt x="1351097" y="219791"/>
                  <a:pt x="1353604" y="210678"/>
                </a:cubicBezTo>
                <a:lnTo>
                  <a:pt x="1357192" y="197863"/>
                </a:lnTo>
                <a:cubicBezTo>
                  <a:pt x="1342270" y="217342"/>
                  <a:pt x="1328544" y="230954"/>
                  <a:pt x="1316013" y="238700"/>
                </a:cubicBezTo>
                <a:cubicBezTo>
                  <a:pt x="1307015" y="244282"/>
                  <a:pt x="1298186" y="247073"/>
                  <a:pt x="1289528" y="247073"/>
                </a:cubicBezTo>
                <a:cubicBezTo>
                  <a:pt x="1281213" y="247073"/>
                  <a:pt x="1274037" y="243655"/>
                  <a:pt x="1267999" y="236821"/>
                </a:cubicBezTo>
                <a:cubicBezTo>
                  <a:pt x="1261962" y="229872"/>
                  <a:pt x="1258944" y="220361"/>
                  <a:pt x="1258944" y="208286"/>
                </a:cubicBezTo>
                <a:cubicBezTo>
                  <a:pt x="1258944" y="190174"/>
                  <a:pt x="1264355" y="171094"/>
                  <a:pt x="1275176" y="151046"/>
                </a:cubicBezTo>
                <a:cubicBezTo>
                  <a:pt x="1286111" y="130884"/>
                  <a:pt x="1299952" y="114765"/>
                  <a:pt x="1316697" y="102691"/>
                </a:cubicBezTo>
                <a:cubicBezTo>
                  <a:pt x="1329796" y="93122"/>
                  <a:pt x="1342155" y="88338"/>
                  <a:pt x="1353775" y="88338"/>
                </a:cubicBezTo>
                <a:cubicBezTo>
                  <a:pt x="1360723" y="88338"/>
                  <a:pt x="1366476" y="90161"/>
                  <a:pt x="1371032" y="93806"/>
                </a:cubicBezTo>
                <a:cubicBezTo>
                  <a:pt x="1375703" y="97451"/>
                  <a:pt x="1379233" y="103488"/>
                  <a:pt x="1381626" y="111917"/>
                </a:cubicBezTo>
                <a:lnTo>
                  <a:pt x="1387778" y="92439"/>
                </a:lnTo>
                <a:lnTo>
                  <a:pt x="1414945" y="88338"/>
                </a:lnTo>
                <a:moveTo>
                  <a:pt x="1354117" y="97223"/>
                </a:moveTo>
                <a:cubicBezTo>
                  <a:pt x="1346826" y="97223"/>
                  <a:pt x="1339080" y="100640"/>
                  <a:pt x="1330879" y="107475"/>
                </a:cubicBezTo>
                <a:cubicBezTo>
                  <a:pt x="1319260" y="117157"/>
                  <a:pt x="1308894" y="131510"/>
                  <a:pt x="1299781" y="150533"/>
                </a:cubicBezTo>
                <a:cubicBezTo>
                  <a:pt x="1290782" y="169556"/>
                  <a:pt x="1286283" y="186757"/>
                  <a:pt x="1286283" y="202135"/>
                </a:cubicBezTo>
                <a:cubicBezTo>
                  <a:pt x="1286283" y="209881"/>
                  <a:pt x="1288219" y="216032"/>
                  <a:pt x="1292091" y="220589"/>
                </a:cubicBezTo>
                <a:cubicBezTo>
                  <a:pt x="1295965" y="225031"/>
                  <a:pt x="1300408" y="227252"/>
                  <a:pt x="1305419" y="227252"/>
                </a:cubicBezTo>
                <a:cubicBezTo>
                  <a:pt x="1317836" y="227252"/>
                  <a:pt x="1331334" y="218082"/>
                  <a:pt x="1345915" y="199743"/>
                </a:cubicBezTo>
                <a:cubicBezTo>
                  <a:pt x="1365394" y="175366"/>
                  <a:pt x="1375133" y="150362"/>
                  <a:pt x="1375133" y="124733"/>
                </a:cubicBezTo>
                <a:cubicBezTo>
                  <a:pt x="1375133" y="115050"/>
                  <a:pt x="1373253" y="108045"/>
                  <a:pt x="1369494" y="103716"/>
                </a:cubicBezTo>
                <a:cubicBezTo>
                  <a:pt x="1365735" y="99387"/>
                  <a:pt x="1360609" y="97223"/>
                  <a:pt x="1354117" y="97223"/>
                </a:cubicBezTo>
                <a:moveTo>
                  <a:pt x="1529767" y="0"/>
                </a:moveTo>
                <a:lnTo>
                  <a:pt x="1471331" y="203331"/>
                </a:lnTo>
                <a:cubicBezTo>
                  <a:pt x="1468483" y="213469"/>
                  <a:pt x="1467059" y="219677"/>
                  <a:pt x="1467059" y="221955"/>
                </a:cubicBezTo>
                <a:cubicBezTo>
                  <a:pt x="1467059" y="223664"/>
                  <a:pt x="1467572" y="225088"/>
                  <a:pt x="1468596" y="226227"/>
                </a:cubicBezTo>
                <a:cubicBezTo>
                  <a:pt x="1469736" y="227366"/>
                  <a:pt x="1471103" y="227936"/>
                  <a:pt x="1472697" y="227936"/>
                </a:cubicBezTo>
                <a:cubicBezTo>
                  <a:pt x="1474862" y="227936"/>
                  <a:pt x="1477198" y="226967"/>
                  <a:pt x="1479703" y="225031"/>
                </a:cubicBezTo>
                <a:cubicBezTo>
                  <a:pt x="1485626" y="220361"/>
                  <a:pt x="1491835" y="213127"/>
                  <a:pt x="1498328" y="203331"/>
                </a:cubicBezTo>
                <a:lnTo>
                  <a:pt x="1503453" y="208628"/>
                </a:lnTo>
                <a:cubicBezTo>
                  <a:pt x="1492632" y="223892"/>
                  <a:pt x="1482665" y="234543"/>
                  <a:pt x="1473552" y="240580"/>
                </a:cubicBezTo>
                <a:cubicBezTo>
                  <a:pt x="1466832" y="244909"/>
                  <a:pt x="1460452" y="247073"/>
                  <a:pt x="1454415" y="247073"/>
                </a:cubicBezTo>
                <a:cubicBezTo>
                  <a:pt x="1450087" y="247073"/>
                  <a:pt x="1446442" y="245592"/>
                  <a:pt x="1443480" y="242630"/>
                </a:cubicBezTo>
                <a:cubicBezTo>
                  <a:pt x="1440632" y="239669"/>
                  <a:pt x="1439208" y="236251"/>
                  <a:pt x="1439208" y="232378"/>
                </a:cubicBezTo>
                <a:cubicBezTo>
                  <a:pt x="1439208" y="228277"/>
                  <a:pt x="1441030" y="219848"/>
                  <a:pt x="1444676" y="207090"/>
                </a:cubicBezTo>
                <a:lnTo>
                  <a:pt x="1490981" y="46817"/>
                </a:lnTo>
                <a:cubicBezTo>
                  <a:pt x="1494740" y="33718"/>
                  <a:pt x="1496619" y="26200"/>
                  <a:pt x="1496619" y="24263"/>
                </a:cubicBezTo>
                <a:cubicBezTo>
                  <a:pt x="1496619" y="21529"/>
                  <a:pt x="1495537" y="19308"/>
                  <a:pt x="1493372" y="17599"/>
                </a:cubicBezTo>
                <a:cubicBezTo>
                  <a:pt x="1491208" y="15777"/>
                  <a:pt x="1487848" y="14865"/>
                  <a:pt x="1483291" y="14865"/>
                </a:cubicBezTo>
                <a:cubicBezTo>
                  <a:pt x="1480672" y="14865"/>
                  <a:pt x="1476684" y="15264"/>
                  <a:pt x="1471331" y="16061"/>
                </a:cubicBezTo>
                <a:lnTo>
                  <a:pt x="1471331" y="9739"/>
                </a:lnTo>
                <a:lnTo>
                  <a:pt x="1529767" y="0"/>
                </a:lnTo>
                <a:moveTo>
                  <a:pt x="1627161" y="0"/>
                </a:moveTo>
                <a:lnTo>
                  <a:pt x="1568725" y="203331"/>
                </a:lnTo>
                <a:cubicBezTo>
                  <a:pt x="1565877" y="213469"/>
                  <a:pt x="1564453" y="219677"/>
                  <a:pt x="1564453" y="221955"/>
                </a:cubicBezTo>
                <a:cubicBezTo>
                  <a:pt x="1564453" y="223664"/>
                  <a:pt x="1564965" y="225088"/>
                  <a:pt x="1565991" y="226227"/>
                </a:cubicBezTo>
                <a:cubicBezTo>
                  <a:pt x="1567130" y="227366"/>
                  <a:pt x="1568497" y="227936"/>
                  <a:pt x="1570092" y="227936"/>
                </a:cubicBezTo>
                <a:cubicBezTo>
                  <a:pt x="1572256" y="227936"/>
                  <a:pt x="1574591" y="226967"/>
                  <a:pt x="1577097" y="225031"/>
                </a:cubicBezTo>
                <a:cubicBezTo>
                  <a:pt x="1583021" y="220361"/>
                  <a:pt x="1589229" y="213127"/>
                  <a:pt x="1595721" y="203331"/>
                </a:cubicBezTo>
                <a:lnTo>
                  <a:pt x="1600848" y="208628"/>
                </a:lnTo>
                <a:cubicBezTo>
                  <a:pt x="1590026" y="223892"/>
                  <a:pt x="1580059" y="234543"/>
                  <a:pt x="1570947" y="240580"/>
                </a:cubicBezTo>
                <a:cubicBezTo>
                  <a:pt x="1564225" y="244909"/>
                  <a:pt x="1557846" y="247073"/>
                  <a:pt x="1551809" y="247073"/>
                </a:cubicBezTo>
                <a:cubicBezTo>
                  <a:pt x="1547480" y="247073"/>
                  <a:pt x="1543835" y="245592"/>
                  <a:pt x="1540873" y="242630"/>
                </a:cubicBezTo>
                <a:cubicBezTo>
                  <a:pt x="1538026" y="239669"/>
                  <a:pt x="1536602" y="236251"/>
                  <a:pt x="1536602" y="232378"/>
                </a:cubicBezTo>
                <a:cubicBezTo>
                  <a:pt x="1536602" y="228277"/>
                  <a:pt x="1538425" y="219848"/>
                  <a:pt x="1542070" y="207090"/>
                </a:cubicBezTo>
                <a:lnTo>
                  <a:pt x="1588374" y="46817"/>
                </a:lnTo>
                <a:cubicBezTo>
                  <a:pt x="1592134" y="33718"/>
                  <a:pt x="1594013" y="26200"/>
                  <a:pt x="1594013" y="24263"/>
                </a:cubicBezTo>
                <a:cubicBezTo>
                  <a:pt x="1594013" y="21529"/>
                  <a:pt x="1592931" y="19308"/>
                  <a:pt x="1590767" y="17599"/>
                </a:cubicBezTo>
                <a:cubicBezTo>
                  <a:pt x="1588602" y="15777"/>
                  <a:pt x="1585242" y="14865"/>
                  <a:pt x="1580686" y="14865"/>
                </a:cubicBezTo>
                <a:cubicBezTo>
                  <a:pt x="1578066" y="14865"/>
                  <a:pt x="1574079" y="15264"/>
                  <a:pt x="1568725" y="16061"/>
                </a:cubicBezTo>
                <a:lnTo>
                  <a:pt x="1568725" y="9739"/>
                </a:lnTo>
                <a:lnTo>
                  <a:pt x="1627161" y="0"/>
                </a:lnTo>
                <a:moveTo>
                  <a:pt x="1676371" y="88338"/>
                </a:moveTo>
                <a:cubicBezTo>
                  <a:pt x="1680243" y="94945"/>
                  <a:pt x="1682920" y="101153"/>
                  <a:pt x="1684401" y="106962"/>
                </a:cubicBezTo>
                <a:cubicBezTo>
                  <a:pt x="1685883" y="112658"/>
                  <a:pt x="1687363" y="123935"/>
                  <a:pt x="1688843" y="140794"/>
                </a:cubicBezTo>
                <a:lnTo>
                  <a:pt x="1696362" y="224860"/>
                </a:lnTo>
                <a:cubicBezTo>
                  <a:pt x="1703197" y="216659"/>
                  <a:pt x="1713107" y="203673"/>
                  <a:pt x="1726093" y="185903"/>
                </a:cubicBezTo>
                <a:cubicBezTo>
                  <a:pt x="1732358" y="177245"/>
                  <a:pt x="1740104" y="165456"/>
                  <a:pt x="1749330" y="150533"/>
                </a:cubicBezTo>
                <a:cubicBezTo>
                  <a:pt x="1754913" y="141421"/>
                  <a:pt x="1758330" y="135042"/>
                  <a:pt x="1759582" y="131396"/>
                </a:cubicBezTo>
                <a:cubicBezTo>
                  <a:pt x="1760266" y="129574"/>
                  <a:pt x="1760608" y="127694"/>
                  <a:pt x="1760608" y="125758"/>
                </a:cubicBezTo>
                <a:cubicBezTo>
                  <a:pt x="1760608" y="124505"/>
                  <a:pt x="1760209" y="123479"/>
                  <a:pt x="1759412" y="122682"/>
                </a:cubicBezTo>
                <a:cubicBezTo>
                  <a:pt x="1758615" y="121885"/>
                  <a:pt x="1756507" y="120973"/>
                  <a:pt x="1753090" y="119948"/>
                </a:cubicBezTo>
                <a:cubicBezTo>
                  <a:pt x="1749787" y="118809"/>
                  <a:pt x="1746995" y="116816"/>
                  <a:pt x="1744717" y="113968"/>
                </a:cubicBezTo>
                <a:cubicBezTo>
                  <a:pt x="1742553" y="111006"/>
                  <a:pt x="1741470" y="107646"/>
                  <a:pt x="1741470" y="103887"/>
                </a:cubicBezTo>
                <a:cubicBezTo>
                  <a:pt x="1741470" y="99216"/>
                  <a:pt x="1742838" y="95457"/>
                  <a:pt x="1745571" y="92610"/>
                </a:cubicBezTo>
                <a:cubicBezTo>
                  <a:pt x="1748306" y="89762"/>
                  <a:pt x="1751723" y="88338"/>
                  <a:pt x="1755823" y="88338"/>
                </a:cubicBezTo>
                <a:cubicBezTo>
                  <a:pt x="1760836" y="88338"/>
                  <a:pt x="1765107" y="90445"/>
                  <a:pt x="1768639" y="94660"/>
                </a:cubicBezTo>
                <a:cubicBezTo>
                  <a:pt x="1772170" y="98761"/>
                  <a:pt x="1773936" y="104456"/>
                  <a:pt x="1773936" y="111747"/>
                </a:cubicBezTo>
                <a:cubicBezTo>
                  <a:pt x="1773936" y="120745"/>
                  <a:pt x="1770860" y="131055"/>
                  <a:pt x="1764709" y="142673"/>
                </a:cubicBezTo>
                <a:cubicBezTo>
                  <a:pt x="1758557" y="154178"/>
                  <a:pt x="1746711" y="171892"/>
                  <a:pt x="1729168" y="195813"/>
                </a:cubicBezTo>
                <a:cubicBezTo>
                  <a:pt x="1711626" y="219734"/>
                  <a:pt x="1690382" y="245820"/>
                  <a:pt x="1665435" y="274070"/>
                </a:cubicBezTo>
                <a:cubicBezTo>
                  <a:pt x="1648235" y="293549"/>
                  <a:pt x="1635477" y="305794"/>
                  <a:pt x="1627161" y="310806"/>
                </a:cubicBezTo>
                <a:cubicBezTo>
                  <a:pt x="1618846" y="315932"/>
                  <a:pt x="1611727" y="318495"/>
                  <a:pt x="1605803" y="318495"/>
                </a:cubicBezTo>
                <a:cubicBezTo>
                  <a:pt x="1602272" y="318495"/>
                  <a:pt x="1599196" y="317128"/>
                  <a:pt x="1596576" y="314394"/>
                </a:cubicBezTo>
                <a:cubicBezTo>
                  <a:pt x="1593842" y="311774"/>
                  <a:pt x="1592476" y="308699"/>
                  <a:pt x="1592476" y="305168"/>
                </a:cubicBezTo>
                <a:cubicBezTo>
                  <a:pt x="1592476" y="300725"/>
                  <a:pt x="1594355" y="296681"/>
                  <a:pt x="1598114" y="293036"/>
                </a:cubicBezTo>
                <a:cubicBezTo>
                  <a:pt x="1601758" y="289391"/>
                  <a:pt x="1605745" y="287568"/>
                  <a:pt x="1610074" y="287568"/>
                </a:cubicBezTo>
                <a:cubicBezTo>
                  <a:pt x="1612353" y="287568"/>
                  <a:pt x="1614232" y="288081"/>
                  <a:pt x="1615713" y="289106"/>
                </a:cubicBezTo>
                <a:cubicBezTo>
                  <a:pt x="1616625" y="289676"/>
                  <a:pt x="1617649" y="291270"/>
                  <a:pt x="1618788" y="293890"/>
                </a:cubicBezTo>
                <a:cubicBezTo>
                  <a:pt x="1619814" y="296624"/>
                  <a:pt x="1620782" y="298447"/>
                  <a:pt x="1621693" y="299358"/>
                </a:cubicBezTo>
                <a:cubicBezTo>
                  <a:pt x="1622263" y="299927"/>
                  <a:pt x="1622947" y="300212"/>
                  <a:pt x="1623744" y="300212"/>
                </a:cubicBezTo>
                <a:cubicBezTo>
                  <a:pt x="1624428" y="300212"/>
                  <a:pt x="1625623" y="299643"/>
                  <a:pt x="1627333" y="298504"/>
                </a:cubicBezTo>
                <a:cubicBezTo>
                  <a:pt x="1633597" y="294631"/>
                  <a:pt x="1640887" y="288480"/>
                  <a:pt x="1649202" y="280050"/>
                </a:cubicBezTo>
                <a:cubicBezTo>
                  <a:pt x="1660138" y="268887"/>
                  <a:pt x="1668226" y="259774"/>
                  <a:pt x="1673466" y="252711"/>
                </a:cubicBezTo>
                <a:lnTo>
                  <a:pt x="1663897" y="144382"/>
                </a:lnTo>
                <a:cubicBezTo>
                  <a:pt x="1662303" y="126498"/>
                  <a:pt x="1659910" y="115620"/>
                  <a:pt x="1656721" y="111747"/>
                </a:cubicBezTo>
                <a:cubicBezTo>
                  <a:pt x="1653531" y="107874"/>
                  <a:pt x="1648178" y="105937"/>
                  <a:pt x="1640660" y="105937"/>
                </a:cubicBezTo>
                <a:cubicBezTo>
                  <a:pt x="1638267" y="105937"/>
                  <a:pt x="1633996" y="106279"/>
                  <a:pt x="1627845" y="106962"/>
                </a:cubicBezTo>
                <a:lnTo>
                  <a:pt x="1626307" y="100640"/>
                </a:lnTo>
                <a:lnTo>
                  <a:pt x="1676371" y="88338"/>
                </a:lnTo>
                <a:moveTo>
                  <a:pt x="2052790" y="0"/>
                </a:moveTo>
                <a:lnTo>
                  <a:pt x="1994011" y="201622"/>
                </a:lnTo>
                <a:cubicBezTo>
                  <a:pt x="1990822" y="212558"/>
                  <a:pt x="1989228" y="219734"/>
                  <a:pt x="1989228" y="223152"/>
                </a:cubicBezTo>
                <a:cubicBezTo>
                  <a:pt x="1989228" y="224291"/>
                  <a:pt x="1989683" y="225373"/>
                  <a:pt x="1990594" y="226398"/>
                </a:cubicBezTo>
                <a:cubicBezTo>
                  <a:pt x="1991619" y="227423"/>
                  <a:pt x="1992645" y="227936"/>
                  <a:pt x="1993670" y="227936"/>
                </a:cubicBezTo>
                <a:cubicBezTo>
                  <a:pt x="1995151" y="227936"/>
                  <a:pt x="1996916" y="227195"/>
                  <a:pt x="1998967" y="225715"/>
                </a:cubicBezTo>
                <a:cubicBezTo>
                  <a:pt x="2002839" y="222981"/>
                  <a:pt x="2009333" y="216146"/>
                  <a:pt x="2018445" y="205211"/>
                </a:cubicBezTo>
                <a:lnTo>
                  <a:pt x="2024255" y="208799"/>
                </a:lnTo>
                <a:cubicBezTo>
                  <a:pt x="2016053" y="220190"/>
                  <a:pt x="2007737" y="229417"/>
                  <a:pt x="1999309" y="236479"/>
                </a:cubicBezTo>
                <a:cubicBezTo>
                  <a:pt x="1990992" y="243542"/>
                  <a:pt x="1983190" y="247073"/>
                  <a:pt x="1975900" y="247073"/>
                </a:cubicBezTo>
                <a:cubicBezTo>
                  <a:pt x="1972026" y="247073"/>
                  <a:pt x="1968836" y="245706"/>
                  <a:pt x="1966331" y="242972"/>
                </a:cubicBezTo>
                <a:cubicBezTo>
                  <a:pt x="1963825" y="240238"/>
                  <a:pt x="1962572" y="236365"/>
                  <a:pt x="1962572" y="231353"/>
                </a:cubicBezTo>
                <a:cubicBezTo>
                  <a:pt x="1962572" y="224860"/>
                  <a:pt x="1964280" y="216146"/>
                  <a:pt x="1967697" y="205211"/>
                </a:cubicBezTo>
                <a:lnTo>
                  <a:pt x="1974361" y="184023"/>
                </a:lnTo>
                <a:cubicBezTo>
                  <a:pt x="1957845" y="209539"/>
                  <a:pt x="1942808" y="227195"/>
                  <a:pt x="1929253" y="236992"/>
                </a:cubicBezTo>
                <a:cubicBezTo>
                  <a:pt x="1919912" y="243713"/>
                  <a:pt x="1910970" y="247073"/>
                  <a:pt x="1902426" y="247073"/>
                </a:cubicBezTo>
                <a:cubicBezTo>
                  <a:pt x="1893770" y="247073"/>
                  <a:pt x="1886195" y="243257"/>
                  <a:pt x="1879702" y="235625"/>
                </a:cubicBezTo>
                <a:cubicBezTo>
                  <a:pt x="1873323" y="227879"/>
                  <a:pt x="1870133" y="217399"/>
                  <a:pt x="1870133" y="204186"/>
                </a:cubicBezTo>
                <a:cubicBezTo>
                  <a:pt x="1870133" y="187213"/>
                  <a:pt x="1875544" y="169101"/>
                  <a:pt x="1886365" y="149850"/>
                </a:cubicBezTo>
                <a:cubicBezTo>
                  <a:pt x="1897187" y="130599"/>
                  <a:pt x="1911483" y="114936"/>
                  <a:pt x="1929253" y="102862"/>
                </a:cubicBezTo>
                <a:cubicBezTo>
                  <a:pt x="1943265" y="93179"/>
                  <a:pt x="1956136" y="88338"/>
                  <a:pt x="1967869" y="88338"/>
                </a:cubicBezTo>
                <a:cubicBezTo>
                  <a:pt x="1974019" y="88338"/>
                  <a:pt x="1979317" y="89591"/>
                  <a:pt x="1983760" y="92097"/>
                </a:cubicBezTo>
                <a:cubicBezTo>
                  <a:pt x="1988202" y="94603"/>
                  <a:pt x="1992588" y="98761"/>
                  <a:pt x="1996916" y="104570"/>
                </a:cubicBezTo>
                <a:lnTo>
                  <a:pt x="2013661" y="45109"/>
                </a:lnTo>
                <a:cubicBezTo>
                  <a:pt x="2014914" y="40894"/>
                  <a:pt x="2015940" y="37534"/>
                  <a:pt x="2016737" y="35028"/>
                </a:cubicBezTo>
                <a:cubicBezTo>
                  <a:pt x="2018103" y="30471"/>
                  <a:pt x="2018787" y="26712"/>
                  <a:pt x="2018787" y="23750"/>
                </a:cubicBezTo>
                <a:cubicBezTo>
                  <a:pt x="2018787" y="21358"/>
                  <a:pt x="2017933" y="19365"/>
                  <a:pt x="2016224" y="17770"/>
                </a:cubicBezTo>
                <a:cubicBezTo>
                  <a:pt x="2013832" y="15834"/>
                  <a:pt x="2010757" y="14865"/>
                  <a:pt x="2006997" y="14865"/>
                </a:cubicBezTo>
                <a:cubicBezTo>
                  <a:pt x="2004377" y="14865"/>
                  <a:pt x="2000049" y="15264"/>
                  <a:pt x="1994011" y="16061"/>
                </a:cubicBezTo>
                <a:lnTo>
                  <a:pt x="1994011" y="9739"/>
                </a:lnTo>
                <a:lnTo>
                  <a:pt x="2052790" y="0"/>
                </a:lnTo>
                <a:moveTo>
                  <a:pt x="1989398" y="121315"/>
                </a:moveTo>
                <a:cubicBezTo>
                  <a:pt x="1989398" y="114025"/>
                  <a:pt x="1987290" y="108159"/>
                  <a:pt x="1983076" y="103716"/>
                </a:cubicBezTo>
                <a:cubicBezTo>
                  <a:pt x="1978862" y="99273"/>
                  <a:pt x="1973507" y="97052"/>
                  <a:pt x="1967015" y="97052"/>
                </a:cubicBezTo>
                <a:cubicBezTo>
                  <a:pt x="1952662" y="97052"/>
                  <a:pt x="1937682" y="108899"/>
                  <a:pt x="1922076" y="132592"/>
                </a:cubicBezTo>
                <a:cubicBezTo>
                  <a:pt x="1906585" y="156286"/>
                  <a:pt x="1898839" y="178954"/>
                  <a:pt x="1898839" y="200597"/>
                </a:cubicBezTo>
                <a:cubicBezTo>
                  <a:pt x="1898839" y="209141"/>
                  <a:pt x="1900719" y="215691"/>
                  <a:pt x="1904477" y="220247"/>
                </a:cubicBezTo>
                <a:cubicBezTo>
                  <a:pt x="1908236" y="224689"/>
                  <a:pt x="1912736" y="226911"/>
                  <a:pt x="1917975" y="226911"/>
                </a:cubicBezTo>
                <a:cubicBezTo>
                  <a:pt x="1929822" y="226911"/>
                  <a:pt x="1944687" y="214096"/>
                  <a:pt x="1962572" y="188466"/>
                </a:cubicBezTo>
                <a:cubicBezTo>
                  <a:pt x="1980456" y="162836"/>
                  <a:pt x="1989398" y="140452"/>
                  <a:pt x="1989398" y="121315"/>
                </a:cubicBezTo>
                <a:moveTo>
                  <a:pt x="2116693" y="20504"/>
                </a:moveTo>
                <a:cubicBezTo>
                  <a:pt x="2121478" y="20504"/>
                  <a:pt x="2125522" y="22156"/>
                  <a:pt x="2128825" y="25459"/>
                </a:cubicBezTo>
                <a:cubicBezTo>
                  <a:pt x="2132129" y="28762"/>
                  <a:pt x="2133780" y="32806"/>
                  <a:pt x="2133780" y="37591"/>
                </a:cubicBezTo>
                <a:cubicBezTo>
                  <a:pt x="2133780" y="42261"/>
                  <a:pt x="2132072" y="46305"/>
                  <a:pt x="2128655" y="49722"/>
                </a:cubicBezTo>
                <a:cubicBezTo>
                  <a:pt x="2125351" y="53026"/>
                  <a:pt x="2121364" y="54677"/>
                  <a:pt x="2116693" y="54677"/>
                </a:cubicBezTo>
                <a:cubicBezTo>
                  <a:pt x="2112024" y="54677"/>
                  <a:pt x="2107980" y="53026"/>
                  <a:pt x="2104561" y="49722"/>
                </a:cubicBezTo>
                <a:cubicBezTo>
                  <a:pt x="2101259" y="46305"/>
                  <a:pt x="2099607" y="42261"/>
                  <a:pt x="2099607" y="37591"/>
                </a:cubicBezTo>
                <a:cubicBezTo>
                  <a:pt x="2099607" y="32806"/>
                  <a:pt x="2101259" y="28762"/>
                  <a:pt x="2104561" y="25459"/>
                </a:cubicBezTo>
                <a:cubicBezTo>
                  <a:pt x="2107865" y="22156"/>
                  <a:pt x="2111909" y="20504"/>
                  <a:pt x="2116693" y="20504"/>
                </a:cubicBezTo>
                <a:moveTo>
                  <a:pt x="2118914" y="88338"/>
                </a:moveTo>
                <a:lnTo>
                  <a:pt x="2085083" y="208115"/>
                </a:lnTo>
                <a:cubicBezTo>
                  <a:pt x="2082805" y="216203"/>
                  <a:pt x="2081666" y="221044"/>
                  <a:pt x="2081666" y="222639"/>
                </a:cubicBezTo>
                <a:cubicBezTo>
                  <a:pt x="2081666" y="224461"/>
                  <a:pt x="2082178" y="225942"/>
                  <a:pt x="2083204" y="227082"/>
                </a:cubicBezTo>
                <a:cubicBezTo>
                  <a:pt x="2084343" y="228221"/>
                  <a:pt x="2085653" y="228790"/>
                  <a:pt x="2087134" y="228790"/>
                </a:cubicBezTo>
                <a:cubicBezTo>
                  <a:pt x="2088842" y="228790"/>
                  <a:pt x="2090893" y="227879"/>
                  <a:pt x="2093285" y="226056"/>
                </a:cubicBezTo>
                <a:cubicBezTo>
                  <a:pt x="2099778" y="220930"/>
                  <a:pt x="2106327" y="213640"/>
                  <a:pt x="2112934" y="204186"/>
                </a:cubicBezTo>
                <a:lnTo>
                  <a:pt x="2118914" y="208115"/>
                </a:lnTo>
                <a:cubicBezTo>
                  <a:pt x="2111168" y="219962"/>
                  <a:pt x="2102056" y="229929"/>
                  <a:pt x="2091577" y="238017"/>
                </a:cubicBezTo>
                <a:cubicBezTo>
                  <a:pt x="2083831" y="244054"/>
                  <a:pt x="2076426" y="247073"/>
                  <a:pt x="2069364" y="247073"/>
                </a:cubicBezTo>
                <a:cubicBezTo>
                  <a:pt x="2064693" y="247073"/>
                  <a:pt x="2060877" y="245706"/>
                  <a:pt x="2057916" y="242972"/>
                </a:cubicBezTo>
                <a:cubicBezTo>
                  <a:pt x="2054954" y="240124"/>
                  <a:pt x="2053473" y="236593"/>
                  <a:pt x="2053473" y="232378"/>
                </a:cubicBezTo>
                <a:cubicBezTo>
                  <a:pt x="2053473" y="228164"/>
                  <a:pt x="2054896" y="221158"/>
                  <a:pt x="2057744" y="211362"/>
                </a:cubicBezTo>
                <a:lnTo>
                  <a:pt x="2079957" y="134814"/>
                </a:lnTo>
                <a:cubicBezTo>
                  <a:pt x="2083602" y="122283"/>
                  <a:pt x="2085425" y="114423"/>
                  <a:pt x="2085425" y="111234"/>
                </a:cubicBezTo>
                <a:cubicBezTo>
                  <a:pt x="2085425" y="108728"/>
                  <a:pt x="2084513" y="106678"/>
                  <a:pt x="2082692" y="105083"/>
                </a:cubicBezTo>
                <a:cubicBezTo>
                  <a:pt x="2080982" y="103488"/>
                  <a:pt x="2078590" y="102691"/>
                  <a:pt x="2075514" y="102691"/>
                </a:cubicBezTo>
                <a:cubicBezTo>
                  <a:pt x="2073008" y="102691"/>
                  <a:pt x="2067826" y="103317"/>
                  <a:pt x="2059965" y="104570"/>
                </a:cubicBezTo>
                <a:lnTo>
                  <a:pt x="2059965" y="97906"/>
                </a:lnTo>
                <a:lnTo>
                  <a:pt x="2118914" y="88338"/>
                </a:lnTo>
                <a:moveTo>
                  <a:pt x="2262784" y="88338"/>
                </a:moveTo>
                <a:lnTo>
                  <a:pt x="2252361" y="140794"/>
                </a:lnTo>
                <a:lnTo>
                  <a:pt x="2246039" y="140794"/>
                </a:lnTo>
                <a:cubicBezTo>
                  <a:pt x="2245470" y="125530"/>
                  <a:pt x="2242224" y="114423"/>
                  <a:pt x="2236300" y="107475"/>
                </a:cubicBezTo>
                <a:cubicBezTo>
                  <a:pt x="2230377" y="100526"/>
                  <a:pt x="2223029" y="97052"/>
                  <a:pt x="2214258" y="97052"/>
                </a:cubicBezTo>
                <a:cubicBezTo>
                  <a:pt x="2207195" y="97052"/>
                  <a:pt x="2201557" y="98989"/>
                  <a:pt x="2197343" y="102862"/>
                </a:cubicBezTo>
                <a:cubicBezTo>
                  <a:pt x="2193242" y="106734"/>
                  <a:pt x="2191191" y="111405"/>
                  <a:pt x="2191191" y="116873"/>
                </a:cubicBezTo>
                <a:cubicBezTo>
                  <a:pt x="2191191" y="120632"/>
                  <a:pt x="2191988" y="124220"/>
                  <a:pt x="2193584" y="127637"/>
                </a:cubicBezTo>
                <a:cubicBezTo>
                  <a:pt x="2195292" y="131055"/>
                  <a:pt x="2198937" y="135839"/>
                  <a:pt x="2204519" y="141990"/>
                </a:cubicBezTo>
                <a:cubicBezTo>
                  <a:pt x="2219327" y="158165"/>
                  <a:pt x="2228896" y="170354"/>
                  <a:pt x="2233225" y="178555"/>
                </a:cubicBezTo>
                <a:cubicBezTo>
                  <a:pt x="2237553" y="186757"/>
                  <a:pt x="2239717" y="194503"/>
                  <a:pt x="2239717" y="201793"/>
                </a:cubicBezTo>
                <a:cubicBezTo>
                  <a:pt x="2239717" y="213640"/>
                  <a:pt x="2234763" y="224177"/>
                  <a:pt x="2224852" y="233404"/>
                </a:cubicBezTo>
                <a:cubicBezTo>
                  <a:pt x="2215055" y="242516"/>
                  <a:pt x="2202639" y="247073"/>
                  <a:pt x="2187602" y="247073"/>
                </a:cubicBezTo>
                <a:cubicBezTo>
                  <a:pt x="2179401" y="247073"/>
                  <a:pt x="2169947" y="245136"/>
                  <a:pt x="2159239" y="241264"/>
                </a:cubicBezTo>
                <a:cubicBezTo>
                  <a:pt x="2155480" y="239897"/>
                  <a:pt x="2152575" y="239213"/>
                  <a:pt x="2150524" y="239213"/>
                </a:cubicBezTo>
                <a:cubicBezTo>
                  <a:pt x="2145399" y="239213"/>
                  <a:pt x="2141526" y="241833"/>
                  <a:pt x="2138906" y="247073"/>
                </a:cubicBezTo>
                <a:lnTo>
                  <a:pt x="2132584" y="247073"/>
                </a:lnTo>
                <a:lnTo>
                  <a:pt x="2143007" y="191712"/>
                </a:lnTo>
                <a:lnTo>
                  <a:pt x="2149329" y="191712"/>
                </a:lnTo>
                <a:cubicBezTo>
                  <a:pt x="2150012" y="209027"/>
                  <a:pt x="2153601" y="221272"/>
                  <a:pt x="2160093" y="228448"/>
                </a:cubicBezTo>
                <a:cubicBezTo>
                  <a:pt x="2166587" y="235625"/>
                  <a:pt x="2175472" y="239213"/>
                  <a:pt x="2186749" y="239213"/>
                </a:cubicBezTo>
                <a:cubicBezTo>
                  <a:pt x="2195407" y="239213"/>
                  <a:pt x="2202241" y="236821"/>
                  <a:pt x="2207253" y="232037"/>
                </a:cubicBezTo>
                <a:cubicBezTo>
                  <a:pt x="2212378" y="227138"/>
                  <a:pt x="2214941" y="221158"/>
                  <a:pt x="2214941" y="214096"/>
                </a:cubicBezTo>
                <a:cubicBezTo>
                  <a:pt x="2214941" y="209539"/>
                  <a:pt x="2214031" y="205325"/>
                  <a:pt x="2212208" y="201452"/>
                </a:cubicBezTo>
                <a:cubicBezTo>
                  <a:pt x="2209018" y="194617"/>
                  <a:pt x="2202297" y="185162"/>
                  <a:pt x="2192045" y="173088"/>
                </a:cubicBezTo>
                <a:cubicBezTo>
                  <a:pt x="2181907" y="161013"/>
                  <a:pt x="2175357" y="151957"/>
                  <a:pt x="2172397" y="145920"/>
                </a:cubicBezTo>
                <a:cubicBezTo>
                  <a:pt x="2169548" y="139883"/>
                  <a:pt x="2168124" y="133845"/>
                  <a:pt x="2168124" y="127808"/>
                </a:cubicBezTo>
                <a:cubicBezTo>
                  <a:pt x="2168124" y="116759"/>
                  <a:pt x="2172112" y="107418"/>
                  <a:pt x="2180085" y="99786"/>
                </a:cubicBezTo>
                <a:cubicBezTo>
                  <a:pt x="2188173" y="92154"/>
                  <a:pt x="2198539" y="88338"/>
                  <a:pt x="2211183" y="88338"/>
                </a:cubicBezTo>
                <a:cubicBezTo>
                  <a:pt x="2214828" y="88338"/>
                  <a:pt x="2218131" y="88623"/>
                  <a:pt x="2221093" y="89192"/>
                </a:cubicBezTo>
                <a:cubicBezTo>
                  <a:pt x="2222688" y="89534"/>
                  <a:pt x="2226390" y="90844"/>
                  <a:pt x="2232199" y="93122"/>
                </a:cubicBezTo>
                <a:cubicBezTo>
                  <a:pt x="2238123" y="95287"/>
                  <a:pt x="2242052" y="96369"/>
                  <a:pt x="2243988" y="96369"/>
                </a:cubicBezTo>
                <a:cubicBezTo>
                  <a:pt x="2248887" y="96369"/>
                  <a:pt x="2252988" y="93692"/>
                  <a:pt x="2256292" y="88338"/>
                </a:cubicBezTo>
                <a:lnTo>
                  <a:pt x="2262784" y="88338"/>
                </a:lnTo>
                <a:moveTo>
                  <a:pt x="2363083" y="45963"/>
                </a:moveTo>
                <a:lnTo>
                  <a:pt x="2349756" y="92439"/>
                </a:lnTo>
                <a:lnTo>
                  <a:pt x="2376581" y="92439"/>
                </a:lnTo>
                <a:lnTo>
                  <a:pt x="2373676" y="103203"/>
                </a:lnTo>
                <a:lnTo>
                  <a:pt x="2347021" y="103203"/>
                </a:lnTo>
                <a:lnTo>
                  <a:pt x="2317632" y="204015"/>
                </a:lnTo>
                <a:cubicBezTo>
                  <a:pt x="2314442" y="214836"/>
                  <a:pt x="2312848" y="221842"/>
                  <a:pt x="2312848" y="225031"/>
                </a:cubicBezTo>
                <a:cubicBezTo>
                  <a:pt x="2312848" y="226967"/>
                  <a:pt x="2313304" y="228448"/>
                  <a:pt x="2314215" y="229474"/>
                </a:cubicBezTo>
                <a:cubicBezTo>
                  <a:pt x="2315126" y="230499"/>
                  <a:pt x="2316208" y="231011"/>
                  <a:pt x="2317462" y="231011"/>
                </a:cubicBezTo>
                <a:cubicBezTo>
                  <a:pt x="2320309" y="231011"/>
                  <a:pt x="2324068" y="229018"/>
                  <a:pt x="2328739" y="225031"/>
                </a:cubicBezTo>
                <a:cubicBezTo>
                  <a:pt x="2331472" y="222753"/>
                  <a:pt x="2337567" y="215747"/>
                  <a:pt x="2347021" y="204015"/>
                </a:cubicBezTo>
                <a:lnTo>
                  <a:pt x="2352661" y="208286"/>
                </a:lnTo>
                <a:cubicBezTo>
                  <a:pt x="2342180" y="223550"/>
                  <a:pt x="2332270" y="234315"/>
                  <a:pt x="2322929" y="240580"/>
                </a:cubicBezTo>
                <a:cubicBezTo>
                  <a:pt x="2316550" y="244909"/>
                  <a:pt x="2310114" y="247073"/>
                  <a:pt x="2303621" y="247073"/>
                </a:cubicBezTo>
                <a:cubicBezTo>
                  <a:pt x="2298609" y="247073"/>
                  <a:pt x="2294509" y="245535"/>
                  <a:pt x="2291319" y="242459"/>
                </a:cubicBezTo>
                <a:cubicBezTo>
                  <a:pt x="2288130" y="239270"/>
                  <a:pt x="2286534" y="235226"/>
                  <a:pt x="2286534" y="230328"/>
                </a:cubicBezTo>
                <a:cubicBezTo>
                  <a:pt x="2286534" y="224177"/>
                  <a:pt x="2288357" y="214779"/>
                  <a:pt x="2292002" y="202135"/>
                </a:cubicBezTo>
                <a:lnTo>
                  <a:pt x="2320537" y="103203"/>
                </a:lnTo>
                <a:lnTo>
                  <a:pt x="2294736" y="103203"/>
                </a:lnTo>
                <a:lnTo>
                  <a:pt x="2296445" y="96539"/>
                </a:lnTo>
                <a:cubicBezTo>
                  <a:pt x="2308975" y="93122"/>
                  <a:pt x="2319398" y="88053"/>
                  <a:pt x="2327713" y="81332"/>
                </a:cubicBezTo>
                <a:cubicBezTo>
                  <a:pt x="2336029" y="74498"/>
                  <a:pt x="2345313" y="62708"/>
                  <a:pt x="2355564" y="45963"/>
                </a:cubicBezTo>
                <a:lnTo>
                  <a:pt x="2363083" y="45963"/>
                </a:lnTo>
                <a:moveTo>
                  <a:pt x="2533778" y="88338"/>
                </a:moveTo>
                <a:lnTo>
                  <a:pt x="2500459" y="204186"/>
                </a:lnTo>
                <a:lnTo>
                  <a:pt x="2496700" y="219734"/>
                </a:lnTo>
                <a:cubicBezTo>
                  <a:pt x="2496359" y="221215"/>
                  <a:pt x="2496188" y="222468"/>
                  <a:pt x="2496188" y="223493"/>
                </a:cubicBezTo>
                <a:cubicBezTo>
                  <a:pt x="2496188" y="225316"/>
                  <a:pt x="2496757" y="226911"/>
                  <a:pt x="2497896" y="228277"/>
                </a:cubicBezTo>
                <a:cubicBezTo>
                  <a:pt x="2498808" y="229303"/>
                  <a:pt x="2499947" y="229815"/>
                  <a:pt x="2501313" y="229815"/>
                </a:cubicBezTo>
                <a:cubicBezTo>
                  <a:pt x="2502794" y="229815"/>
                  <a:pt x="2504732" y="228904"/>
                  <a:pt x="2507123" y="227082"/>
                </a:cubicBezTo>
                <a:cubicBezTo>
                  <a:pt x="2511566" y="223778"/>
                  <a:pt x="2517489" y="216943"/>
                  <a:pt x="2524893" y="206577"/>
                </a:cubicBezTo>
                <a:lnTo>
                  <a:pt x="2530703" y="210678"/>
                </a:lnTo>
                <a:cubicBezTo>
                  <a:pt x="2522842" y="222525"/>
                  <a:pt x="2514756" y="231581"/>
                  <a:pt x="2506439" y="237846"/>
                </a:cubicBezTo>
                <a:cubicBezTo>
                  <a:pt x="2498124" y="243997"/>
                  <a:pt x="2490435" y="247073"/>
                  <a:pt x="2483373" y="247073"/>
                </a:cubicBezTo>
                <a:cubicBezTo>
                  <a:pt x="2478475" y="247073"/>
                  <a:pt x="2474773" y="245820"/>
                  <a:pt x="2472266" y="243314"/>
                </a:cubicBezTo>
                <a:cubicBezTo>
                  <a:pt x="2469875" y="240922"/>
                  <a:pt x="2468678" y="237391"/>
                  <a:pt x="2468678" y="232720"/>
                </a:cubicBezTo>
                <a:cubicBezTo>
                  <a:pt x="2468678" y="227138"/>
                  <a:pt x="2469932" y="219791"/>
                  <a:pt x="2472438" y="210678"/>
                </a:cubicBezTo>
                <a:lnTo>
                  <a:pt x="2476025" y="197863"/>
                </a:lnTo>
                <a:cubicBezTo>
                  <a:pt x="2461103" y="217342"/>
                  <a:pt x="2447377" y="230954"/>
                  <a:pt x="2434847" y="238700"/>
                </a:cubicBezTo>
                <a:cubicBezTo>
                  <a:pt x="2425848" y="244282"/>
                  <a:pt x="2417020" y="247073"/>
                  <a:pt x="2408363" y="247073"/>
                </a:cubicBezTo>
                <a:cubicBezTo>
                  <a:pt x="2400048" y="247073"/>
                  <a:pt x="2392871" y="243655"/>
                  <a:pt x="2386834" y="236821"/>
                </a:cubicBezTo>
                <a:cubicBezTo>
                  <a:pt x="2380797" y="229872"/>
                  <a:pt x="2377777" y="220361"/>
                  <a:pt x="2377777" y="208286"/>
                </a:cubicBezTo>
                <a:cubicBezTo>
                  <a:pt x="2377777" y="190174"/>
                  <a:pt x="2383188" y="171094"/>
                  <a:pt x="2394010" y="151046"/>
                </a:cubicBezTo>
                <a:cubicBezTo>
                  <a:pt x="2404946" y="130884"/>
                  <a:pt x="2418785" y="114765"/>
                  <a:pt x="2435530" y="102691"/>
                </a:cubicBezTo>
                <a:cubicBezTo>
                  <a:pt x="2448630" y="93122"/>
                  <a:pt x="2460990" y="88338"/>
                  <a:pt x="2472608" y="88338"/>
                </a:cubicBezTo>
                <a:cubicBezTo>
                  <a:pt x="2479557" y="88338"/>
                  <a:pt x="2485309" y="90161"/>
                  <a:pt x="2489866" y="93806"/>
                </a:cubicBezTo>
                <a:cubicBezTo>
                  <a:pt x="2494536" y="97451"/>
                  <a:pt x="2498068" y="103488"/>
                  <a:pt x="2500459" y="111917"/>
                </a:cubicBezTo>
                <a:lnTo>
                  <a:pt x="2506611" y="92439"/>
                </a:lnTo>
                <a:lnTo>
                  <a:pt x="2533778" y="88338"/>
                </a:lnTo>
                <a:moveTo>
                  <a:pt x="2472950" y="97223"/>
                </a:moveTo>
                <a:cubicBezTo>
                  <a:pt x="2465659" y="97223"/>
                  <a:pt x="2457914" y="100640"/>
                  <a:pt x="2449712" y="107475"/>
                </a:cubicBezTo>
                <a:cubicBezTo>
                  <a:pt x="2438093" y="117157"/>
                  <a:pt x="2427727" y="131510"/>
                  <a:pt x="2418615" y="150533"/>
                </a:cubicBezTo>
                <a:cubicBezTo>
                  <a:pt x="2409615" y="169556"/>
                  <a:pt x="2405116" y="186757"/>
                  <a:pt x="2405116" y="202135"/>
                </a:cubicBezTo>
                <a:cubicBezTo>
                  <a:pt x="2405116" y="209881"/>
                  <a:pt x="2407052" y="216032"/>
                  <a:pt x="2410926" y="220589"/>
                </a:cubicBezTo>
                <a:cubicBezTo>
                  <a:pt x="2414798" y="225031"/>
                  <a:pt x="2419241" y="227252"/>
                  <a:pt x="2424253" y="227252"/>
                </a:cubicBezTo>
                <a:cubicBezTo>
                  <a:pt x="2436669" y="227252"/>
                  <a:pt x="2450167" y="218082"/>
                  <a:pt x="2464749" y="199743"/>
                </a:cubicBezTo>
                <a:cubicBezTo>
                  <a:pt x="2484227" y="175366"/>
                  <a:pt x="2493967" y="150362"/>
                  <a:pt x="2493967" y="124733"/>
                </a:cubicBezTo>
                <a:cubicBezTo>
                  <a:pt x="2493967" y="115050"/>
                  <a:pt x="2492088" y="108045"/>
                  <a:pt x="2488329" y="103716"/>
                </a:cubicBezTo>
                <a:cubicBezTo>
                  <a:pt x="2484569" y="99387"/>
                  <a:pt x="2479444" y="97223"/>
                  <a:pt x="2472950" y="97223"/>
                </a:cubicBezTo>
                <a:moveTo>
                  <a:pt x="2621774" y="88338"/>
                </a:moveTo>
                <a:lnTo>
                  <a:pt x="2599049" y="166082"/>
                </a:lnTo>
                <a:cubicBezTo>
                  <a:pt x="2620351" y="134301"/>
                  <a:pt x="2636641" y="113398"/>
                  <a:pt x="2647917" y="103374"/>
                </a:cubicBezTo>
                <a:cubicBezTo>
                  <a:pt x="2659308" y="93350"/>
                  <a:pt x="2670244" y="88338"/>
                  <a:pt x="2680723" y="88338"/>
                </a:cubicBezTo>
                <a:cubicBezTo>
                  <a:pt x="2686420" y="88338"/>
                  <a:pt x="2691089" y="90217"/>
                  <a:pt x="2694735" y="93977"/>
                </a:cubicBezTo>
                <a:cubicBezTo>
                  <a:pt x="2698493" y="97736"/>
                  <a:pt x="2700373" y="102634"/>
                  <a:pt x="2700373" y="108671"/>
                </a:cubicBezTo>
                <a:cubicBezTo>
                  <a:pt x="2700373" y="115506"/>
                  <a:pt x="2698722" y="124619"/>
                  <a:pt x="2695418" y="136010"/>
                </a:cubicBezTo>
                <a:lnTo>
                  <a:pt x="2674573" y="207944"/>
                </a:lnTo>
                <a:cubicBezTo>
                  <a:pt x="2672180" y="216260"/>
                  <a:pt x="2670984" y="221329"/>
                  <a:pt x="2670984" y="223152"/>
                </a:cubicBezTo>
                <a:cubicBezTo>
                  <a:pt x="2670984" y="224746"/>
                  <a:pt x="2671440" y="226113"/>
                  <a:pt x="2672351" y="227252"/>
                </a:cubicBezTo>
                <a:cubicBezTo>
                  <a:pt x="2673262" y="228277"/>
                  <a:pt x="2674231" y="228790"/>
                  <a:pt x="2675256" y="228790"/>
                </a:cubicBezTo>
                <a:cubicBezTo>
                  <a:pt x="2676622" y="228790"/>
                  <a:pt x="2678275" y="228050"/>
                  <a:pt x="2680211" y="226569"/>
                </a:cubicBezTo>
                <a:cubicBezTo>
                  <a:pt x="2686248" y="221785"/>
                  <a:pt x="2692855" y="214494"/>
                  <a:pt x="2700031" y="204698"/>
                </a:cubicBezTo>
                <a:lnTo>
                  <a:pt x="2705329" y="207944"/>
                </a:lnTo>
                <a:cubicBezTo>
                  <a:pt x="2694735" y="223095"/>
                  <a:pt x="2684710" y="233916"/>
                  <a:pt x="2675256" y="240409"/>
                </a:cubicBezTo>
                <a:cubicBezTo>
                  <a:pt x="2668649" y="244852"/>
                  <a:pt x="2662726" y="247073"/>
                  <a:pt x="2657486" y="247073"/>
                </a:cubicBezTo>
                <a:cubicBezTo>
                  <a:pt x="2653271" y="247073"/>
                  <a:pt x="2649910" y="245763"/>
                  <a:pt x="2647404" y="243143"/>
                </a:cubicBezTo>
                <a:cubicBezTo>
                  <a:pt x="2644899" y="240637"/>
                  <a:pt x="2643645" y="237220"/>
                  <a:pt x="2643645" y="232891"/>
                </a:cubicBezTo>
                <a:cubicBezTo>
                  <a:pt x="2643645" y="227423"/>
                  <a:pt x="2645583" y="218026"/>
                  <a:pt x="2649455" y="204698"/>
                </a:cubicBezTo>
                <a:lnTo>
                  <a:pt x="2669276" y="136010"/>
                </a:lnTo>
                <a:cubicBezTo>
                  <a:pt x="2671781" y="127466"/>
                  <a:pt x="2673035" y="120803"/>
                  <a:pt x="2673035" y="116018"/>
                </a:cubicBezTo>
                <a:cubicBezTo>
                  <a:pt x="2673035" y="113740"/>
                  <a:pt x="2672295" y="111917"/>
                  <a:pt x="2670814" y="110551"/>
                </a:cubicBezTo>
                <a:cubicBezTo>
                  <a:pt x="2669333" y="109070"/>
                  <a:pt x="2667509" y="108329"/>
                  <a:pt x="2665346" y="108329"/>
                </a:cubicBezTo>
                <a:cubicBezTo>
                  <a:pt x="2662156" y="108329"/>
                  <a:pt x="2658340" y="109696"/>
                  <a:pt x="2653898" y="112430"/>
                </a:cubicBezTo>
                <a:cubicBezTo>
                  <a:pt x="2645468" y="117556"/>
                  <a:pt x="2636698" y="126043"/>
                  <a:pt x="2627584" y="137889"/>
                </a:cubicBezTo>
                <a:cubicBezTo>
                  <a:pt x="2618471" y="149622"/>
                  <a:pt x="2608845" y="164658"/>
                  <a:pt x="2598708" y="182998"/>
                </a:cubicBezTo>
                <a:cubicBezTo>
                  <a:pt x="2593354" y="192680"/>
                  <a:pt x="2588912" y="203274"/>
                  <a:pt x="2585380" y="214779"/>
                </a:cubicBezTo>
                <a:lnTo>
                  <a:pt x="2576837" y="242972"/>
                </a:lnTo>
                <a:lnTo>
                  <a:pt x="2551207" y="242972"/>
                </a:lnTo>
                <a:lnTo>
                  <a:pt x="2582305" y="136010"/>
                </a:lnTo>
                <a:cubicBezTo>
                  <a:pt x="2585950" y="123138"/>
                  <a:pt x="2587773" y="115392"/>
                  <a:pt x="2587773" y="112772"/>
                </a:cubicBezTo>
                <a:cubicBezTo>
                  <a:pt x="2587773" y="110266"/>
                  <a:pt x="2586747" y="108101"/>
                  <a:pt x="2584696" y="106279"/>
                </a:cubicBezTo>
                <a:cubicBezTo>
                  <a:pt x="2582760" y="104343"/>
                  <a:pt x="2580312" y="103374"/>
                  <a:pt x="2577350" y="103374"/>
                </a:cubicBezTo>
                <a:cubicBezTo>
                  <a:pt x="2575983" y="103374"/>
                  <a:pt x="2573591" y="103602"/>
                  <a:pt x="2570173" y="104058"/>
                </a:cubicBezTo>
                <a:lnTo>
                  <a:pt x="2563680" y="105083"/>
                </a:lnTo>
                <a:lnTo>
                  <a:pt x="2562655" y="98932"/>
                </a:lnTo>
                <a:lnTo>
                  <a:pt x="2621774" y="88338"/>
                </a:lnTo>
                <a:moveTo>
                  <a:pt x="2810411" y="45963"/>
                </a:moveTo>
                <a:lnTo>
                  <a:pt x="2797084" y="92439"/>
                </a:lnTo>
                <a:lnTo>
                  <a:pt x="2823909" y="92439"/>
                </a:lnTo>
                <a:lnTo>
                  <a:pt x="2821005" y="103203"/>
                </a:lnTo>
                <a:lnTo>
                  <a:pt x="2794350" y="103203"/>
                </a:lnTo>
                <a:lnTo>
                  <a:pt x="2764961" y="204015"/>
                </a:lnTo>
                <a:cubicBezTo>
                  <a:pt x="2761771" y="214836"/>
                  <a:pt x="2760176" y="221842"/>
                  <a:pt x="2760176" y="225031"/>
                </a:cubicBezTo>
                <a:cubicBezTo>
                  <a:pt x="2760176" y="226967"/>
                  <a:pt x="2760632" y="228448"/>
                  <a:pt x="2761543" y="229474"/>
                </a:cubicBezTo>
                <a:cubicBezTo>
                  <a:pt x="2762455" y="230499"/>
                  <a:pt x="2763537" y="231011"/>
                  <a:pt x="2764790" y="231011"/>
                </a:cubicBezTo>
                <a:cubicBezTo>
                  <a:pt x="2767638" y="231011"/>
                  <a:pt x="2771397" y="229018"/>
                  <a:pt x="2776068" y="225031"/>
                </a:cubicBezTo>
                <a:cubicBezTo>
                  <a:pt x="2778801" y="222753"/>
                  <a:pt x="2784895" y="215747"/>
                  <a:pt x="2794350" y="204015"/>
                </a:cubicBezTo>
                <a:lnTo>
                  <a:pt x="2799988" y="208286"/>
                </a:lnTo>
                <a:cubicBezTo>
                  <a:pt x="2789509" y="223550"/>
                  <a:pt x="2779598" y="234315"/>
                  <a:pt x="2770258" y="240580"/>
                </a:cubicBezTo>
                <a:cubicBezTo>
                  <a:pt x="2763878" y="244909"/>
                  <a:pt x="2757442" y="247073"/>
                  <a:pt x="2750950" y="247073"/>
                </a:cubicBezTo>
                <a:cubicBezTo>
                  <a:pt x="2745937" y="247073"/>
                  <a:pt x="2741837" y="245535"/>
                  <a:pt x="2738647" y="242459"/>
                </a:cubicBezTo>
                <a:cubicBezTo>
                  <a:pt x="2735458" y="239270"/>
                  <a:pt x="2733864" y="235226"/>
                  <a:pt x="2733864" y="230328"/>
                </a:cubicBezTo>
                <a:cubicBezTo>
                  <a:pt x="2733864" y="224177"/>
                  <a:pt x="2735685" y="214779"/>
                  <a:pt x="2739330" y="202135"/>
                </a:cubicBezTo>
                <a:lnTo>
                  <a:pt x="2767865" y="103203"/>
                </a:lnTo>
                <a:lnTo>
                  <a:pt x="2742065" y="103203"/>
                </a:lnTo>
                <a:lnTo>
                  <a:pt x="2743773" y="96539"/>
                </a:lnTo>
                <a:cubicBezTo>
                  <a:pt x="2756303" y="93122"/>
                  <a:pt x="2766726" y="88053"/>
                  <a:pt x="2775042" y="81332"/>
                </a:cubicBezTo>
                <a:cubicBezTo>
                  <a:pt x="2783357" y="74498"/>
                  <a:pt x="2792641" y="62708"/>
                  <a:pt x="2802893" y="45963"/>
                </a:cubicBezTo>
                <a:lnTo>
                  <a:pt x="2810411" y="459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6" name="path-2273">
            <a:extLst xmlns:a="http://schemas.openxmlformats.org/drawingml/2006/main">
              <a:ext uri="{FF2B5EF4-FFF2-40B4-BE49-F238E27FC236}">
                <a16:creationId xmlns:a16="http://schemas.microsoft.com/office/drawing/2014/main" id="{B3BB487D-4656-4BEF-A7DA-C802FCA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207994"/>
            <a:ext cx="3536180" cy="2762641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7" name="path-2274">
            <a:extLst xmlns:a="http://schemas.openxmlformats.org/drawingml/2006/main">
              <a:ext uri="{FF2B5EF4-FFF2-40B4-BE49-F238E27FC236}">
                <a16:creationId xmlns:a16="http://schemas.microsoft.com/office/drawing/2014/main" id="{0FF79688-7392-4F73-9BDC-BB778412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2381271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8" name="path-2275">
            <a:extLst xmlns:a="http://schemas.openxmlformats.org/drawingml/2006/main">
              <a:ext uri="{FF2B5EF4-FFF2-40B4-BE49-F238E27FC236}">
                <a16:creationId xmlns:a16="http://schemas.microsoft.com/office/drawing/2014/main" id="{389DF10D-BF6D-4141-B791-C43631DD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2381271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9" name="path-2276">
            <a:extLst xmlns:a="http://schemas.openxmlformats.org/drawingml/2006/main">
              <a:ext uri="{FF2B5EF4-FFF2-40B4-BE49-F238E27FC236}">
                <a16:creationId xmlns:a16="http://schemas.microsoft.com/office/drawing/2014/main" id="{D4F68461-6991-4CA8-92D6-4C977E5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204" y="2637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0" name="path-2277">
            <a:extLst xmlns:a="http://schemas.openxmlformats.org/drawingml/2006/main">
              <a:ext uri="{FF2B5EF4-FFF2-40B4-BE49-F238E27FC236}">
                <a16:creationId xmlns:a16="http://schemas.microsoft.com/office/drawing/2014/main" id="{1E3B94D3-DD23-4031-9EF7-74367E8B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052" y="26269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1" name="path-2278">
            <a:extLst xmlns:a="http://schemas.openxmlformats.org/drawingml/2006/main">
              <a:ext uri="{FF2B5EF4-FFF2-40B4-BE49-F238E27FC236}">
                <a16:creationId xmlns:a16="http://schemas.microsoft.com/office/drawing/2014/main" id="{5927B25B-A37C-4437-A493-68CC3792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563" y="26295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2" name="path-2279">
            <a:extLst xmlns:a="http://schemas.openxmlformats.org/drawingml/2006/main">
              <a:ext uri="{FF2B5EF4-FFF2-40B4-BE49-F238E27FC236}">
                <a16:creationId xmlns:a16="http://schemas.microsoft.com/office/drawing/2014/main" id="{17F75918-E1B6-4B6C-88AE-B3DC3FF2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393" y="26387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3" name="path-2280">
            <a:extLst xmlns:a="http://schemas.openxmlformats.org/drawingml/2006/main">
              <a:ext uri="{FF2B5EF4-FFF2-40B4-BE49-F238E27FC236}">
                <a16:creationId xmlns:a16="http://schemas.microsoft.com/office/drawing/2014/main" id="{B92E9F70-9656-4836-AADA-69F4AC9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860" y="2623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4" name="path-2281">
            <a:extLst xmlns:a="http://schemas.openxmlformats.org/drawingml/2006/main">
              <a:ext uri="{FF2B5EF4-FFF2-40B4-BE49-F238E27FC236}">
                <a16:creationId xmlns:a16="http://schemas.microsoft.com/office/drawing/2014/main" id="{694D5B70-8E2C-4E5F-9A3A-F58C4E41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281" y="26241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5" name="path-2282">
            <a:extLst xmlns:a="http://schemas.openxmlformats.org/drawingml/2006/main">
              <a:ext uri="{FF2B5EF4-FFF2-40B4-BE49-F238E27FC236}">
                <a16:creationId xmlns:a16="http://schemas.microsoft.com/office/drawing/2014/main" id="{52E6F0DD-CCB0-4AC6-8607-660361CC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542" y="2637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6" name="path-2283">
            <a:extLst xmlns:a="http://schemas.openxmlformats.org/drawingml/2006/main">
              <a:ext uri="{FF2B5EF4-FFF2-40B4-BE49-F238E27FC236}">
                <a16:creationId xmlns:a16="http://schemas.microsoft.com/office/drawing/2014/main" id="{2ECC1060-95C7-4C80-923F-DBF6C9C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510" y="2637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7" name="path-2284">
            <a:extLst xmlns:a="http://schemas.openxmlformats.org/drawingml/2006/main">
              <a:ext uri="{FF2B5EF4-FFF2-40B4-BE49-F238E27FC236}">
                <a16:creationId xmlns:a16="http://schemas.microsoft.com/office/drawing/2014/main" id="{35CA5F4F-08C5-4F7E-A1A5-989EB2BD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508" y="2635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8" name="path-2285">
            <a:extLst xmlns:a="http://schemas.openxmlformats.org/drawingml/2006/main">
              <a:ext uri="{FF2B5EF4-FFF2-40B4-BE49-F238E27FC236}">
                <a16:creationId xmlns:a16="http://schemas.microsoft.com/office/drawing/2014/main" id="{DFC0DADD-AE6B-485A-8710-D407CA99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433" y="2625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9" name="path-2286">
            <a:extLst xmlns:a="http://schemas.openxmlformats.org/drawingml/2006/main">
              <a:ext uri="{FF2B5EF4-FFF2-40B4-BE49-F238E27FC236}">
                <a16:creationId xmlns:a16="http://schemas.microsoft.com/office/drawing/2014/main" id="{76E0A1D5-CA01-45BF-995F-E72809B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201" y="26368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0" name="path-2287">
            <a:extLst xmlns:a="http://schemas.openxmlformats.org/drawingml/2006/main">
              <a:ext uri="{FF2B5EF4-FFF2-40B4-BE49-F238E27FC236}">
                <a16:creationId xmlns:a16="http://schemas.microsoft.com/office/drawing/2014/main" id="{4D229779-0DEF-40BC-8259-FC1588F8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951" y="2638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1" name="path-2288">
            <a:extLst xmlns:a="http://schemas.openxmlformats.org/drawingml/2006/main">
              <a:ext uri="{FF2B5EF4-FFF2-40B4-BE49-F238E27FC236}">
                <a16:creationId xmlns:a16="http://schemas.microsoft.com/office/drawing/2014/main" id="{CE275AC3-643B-4204-BF76-D6A94CE8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5595" y="2634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2" name="path-2289">
            <a:extLst xmlns:a="http://schemas.openxmlformats.org/drawingml/2006/main">
              <a:ext uri="{FF2B5EF4-FFF2-40B4-BE49-F238E27FC236}">
                <a16:creationId xmlns:a16="http://schemas.microsoft.com/office/drawing/2014/main" id="{28FC5770-06C8-4138-B0A7-65DE0F81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093" y="2641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3" name="path-2290">
            <a:extLst xmlns:a="http://schemas.openxmlformats.org/drawingml/2006/main">
              <a:ext uri="{FF2B5EF4-FFF2-40B4-BE49-F238E27FC236}">
                <a16:creationId xmlns:a16="http://schemas.microsoft.com/office/drawing/2014/main" id="{4EBE1092-FD69-4E43-B7C6-3110D4C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469" y="2634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4" name="path-2291">
            <a:extLst xmlns:a="http://schemas.openxmlformats.org/drawingml/2006/main">
              <a:ext uri="{FF2B5EF4-FFF2-40B4-BE49-F238E27FC236}">
                <a16:creationId xmlns:a16="http://schemas.microsoft.com/office/drawing/2014/main" id="{8FA9A0B3-7B28-4EFF-A9D8-9281989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675" y="26380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5" name="path-2292">
            <a:extLst xmlns:a="http://schemas.openxmlformats.org/drawingml/2006/main">
              <a:ext uri="{FF2B5EF4-FFF2-40B4-BE49-F238E27FC236}">
                <a16:creationId xmlns:a16="http://schemas.microsoft.com/office/drawing/2014/main" id="{6227F4ED-037A-419B-AEB1-740F9437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754" y="2635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6" name="path-2293">
            <a:extLst xmlns:a="http://schemas.openxmlformats.org/drawingml/2006/main">
              <a:ext uri="{FF2B5EF4-FFF2-40B4-BE49-F238E27FC236}">
                <a16:creationId xmlns:a16="http://schemas.microsoft.com/office/drawing/2014/main" id="{45D7BF6C-BF2A-4362-93BE-798A30AD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422" y="2641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7" name="path-2294">
            <a:extLst xmlns:a="http://schemas.openxmlformats.org/drawingml/2006/main">
              <a:ext uri="{FF2B5EF4-FFF2-40B4-BE49-F238E27FC236}">
                <a16:creationId xmlns:a16="http://schemas.microsoft.com/office/drawing/2014/main" id="{374A47F2-7E4F-47DC-9B9E-2F2726A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172" y="26343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8" name="path-2295">
            <a:extLst xmlns:a="http://schemas.openxmlformats.org/drawingml/2006/main">
              <a:ext uri="{FF2B5EF4-FFF2-40B4-BE49-F238E27FC236}">
                <a16:creationId xmlns:a16="http://schemas.microsoft.com/office/drawing/2014/main" id="{293D23E0-C034-4782-B4C5-E866D08D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578" y="26370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9" name="path-2296">
            <a:extLst xmlns:a="http://schemas.openxmlformats.org/drawingml/2006/main">
              <a:ext uri="{FF2B5EF4-FFF2-40B4-BE49-F238E27FC236}">
                <a16:creationId xmlns:a16="http://schemas.microsoft.com/office/drawing/2014/main" id="{C89C5499-9229-4C47-90C7-2867F133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460" y="2630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0" name="path-2297">
            <a:extLst xmlns:a="http://schemas.openxmlformats.org/drawingml/2006/main">
              <a:ext uri="{FF2B5EF4-FFF2-40B4-BE49-F238E27FC236}">
                <a16:creationId xmlns:a16="http://schemas.microsoft.com/office/drawing/2014/main" id="{EE10AE37-92F2-4F2A-A705-F6BA693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004" y="26383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1" name="path-2298">
            <a:extLst xmlns:a="http://schemas.openxmlformats.org/drawingml/2006/main">
              <a:ext uri="{FF2B5EF4-FFF2-40B4-BE49-F238E27FC236}">
                <a16:creationId xmlns:a16="http://schemas.microsoft.com/office/drawing/2014/main" id="{04388D9A-36D9-4745-89B9-93DEE578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081" y="26304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2" name="path-2299">
            <a:extLst xmlns:a="http://schemas.openxmlformats.org/drawingml/2006/main">
              <a:ext uri="{FF2B5EF4-FFF2-40B4-BE49-F238E27FC236}">
                <a16:creationId xmlns:a16="http://schemas.microsoft.com/office/drawing/2014/main" id="{0C66B148-0288-49FE-AF18-23DA095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417" y="26369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3" name="path-2300">
            <a:extLst xmlns:a="http://schemas.openxmlformats.org/drawingml/2006/main">
              <a:ext uri="{FF2B5EF4-FFF2-40B4-BE49-F238E27FC236}">
                <a16:creationId xmlns:a16="http://schemas.microsoft.com/office/drawing/2014/main" id="{CAABB0B1-8598-4A76-94FD-D3B069D6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042" y="2636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4" name="path-2301">
            <a:extLst xmlns:a="http://schemas.openxmlformats.org/drawingml/2006/main">
              <a:ext uri="{FF2B5EF4-FFF2-40B4-BE49-F238E27FC236}">
                <a16:creationId xmlns:a16="http://schemas.microsoft.com/office/drawing/2014/main" id="{F5493AAF-6FD5-4A12-8FC1-93C6EFCC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954" y="2636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5" name="path-2302">
            <a:extLst xmlns:a="http://schemas.openxmlformats.org/drawingml/2006/main">
              <a:ext uri="{FF2B5EF4-FFF2-40B4-BE49-F238E27FC236}">
                <a16:creationId xmlns:a16="http://schemas.microsoft.com/office/drawing/2014/main" id="{F0A09916-EF81-43BF-AF7E-4613710D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646" y="2640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6" name="path-2303">
            <a:extLst xmlns:a="http://schemas.openxmlformats.org/drawingml/2006/main">
              <a:ext uri="{FF2B5EF4-FFF2-40B4-BE49-F238E27FC236}">
                <a16:creationId xmlns:a16="http://schemas.microsoft.com/office/drawing/2014/main" id="{E7C894EB-63E3-4585-B798-00ABAF4D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155" y="2640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7" name="path-2304">
            <a:extLst xmlns:a="http://schemas.openxmlformats.org/drawingml/2006/main">
              <a:ext uri="{FF2B5EF4-FFF2-40B4-BE49-F238E27FC236}">
                <a16:creationId xmlns:a16="http://schemas.microsoft.com/office/drawing/2014/main" id="{A00B2433-1410-4A27-BD37-0A6235C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922" y="26384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8" name="path-2305">
            <a:extLst xmlns:a="http://schemas.openxmlformats.org/drawingml/2006/main">
              <a:ext uri="{FF2B5EF4-FFF2-40B4-BE49-F238E27FC236}">
                <a16:creationId xmlns:a16="http://schemas.microsoft.com/office/drawing/2014/main" id="{AFD34105-0752-4ABC-A1BE-A63D30E3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760" y="2637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9" name="path-2306">
            <a:extLst xmlns:a="http://schemas.openxmlformats.org/drawingml/2006/main">
              <a:ext uri="{FF2B5EF4-FFF2-40B4-BE49-F238E27FC236}">
                <a16:creationId xmlns:a16="http://schemas.microsoft.com/office/drawing/2014/main" id="{F005EBB5-1B94-4B93-A633-54C738A1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071" y="26379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0" name="path-2307">
            <a:extLst xmlns:a="http://schemas.openxmlformats.org/drawingml/2006/main">
              <a:ext uri="{FF2B5EF4-FFF2-40B4-BE49-F238E27FC236}">
                <a16:creationId xmlns:a16="http://schemas.microsoft.com/office/drawing/2014/main" id="{4EFAB43A-C145-4058-A8A7-350AF9C9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0045" y="2641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1" name="path-2308">
            <a:extLst xmlns:a="http://schemas.openxmlformats.org/drawingml/2006/main">
              <a:ext uri="{FF2B5EF4-FFF2-40B4-BE49-F238E27FC236}">
                <a16:creationId xmlns:a16="http://schemas.microsoft.com/office/drawing/2014/main" id="{82836AA0-7860-4A04-9CDD-C5070568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043" y="2638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2" name="path-2309">
            <a:extLst xmlns:a="http://schemas.openxmlformats.org/drawingml/2006/main">
              <a:ext uri="{FF2B5EF4-FFF2-40B4-BE49-F238E27FC236}">
                <a16:creationId xmlns:a16="http://schemas.microsoft.com/office/drawing/2014/main" id="{715EFE2F-E3BC-4BDC-A776-D71DAAB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634" y="2640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3" name="path-2310">
            <a:extLst xmlns:a="http://schemas.openxmlformats.org/drawingml/2006/main">
              <a:ext uri="{FF2B5EF4-FFF2-40B4-BE49-F238E27FC236}">
                <a16:creationId xmlns:a16="http://schemas.microsoft.com/office/drawing/2014/main" id="{46082770-9D0C-466C-9B84-30A9EAD2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635" y="2640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4" name="path-2311">
            <a:extLst xmlns:a="http://schemas.openxmlformats.org/drawingml/2006/main">
              <a:ext uri="{FF2B5EF4-FFF2-40B4-BE49-F238E27FC236}">
                <a16:creationId xmlns:a16="http://schemas.microsoft.com/office/drawing/2014/main" id="{33B04F3E-7F36-46A1-ABB7-4CF3612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945" y="2638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5" name="path-2312">
            <a:extLst xmlns:a="http://schemas.openxmlformats.org/drawingml/2006/main">
              <a:ext uri="{FF2B5EF4-FFF2-40B4-BE49-F238E27FC236}">
                <a16:creationId xmlns:a16="http://schemas.microsoft.com/office/drawing/2014/main" id="{D3ED0109-85D5-41A0-8B46-A2DAC0F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219" y="2633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6" name="path-2313">
            <a:extLst xmlns:a="http://schemas.openxmlformats.org/drawingml/2006/main">
              <a:ext uri="{FF2B5EF4-FFF2-40B4-BE49-F238E27FC236}">
                <a16:creationId xmlns:a16="http://schemas.microsoft.com/office/drawing/2014/main" id="{C08165F0-BC04-497B-9BDA-6AC9FCB8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248" y="26359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7" name="path-2314">
            <a:extLst xmlns:a="http://schemas.openxmlformats.org/drawingml/2006/main">
              <a:ext uri="{FF2B5EF4-FFF2-40B4-BE49-F238E27FC236}">
                <a16:creationId xmlns:a16="http://schemas.microsoft.com/office/drawing/2014/main" id="{A646A7E9-21E0-4416-BB81-BCA8BEA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399" y="2639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8" name="path-2315">
            <a:extLst xmlns:a="http://schemas.openxmlformats.org/drawingml/2006/main">
              <a:ext uri="{FF2B5EF4-FFF2-40B4-BE49-F238E27FC236}">
                <a16:creationId xmlns:a16="http://schemas.microsoft.com/office/drawing/2014/main" id="{87992A06-7B7B-4103-A725-AF317345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783" y="2634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9" name="path-2316">
            <a:extLst xmlns:a="http://schemas.openxmlformats.org/drawingml/2006/main">
              <a:ext uri="{FF2B5EF4-FFF2-40B4-BE49-F238E27FC236}">
                <a16:creationId xmlns:a16="http://schemas.microsoft.com/office/drawing/2014/main" id="{4924B1BC-69C8-4445-B2D2-B223C87F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311" y="2639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0" name="path-2317">
            <a:extLst xmlns:a="http://schemas.openxmlformats.org/drawingml/2006/main">
              <a:ext uri="{FF2B5EF4-FFF2-40B4-BE49-F238E27FC236}">
                <a16:creationId xmlns:a16="http://schemas.microsoft.com/office/drawing/2014/main" id="{FBC32151-8ACF-4E8E-8BB2-8E27F14F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663" y="26373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1" name="path-2318">
            <a:extLst xmlns:a="http://schemas.openxmlformats.org/drawingml/2006/main">
              <a:ext uri="{FF2B5EF4-FFF2-40B4-BE49-F238E27FC236}">
                <a16:creationId xmlns:a16="http://schemas.microsoft.com/office/drawing/2014/main" id="{2FB8141C-5B9C-47EB-A5AF-22EC4E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208" y="2642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2" name="path-2319">
            <a:extLst xmlns:a="http://schemas.openxmlformats.org/drawingml/2006/main">
              <a:ext uri="{FF2B5EF4-FFF2-40B4-BE49-F238E27FC236}">
                <a16:creationId xmlns:a16="http://schemas.microsoft.com/office/drawing/2014/main" id="{AE9FA3BD-0B69-4DBF-A3FD-B4A6CBE8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059" y="26378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3" name="path-2320">
            <a:extLst xmlns:a="http://schemas.openxmlformats.org/drawingml/2006/main">
              <a:ext uri="{FF2B5EF4-FFF2-40B4-BE49-F238E27FC236}">
                <a16:creationId xmlns:a16="http://schemas.microsoft.com/office/drawing/2014/main" id="{FDE32FB0-9ABE-4F0D-A5F3-76A4F9BD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102" y="2647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4" name="path-2321">
            <a:extLst xmlns:a="http://schemas.openxmlformats.org/drawingml/2006/main">
              <a:ext uri="{FF2B5EF4-FFF2-40B4-BE49-F238E27FC236}">
                <a16:creationId xmlns:a16="http://schemas.microsoft.com/office/drawing/2014/main" id="{A8C1EC15-C0CF-4AB0-A48A-0CC3B326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960" y="2634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5" name="path-2322">
            <a:extLst xmlns:a="http://schemas.openxmlformats.org/drawingml/2006/main">
              <a:ext uri="{FF2B5EF4-FFF2-40B4-BE49-F238E27FC236}">
                <a16:creationId xmlns:a16="http://schemas.microsoft.com/office/drawing/2014/main" id="{380D0B06-2FE4-4EE7-B16A-2C8528D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278" y="2602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6" name="path-2323">
            <a:extLst xmlns:a="http://schemas.openxmlformats.org/drawingml/2006/main">
              <a:ext uri="{FF2B5EF4-FFF2-40B4-BE49-F238E27FC236}">
                <a16:creationId xmlns:a16="http://schemas.microsoft.com/office/drawing/2014/main" id="{78F11763-0893-4A97-BCE3-2DECDA1D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9272" y="26530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7" name="path-2324">
            <a:extLst xmlns:a="http://schemas.openxmlformats.org/drawingml/2006/main">
              <a:ext uri="{FF2B5EF4-FFF2-40B4-BE49-F238E27FC236}">
                <a16:creationId xmlns:a16="http://schemas.microsoft.com/office/drawing/2014/main" id="{E60FAD4E-35C3-4DB2-A6DC-F1D0F0FC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651" y="2673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8" name="path-2325">
            <a:extLst xmlns:a="http://schemas.openxmlformats.org/drawingml/2006/main">
              <a:ext uri="{FF2B5EF4-FFF2-40B4-BE49-F238E27FC236}">
                <a16:creationId xmlns:a16="http://schemas.microsoft.com/office/drawing/2014/main" id="{3421970A-02D3-4341-88B6-8DBFDBEF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67" y="2646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9" name="path-2326">
            <a:extLst xmlns:a="http://schemas.openxmlformats.org/drawingml/2006/main">
              <a:ext uri="{FF2B5EF4-FFF2-40B4-BE49-F238E27FC236}">
                <a16:creationId xmlns:a16="http://schemas.microsoft.com/office/drawing/2014/main" id="{8F3C302E-ED64-456C-ABF1-D5CDEF9B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168" y="26382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0" name="path-2327">
            <a:extLst xmlns:a="http://schemas.openxmlformats.org/drawingml/2006/main">
              <a:ext uri="{FF2B5EF4-FFF2-40B4-BE49-F238E27FC236}">
                <a16:creationId xmlns:a16="http://schemas.microsoft.com/office/drawing/2014/main" id="{D9DEDC29-94CD-47C4-919E-C10DEAB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583" y="2638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1" name="path-2328">
            <a:extLst xmlns:a="http://schemas.openxmlformats.org/drawingml/2006/main">
              <a:ext uri="{FF2B5EF4-FFF2-40B4-BE49-F238E27FC236}">
                <a16:creationId xmlns:a16="http://schemas.microsoft.com/office/drawing/2014/main" id="{502F8E57-65E0-416D-A714-DB3B185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810" y="2634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2" name="path-2329">
            <a:extLst xmlns:a="http://schemas.openxmlformats.org/drawingml/2006/main">
              <a:ext uri="{FF2B5EF4-FFF2-40B4-BE49-F238E27FC236}">
                <a16:creationId xmlns:a16="http://schemas.microsoft.com/office/drawing/2014/main" id="{E5FFA6FB-59C3-4F42-AFF2-0F4D9972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0082" y="26361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3" name="path-2330">
            <a:extLst xmlns:a="http://schemas.openxmlformats.org/drawingml/2006/main">
              <a:ext uri="{FF2B5EF4-FFF2-40B4-BE49-F238E27FC236}">
                <a16:creationId xmlns:a16="http://schemas.microsoft.com/office/drawing/2014/main" id="{BB8BFB37-3BC0-4747-B021-FEEA900C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273" y="2617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4" name="path-2331">
            <a:extLst xmlns:a="http://schemas.openxmlformats.org/drawingml/2006/main">
              <a:ext uri="{FF2B5EF4-FFF2-40B4-BE49-F238E27FC236}">
                <a16:creationId xmlns:a16="http://schemas.microsoft.com/office/drawing/2014/main" id="{53205F5D-82AF-417A-9DED-232CB2E1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660" y="2655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5" name="path-2332">
            <a:extLst xmlns:a="http://schemas.openxmlformats.org/drawingml/2006/main">
              <a:ext uri="{FF2B5EF4-FFF2-40B4-BE49-F238E27FC236}">
                <a16:creationId xmlns:a16="http://schemas.microsoft.com/office/drawing/2014/main" id="{C25B8FB1-7445-4160-A2D2-1C22D57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561" y="2629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6" name="path-2333">
            <a:extLst xmlns:a="http://schemas.openxmlformats.org/drawingml/2006/main">
              <a:ext uri="{FF2B5EF4-FFF2-40B4-BE49-F238E27FC236}">
                <a16:creationId xmlns:a16="http://schemas.microsoft.com/office/drawing/2014/main" id="{56ABDBD3-7C12-48BE-A806-D25CCF3E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362" y="2638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7" name="path-2334">
            <a:extLst xmlns:a="http://schemas.openxmlformats.org/drawingml/2006/main">
              <a:ext uri="{FF2B5EF4-FFF2-40B4-BE49-F238E27FC236}">
                <a16:creationId xmlns:a16="http://schemas.microsoft.com/office/drawing/2014/main" id="{46C9510A-5947-4BF5-93CB-C32E279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444" y="26379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8" name="path-2335">
            <a:extLst xmlns:a="http://schemas.openxmlformats.org/drawingml/2006/main">
              <a:ext uri="{FF2B5EF4-FFF2-40B4-BE49-F238E27FC236}">
                <a16:creationId xmlns:a16="http://schemas.microsoft.com/office/drawing/2014/main" id="{2BA8C811-B5E4-472C-945D-78BF727C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327" y="2632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9" name="path-2336">
            <a:extLst xmlns:a="http://schemas.openxmlformats.org/drawingml/2006/main">
              <a:ext uri="{FF2B5EF4-FFF2-40B4-BE49-F238E27FC236}">
                <a16:creationId xmlns:a16="http://schemas.microsoft.com/office/drawing/2014/main" id="{F53FCF1D-2962-4B39-979C-833E02B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649" y="26361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0" name="path-2337">
            <a:extLst xmlns:a="http://schemas.openxmlformats.org/drawingml/2006/main">
              <a:ext uri="{FF2B5EF4-FFF2-40B4-BE49-F238E27FC236}">
                <a16:creationId xmlns:a16="http://schemas.microsoft.com/office/drawing/2014/main" id="{79CF4D32-42E4-40AE-BF4A-7EBA2EE0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738" y="2633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1" name="path-2338">
            <a:extLst xmlns:a="http://schemas.openxmlformats.org/drawingml/2006/main">
              <a:ext uri="{FF2B5EF4-FFF2-40B4-BE49-F238E27FC236}">
                <a16:creationId xmlns:a16="http://schemas.microsoft.com/office/drawing/2014/main" id="{44C13FE5-1428-4EA1-9AEE-9E0DC0CE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817" y="26281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2" name="path-2339">
            <a:extLst xmlns:a="http://schemas.openxmlformats.org/drawingml/2006/main">
              <a:ext uri="{FF2B5EF4-FFF2-40B4-BE49-F238E27FC236}">
                <a16:creationId xmlns:a16="http://schemas.microsoft.com/office/drawing/2014/main" id="{907C7DA5-1C92-4FAA-9416-DF065A31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56" y="2640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3" name="path-2340">
            <a:extLst xmlns:a="http://schemas.openxmlformats.org/drawingml/2006/main">
              <a:ext uri="{FF2B5EF4-FFF2-40B4-BE49-F238E27FC236}">
                <a16:creationId xmlns:a16="http://schemas.microsoft.com/office/drawing/2014/main" id="{BEE50390-8C81-4F9A-AB67-FD48BBB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816" y="2635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4" name="path-2341">
            <a:extLst xmlns:a="http://schemas.openxmlformats.org/drawingml/2006/main">
              <a:ext uri="{FF2B5EF4-FFF2-40B4-BE49-F238E27FC236}">
                <a16:creationId xmlns:a16="http://schemas.microsoft.com/office/drawing/2014/main" id="{C35B482A-6CF1-40FC-85DD-DDDC1DF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383" y="2642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5" name="path-2342">
            <a:extLst xmlns:a="http://schemas.openxmlformats.org/drawingml/2006/main">
              <a:ext uri="{FF2B5EF4-FFF2-40B4-BE49-F238E27FC236}">
                <a16:creationId xmlns:a16="http://schemas.microsoft.com/office/drawing/2014/main" id="{DABF6E05-6BDF-414E-AA2D-6F8A3108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443" y="2615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6" name="path-2343">
            <a:extLst xmlns:a="http://schemas.openxmlformats.org/drawingml/2006/main">
              <a:ext uri="{FF2B5EF4-FFF2-40B4-BE49-F238E27FC236}">
                <a16:creationId xmlns:a16="http://schemas.microsoft.com/office/drawing/2014/main" id="{3FF020D5-1ED1-4C4E-B446-64D6F49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894" y="26480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7" name="path-2344">
            <a:extLst xmlns:a="http://schemas.openxmlformats.org/drawingml/2006/main">
              <a:ext uri="{FF2B5EF4-FFF2-40B4-BE49-F238E27FC236}">
                <a16:creationId xmlns:a16="http://schemas.microsoft.com/office/drawing/2014/main" id="{3C96A0FC-FA6D-404B-8019-E54A9D0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9810" y="2636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8" name="path-2345">
            <a:extLst xmlns:a="http://schemas.openxmlformats.org/drawingml/2006/main">
              <a:ext uri="{FF2B5EF4-FFF2-40B4-BE49-F238E27FC236}">
                <a16:creationId xmlns:a16="http://schemas.microsoft.com/office/drawing/2014/main" id="{E04CEE13-759C-4DC5-911A-9041D1B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090" y="26362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9" name="path-2346">
            <a:extLst xmlns:a="http://schemas.openxmlformats.org/drawingml/2006/main">
              <a:ext uri="{FF2B5EF4-FFF2-40B4-BE49-F238E27FC236}">
                <a16:creationId xmlns:a16="http://schemas.microsoft.com/office/drawing/2014/main" id="{94959F27-56FF-4D27-936E-6CF03309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0506" y="2655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0" name="path-2347">
            <a:extLst xmlns:a="http://schemas.openxmlformats.org/drawingml/2006/main">
              <a:ext uri="{FF2B5EF4-FFF2-40B4-BE49-F238E27FC236}">
                <a16:creationId xmlns:a16="http://schemas.microsoft.com/office/drawing/2014/main" id="{39EA104E-BB87-4F65-AF7A-20BEEE56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588" y="2648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1" name="path-2348">
            <a:extLst xmlns:a="http://schemas.openxmlformats.org/drawingml/2006/main">
              <a:ext uri="{FF2B5EF4-FFF2-40B4-BE49-F238E27FC236}">
                <a16:creationId xmlns:a16="http://schemas.microsoft.com/office/drawing/2014/main" id="{6CF86DDA-AA2E-4449-ACAD-6069B600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457" y="26383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2" name="path-2349">
            <a:extLst xmlns:a="http://schemas.openxmlformats.org/drawingml/2006/main">
              <a:ext uri="{FF2B5EF4-FFF2-40B4-BE49-F238E27FC236}">
                <a16:creationId xmlns:a16="http://schemas.microsoft.com/office/drawing/2014/main" id="{7F84F3EB-EE7F-4473-9AAF-1DB73F0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417" y="2635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3" name="path-2350">
            <a:extLst xmlns:a="http://schemas.openxmlformats.org/drawingml/2006/main">
              <a:ext uri="{FF2B5EF4-FFF2-40B4-BE49-F238E27FC236}">
                <a16:creationId xmlns:a16="http://schemas.microsoft.com/office/drawing/2014/main" id="{E9B50EB0-E7A8-4C4D-8CAB-38D02848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381" y="26120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4" name="path-2351">
            <a:extLst xmlns:a="http://schemas.openxmlformats.org/drawingml/2006/main">
              <a:ext uri="{FF2B5EF4-FFF2-40B4-BE49-F238E27FC236}">
                <a16:creationId xmlns:a16="http://schemas.microsoft.com/office/drawing/2014/main" id="{70278FF7-4710-4722-885F-F49CB941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161" y="26383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5" name="path-2352">
            <a:extLst xmlns:a="http://schemas.openxmlformats.org/drawingml/2006/main">
              <a:ext uri="{FF2B5EF4-FFF2-40B4-BE49-F238E27FC236}">
                <a16:creationId xmlns:a16="http://schemas.microsoft.com/office/drawing/2014/main" id="{D4FA637C-CB17-4BA7-B369-C40B7DB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820" y="2635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6" name="path-2353">
            <a:extLst xmlns:a="http://schemas.openxmlformats.org/drawingml/2006/main">
              <a:ext uri="{FF2B5EF4-FFF2-40B4-BE49-F238E27FC236}">
                <a16:creationId xmlns:a16="http://schemas.microsoft.com/office/drawing/2014/main" id="{9A8B77E1-6644-4E99-814C-E417B4B9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904" y="2636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7" name="path-2354">
            <a:extLst xmlns:a="http://schemas.openxmlformats.org/drawingml/2006/main">
              <a:ext uri="{FF2B5EF4-FFF2-40B4-BE49-F238E27FC236}">
                <a16:creationId xmlns:a16="http://schemas.microsoft.com/office/drawing/2014/main" id="{0AA6FBD3-F30A-43AA-B02F-B6E5B84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494" y="26359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8" name="path-2355">
            <a:extLst xmlns:a="http://schemas.openxmlformats.org/drawingml/2006/main">
              <a:ext uri="{FF2B5EF4-FFF2-40B4-BE49-F238E27FC236}">
                <a16:creationId xmlns:a16="http://schemas.microsoft.com/office/drawing/2014/main" id="{A4B11411-E2C7-4720-9BF2-B5922466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800" y="26257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9" name="path-2356">
            <a:extLst xmlns:a="http://schemas.openxmlformats.org/drawingml/2006/main">
              <a:ext uri="{FF2B5EF4-FFF2-40B4-BE49-F238E27FC236}">
                <a16:creationId xmlns:a16="http://schemas.microsoft.com/office/drawing/2014/main" id="{DE96A6CA-C82F-4E5C-AAF4-F57BCF11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039" y="26419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0" name="path-2357">
            <a:extLst xmlns:a="http://schemas.openxmlformats.org/drawingml/2006/main">
              <a:ext uri="{FF2B5EF4-FFF2-40B4-BE49-F238E27FC236}">
                <a16:creationId xmlns:a16="http://schemas.microsoft.com/office/drawing/2014/main" id="{4BFCD36C-30C2-4BDB-A35C-DD87A1B5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697" y="2635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1" name="path-2358">
            <a:extLst xmlns:a="http://schemas.openxmlformats.org/drawingml/2006/main">
              <a:ext uri="{FF2B5EF4-FFF2-40B4-BE49-F238E27FC236}">
                <a16:creationId xmlns:a16="http://schemas.microsoft.com/office/drawing/2014/main" id="{53DF2DE2-86C3-4E54-A6EC-53C75AD0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547" y="2663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2" name="path-2359">
            <a:extLst xmlns:a="http://schemas.openxmlformats.org/drawingml/2006/main">
              <a:ext uri="{FF2B5EF4-FFF2-40B4-BE49-F238E27FC236}">
                <a16:creationId xmlns:a16="http://schemas.microsoft.com/office/drawing/2014/main" id="{03971274-4910-4F65-8ADD-EE7E8E2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48" y="2659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3" name="path-2360">
            <a:extLst xmlns:a="http://schemas.openxmlformats.org/drawingml/2006/main">
              <a:ext uri="{FF2B5EF4-FFF2-40B4-BE49-F238E27FC236}">
                <a16:creationId xmlns:a16="http://schemas.microsoft.com/office/drawing/2014/main" id="{AA6BC243-C6BD-40B8-B23C-E0B9B63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170" y="2634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4" name="path-2361">
            <a:extLst xmlns:a="http://schemas.openxmlformats.org/drawingml/2006/main">
              <a:ext uri="{FF2B5EF4-FFF2-40B4-BE49-F238E27FC236}">
                <a16:creationId xmlns:a16="http://schemas.microsoft.com/office/drawing/2014/main" id="{FFC17B02-647B-49AC-B6EE-D0948D89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585" y="26407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5" name="path-2362">
            <a:extLst xmlns:a="http://schemas.openxmlformats.org/drawingml/2006/main">
              <a:ext uri="{FF2B5EF4-FFF2-40B4-BE49-F238E27FC236}">
                <a16:creationId xmlns:a16="http://schemas.microsoft.com/office/drawing/2014/main" id="{C9EAD984-D817-41FE-83F1-C47484F6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878" y="26233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6" name="path-2363">
            <a:extLst xmlns:a="http://schemas.openxmlformats.org/drawingml/2006/main">
              <a:ext uri="{FF2B5EF4-FFF2-40B4-BE49-F238E27FC236}">
                <a16:creationId xmlns:a16="http://schemas.microsoft.com/office/drawing/2014/main" id="{177627F0-B973-44E1-B2D0-6E388FEC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327" y="2621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7" name="path-2364">
            <a:extLst xmlns:a="http://schemas.openxmlformats.org/drawingml/2006/main">
              <a:ext uri="{FF2B5EF4-FFF2-40B4-BE49-F238E27FC236}">
                <a16:creationId xmlns:a16="http://schemas.microsoft.com/office/drawing/2014/main" id="{A1145384-5DD1-46A5-A0AB-32BC1EAC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708" y="2635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8" name="path-2365">
            <a:extLst xmlns:a="http://schemas.openxmlformats.org/drawingml/2006/main">
              <a:ext uri="{FF2B5EF4-FFF2-40B4-BE49-F238E27FC236}">
                <a16:creationId xmlns:a16="http://schemas.microsoft.com/office/drawing/2014/main" id="{25D73C10-3211-4D1E-8122-C2D20EF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121" y="263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9" name="path-2366">
            <a:extLst xmlns:a="http://schemas.openxmlformats.org/drawingml/2006/main">
              <a:ext uri="{FF2B5EF4-FFF2-40B4-BE49-F238E27FC236}">
                <a16:creationId xmlns:a16="http://schemas.microsoft.com/office/drawing/2014/main" id="{53470B1F-F81C-4CA9-AAEB-8BD5FB5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479" y="2630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0" name="path-2367">
            <a:extLst xmlns:a="http://schemas.openxmlformats.org/drawingml/2006/main">
              <a:ext uri="{FF2B5EF4-FFF2-40B4-BE49-F238E27FC236}">
                <a16:creationId xmlns:a16="http://schemas.microsoft.com/office/drawing/2014/main" id="{3EEBA9C4-F611-4F67-9EBA-C086D7F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050" y="2636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1" name="path-2368">
            <a:extLst xmlns:a="http://schemas.openxmlformats.org/drawingml/2006/main">
              <a:ext uri="{FF2B5EF4-FFF2-40B4-BE49-F238E27FC236}">
                <a16:creationId xmlns:a16="http://schemas.microsoft.com/office/drawing/2014/main" id="{C3390A0E-E3C6-4FA3-996A-99E146C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140" y="26376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2" name="path-2369">
            <a:extLst xmlns:a="http://schemas.openxmlformats.org/drawingml/2006/main">
              <a:ext uri="{FF2B5EF4-FFF2-40B4-BE49-F238E27FC236}">
                <a16:creationId xmlns:a16="http://schemas.microsoft.com/office/drawing/2014/main" id="{56A60949-F480-477B-9928-C9E488A6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435" y="2642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3" name="path-2370">
            <a:extLst xmlns:a="http://schemas.openxmlformats.org/drawingml/2006/main">
              <a:ext uri="{FF2B5EF4-FFF2-40B4-BE49-F238E27FC236}">
                <a16:creationId xmlns:a16="http://schemas.microsoft.com/office/drawing/2014/main" id="{ABE5FA30-D208-41C3-A85F-E07395B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329" y="2652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4" name="path-2371">
            <a:extLst xmlns:a="http://schemas.openxmlformats.org/drawingml/2006/main">
              <a:ext uri="{FF2B5EF4-FFF2-40B4-BE49-F238E27FC236}">
                <a16:creationId xmlns:a16="http://schemas.microsoft.com/office/drawing/2014/main" id="{C8AB8B02-38FC-412B-8391-1430D856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210" y="26420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5" name="path-2372">
            <a:extLst xmlns:a="http://schemas.openxmlformats.org/drawingml/2006/main">
              <a:ext uri="{FF2B5EF4-FFF2-40B4-BE49-F238E27FC236}">
                <a16:creationId xmlns:a16="http://schemas.microsoft.com/office/drawing/2014/main" id="{94F604AD-5E40-456E-B488-207A196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525" y="26391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6" name="path-2373">
            <a:extLst xmlns:a="http://schemas.openxmlformats.org/drawingml/2006/main">
              <a:ext uri="{FF2B5EF4-FFF2-40B4-BE49-F238E27FC236}">
                <a16:creationId xmlns:a16="http://schemas.microsoft.com/office/drawing/2014/main" id="{E4F9C6E7-682A-42F2-8425-BCDCF0D1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436" y="26530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7" name="path-2374">
            <a:extLst xmlns:a="http://schemas.openxmlformats.org/drawingml/2006/main">
              <a:ext uri="{FF2B5EF4-FFF2-40B4-BE49-F238E27FC236}">
                <a16:creationId xmlns:a16="http://schemas.microsoft.com/office/drawing/2014/main" id="{A70A944A-0EDD-4610-9E74-7E47EB1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613" y="26381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8" name="path-2375">
            <a:extLst xmlns:a="http://schemas.openxmlformats.org/drawingml/2006/main">
              <a:ext uri="{FF2B5EF4-FFF2-40B4-BE49-F238E27FC236}">
                <a16:creationId xmlns:a16="http://schemas.microsoft.com/office/drawing/2014/main" id="{69434A28-3DA9-4B5B-84D6-C4B1816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79" y="2645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9" name="path-2376">
            <a:extLst xmlns:a="http://schemas.openxmlformats.org/drawingml/2006/main">
              <a:ext uri="{FF2B5EF4-FFF2-40B4-BE49-F238E27FC236}">
                <a16:creationId xmlns:a16="http://schemas.microsoft.com/office/drawing/2014/main" id="{A4AD0F3B-451F-4C1D-A34D-4F70C213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147" y="26476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0" name="path-2377">
            <a:extLst xmlns:a="http://schemas.openxmlformats.org/drawingml/2006/main">
              <a:ext uri="{FF2B5EF4-FFF2-40B4-BE49-F238E27FC236}">
                <a16:creationId xmlns:a16="http://schemas.microsoft.com/office/drawing/2014/main" id="{94EDEE35-6D44-4935-BD52-0BFB2D6E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770" y="2640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1" name="path-2378">
            <a:extLst xmlns:a="http://schemas.openxmlformats.org/drawingml/2006/main">
              <a:ext uri="{FF2B5EF4-FFF2-40B4-BE49-F238E27FC236}">
                <a16:creationId xmlns:a16="http://schemas.microsoft.com/office/drawing/2014/main" id="{742FCBF7-13C4-48FE-8AC1-43FF476C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361" y="2638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2" name="path-2379">
            <a:extLst xmlns:a="http://schemas.openxmlformats.org/drawingml/2006/main">
              <a:ext uri="{FF2B5EF4-FFF2-40B4-BE49-F238E27FC236}">
                <a16:creationId xmlns:a16="http://schemas.microsoft.com/office/drawing/2014/main" id="{1F2CEB50-F9AA-4FDA-A7A0-8BBA6A2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150" y="26482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3" name="path-2380">
            <a:extLst xmlns:a="http://schemas.openxmlformats.org/drawingml/2006/main">
              <a:ext uri="{FF2B5EF4-FFF2-40B4-BE49-F238E27FC236}">
                <a16:creationId xmlns:a16="http://schemas.microsoft.com/office/drawing/2014/main" id="{F469C4D7-80E3-4F79-99FC-0C2E3D02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326" y="26282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4" name="path-2381">
            <a:extLst xmlns:a="http://schemas.openxmlformats.org/drawingml/2006/main">
              <a:ext uri="{FF2B5EF4-FFF2-40B4-BE49-F238E27FC236}">
                <a16:creationId xmlns:a16="http://schemas.microsoft.com/office/drawing/2014/main" id="{066DAA36-A147-4448-8125-45C39208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319" y="2645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5" name="path-2382">
            <a:extLst xmlns:a="http://schemas.openxmlformats.org/drawingml/2006/main">
              <a:ext uri="{FF2B5EF4-FFF2-40B4-BE49-F238E27FC236}">
                <a16:creationId xmlns:a16="http://schemas.microsoft.com/office/drawing/2014/main" id="{8302139C-6D67-444E-869B-6F9F04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374" y="26117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6" name="path-2383">
            <a:extLst xmlns:a="http://schemas.openxmlformats.org/drawingml/2006/main">
              <a:ext uri="{FF2B5EF4-FFF2-40B4-BE49-F238E27FC236}">
                <a16:creationId xmlns:a16="http://schemas.microsoft.com/office/drawing/2014/main" id="{AD1538FC-FBE0-4AC4-B3E3-746EC5B1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890" y="26340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7" name="path-2384">
            <a:extLst xmlns:a="http://schemas.openxmlformats.org/drawingml/2006/main">
              <a:ext uri="{FF2B5EF4-FFF2-40B4-BE49-F238E27FC236}">
                <a16:creationId xmlns:a16="http://schemas.microsoft.com/office/drawing/2014/main" id="{21C7A0E4-A0C4-4F2D-B3FC-06FA5F1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8067" y="26164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8" name="path-2385">
            <a:extLst xmlns:a="http://schemas.openxmlformats.org/drawingml/2006/main">
              <a:ext uri="{FF2B5EF4-FFF2-40B4-BE49-F238E27FC236}">
                <a16:creationId xmlns:a16="http://schemas.microsoft.com/office/drawing/2014/main" id="{DCC97DCD-6D0E-46DA-845E-0E8C94FB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916" y="2637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9" name="path-2386">
            <a:extLst xmlns:a="http://schemas.openxmlformats.org/drawingml/2006/main">
              <a:ext uri="{FF2B5EF4-FFF2-40B4-BE49-F238E27FC236}">
                <a16:creationId xmlns:a16="http://schemas.microsoft.com/office/drawing/2014/main" id="{0AE493A2-1721-4D37-8EBB-AA9AA97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623" y="2653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0" name="path-2387">
            <a:extLst xmlns:a="http://schemas.openxmlformats.org/drawingml/2006/main">
              <a:ext uri="{FF2B5EF4-FFF2-40B4-BE49-F238E27FC236}">
                <a16:creationId xmlns:a16="http://schemas.microsoft.com/office/drawing/2014/main" id="{E6CBA5C9-F352-4C4C-9BEF-96F31D21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662" y="26209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1" name="path-2388">
            <a:extLst xmlns:a="http://schemas.openxmlformats.org/drawingml/2006/main">
              <a:ext uri="{FF2B5EF4-FFF2-40B4-BE49-F238E27FC236}">
                <a16:creationId xmlns:a16="http://schemas.microsoft.com/office/drawing/2014/main" id="{6AA0CE54-8CD1-4DC6-997C-6043BB00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574" y="2645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2" name="path-2389">
            <a:extLst xmlns:a="http://schemas.openxmlformats.org/drawingml/2006/main">
              <a:ext uri="{FF2B5EF4-FFF2-40B4-BE49-F238E27FC236}">
                <a16:creationId xmlns:a16="http://schemas.microsoft.com/office/drawing/2014/main" id="{0DBE4EFD-28AE-4374-B971-EEEEA5A7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425" y="2634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3" name="path-2390">
            <a:extLst xmlns:a="http://schemas.openxmlformats.org/drawingml/2006/main">
              <a:ext uri="{FF2B5EF4-FFF2-40B4-BE49-F238E27FC236}">
                <a16:creationId xmlns:a16="http://schemas.microsoft.com/office/drawing/2014/main" id="{5861181B-4762-4ADB-B89B-E9C9F33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097" y="26388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4" name="path-2391">
            <a:extLst xmlns:a="http://schemas.openxmlformats.org/drawingml/2006/main">
              <a:ext uri="{FF2B5EF4-FFF2-40B4-BE49-F238E27FC236}">
                <a16:creationId xmlns:a16="http://schemas.microsoft.com/office/drawing/2014/main" id="{A0B7A8AF-3A8E-4C88-BFB0-61B1846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47" y="2635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5" name="path-2392">
            <a:extLst xmlns:a="http://schemas.openxmlformats.org/drawingml/2006/main">
              <a:ext uri="{FF2B5EF4-FFF2-40B4-BE49-F238E27FC236}">
                <a16:creationId xmlns:a16="http://schemas.microsoft.com/office/drawing/2014/main" id="{EC1BC503-93AA-4EEF-85C2-B80F730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659" y="26344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6" name="path-2393">
            <a:extLst xmlns:a="http://schemas.openxmlformats.org/drawingml/2006/main">
              <a:ext uri="{FF2B5EF4-FFF2-40B4-BE49-F238E27FC236}">
                <a16:creationId xmlns:a16="http://schemas.microsoft.com/office/drawing/2014/main" id="{B01AA065-0570-4DBA-B70B-A6BFCD03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434" y="2643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7" name="path-2394">
            <a:extLst xmlns:a="http://schemas.openxmlformats.org/drawingml/2006/main">
              <a:ext uri="{FF2B5EF4-FFF2-40B4-BE49-F238E27FC236}">
                <a16:creationId xmlns:a16="http://schemas.microsoft.com/office/drawing/2014/main" id="{874FEAA7-CFC7-4146-99F2-7765C1E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438" y="2656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8" name="path-2395">
            <a:extLst xmlns:a="http://schemas.openxmlformats.org/drawingml/2006/main">
              <a:ext uri="{FF2B5EF4-FFF2-40B4-BE49-F238E27FC236}">
                <a16:creationId xmlns:a16="http://schemas.microsoft.com/office/drawing/2014/main" id="{604B4A01-5B8A-477D-A4B6-9796029E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64" y="2633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9" name="path-2396">
            <a:extLst xmlns:a="http://schemas.openxmlformats.org/drawingml/2006/main">
              <a:ext uri="{FF2B5EF4-FFF2-40B4-BE49-F238E27FC236}">
                <a16:creationId xmlns:a16="http://schemas.microsoft.com/office/drawing/2014/main" id="{70B0C604-F71E-4F68-A4D1-F7ED318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684" y="2641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0" name="path-2397">
            <a:extLst xmlns:a="http://schemas.openxmlformats.org/drawingml/2006/main">
              <a:ext uri="{FF2B5EF4-FFF2-40B4-BE49-F238E27FC236}">
                <a16:creationId xmlns:a16="http://schemas.microsoft.com/office/drawing/2014/main" id="{BF520A04-84E3-433B-A07A-82C6C194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784" y="26323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1" name="path-2398">
            <a:extLst xmlns:a="http://schemas.openxmlformats.org/drawingml/2006/main">
              <a:ext uri="{FF2B5EF4-FFF2-40B4-BE49-F238E27FC236}">
                <a16:creationId xmlns:a16="http://schemas.microsoft.com/office/drawing/2014/main" id="{C3A33086-B15E-45C7-9215-DC02BE8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420" y="2637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2" name="path-2399">
            <a:extLst xmlns:a="http://schemas.openxmlformats.org/drawingml/2006/main">
              <a:ext uri="{FF2B5EF4-FFF2-40B4-BE49-F238E27FC236}">
                <a16:creationId xmlns:a16="http://schemas.microsoft.com/office/drawing/2014/main" id="{5B27DB3A-BC82-42B8-9B79-9EE1C80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405" y="2631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3" name="path-2400">
            <a:extLst xmlns:a="http://schemas.openxmlformats.org/drawingml/2006/main">
              <a:ext uri="{FF2B5EF4-FFF2-40B4-BE49-F238E27FC236}">
                <a16:creationId xmlns:a16="http://schemas.microsoft.com/office/drawing/2014/main" id="{FDB8689F-8476-4B51-BB62-7E99CC55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457" y="2633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4" name="path-2401">
            <a:extLst xmlns:a="http://schemas.openxmlformats.org/drawingml/2006/main">
              <a:ext uri="{FF2B5EF4-FFF2-40B4-BE49-F238E27FC236}">
                <a16:creationId xmlns:a16="http://schemas.microsoft.com/office/drawing/2014/main" id="{3CF01014-564E-4D92-95EB-D313FAA1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435" y="26247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5" name="path-2402">
            <a:extLst xmlns:a="http://schemas.openxmlformats.org/drawingml/2006/main">
              <a:ext uri="{FF2B5EF4-FFF2-40B4-BE49-F238E27FC236}">
                <a16:creationId xmlns:a16="http://schemas.microsoft.com/office/drawing/2014/main" id="{86A266BA-71CE-4269-8690-A93590BF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751" y="2634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6" name="path-2403">
            <a:extLst xmlns:a="http://schemas.openxmlformats.org/drawingml/2006/main">
              <a:ext uri="{FF2B5EF4-FFF2-40B4-BE49-F238E27FC236}">
                <a16:creationId xmlns:a16="http://schemas.microsoft.com/office/drawing/2014/main" id="{1CD90F11-CBAD-42EB-8877-1472D0FB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538" y="26227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7" name="path-2404">
            <a:extLst xmlns:a="http://schemas.openxmlformats.org/drawingml/2006/main">
              <a:ext uri="{FF2B5EF4-FFF2-40B4-BE49-F238E27FC236}">
                <a16:creationId xmlns:a16="http://schemas.microsoft.com/office/drawing/2014/main" id="{A4631157-4208-490C-A691-6D5E520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401" y="2648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8" name="path-2405">
            <a:extLst xmlns:a="http://schemas.openxmlformats.org/drawingml/2006/main">
              <a:ext uri="{FF2B5EF4-FFF2-40B4-BE49-F238E27FC236}">
                <a16:creationId xmlns:a16="http://schemas.microsoft.com/office/drawing/2014/main" id="{72C638D8-B1ED-45E3-AF7D-7F6E4940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563" y="2633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9" name="path-2406">
            <a:extLst xmlns:a="http://schemas.openxmlformats.org/drawingml/2006/main">
              <a:ext uri="{FF2B5EF4-FFF2-40B4-BE49-F238E27FC236}">
                <a16:creationId xmlns:a16="http://schemas.microsoft.com/office/drawing/2014/main" id="{BCBB50B5-7C37-47A5-A8F2-D051D37C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605" y="2631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0" name="path-2407">
            <a:extLst xmlns:a="http://schemas.openxmlformats.org/drawingml/2006/main">
              <a:ext uri="{FF2B5EF4-FFF2-40B4-BE49-F238E27FC236}">
                <a16:creationId xmlns:a16="http://schemas.microsoft.com/office/drawing/2014/main" id="{C0A4E23E-3FDA-4683-B6D9-B8327645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679" y="2647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1" name="path-2408">
            <a:extLst xmlns:a="http://schemas.openxmlformats.org/drawingml/2006/main">
              <a:ext uri="{FF2B5EF4-FFF2-40B4-BE49-F238E27FC236}">
                <a16:creationId xmlns:a16="http://schemas.microsoft.com/office/drawing/2014/main" id="{F6D815EF-2040-4376-8A69-52C6A0E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390" y="2630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2" name="path-2409">
            <a:extLst xmlns:a="http://schemas.openxmlformats.org/drawingml/2006/main">
              <a:ext uri="{FF2B5EF4-FFF2-40B4-BE49-F238E27FC236}">
                <a16:creationId xmlns:a16="http://schemas.microsoft.com/office/drawing/2014/main" id="{A4BAD4EE-EC60-4173-8D10-C045BECF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101" y="2637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3" name="path-2410">
            <a:extLst xmlns:a="http://schemas.openxmlformats.org/drawingml/2006/main">
              <a:ext uri="{FF2B5EF4-FFF2-40B4-BE49-F238E27FC236}">
                <a16:creationId xmlns:a16="http://schemas.microsoft.com/office/drawing/2014/main" id="{CFCB6F43-DE9F-4A53-8380-3A0AEBD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129" y="2623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4" name="path-2411">
            <a:extLst xmlns:a="http://schemas.openxmlformats.org/drawingml/2006/main">
              <a:ext uri="{FF2B5EF4-FFF2-40B4-BE49-F238E27FC236}">
                <a16:creationId xmlns:a16="http://schemas.microsoft.com/office/drawing/2014/main" id="{95440BA5-1F7A-4D0A-82E3-18EA5F7E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232" y="26263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5" name="path-2412">
            <a:extLst xmlns:a="http://schemas.openxmlformats.org/drawingml/2006/main">
              <a:ext uri="{FF2B5EF4-FFF2-40B4-BE49-F238E27FC236}">
                <a16:creationId xmlns:a16="http://schemas.microsoft.com/office/drawing/2014/main" id="{2FE3A6FE-44AA-4A38-8CE3-E0CDD35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173" y="26359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6" name="path-2413">
            <a:extLst xmlns:a="http://schemas.openxmlformats.org/drawingml/2006/main">
              <a:ext uri="{FF2B5EF4-FFF2-40B4-BE49-F238E27FC236}">
                <a16:creationId xmlns:a16="http://schemas.microsoft.com/office/drawing/2014/main" id="{77D5AD28-1D5B-429C-BDCB-18CFACC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497" y="2641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7" name="path-2414">
            <a:extLst xmlns:a="http://schemas.openxmlformats.org/drawingml/2006/main">
              <a:ext uri="{FF2B5EF4-FFF2-40B4-BE49-F238E27FC236}">
                <a16:creationId xmlns:a16="http://schemas.microsoft.com/office/drawing/2014/main" id="{4F7D8C03-E4C3-4695-89E9-9CA3C693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005" y="2633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8" name="path-2415">
            <a:extLst xmlns:a="http://schemas.openxmlformats.org/drawingml/2006/main">
              <a:ext uri="{FF2B5EF4-FFF2-40B4-BE49-F238E27FC236}">
                <a16:creationId xmlns:a16="http://schemas.microsoft.com/office/drawing/2014/main" id="{157C7146-5D10-441D-8297-32DF9481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219" y="26508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9" name="path-2416">
            <a:extLst xmlns:a="http://schemas.openxmlformats.org/drawingml/2006/main">
              <a:ext uri="{FF2B5EF4-FFF2-40B4-BE49-F238E27FC236}">
                <a16:creationId xmlns:a16="http://schemas.microsoft.com/office/drawing/2014/main" id="{A4C76389-8AD3-4975-9ACB-19E413CF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484" y="2650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0" name="path-2417">
            <a:extLst xmlns:a="http://schemas.openxmlformats.org/drawingml/2006/main">
              <a:ext uri="{FF2B5EF4-FFF2-40B4-BE49-F238E27FC236}">
                <a16:creationId xmlns:a16="http://schemas.microsoft.com/office/drawing/2014/main" id="{F21FDDBA-BAC5-4969-8D29-A368A75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857" y="2636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1" name="path-2418">
            <a:extLst xmlns:a="http://schemas.openxmlformats.org/drawingml/2006/main">
              <a:ext uri="{FF2B5EF4-FFF2-40B4-BE49-F238E27FC236}">
                <a16:creationId xmlns:a16="http://schemas.microsoft.com/office/drawing/2014/main" id="{F5F7A009-AA6C-46F4-B857-7A3D15E7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246" y="2656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2" name="path-2419">
            <a:extLst xmlns:a="http://schemas.openxmlformats.org/drawingml/2006/main">
              <a:ext uri="{FF2B5EF4-FFF2-40B4-BE49-F238E27FC236}">
                <a16:creationId xmlns:a16="http://schemas.microsoft.com/office/drawing/2014/main" id="{B9166D1C-C5C4-4386-8CB8-418229A7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689" y="2643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3" name="path-2420">
            <a:extLst xmlns:a="http://schemas.openxmlformats.org/drawingml/2006/main">
              <a:ext uri="{FF2B5EF4-FFF2-40B4-BE49-F238E27FC236}">
                <a16:creationId xmlns:a16="http://schemas.microsoft.com/office/drawing/2014/main" id="{AD0D4019-32DD-440B-BD9D-95C3208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811" y="2634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4" name="path-2421">
            <a:extLst xmlns:a="http://schemas.openxmlformats.org/drawingml/2006/main">
              <a:ext uri="{FF2B5EF4-FFF2-40B4-BE49-F238E27FC236}">
                <a16:creationId xmlns:a16="http://schemas.microsoft.com/office/drawing/2014/main" id="{B0D69949-DA3F-4074-ADC4-CD0BF21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795" y="25941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5" name="path-2422">
            <a:extLst xmlns:a="http://schemas.openxmlformats.org/drawingml/2006/main">
              <a:ext uri="{FF2B5EF4-FFF2-40B4-BE49-F238E27FC236}">
                <a16:creationId xmlns:a16="http://schemas.microsoft.com/office/drawing/2014/main" id="{726D7959-1D18-4DA6-BD28-F3D82C3F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002" y="26321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6" name="path-2423">
            <a:extLst xmlns:a="http://schemas.openxmlformats.org/drawingml/2006/main">
              <a:ext uri="{FF2B5EF4-FFF2-40B4-BE49-F238E27FC236}">
                <a16:creationId xmlns:a16="http://schemas.microsoft.com/office/drawing/2014/main" id="{148F4C65-A394-4445-95FA-9F43BDCD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673" y="2643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7" name="path-2424">
            <a:extLst xmlns:a="http://schemas.openxmlformats.org/drawingml/2006/main">
              <a:ext uri="{FF2B5EF4-FFF2-40B4-BE49-F238E27FC236}">
                <a16:creationId xmlns:a16="http://schemas.microsoft.com/office/drawing/2014/main" id="{9870E571-E616-4245-88D3-E4CB5E6A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088" y="2627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8" name="path-2425">
            <a:extLst xmlns:a="http://schemas.openxmlformats.org/drawingml/2006/main">
              <a:ext uri="{FF2B5EF4-FFF2-40B4-BE49-F238E27FC236}">
                <a16:creationId xmlns:a16="http://schemas.microsoft.com/office/drawing/2014/main" id="{6B8D9330-2CD8-4E8A-8BCA-C6DE841D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848" y="26356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9" name="path-2426">
            <a:extLst xmlns:a="http://schemas.openxmlformats.org/drawingml/2006/main">
              <a:ext uri="{FF2B5EF4-FFF2-40B4-BE49-F238E27FC236}">
                <a16:creationId xmlns:a16="http://schemas.microsoft.com/office/drawing/2014/main" id="{D808F7F5-410B-433F-B6A1-2C21E142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127" y="2635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0" name="path-2427">
            <a:extLst xmlns:a="http://schemas.openxmlformats.org/drawingml/2006/main">
              <a:ext uri="{FF2B5EF4-FFF2-40B4-BE49-F238E27FC236}">
                <a16:creationId xmlns:a16="http://schemas.microsoft.com/office/drawing/2014/main" id="{91A65987-BDEC-4398-BF7A-21A5843B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5084" y="26318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1" name="path-2428">
            <a:extLst xmlns:a="http://schemas.openxmlformats.org/drawingml/2006/main">
              <a:ext uri="{FF2B5EF4-FFF2-40B4-BE49-F238E27FC236}">
                <a16:creationId xmlns:a16="http://schemas.microsoft.com/office/drawing/2014/main" id="{A4E6F760-1876-4ACD-B963-ED6415F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336" y="26358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2" name="path-2429">
            <a:extLst xmlns:a="http://schemas.openxmlformats.org/drawingml/2006/main">
              <a:ext uri="{FF2B5EF4-FFF2-40B4-BE49-F238E27FC236}">
                <a16:creationId xmlns:a16="http://schemas.microsoft.com/office/drawing/2014/main" id="{2307A8FD-97C8-401E-B504-DB3BD080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07" y="26135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3" name="path-2430">
            <a:extLst xmlns:a="http://schemas.openxmlformats.org/drawingml/2006/main">
              <a:ext uri="{FF2B5EF4-FFF2-40B4-BE49-F238E27FC236}">
                <a16:creationId xmlns:a16="http://schemas.microsoft.com/office/drawing/2014/main" id="{43DF247A-7375-445C-8AD9-54526833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869" y="2661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4" name="path-2431">
            <a:extLst xmlns:a="http://schemas.openxmlformats.org/drawingml/2006/main">
              <a:ext uri="{FF2B5EF4-FFF2-40B4-BE49-F238E27FC236}">
                <a16:creationId xmlns:a16="http://schemas.microsoft.com/office/drawing/2014/main" id="{868CD816-1876-404D-ACD2-437992BB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114" y="2643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5" name="path-2432">
            <a:extLst xmlns:a="http://schemas.openxmlformats.org/drawingml/2006/main">
              <a:ext uri="{FF2B5EF4-FFF2-40B4-BE49-F238E27FC236}">
                <a16:creationId xmlns:a16="http://schemas.microsoft.com/office/drawing/2014/main" id="{27C9EE0C-7100-4C9F-9A17-93BF3E2A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992" y="26323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6" name="path-2433">
            <a:extLst xmlns:a="http://schemas.openxmlformats.org/drawingml/2006/main">
              <a:ext uri="{FF2B5EF4-FFF2-40B4-BE49-F238E27FC236}">
                <a16:creationId xmlns:a16="http://schemas.microsoft.com/office/drawing/2014/main" id="{637F5261-D725-4924-8C7F-FA55931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687" y="2638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7" name="path-2434">
            <a:extLst xmlns:a="http://schemas.openxmlformats.org/drawingml/2006/main">
              <a:ext uri="{FF2B5EF4-FFF2-40B4-BE49-F238E27FC236}">
                <a16:creationId xmlns:a16="http://schemas.microsoft.com/office/drawing/2014/main" id="{987B2CA1-7F98-4DD7-AB88-516F64FB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048" y="26378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8" name="path-2435">
            <a:extLst xmlns:a="http://schemas.openxmlformats.org/drawingml/2006/main">
              <a:ext uri="{FF2B5EF4-FFF2-40B4-BE49-F238E27FC236}">
                <a16:creationId xmlns:a16="http://schemas.microsoft.com/office/drawing/2014/main" id="{11E7A24C-647A-4AE0-B6D9-7F98031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478" y="26272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9" name="path-2436">
            <a:extLst xmlns:a="http://schemas.openxmlformats.org/drawingml/2006/main">
              <a:ext uri="{FF2B5EF4-FFF2-40B4-BE49-F238E27FC236}">
                <a16:creationId xmlns:a16="http://schemas.microsoft.com/office/drawing/2014/main" id="{3683A1E2-A897-4F90-B992-4DD84F03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977" y="2635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0" name="path-2437">
            <a:extLst xmlns:a="http://schemas.openxmlformats.org/drawingml/2006/main">
              <a:ext uri="{FF2B5EF4-FFF2-40B4-BE49-F238E27FC236}">
                <a16:creationId xmlns:a16="http://schemas.microsoft.com/office/drawing/2014/main" id="{5F75953E-E3E8-47C3-B455-6F07A01F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482" y="2646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1" name="path-2438">
            <a:extLst xmlns:a="http://schemas.openxmlformats.org/drawingml/2006/main">
              <a:ext uri="{FF2B5EF4-FFF2-40B4-BE49-F238E27FC236}">
                <a16:creationId xmlns:a16="http://schemas.microsoft.com/office/drawing/2014/main" id="{13CD9EF4-48EC-4F13-A2DF-1E5D66C6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48" y="2639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2" name="path-2439">
            <a:extLst xmlns:a="http://schemas.openxmlformats.org/drawingml/2006/main">
              <a:ext uri="{FF2B5EF4-FFF2-40B4-BE49-F238E27FC236}">
                <a16:creationId xmlns:a16="http://schemas.microsoft.com/office/drawing/2014/main" id="{06A5785C-534B-4446-A204-07FEE0AF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614" y="2636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3" name="path-2440">
            <a:extLst xmlns:a="http://schemas.openxmlformats.org/drawingml/2006/main">
              <a:ext uri="{FF2B5EF4-FFF2-40B4-BE49-F238E27FC236}">
                <a16:creationId xmlns:a16="http://schemas.microsoft.com/office/drawing/2014/main" id="{58E03F3D-D4AF-47CA-A3FA-513EBBD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42" y="26307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4" name="path-2441">
            <a:extLst xmlns:a="http://schemas.openxmlformats.org/drawingml/2006/main">
              <a:ext uri="{FF2B5EF4-FFF2-40B4-BE49-F238E27FC236}">
                <a16:creationId xmlns:a16="http://schemas.microsoft.com/office/drawing/2014/main" id="{3B8970FE-D887-43C7-83B3-4E9323A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341" y="2638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5" name="path-2442">
            <a:extLst xmlns:a="http://schemas.openxmlformats.org/drawingml/2006/main">
              <a:ext uri="{FF2B5EF4-FFF2-40B4-BE49-F238E27FC236}">
                <a16:creationId xmlns:a16="http://schemas.microsoft.com/office/drawing/2014/main" id="{DE4483EC-71AC-4CFF-B6AE-2ED8D3C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543" y="2640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6" name="path-2443">
            <a:extLst xmlns:a="http://schemas.openxmlformats.org/drawingml/2006/main">
              <a:ext uri="{FF2B5EF4-FFF2-40B4-BE49-F238E27FC236}">
                <a16:creationId xmlns:a16="http://schemas.microsoft.com/office/drawing/2014/main" id="{D696D496-0C80-4211-B155-1D4F8296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125" y="26407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7" name="path-2444">
            <a:extLst xmlns:a="http://schemas.openxmlformats.org/drawingml/2006/main">
              <a:ext uri="{FF2B5EF4-FFF2-40B4-BE49-F238E27FC236}">
                <a16:creationId xmlns:a16="http://schemas.microsoft.com/office/drawing/2014/main" id="{C8089F8F-2F36-4D71-9691-9B5E3543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678" y="26509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8" name="path-2445">
            <a:extLst xmlns:a="http://schemas.openxmlformats.org/drawingml/2006/main">
              <a:ext uri="{FF2B5EF4-FFF2-40B4-BE49-F238E27FC236}">
                <a16:creationId xmlns:a16="http://schemas.microsoft.com/office/drawing/2014/main" id="{979C3121-1EC1-40B1-8BE5-433A7162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644" y="2635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9" name="path-2446">
            <a:extLst xmlns:a="http://schemas.openxmlformats.org/drawingml/2006/main">
              <a:ext uri="{FF2B5EF4-FFF2-40B4-BE49-F238E27FC236}">
                <a16:creationId xmlns:a16="http://schemas.microsoft.com/office/drawing/2014/main" id="{1A1EE06A-5444-4563-A633-72E7529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410" y="26357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0" name="path-2447">
            <a:extLst xmlns:a="http://schemas.openxmlformats.org/drawingml/2006/main">
              <a:ext uri="{FF2B5EF4-FFF2-40B4-BE49-F238E27FC236}">
                <a16:creationId xmlns:a16="http://schemas.microsoft.com/office/drawing/2014/main" id="{14CEC12A-61DA-4102-A0C8-C057762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257" y="2634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1" name="path-2448">
            <a:extLst xmlns:a="http://schemas.openxmlformats.org/drawingml/2006/main">
              <a:ext uri="{FF2B5EF4-FFF2-40B4-BE49-F238E27FC236}">
                <a16:creationId xmlns:a16="http://schemas.microsoft.com/office/drawing/2014/main" id="{DE52B805-35A9-4700-80F9-3E1F98B2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870" y="2639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2" name="path-2449">
            <a:extLst xmlns:a="http://schemas.openxmlformats.org/drawingml/2006/main">
              <a:ext uri="{FF2B5EF4-FFF2-40B4-BE49-F238E27FC236}">
                <a16:creationId xmlns:a16="http://schemas.microsoft.com/office/drawing/2014/main" id="{F69E97BC-6323-4642-BE27-E0C2629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301" y="26335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3" name="path-2450">
            <a:extLst xmlns:a="http://schemas.openxmlformats.org/drawingml/2006/main">
              <a:ext uri="{FF2B5EF4-FFF2-40B4-BE49-F238E27FC236}">
                <a16:creationId xmlns:a16="http://schemas.microsoft.com/office/drawing/2014/main" id="{4D7EF8F9-7D1D-4FEA-99CA-212467AA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894" y="2635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4" name="path-2451">
            <a:extLst xmlns:a="http://schemas.openxmlformats.org/drawingml/2006/main">
              <a:ext uri="{FF2B5EF4-FFF2-40B4-BE49-F238E27FC236}">
                <a16:creationId xmlns:a16="http://schemas.microsoft.com/office/drawing/2014/main" id="{0B7A9C3A-D69F-4643-90DB-C4B15DF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258" y="2627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5" name="path-2452">
            <a:extLst xmlns:a="http://schemas.openxmlformats.org/drawingml/2006/main">
              <a:ext uri="{FF2B5EF4-FFF2-40B4-BE49-F238E27FC236}">
                <a16:creationId xmlns:a16="http://schemas.microsoft.com/office/drawing/2014/main" id="{0C306CF9-A388-41C9-BF85-776C55D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380" y="2631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6" name="path-2453">
            <a:extLst xmlns:a="http://schemas.openxmlformats.org/drawingml/2006/main">
              <a:ext uri="{FF2B5EF4-FFF2-40B4-BE49-F238E27FC236}">
                <a16:creationId xmlns:a16="http://schemas.microsoft.com/office/drawing/2014/main" id="{C3643C32-FD99-40D7-BEA4-7AF4E297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7061" y="26492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7" name="path-2454">
            <a:extLst xmlns:a="http://schemas.openxmlformats.org/drawingml/2006/main">
              <a:ext uri="{FF2B5EF4-FFF2-40B4-BE49-F238E27FC236}">
                <a16:creationId xmlns:a16="http://schemas.microsoft.com/office/drawing/2014/main" id="{A62815EA-38AD-4ACF-AE1B-64E28F1C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17" y="2620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8" name="path-2455">
            <a:extLst xmlns:a="http://schemas.openxmlformats.org/drawingml/2006/main">
              <a:ext uri="{FF2B5EF4-FFF2-40B4-BE49-F238E27FC236}">
                <a16:creationId xmlns:a16="http://schemas.microsoft.com/office/drawing/2014/main" id="{D795DF7C-EDEC-460B-AB1E-810D2C85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618" y="2634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9" name="path-2456">
            <a:extLst xmlns:a="http://schemas.openxmlformats.org/drawingml/2006/main">
              <a:ext uri="{FF2B5EF4-FFF2-40B4-BE49-F238E27FC236}">
                <a16:creationId xmlns:a16="http://schemas.microsoft.com/office/drawing/2014/main" id="{C549811E-35BE-482A-8286-C9275AF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99" y="2636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0" name="path-2457">
            <a:extLst xmlns:a="http://schemas.openxmlformats.org/drawingml/2006/main">
              <a:ext uri="{FF2B5EF4-FFF2-40B4-BE49-F238E27FC236}">
                <a16:creationId xmlns:a16="http://schemas.microsoft.com/office/drawing/2014/main" id="{155645F6-B1D5-4675-8C68-8B46E2DF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066" y="26537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1" name="path-2458">
            <a:extLst xmlns:a="http://schemas.openxmlformats.org/drawingml/2006/main">
              <a:ext uri="{FF2B5EF4-FFF2-40B4-BE49-F238E27FC236}">
                <a16:creationId xmlns:a16="http://schemas.microsoft.com/office/drawing/2014/main" id="{2AD13F9E-E930-49A3-9D26-CDA264C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663" y="2645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2" name="path-2459">
            <a:extLst xmlns:a="http://schemas.openxmlformats.org/drawingml/2006/main">
              <a:ext uri="{FF2B5EF4-FFF2-40B4-BE49-F238E27FC236}">
                <a16:creationId xmlns:a16="http://schemas.microsoft.com/office/drawing/2014/main" id="{C0334231-AB22-4A6F-A6BE-08B792F6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744" y="2638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3" name="path-2460">
            <a:extLst xmlns:a="http://schemas.openxmlformats.org/drawingml/2006/main">
              <a:ext uri="{FF2B5EF4-FFF2-40B4-BE49-F238E27FC236}">
                <a16:creationId xmlns:a16="http://schemas.microsoft.com/office/drawing/2014/main" id="{7A2BB713-E218-40B5-A2DE-982E104E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752" y="2638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4" name="path-2461">
            <a:extLst xmlns:a="http://schemas.openxmlformats.org/drawingml/2006/main">
              <a:ext uri="{FF2B5EF4-FFF2-40B4-BE49-F238E27FC236}">
                <a16:creationId xmlns:a16="http://schemas.microsoft.com/office/drawing/2014/main" id="{14E71923-EA37-4FBC-A839-47D41697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005" y="26304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5" name="path-2462">
            <a:extLst xmlns:a="http://schemas.openxmlformats.org/drawingml/2006/main">
              <a:ext uri="{FF2B5EF4-FFF2-40B4-BE49-F238E27FC236}">
                <a16:creationId xmlns:a16="http://schemas.microsoft.com/office/drawing/2014/main" id="{012412BB-84B2-49D3-BD87-B25C0388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521" y="26119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6" name="path-2463">
            <a:extLst xmlns:a="http://schemas.openxmlformats.org/drawingml/2006/main">
              <a:ext uri="{FF2B5EF4-FFF2-40B4-BE49-F238E27FC236}">
                <a16:creationId xmlns:a16="http://schemas.microsoft.com/office/drawing/2014/main" id="{1AD443BB-60A2-4423-8CBD-456BCD2F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035" y="2634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7" name="path-2464">
            <a:extLst xmlns:a="http://schemas.openxmlformats.org/drawingml/2006/main">
              <a:ext uri="{FF2B5EF4-FFF2-40B4-BE49-F238E27FC236}">
                <a16:creationId xmlns:a16="http://schemas.microsoft.com/office/drawing/2014/main" id="{5CA6B5E8-EE64-4C2A-8ED4-06EB230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3543" y="2640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8" name="path-2465">
            <a:extLst xmlns:a="http://schemas.openxmlformats.org/drawingml/2006/main">
              <a:ext uri="{FF2B5EF4-FFF2-40B4-BE49-F238E27FC236}">
                <a16:creationId xmlns:a16="http://schemas.microsoft.com/office/drawing/2014/main" id="{D94A6BC1-0FD2-4010-AB3E-95DC04A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539" y="2645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9" name="path-2466">
            <a:extLst xmlns:a="http://schemas.openxmlformats.org/drawingml/2006/main">
              <a:ext uri="{FF2B5EF4-FFF2-40B4-BE49-F238E27FC236}">
                <a16:creationId xmlns:a16="http://schemas.microsoft.com/office/drawing/2014/main" id="{28EE5D19-EA50-48FD-808E-1A383151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577" y="2624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0" name="path-2467">
            <a:extLst xmlns:a="http://schemas.openxmlformats.org/drawingml/2006/main">
              <a:ext uri="{FF2B5EF4-FFF2-40B4-BE49-F238E27FC236}">
                <a16:creationId xmlns:a16="http://schemas.microsoft.com/office/drawing/2014/main" id="{AE05ACE9-977D-47D2-B280-8060E96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388" y="2615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1" name="path-2468">
            <a:extLst xmlns:a="http://schemas.openxmlformats.org/drawingml/2006/main">
              <a:ext uri="{FF2B5EF4-FFF2-40B4-BE49-F238E27FC236}">
                <a16:creationId xmlns:a16="http://schemas.microsoft.com/office/drawing/2014/main" id="{A91F86D0-3866-4C95-AD80-50D187A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208" y="26312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2" name="path-2469">
            <a:extLst xmlns:a="http://schemas.openxmlformats.org/drawingml/2006/main">
              <a:ext uri="{FF2B5EF4-FFF2-40B4-BE49-F238E27FC236}">
                <a16:creationId xmlns:a16="http://schemas.microsoft.com/office/drawing/2014/main" id="{4793E0C3-A45A-494B-B52B-A38B48FF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63" y="2636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3" name="path-2470">
            <a:extLst xmlns:a="http://schemas.openxmlformats.org/drawingml/2006/main">
              <a:ext uri="{FF2B5EF4-FFF2-40B4-BE49-F238E27FC236}">
                <a16:creationId xmlns:a16="http://schemas.microsoft.com/office/drawing/2014/main" id="{1AF6A3ED-426B-4042-8587-F78F8D9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453" y="26195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4" name="path-2471">
            <a:extLst xmlns:a="http://schemas.openxmlformats.org/drawingml/2006/main">
              <a:ext uri="{FF2B5EF4-FFF2-40B4-BE49-F238E27FC236}">
                <a16:creationId xmlns:a16="http://schemas.microsoft.com/office/drawing/2014/main" id="{6115D0F9-79E1-4CEA-A680-464F7CD2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022" y="2640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5" name="path-2472">
            <a:extLst xmlns:a="http://schemas.openxmlformats.org/drawingml/2006/main">
              <a:ext uri="{FF2B5EF4-FFF2-40B4-BE49-F238E27FC236}">
                <a16:creationId xmlns:a16="http://schemas.microsoft.com/office/drawing/2014/main" id="{5AAA5523-C9AB-47AA-9C05-472D9BE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387" y="2642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6" name="path-2473">
            <a:extLst xmlns:a="http://schemas.openxmlformats.org/drawingml/2006/main">
              <a:ext uri="{FF2B5EF4-FFF2-40B4-BE49-F238E27FC236}">
                <a16:creationId xmlns:a16="http://schemas.microsoft.com/office/drawing/2014/main" id="{1FDADD19-C7F4-44D1-AF0B-A3731F2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077" y="2655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7" name="path-2474">
            <a:extLst xmlns:a="http://schemas.openxmlformats.org/drawingml/2006/main">
              <a:ext uri="{FF2B5EF4-FFF2-40B4-BE49-F238E27FC236}">
                <a16:creationId xmlns:a16="http://schemas.microsoft.com/office/drawing/2014/main" id="{531EAED1-8407-44D2-8D96-C6B010AF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456" y="26341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8" name="path-2475">
            <a:extLst xmlns:a="http://schemas.openxmlformats.org/drawingml/2006/main">
              <a:ext uri="{FF2B5EF4-FFF2-40B4-BE49-F238E27FC236}">
                <a16:creationId xmlns:a16="http://schemas.microsoft.com/office/drawing/2014/main" id="{D3D5FC42-0D9D-4D6F-8569-B7091CDF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510" y="2640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9" name="path-2476">
            <a:extLst xmlns:a="http://schemas.openxmlformats.org/drawingml/2006/main">
              <a:ext uri="{FF2B5EF4-FFF2-40B4-BE49-F238E27FC236}">
                <a16:creationId xmlns:a16="http://schemas.microsoft.com/office/drawing/2014/main" id="{B72774F4-2F3E-41EC-8AF5-79B61086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395" y="2637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0" name="path-2477">
            <a:extLst xmlns:a="http://schemas.openxmlformats.org/drawingml/2006/main">
              <a:ext uri="{FF2B5EF4-FFF2-40B4-BE49-F238E27FC236}">
                <a16:creationId xmlns:a16="http://schemas.microsoft.com/office/drawing/2014/main" id="{98FA26E6-04EC-4A6A-A485-042FF48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192" y="26400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1" name="path-2478">
            <a:extLst xmlns:a="http://schemas.openxmlformats.org/drawingml/2006/main">
              <a:ext uri="{FF2B5EF4-FFF2-40B4-BE49-F238E27FC236}">
                <a16:creationId xmlns:a16="http://schemas.microsoft.com/office/drawing/2014/main" id="{4BE0F819-C441-447C-A174-D20B325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521" y="2638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2" name="path-2479">
            <a:extLst xmlns:a="http://schemas.openxmlformats.org/drawingml/2006/main">
              <a:ext uri="{FF2B5EF4-FFF2-40B4-BE49-F238E27FC236}">
                <a16:creationId xmlns:a16="http://schemas.microsoft.com/office/drawing/2014/main" id="{E73E081B-6585-4BB0-BBF3-A65377E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730" y="2635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3" name="path-2480">
            <a:extLst xmlns:a="http://schemas.openxmlformats.org/drawingml/2006/main">
              <a:ext uri="{FF2B5EF4-FFF2-40B4-BE49-F238E27FC236}">
                <a16:creationId xmlns:a16="http://schemas.microsoft.com/office/drawing/2014/main" id="{986902E0-B7F9-472B-BAF9-3E75332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801" y="26329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4" name="path-2481">
            <a:extLst xmlns:a="http://schemas.openxmlformats.org/drawingml/2006/main">
              <a:ext uri="{FF2B5EF4-FFF2-40B4-BE49-F238E27FC236}">
                <a16:creationId xmlns:a16="http://schemas.microsoft.com/office/drawing/2014/main" id="{69E8B5FB-46BD-442F-B408-83C9DFF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753" y="2636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5" name="path-2482">
            <a:extLst xmlns:a="http://schemas.openxmlformats.org/drawingml/2006/main">
              <a:ext uri="{FF2B5EF4-FFF2-40B4-BE49-F238E27FC236}">
                <a16:creationId xmlns:a16="http://schemas.microsoft.com/office/drawing/2014/main" id="{D9B943EB-3F1A-4BA4-A6FA-A69D46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240" y="2636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6" name="path-2483">
            <a:extLst xmlns:a="http://schemas.openxmlformats.org/drawingml/2006/main">
              <a:ext uri="{FF2B5EF4-FFF2-40B4-BE49-F238E27FC236}">
                <a16:creationId xmlns:a16="http://schemas.microsoft.com/office/drawing/2014/main" id="{D151EB8A-22BA-4B89-A77B-8FA82C6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815" y="2635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7" name="path-2484">
            <a:extLst xmlns:a="http://schemas.openxmlformats.org/drawingml/2006/main">
              <a:ext uri="{FF2B5EF4-FFF2-40B4-BE49-F238E27FC236}">
                <a16:creationId xmlns:a16="http://schemas.microsoft.com/office/drawing/2014/main" id="{DE7ECA53-9971-4470-B0F5-E1C3FC4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22" y="26511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8" name="path-2485">
            <a:extLst xmlns:a="http://schemas.openxmlformats.org/drawingml/2006/main">
              <a:ext uri="{FF2B5EF4-FFF2-40B4-BE49-F238E27FC236}">
                <a16:creationId xmlns:a16="http://schemas.microsoft.com/office/drawing/2014/main" id="{D64DF63B-5D04-4D1C-AAB6-D4B72DB4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160" y="2637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9" name="path-2486">
            <a:extLst xmlns:a="http://schemas.openxmlformats.org/drawingml/2006/main">
              <a:ext uri="{FF2B5EF4-FFF2-40B4-BE49-F238E27FC236}">
                <a16:creationId xmlns:a16="http://schemas.microsoft.com/office/drawing/2014/main" id="{768B310F-3518-419E-BBE7-B0663D06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549" y="2637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0" name="path-2487">
            <a:extLst xmlns:a="http://schemas.openxmlformats.org/drawingml/2006/main">
              <a:ext uri="{FF2B5EF4-FFF2-40B4-BE49-F238E27FC236}">
                <a16:creationId xmlns:a16="http://schemas.microsoft.com/office/drawing/2014/main" id="{E5B4B498-24AB-45B3-B8EB-412EA650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096" y="2636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1" name="path-2488">
            <a:extLst xmlns:a="http://schemas.openxmlformats.org/drawingml/2006/main">
              <a:ext uri="{FF2B5EF4-FFF2-40B4-BE49-F238E27FC236}">
                <a16:creationId xmlns:a16="http://schemas.microsoft.com/office/drawing/2014/main" id="{8EA79B73-54E6-4EC4-9585-6C600D1C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496" y="2652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2" name="path-2489">
            <a:extLst xmlns:a="http://schemas.openxmlformats.org/drawingml/2006/main">
              <a:ext uri="{FF2B5EF4-FFF2-40B4-BE49-F238E27FC236}">
                <a16:creationId xmlns:a16="http://schemas.microsoft.com/office/drawing/2014/main" id="{A69AD777-F122-42BC-93AC-00A038C9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768" y="26390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3" name="path-2490">
            <a:extLst xmlns:a="http://schemas.openxmlformats.org/drawingml/2006/main">
              <a:ext uri="{FF2B5EF4-FFF2-40B4-BE49-F238E27FC236}">
                <a16:creationId xmlns:a16="http://schemas.microsoft.com/office/drawing/2014/main" id="{23511976-09F3-45A0-846F-B9DCE3F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063" y="2665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4" name="path-2491">
            <a:extLst xmlns:a="http://schemas.openxmlformats.org/drawingml/2006/main">
              <a:ext uri="{FF2B5EF4-FFF2-40B4-BE49-F238E27FC236}">
                <a16:creationId xmlns:a16="http://schemas.microsoft.com/office/drawing/2014/main" id="{EE07BD26-C656-49D2-8D6F-EB11097B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404" y="2637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5" name="path-2492">
            <a:extLst xmlns:a="http://schemas.openxmlformats.org/drawingml/2006/main">
              <a:ext uri="{FF2B5EF4-FFF2-40B4-BE49-F238E27FC236}">
                <a16:creationId xmlns:a16="http://schemas.microsoft.com/office/drawing/2014/main" id="{4F38ACA2-6A0D-44FE-8BBB-EF74BF7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87" y="2648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6" name="path-2493">
            <a:extLst xmlns:a="http://schemas.openxmlformats.org/drawingml/2006/main">
              <a:ext uri="{FF2B5EF4-FFF2-40B4-BE49-F238E27FC236}">
                <a16:creationId xmlns:a16="http://schemas.microsoft.com/office/drawing/2014/main" id="{7325B850-CC1E-41A3-BF34-78F947D2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058" y="26359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7" name="path-2494">
            <a:extLst xmlns:a="http://schemas.openxmlformats.org/drawingml/2006/main">
              <a:ext uri="{FF2B5EF4-FFF2-40B4-BE49-F238E27FC236}">
                <a16:creationId xmlns:a16="http://schemas.microsoft.com/office/drawing/2014/main" id="{D3E71EFF-EBD3-4067-BCF4-0AEF01AE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393" y="2639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8" name="path-2495">
            <a:extLst xmlns:a="http://schemas.openxmlformats.org/drawingml/2006/main">
              <a:ext uri="{FF2B5EF4-FFF2-40B4-BE49-F238E27FC236}">
                <a16:creationId xmlns:a16="http://schemas.microsoft.com/office/drawing/2014/main" id="{C8C0458C-9CFA-4205-97A4-3D8E1A42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312" y="2645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9" name="path-2496">
            <a:extLst xmlns:a="http://schemas.openxmlformats.org/drawingml/2006/main">
              <a:ext uri="{FF2B5EF4-FFF2-40B4-BE49-F238E27FC236}">
                <a16:creationId xmlns:a16="http://schemas.microsoft.com/office/drawing/2014/main" id="{131E57DE-D1E8-4EBB-9FAD-074958F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949" y="2661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0" name="path-2497">
            <a:extLst xmlns:a="http://schemas.openxmlformats.org/drawingml/2006/main">
              <a:ext uri="{FF2B5EF4-FFF2-40B4-BE49-F238E27FC236}">
                <a16:creationId xmlns:a16="http://schemas.microsoft.com/office/drawing/2014/main" id="{6519707A-6EDF-4C28-B8BC-BD6BA53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9494" y="2654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1" name="path-2498">
            <a:extLst xmlns:a="http://schemas.openxmlformats.org/drawingml/2006/main">
              <a:ext uri="{FF2B5EF4-FFF2-40B4-BE49-F238E27FC236}">
                <a16:creationId xmlns:a16="http://schemas.microsoft.com/office/drawing/2014/main" id="{BC28D4E3-15EE-4B29-9612-42AC451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7653" y="2629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2" name="path-2499">
            <a:extLst xmlns:a="http://schemas.openxmlformats.org/drawingml/2006/main">
              <a:ext uri="{FF2B5EF4-FFF2-40B4-BE49-F238E27FC236}">
                <a16:creationId xmlns:a16="http://schemas.microsoft.com/office/drawing/2014/main" id="{0B2307F7-2614-4068-B30F-F5A39F7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528" y="2636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3" name="path-2500">
            <a:extLst xmlns:a="http://schemas.openxmlformats.org/drawingml/2006/main">
              <a:ext uri="{FF2B5EF4-FFF2-40B4-BE49-F238E27FC236}">
                <a16:creationId xmlns:a16="http://schemas.microsoft.com/office/drawing/2014/main" id="{827F9D75-A77B-4782-9A52-9C998560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517" y="2656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4" name="path-2501">
            <a:extLst xmlns:a="http://schemas.openxmlformats.org/drawingml/2006/main">
              <a:ext uri="{FF2B5EF4-FFF2-40B4-BE49-F238E27FC236}">
                <a16:creationId xmlns:a16="http://schemas.microsoft.com/office/drawing/2014/main" id="{44D1F65E-D511-497F-865C-C3E77B94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305" y="2634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5" name="path-2502">
            <a:extLst xmlns:a="http://schemas.openxmlformats.org/drawingml/2006/main">
              <a:ext uri="{FF2B5EF4-FFF2-40B4-BE49-F238E27FC236}">
                <a16:creationId xmlns:a16="http://schemas.microsoft.com/office/drawing/2014/main" id="{9A17AB4A-37E6-4BC5-8553-8A9D0B8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039" y="26335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6" name="path-2503">
            <a:extLst xmlns:a="http://schemas.openxmlformats.org/drawingml/2006/main">
              <a:ext uri="{FF2B5EF4-FFF2-40B4-BE49-F238E27FC236}">
                <a16:creationId xmlns:a16="http://schemas.microsoft.com/office/drawing/2014/main" id="{90D75E99-B07F-48D8-B4C9-C532B66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61" y="2629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7" name="path-2504">
            <a:extLst xmlns:a="http://schemas.openxmlformats.org/drawingml/2006/main">
              <a:ext uri="{FF2B5EF4-FFF2-40B4-BE49-F238E27FC236}">
                <a16:creationId xmlns:a16="http://schemas.microsoft.com/office/drawing/2014/main" id="{8E5CBFB3-4C40-4F54-B3C9-D4CFC81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870" y="26368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8" name="path-2505">
            <a:extLst xmlns:a="http://schemas.openxmlformats.org/drawingml/2006/main">
              <a:ext uri="{FF2B5EF4-FFF2-40B4-BE49-F238E27FC236}">
                <a16:creationId xmlns:a16="http://schemas.microsoft.com/office/drawing/2014/main" id="{7C983FBF-A12C-4673-B58D-6DF714D3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0655" y="2628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9" name="path-2506">
            <a:extLst xmlns:a="http://schemas.openxmlformats.org/drawingml/2006/main">
              <a:ext uri="{FF2B5EF4-FFF2-40B4-BE49-F238E27FC236}">
                <a16:creationId xmlns:a16="http://schemas.microsoft.com/office/drawing/2014/main" id="{4B2C38BD-B449-478C-A14A-D35F0135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010" y="2624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0" name="path-2507">
            <a:extLst xmlns:a="http://schemas.openxmlformats.org/drawingml/2006/main">
              <a:ext uri="{FF2B5EF4-FFF2-40B4-BE49-F238E27FC236}">
                <a16:creationId xmlns:a16="http://schemas.microsoft.com/office/drawing/2014/main" id="{4FA05C3F-206F-4236-9782-2B2B21AB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518" y="26288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1" name="path-2508">
            <a:extLst xmlns:a="http://schemas.openxmlformats.org/drawingml/2006/main">
              <a:ext uri="{FF2B5EF4-FFF2-40B4-BE49-F238E27FC236}">
                <a16:creationId xmlns:a16="http://schemas.microsoft.com/office/drawing/2014/main" id="{B491E64C-A564-4034-B07B-C9F8B58C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799" y="2644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2" name="path-2509">
            <a:extLst xmlns:a="http://schemas.openxmlformats.org/drawingml/2006/main">
              <a:ext uri="{FF2B5EF4-FFF2-40B4-BE49-F238E27FC236}">
                <a16:creationId xmlns:a16="http://schemas.microsoft.com/office/drawing/2014/main" id="{0964B8A4-14C1-46EF-AECD-EB869A4A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864" y="2640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3" name="path-2510">
            <a:extLst xmlns:a="http://schemas.openxmlformats.org/drawingml/2006/main">
              <a:ext uri="{FF2B5EF4-FFF2-40B4-BE49-F238E27FC236}">
                <a16:creationId xmlns:a16="http://schemas.microsoft.com/office/drawing/2014/main" id="{355FA208-28E1-4B2B-9D91-CB5EC25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673" y="26379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4" name="path-2511">
            <a:extLst xmlns:a="http://schemas.openxmlformats.org/drawingml/2006/main">
              <a:ext uri="{FF2B5EF4-FFF2-40B4-BE49-F238E27FC236}">
                <a16:creationId xmlns:a16="http://schemas.microsoft.com/office/drawing/2014/main" id="{19432C1A-0CAD-4050-A6B3-E39373E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159" y="2656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5" name="path-2512">
            <a:extLst xmlns:a="http://schemas.openxmlformats.org/drawingml/2006/main">
              <a:ext uri="{FF2B5EF4-FFF2-40B4-BE49-F238E27FC236}">
                <a16:creationId xmlns:a16="http://schemas.microsoft.com/office/drawing/2014/main" id="{E28DD60E-89C6-4B2A-83E7-E265F2F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005" y="2660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6" name="path-2513">
            <a:extLst xmlns:a="http://schemas.openxmlformats.org/drawingml/2006/main">
              <a:ext uri="{FF2B5EF4-FFF2-40B4-BE49-F238E27FC236}">
                <a16:creationId xmlns:a16="http://schemas.microsoft.com/office/drawing/2014/main" id="{7477609D-FC5D-4D27-A55F-13583BEC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82" y="2642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7" name="path-2514">
            <a:extLst xmlns:a="http://schemas.openxmlformats.org/drawingml/2006/main">
              <a:ext uri="{FF2B5EF4-FFF2-40B4-BE49-F238E27FC236}">
                <a16:creationId xmlns:a16="http://schemas.microsoft.com/office/drawing/2014/main" id="{079B7C29-4F60-45D2-81C0-52E1E949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943" y="2626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8" name="path-2515">
            <a:extLst xmlns:a="http://schemas.openxmlformats.org/drawingml/2006/main">
              <a:ext uri="{FF2B5EF4-FFF2-40B4-BE49-F238E27FC236}">
                <a16:creationId xmlns:a16="http://schemas.microsoft.com/office/drawing/2014/main" id="{FD561E88-3F89-43F1-8A98-A83C01A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280" y="26250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9" name="path-2516">
            <a:extLst xmlns:a="http://schemas.openxmlformats.org/drawingml/2006/main">
              <a:ext uri="{FF2B5EF4-FFF2-40B4-BE49-F238E27FC236}">
                <a16:creationId xmlns:a16="http://schemas.microsoft.com/office/drawing/2014/main" id="{46AB59BD-6053-468F-A5A9-D5234A2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351" y="26368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0" name="path-2517">
            <a:extLst xmlns:a="http://schemas.openxmlformats.org/drawingml/2006/main">
              <a:ext uri="{FF2B5EF4-FFF2-40B4-BE49-F238E27FC236}">
                <a16:creationId xmlns:a16="http://schemas.microsoft.com/office/drawing/2014/main" id="{9C154502-704B-4F00-9760-FEF1532A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187" y="26370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1" name="path-2518">
            <a:extLst xmlns:a="http://schemas.openxmlformats.org/drawingml/2006/main">
              <a:ext uri="{FF2B5EF4-FFF2-40B4-BE49-F238E27FC236}">
                <a16:creationId xmlns:a16="http://schemas.microsoft.com/office/drawing/2014/main" id="{A7E7BC90-20D6-4D34-844E-F98153A8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591" y="2637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2" name="path-2519">
            <a:extLst xmlns:a="http://schemas.openxmlformats.org/drawingml/2006/main">
              <a:ext uri="{FF2B5EF4-FFF2-40B4-BE49-F238E27FC236}">
                <a16:creationId xmlns:a16="http://schemas.microsoft.com/office/drawing/2014/main" id="{4CBD2E44-07FC-42B9-8015-F9D6C79E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725" y="2635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3" name="path-2520">
            <a:extLst xmlns:a="http://schemas.openxmlformats.org/drawingml/2006/main">
              <a:ext uri="{FF2B5EF4-FFF2-40B4-BE49-F238E27FC236}">
                <a16:creationId xmlns:a16="http://schemas.microsoft.com/office/drawing/2014/main" id="{CD60A18E-C46A-46D5-8CA7-70FDD2B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361" y="2640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4" name="path-2521">
            <a:extLst xmlns:a="http://schemas.openxmlformats.org/drawingml/2006/main">
              <a:ext uri="{FF2B5EF4-FFF2-40B4-BE49-F238E27FC236}">
                <a16:creationId xmlns:a16="http://schemas.microsoft.com/office/drawing/2014/main" id="{C7A0D6A1-72B8-4D96-B3AC-844EE0D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990" y="26490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5" name="path-2522">
            <a:extLst xmlns:a="http://schemas.openxmlformats.org/drawingml/2006/main">
              <a:ext uri="{FF2B5EF4-FFF2-40B4-BE49-F238E27FC236}">
                <a16:creationId xmlns:a16="http://schemas.microsoft.com/office/drawing/2014/main" id="{251DBFB4-9A63-40A4-BA22-1AA8D5A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86" y="2646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6" name="path-2523">
            <a:extLst xmlns:a="http://schemas.openxmlformats.org/drawingml/2006/main">
              <a:ext uri="{FF2B5EF4-FFF2-40B4-BE49-F238E27FC236}">
                <a16:creationId xmlns:a16="http://schemas.microsoft.com/office/drawing/2014/main" id="{238248B9-B561-44A5-B8F5-2F7BC3D0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75" y="26327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7" name="path-2524">
            <a:extLst xmlns:a="http://schemas.openxmlformats.org/drawingml/2006/main">
              <a:ext uri="{FF2B5EF4-FFF2-40B4-BE49-F238E27FC236}">
                <a16:creationId xmlns:a16="http://schemas.microsoft.com/office/drawing/2014/main" id="{508EC8EF-B8BC-4FFB-9989-00DB12D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149" y="2640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8" name="path-2525">
            <a:extLst xmlns:a="http://schemas.openxmlformats.org/drawingml/2006/main">
              <a:ext uri="{FF2B5EF4-FFF2-40B4-BE49-F238E27FC236}">
                <a16:creationId xmlns:a16="http://schemas.microsoft.com/office/drawing/2014/main" id="{8C9A8422-32CD-4754-B174-41797717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535" y="2642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9" name="path-2526">
            <a:extLst xmlns:a="http://schemas.openxmlformats.org/drawingml/2006/main">
              <a:ext uri="{FF2B5EF4-FFF2-40B4-BE49-F238E27FC236}">
                <a16:creationId xmlns:a16="http://schemas.microsoft.com/office/drawing/2014/main" id="{209BDAF3-A526-42E0-A216-A1BCEF01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079" y="2638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0" name="path-2527">
            <a:extLst xmlns:a="http://schemas.openxmlformats.org/drawingml/2006/main">
              <a:ext uri="{FF2B5EF4-FFF2-40B4-BE49-F238E27FC236}">
                <a16:creationId xmlns:a16="http://schemas.microsoft.com/office/drawing/2014/main" id="{6EA9F003-68CE-450B-919F-312E53A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162" y="2633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1" name="path-2528">
            <a:extLst xmlns:a="http://schemas.openxmlformats.org/drawingml/2006/main">
              <a:ext uri="{FF2B5EF4-FFF2-40B4-BE49-F238E27FC236}">
                <a16:creationId xmlns:a16="http://schemas.microsoft.com/office/drawing/2014/main" id="{DEA0085D-6015-4B06-AB3C-B49DFC0B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673" y="26192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2" name="path-2529">
            <a:extLst xmlns:a="http://schemas.openxmlformats.org/drawingml/2006/main">
              <a:ext uri="{FF2B5EF4-FFF2-40B4-BE49-F238E27FC236}">
                <a16:creationId xmlns:a16="http://schemas.microsoft.com/office/drawing/2014/main" id="{5C97209C-0CA4-45AF-8F53-587F057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222" y="2636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3" name="path-2530">
            <a:extLst xmlns:a="http://schemas.openxmlformats.org/drawingml/2006/main">
              <a:ext uri="{FF2B5EF4-FFF2-40B4-BE49-F238E27FC236}">
                <a16:creationId xmlns:a16="http://schemas.microsoft.com/office/drawing/2014/main" id="{B0477780-E0C6-4153-84D3-AC6BC61B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365" y="2643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4" name="path-2531">
            <a:extLst xmlns:a="http://schemas.openxmlformats.org/drawingml/2006/main">
              <a:ext uri="{FF2B5EF4-FFF2-40B4-BE49-F238E27FC236}">
                <a16:creationId xmlns:a16="http://schemas.microsoft.com/office/drawing/2014/main" id="{8568796D-E138-465E-9C14-539138B4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598" y="26380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5" name="path-2532">
            <a:extLst xmlns:a="http://schemas.openxmlformats.org/drawingml/2006/main">
              <a:ext uri="{FF2B5EF4-FFF2-40B4-BE49-F238E27FC236}">
                <a16:creationId xmlns:a16="http://schemas.microsoft.com/office/drawing/2014/main" id="{EE480BD3-E6C9-4224-A9D3-3FC019B2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424" y="26406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6" name="path-2533">
            <a:extLst xmlns:a="http://schemas.openxmlformats.org/drawingml/2006/main">
              <a:ext uri="{FF2B5EF4-FFF2-40B4-BE49-F238E27FC236}">
                <a16:creationId xmlns:a16="http://schemas.microsoft.com/office/drawing/2014/main" id="{D5A70F76-1B5B-4537-832F-A4E9AD2E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437" y="2652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7" name="path-2534">
            <a:extLst xmlns:a="http://schemas.openxmlformats.org/drawingml/2006/main">
              <a:ext uri="{FF2B5EF4-FFF2-40B4-BE49-F238E27FC236}">
                <a16:creationId xmlns:a16="http://schemas.microsoft.com/office/drawing/2014/main" id="{D39BDC56-11C2-4486-808B-AE02CC30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253" y="2640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8" name="path-2535">
            <a:extLst xmlns:a="http://schemas.openxmlformats.org/drawingml/2006/main">
              <a:ext uri="{FF2B5EF4-FFF2-40B4-BE49-F238E27FC236}">
                <a16:creationId xmlns:a16="http://schemas.microsoft.com/office/drawing/2014/main" id="{FC89EF83-5123-44BF-B442-EE5E2DAC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392" y="2636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9" name="path-2536">
            <a:extLst xmlns:a="http://schemas.openxmlformats.org/drawingml/2006/main">
              <a:ext uri="{FF2B5EF4-FFF2-40B4-BE49-F238E27FC236}">
                <a16:creationId xmlns:a16="http://schemas.microsoft.com/office/drawing/2014/main" id="{4F9ECB93-4949-4F96-8E68-91AB1489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049" y="26419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0" name="path-2537">
            <a:extLst xmlns:a="http://schemas.openxmlformats.org/drawingml/2006/main">
              <a:ext uri="{FF2B5EF4-FFF2-40B4-BE49-F238E27FC236}">
                <a16:creationId xmlns:a16="http://schemas.microsoft.com/office/drawing/2014/main" id="{4C80C0E2-FA3D-4D34-9C02-35DD4DBB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640" y="26435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1" name="path-2538">
            <a:extLst xmlns:a="http://schemas.openxmlformats.org/drawingml/2006/main">
              <a:ext uri="{FF2B5EF4-FFF2-40B4-BE49-F238E27FC236}">
                <a16:creationId xmlns:a16="http://schemas.microsoft.com/office/drawing/2014/main" id="{12FC246F-1871-4261-9BAF-41171FB3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8972" y="2644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2" name="path-2539">
            <a:extLst xmlns:a="http://schemas.openxmlformats.org/drawingml/2006/main">
              <a:ext uri="{FF2B5EF4-FFF2-40B4-BE49-F238E27FC236}">
                <a16:creationId xmlns:a16="http://schemas.microsoft.com/office/drawing/2014/main" id="{1184E232-2CF1-4AB1-A2CB-5048DC7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422" y="2630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3" name="path-2540">
            <a:extLst xmlns:a="http://schemas.openxmlformats.org/drawingml/2006/main">
              <a:ext uri="{FF2B5EF4-FFF2-40B4-BE49-F238E27FC236}">
                <a16:creationId xmlns:a16="http://schemas.microsoft.com/office/drawing/2014/main" id="{4D7240C3-C48D-4807-9A34-F09A5B0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664" y="2632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4" name="path-2541">
            <a:extLst xmlns:a="http://schemas.openxmlformats.org/drawingml/2006/main">
              <a:ext uri="{FF2B5EF4-FFF2-40B4-BE49-F238E27FC236}">
                <a16:creationId xmlns:a16="http://schemas.microsoft.com/office/drawing/2014/main" id="{0B948D2E-9062-42BA-AA0A-3ED4CD4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70" y="26184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5" name="path-2542">
            <a:extLst xmlns:a="http://schemas.openxmlformats.org/drawingml/2006/main">
              <a:ext uri="{FF2B5EF4-FFF2-40B4-BE49-F238E27FC236}">
                <a16:creationId xmlns:a16="http://schemas.microsoft.com/office/drawing/2014/main" id="{BAF6135C-9739-4683-B353-A26A6A13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619" y="2640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6" name="path-2543">
            <a:extLst xmlns:a="http://schemas.openxmlformats.org/drawingml/2006/main">
              <a:ext uri="{FF2B5EF4-FFF2-40B4-BE49-F238E27FC236}">
                <a16:creationId xmlns:a16="http://schemas.microsoft.com/office/drawing/2014/main" id="{8CD0ADA6-8F03-432A-B09E-1829FB7E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299" y="26197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7" name="path-2544">
            <a:extLst xmlns:a="http://schemas.openxmlformats.org/drawingml/2006/main">
              <a:ext uri="{FF2B5EF4-FFF2-40B4-BE49-F238E27FC236}">
                <a16:creationId xmlns:a16="http://schemas.microsoft.com/office/drawing/2014/main" id="{E38F1CE2-7DD8-41C9-B93C-6CD4133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851" y="26431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8" name="path-2545">
            <a:extLst xmlns:a="http://schemas.openxmlformats.org/drawingml/2006/main">
              <a:ext uri="{FF2B5EF4-FFF2-40B4-BE49-F238E27FC236}">
                <a16:creationId xmlns:a16="http://schemas.microsoft.com/office/drawing/2014/main" id="{8C482763-E97C-4B6C-A292-58B34AA0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659" y="2635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9" name="path-2546">
            <a:extLst xmlns:a="http://schemas.openxmlformats.org/drawingml/2006/main">
              <a:ext uri="{FF2B5EF4-FFF2-40B4-BE49-F238E27FC236}">
                <a16:creationId xmlns:a16="http://schemas.microsoft.com/office/drawing/2014/main" id="{DFEC19B5-1A6A-41E6-9657-C813CE5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82" y="26351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0" name="path-2547">
            <a:extLst xmlns:a="http://schemas.openxmlformats.org/drawingml/2006/main">
              <a:ext uri="{FF2B5EF4-FFF2-40B4-BE49-F238E27FC236}">
                <a16:creationId xmlns:a16="http://schemas.microsoft.com/office/drawing/2014/main" id="{87E43F3F-DF08-4ED1-918D-C45075B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155" y="2636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1" name="path-2548">
            <a:extLst xmlns:a="http://schemas.openxmlformats.org/drawingml/2006/main">
              <a:ext uri="{FF2B5EF4-FFF2-40B4-BE49-F238E27FC236}">
                <a16:creationId xmlns:a16="http://schemas.microsoft.com/office/drawing/2014/main" id="{BE3BBFF2-A9B0-4F66-B55D-F5C53792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6549" y="26381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2" name="path-2549">
            <a:extLst xmlns:a="http://schemas.openxmlformats.org/drawingml/2006/main">
              <a:ext uri="{FF2B5EF4-FFF2-40B4-BE49-F238E27FC236}">
                <a16:creationId xmlns:a16="http://schemas.microsoft.com/office/drawing/2014/main" id="{D2060328-E7A0-45DC-9E91-998D6AA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46" y="26337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3" name="path-2550">
            <a:extLst xmlns:a="http://schemas.openxmlformats.org/drawingml/2006/main">
              <a:ext uri="{FF2B5EF4-FFF2-40B4-BE49-F238E27FC236}">
                <a16:creationId xmlns:a16="http://schemas.microsoft.com/office/drawing/2014/main" id="{9773F0F5-13F2-4812-A88C-87E0E5B7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038" y="2638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4" name="path-2551">
            <a:extLst xmlns:a="http://schemas.openxmlformats.org/drawingml/2006/main">
              <a:ext uri="{FF2B5EF4-FFF2-40B4-BE49-F238E27FC236}">
                <a16:creationId xmlns:a16="http://schemas.microsoft.com/office/drawing/2014/main" id="{5645FD09-12E4-434F-8837-3BEF2028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386" y="2654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5" name="path-2552">
            <a:extLst xmlns:a="http://schemas.openxmlformats.org/drawingml/2006/main">
              <a:ext uri="{FF2B5EF4-FFF2-40B4-BE49-F238E27FC236}">
                <a16:creationId xmlns:a16="http://schemas.microsoft.com/office/drawing/2014/main" id="{EB93BA7B-37F8-401C-8F38-D6DDB017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526" y="2640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6" name="path-2553">
            <a:extLst xmlns:a="http://schemas.openxmlformats.org/drawingml/2006/main">
              <a:ext uri="{FF2B5EF4-FFF2-40B4-BE49-F238E27FC236}">
                <a16:creationId xmlns:a16="http://schemas.microsoft.com/office/drawing/2014/main" id="{F09086EC-E227-4A3D-BD2F-73487C4D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81" y="26339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7" name="path-2554">
            <a:extLst xmlns:a="http://schemas.openxmlformats.org/drawingml/2006/main">
              <a:ext uri="{FF2B5EF4-FFF2-40B4-BE49-F238E27FC236}">
                <a16:creationId xmlns:a16="http://schemas.microsoft.com/office/drawing/2014/main" id="{0C90A4D7-1B6F-4794-82A4-22F190B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180" y="2624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8" name="path-2555">
            <a:extLst xmlns:a="http://schemas.openxmlformats.org/drawingml/2006/main">
              <a:ext uri="{FF2B5EF4-FFF2-40B4-BE49-F238E27FC236}">
                <a16:creationId xmlns:a16="http://schemas.microsoft.com/office/drawing/2014/main" id="{F02D1DC5-DA01-4F93-B0B1-6F6E0307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635" y="2638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9" name="path-2556">
            <a:extLst xmlns:a="http://schemas.openxmlformats.org/drawingml/2006/main">
              <a:ext uri="{FF2B5EF4-FFF2-40B4-BE49-F238E27FC236}">
                <a16:creationId xmlns:a16="http://schemas.microsoft.com/office/drawing/2014/main" id="{FE1C1BDD-42AC-4ABD-A9CC-C49CDBB8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811" y="2633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0" name="path-2557">
            <a:extLst xmlns:a="http://schemas.openxmlformats.org/drawingml/2006/main">
              <a:ext uri="{FF2B5EF4-FFF2-40B4-BE49-F238E27FC236}">
                <a16:creationId xmlns:a16="http://schemas.microsoft.com/office/drawing/2014/main" id="{1243507C-3574-4B12-894D-6271253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763" y="2638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1" name="path-2558">
            <a:extLst xmlns:a="http://schemas.openxmlformats.org/drawingml/2006/main">
              <a:ext uri="{FF2B5EF4-FFF2-40B4-BE49-F238E27FC236}">
                <a16:creationId xmlns:a16="http://schemas.microsoft.com/office/drawing/2014/main" id="{4F5E8F17-B2EA-4DAA-A075-4BBACD2C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016" y="2631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2" name="path-2559">
            <a:extLst xmlns:a="http://schemas.openxmlformats.org/drawingml/2006/main">
              <a:ext uri="{FF2B5EF4-FFF2-40B4-BE49-F238E27FC236}">
                <a16:creationId xmlns:a16="http://schemas.microsoft.com/office/drawing/2014/main" id="{FBDBE49D-20C7-46EB-AEF4-DC6E04E3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179" y="26564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3" name="path-2560">
            <a:extLst xmlns:a="http://schemas.openxmlformats.org/drawingml/2006/main">
              <a:ext uri="{FF2B5EF4-FFF2-40B4-BE49-F238E27FC236}">
                <a16:creationId xmlns:a16="http://schemas.microsoft.com/office/drawing/2014/main" id="{BE4FD4C0-D887-4DAE-9CA4-815E389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184" y="263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4" name="path-2561">
            <a:extLst xmlns:a="http://schemas.openxmlformats.org/drawingml/2006/main">
              <a:ext uri="{FF2B5EF4-FFF2-40B4-BE49-F238E27FC236}">
                <a16:creationId xmlns:a16="http://schemas.microsoft.com/office/drawing/2014/main" id="{C505CCA8-4A0A-4C43-B2E3-9D16035C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404" y="26328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5" name="path-2562">
            <a:extLst xmlns:a="http://schemas.openxmlformats.org/drawingml/2006/main">
              <a:ext uri="{FF2B5EF4-FFF2-40B4-BE49-F238E27FC236}">
                <a16:creationId xmlns:a16="http://schemas.microsoft.com/office/drawing/2014/main" id="{725374AD-FDCA-4F57-8FA0-3072D46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930" y="2613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6" name="path-2563">
            <a:extLst xmlns:a="http://schemas.openxmlformats.org/drawingml/2006/main">
              <a:ext uri="{FF2B5EF4-FFF2-40B4-BE49-F238E27FC236}">
                <a16:creationId xmlns:a16="http://schemas.microsoft.com/office/drawing/2014/main" id="{B76B618D-3514-4766-B026-78A01A7A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553" y="26471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7" name="path-2564">
            <a:extLst xmlns:a="http://schemas.openxmlformats.org/drawingml/2006/main">
              <a:ext uri="{FF2B5EF4-FFF2-40B4-BE49-F238E27FC236}">
                <a16:creationId xmlns:a16="http://schemas.microsoft.com/office/drawing/2014/main" id="{78894CA6-A939-4F2F-AF8F-10669830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636" y="2642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8" name="path-2565">
            <a:extLst xmlns:a="http://schemas.openxmlformats.org/drawingml/2006/main">
              <a:ext uri="{FF2B5EF4-FFF2-40B4-BE49-F238E27FC236}">
                <a16:creationId xmlns:a16="http://schemas.microsoft.com/office/drawing/2014/main" id="{8E9C8615-B183-4730-923F-F61A2AA6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980" y="2640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9" name="path-2566">
            <a:extLst xmlns:a="http://schemas.openxmlformats.org/drawingml/2006/main">
              <a:ext uri="{FF2B5EF4-FFF2-40B4-BE49-F238E27FC236}">
                <a16:creationId xmlns:a16="http://schemas.microsoft.com/office/drawing/2014/main" id="{335ECE06-7CEF-40DA-9B7E-A5ABC6D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003" y="2633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0" name="path-2567">
            <a:extLst xmlns:a="http://schemas.openxmlformats.org/drawingml/2006/main">
              <a:ext uri="{FF2B5EF4-FFF2-40B4-BE49-F238E27FC236}">
                <a16:creationId xmlns:a16="http://schemas.microsoft.com/office/drawing/2014/main" id="{6BDD475F-DFFF-4EA5-A09E-CBC92C04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566" y="26335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1" name="path-2568">
            <a:extLst xmlns:a="http://schemas.openxmlformats.org/drawingml/2006/main">
              <a:ext uri="{FF2B5EF4-FFF2-40B4-BE49-F238E27FC236}">
                <a16:creationId xmlns:a16="http://schemas.microsoft.com/office/drawing/2014/main" id="{A94891AC-DEB5-4B9A-A02C-E141531B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198" y="2628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2" name="path-2569">
            <a:extLst xmlns:a="http://schemas.openxmlformats.org/drawingml/2006/main">
              <a:ext uri="{FF2B5EF4-FFF2-40B4-BE49-F238E27FC236}">
                <a16:creationId xmlns:a16="http://schemas.microsoft.com/office/drawing/2014/main" id="{70EA97AE-880F-44D9-82AB-E041C680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212" y="26444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3" name="path-2570">
            <a:extLst xmlns:a="http://schemas.openxmlformats.org/drawingml/2006/main">
              <a:ext uri="{FF2B5EF4-FFF2-40B4-BE49-F238E27FC236}">
                <a16:creationId xmlns:a16="http://schemas.microsoft.com/office/drawing/2014/main" id="{0C7E5084-839C-4C6F-85CC-8A43120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185" y="25997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4" name="path-2571">
            <a:extLst xmlns:a="http://schemas.openxmlformats.org/drawingml/2006/main">
              <a:ext uri="{FF2B5EF4-FFF2-40B4-BE49-F238E27FC236}">
                <a16:creationId xmlns:a16="http://schemas.microsoft.com/office/drawing/2014/main" id="{09020C34-3BAC-4F40-B87B-C1D19CD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933" y="2640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5" name="path-2572">
            <a:extLst xmlns:a="http://schemas.openxmlformats.org/drawingml/2006/main">
              <a:ext uri="{FF2B5EF4-FFF2-40B4-BE49-F238E27FC236}">
                <a16:creationId xmlns:a16="http://schemas.microsoft.com/office/drawing/2014/main" id="{54B88F8B-131C-4445-B38F-9C270CB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18" y="2644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6" name="path-2573">
            <a:extLst xmlns:a="http://schemas.openxmlformats.org/drawingml/2006/main">
              <a:ext uri="{FF2B5EF4-FFF2-40B4-BE49-F238E27FC236}">
                <a16:creationId xmlns:a16="http://schemas.microsoft.com/office/drawing/2014/main" id="{CA9622D5-10BE-40F1-995B-25C1FFE9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365" y="26584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7" name="path-2574">
            <a:extLst xmlns:a="http://schemas.openxmlformats.org/drawingml/2006/main">
              <a:ext uri="{FF2B5EF4-FFF2-40B4-BE49-F238E27FC236}">
                <a16:creationId xmlns:a16="http://schemas.microsoft.com/office/drawing/2014/main" id="{81AC6C99-052C-4798-9505-9057C6C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312" y="2643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8" name="path-2575">
            <a:extLst xmlns:a="http://schemas.openxmlformats.org/drawingml/2006/main">
              <a:ext uri="{FF2B5EF4-FFF2-40B4-BE49-F238E27FC236}">
                <a16:creationId xmlns:a16="http://schemas.microsoft.com/office/drawing/2014/main" id="{4239DC9A-293E-46D8-A65E-77EEE687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13" y="2636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9" name="path-2576">
            <a:extLst xmlns:a="http://schemas.openxmlformats.org/drawingml/2006/main">
              <a:ext uri="{FF2B5EF4-FFF2-40B4-BE49-F238E27FC236}">
                <a16:creationId xmlns:a16="http://schemas.microsoft.com/office/drawing/2014/main" id="{CC2D8BBF-93A2-4B46-AECE-38CD3AA9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322" y="2637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0" name="path-2577">
            <a:extLst xmlns:a="http://schemas.openxmlformats.org/drawingml/2006/main">
              <a:ext uri="{FF2B5EF4-FFF2-40B4-BE49-F238E27FC236}">
                <a16:creationId xmlns:a16="http://schemas.microsoft.com/office/drawing/2014/main" id="{B624EA11-8A1C-4A58-BC3E-29C3150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965" y="2637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1" name="path-2578">
            <a:extLst xmlns:a="http://schemas.openxmlformats.org/drawingml/2006/main">
              <a:ext uri="{FF2B5EF4-FFF2-40B4-BE49-F238E27FC236}">
                <a16:creationId xmlns:a16="http://schemas.microsoft.com/office/drawing/2014/main" id="{AA491A32-7060-4242-AA2B-9D40EEE0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615" y="26359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2" name="path-2579">
            <a:extLst xmlns:a="http://schemas.openxmlformats.org/drawingml/2006/main">
              <a:ext uri="{FF2B5EF4-FFF2-40B4-BE49-F238E27FC236}">
                <a16:creationId xmlns:a16="http://schemas.microsoft.com/office/drawing/2014/main" id="{C94831E4-B075-4199-AF85-8E42162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1880" y="26263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3" name="path-2580">
            <a:extLst xmlns:a="http://schemas.openxmlformats.org/drawingml/2006/main">
              <a:ext uri="{FF2B5EF4-FFF2-40B4-BE49-F238E27FC236}">
                <a16:creationId xmlns:a16="http://schemas.microsoft.com/office/drawing/2014/main" id="{AC8D0088-1720-4AFD-B115-2F614D04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674" y="26361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4" name="path-2581">
            <a:extLst xmlns:a="http://schemas.openxmlformats.org/drawingml/2006/main">
              <a:ext uri="{FF2B5EF4-FFF2-40B4-BE49-F238E27FC236}">
                <a16:creationId xmlns:a16="http://schemas.microsoft.com/office/drawing/2014/main" id="{50C9E300-0F67-44A8-9171-E7D4B6D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142" y="26382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5" name="path-2582">
            <a:extLst xmlns:a="http://schemas.openxmlformats.org/drawingml/2006/main">
              <a:ext uri="{FF2B5EF4-FFF2-40B4-BE49-F238E27FC236}">
                <a16:creationId xmlns:a16="http://schemas.microsoft.com/office/drawing/2014/main" id="{1239A224-6397-4BBE-9DA1-0250D42C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335" y="26382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6" name="path-2583">
            <a:extLst xmlns:a="http://schemas.openxmlformats.org/drawingml/2006/main">
              <a:ext uri="{FF2B5EF4-FFF2-40B4-BE49-F238E27FC236}">
                <a16:creationId xmlns:a16="http://schemas.microsoft.com/office/drawing/2014/main" id="{90128A92-5BE1-4628-AA99-8A7B72F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935" y="2640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7" name="path-2584">
            <a:extLst xmlns:a="http://schemas.openxmlformats.org/drawingml/2006/main">
              <a:ext uri="{FF2B5EF4-FFF2-40B4-BE49-F238E27FC236}">
                <a16:creationId xmlns:a16="http://schemas.microsoft.com/office/drawing/2014/main" id="{14ADAB29-B768-4581-9C80-E63BBC0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208" y="2624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8" name="path-2585">
            <a:extLst xmlns:a="http://schemas.openxmlformats.org/drawingml/2006/main">
              <a:ext uri="{FF2B5EF4-FFF2-40B4-BE49-F238E27FC236}">
                <a16:creationId xmlns:a16="http://schemas.microsoft.com/office/drawing/2014/main" id="{CD51E897-A7FF-4E51-A9EC-E1E8F5CC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809" y="26354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9" name="path-2586">
            <a:extLst xmlns:a="http://schemas.openxmlformats.org/drawingml/2006/main">
              <a:ext uri="{FF2B5EF4-FFF2-40B4-BE49-F238E27FC236}">
                <a16:creationId xmlns:a16="http://schemas.microsoft.com/office/drawing/2014/main" id="{0F702E4F-FCF0-4903-8C26-B5D75AC4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808" y="2632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0" name="path-2587">
            <a:extLst xmlns:a="http://schemas.openxmlformats.org/drawingml/2006/main">
              <a:ext uri="{FF2B5EF4-FFF2-40B4-BE49-F238E27FC236}">
                <a16:creationId xmlns:a16="http://schemas.microsoft.com/office/drawing/2014/main" id="{2518C74F-0019-467A-9F31-F1C6137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362" y="26355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1" name="path-2588">
            <a:extLst xmlns:a="http://schemas.openxmlformats.org/drawingml/2006/main">
              <a:ext uri="{FF2B5EF4-FFF2-40B4-BE49-F238E27FC236}">
                <a16:creationId xmlns:a16="http://schemas.microsoft.com/office/drawing/2014/main" id="{BF83D2D4-37F2-4814-875D-3176F6C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645" y="2642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2" name="path-2589">
            <a:extLst xmlns:a="http://schemas.openxmlformats.org/drawingml/2006/main">
              <a:ext uri="{FF2B5EF4-FFF2-40B4-BE49-F238E27FC236}">
                <a16:creationId xmlns:a16="http://schemas.microsoft.com/office/drawing/2014/main" id="{77B0AEE0-59C9-4A27-B53E-1C7C1FCE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790" y="2634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3" name="path-2590">
            <a:extLst xmlns:a="http://schemas.openxmlformats.org/drawingml/2006/main">
              <a:ext uri="{FF2B5EF4-FFF2-40B4-BE49-F238E27FC236}">
                <a16:creationId xmlns:a16="http://schemas.microsoft.com/office/drawing/2014/main" id="{5A27C714-01F1-419A-AC34-FE2E54C8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8222" y="2614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4" name="path-2591">
            <a:extLst xmlns:a="http://schemas.openxmlformats.org/drawingml/2006/main">
              <a:ext uri="{FF2B5EF4-FFF2-40B4-BE49-F238E27FC236}">
                <a16:creationId xmlns:a16="http://schemas.microsoft.com/office/drawing/2014/main" id="{864FFA53-8970-49C8-992C-766CA58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0225" y="2625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5" name="path-2592">
            <a:extLst xmlns:a="http://schemas.openxmlformats.org/drawingml/2006/main">
              <a:ext uri="{FF2B5EF4-FFF2-40B4-BE49-F238E27FC236}">
                <a16:creationId xmlns:a16="http://schemas.microsoft.com/office/drawing/2014/main" id="{A39E0CD3-A63E-43BF-8AC7-BFADE68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498" y="2635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6" name="path-2593">
            <a:extLst xmlns:a="http://schemas.openxmlformats.org/drawingml/2006/main">
              <a:ext uri="{FF2B5EF4-FFF2-40B4-BE49-F238E27FC236}">
                <a16:creationId xmlns:a16="http://schemas.microsoft.com/office/drawing/2014/main" id="{D187335C-04D9-4A6B-A6EA-16C10E6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404" y="26400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7" name="path-2594">
            <a:extLst xmlns:a="http://schemas.openxmlformats.org/drawingml/2006/main">
              <a:ext uri="{FF2B5EF4-FFF2-40B4-BE49-F238E27FC236}">
                <a16:creationId xmlns:a16="http://schemas.microsoft.com/office/drawing/2014/main" id="{104B720D-DA62-4BE9-8943-D0B4449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538" y="2638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8" name="path-2595">
            <a:extLst xmlns:a="http://schemas.openxmlformats.org/drawingml/2006/main">
              <a:ext uri="{FF2B5EF4-FFF2-40B4-BE49-F238E27FC236}">
                <a16:creationId xmlns:a16="http://schemas.microsoft.com/office/drawing/2014/main" id="{37F2FA09-5BDF-4E7C-BE40-374FE806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506" y="26613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9" name="path-2596">
            <a:extLst xmlns:a="http://schemas.openxmlformats.org/drawingml/2006/main">
              <a:ext uri="{FF2B5EF4-FFF2-40B4-BE49-F238E27FC236}">
                <a16:creationId xmlns:a16="http://schemas.microsoft.com/office/drawing/2014/main" id="{E7384E50-240B-4F57-89D5-426BDE1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197" y="2628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0" name="path-2597">
            <a:extLst xmlns:a="http://schemas.openxmlformats.org/drawingml/2006/main">
              <a:ext uri="{FF2B5EF4-FFF2-40B4-BE49-F238E27FC236}">
                <a16:creationId xmlns:a16="http://schemas.microsoft.com/office/drawing/2014/main" id="{AF55CCB4-0C51-47D7-8E8B-C4DC718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710" y="2659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1" name="path-2598">
            <a:extLst xmlns:a="http://schemas.openxmlformats.org/drawingml/2006/main">
              <a:ext uri="{FF2B5EF4-FFF2-40B4-BE49-F238E27FC236}">
                <a16:creationId xmlns:a16="http://schemas.microsoft.com/office/drawing/2014/main" id="{336AA9AD-5216-4FA1-B646-AE3CB5D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726" y="2640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2" name="path-2599">
            <a:extLst xmlns:a="http://schemas.openxmlformats.org/drawingml/2006/main">
              <a:ext uri="{FF2B5EF4-FFF2-40B4-BE49-F238E27FC236}">
                <a16:creationId xmlns:a16="http://schemas.microsoft.com/office/drawing/2014/main" id="{0B53CF96-8007-48BC-B2F7-1DF85FC5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688" y="2635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3" name="path-2600">
            <a:extLst xmlns:a="http://schemas.openxmlformats.org/drawingml/2006/main">
              <a:ext uri="{FF2B5EF4-FFF2-40B4-BE49-F238E27FC236}">
                <a16:creationId xmlns:a16="http://schemas.microsoft.com/office/drawing/2014/main" id="{132E55CF-DE4C-4BCF-9F20-D02F77C8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312" y="26448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4" name="path-2601">
            <a:extLst xmlns:a="http://schemas.openxmlformats.org/drawingml/2006/main">
              <a:ext uri="{FF2B5EF4-FFF2-40B4-BE49-F238E27FC236}">
                <a16:creationId xmlns:a16="http://schemas.microsoft.com/office/drawing/2014/main" id="{E711E4B9-D4B5-432C-A916-4B455FB9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162" y="2637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5" name="path-2602">
            <a:extLst xmlns:a="http://schemas.openxmlformats.org/drawingml/2006/main">
              <a:ext uri="{FF2B5EF4-FFF2-40B4-BE49-F238E27FC236}">
                <a16:creationId xmlns:a16="http://schemas.microsoft.com/office/drawing/2014/main" id="{BEF2BD74-7847-46B5-BB34-A15B1F1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431" y="2639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6" name="path-2603">
            <a:extLst xmlns:a="http://schemas.openxmlformats.org/drawingml/2006/main">
              <a:ext uri="{FF2B5EF4-FFF2-40B4-BE49-F238E27FC236}">
                <a16:creationId xmlns:a16="http://schemas.microsoft.com/office/drawing/2014/main" id="{9DB6F52E-AE55-4F35-BB67-C4174CB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674" y="2624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7" name="path-2604">
            <a:extLst xmlns:a="http://schemas.openxmlformats.org/drawingml/2006/main">
              <a:ext uri="{FF2B5EF4-FFF2-40B4-BE49-F238E27FC236}">
                <a16:creationId xmlns:a16="http://schemas.microsoft.com/office/drawing/2014/main" id="{B9C013A1-BAEB-440B-A3CB-934F4411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62" y="26446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8" name="path-2605">
            <a:extLst xmlns:a="http://schemas.openxmlformats.org/drawingml/2006/main">
              <a:ext uri="{FF2B5EF4-FFF2-40B4-BE49-F238E27FC236}">
                <a16:creationId xmlns:a16="http://schemas.microsoft.com/office/drawing/2014/main" id="{340B3DC3-1406-4B9C-B625-8F57D26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798" y="26434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9" name="path-2606">
            <a:extLst xmlns:a="http://schemas.openxmlformats.org/drawingml/2006/main">
              <a:ext uri="{FF2B5EF4-FFF2-40B4-BE49-F238E27FC236}">
                <a16:creationId xmlns:a16="http://schemas.microsoft.com/office/drawing/2014/main" id="{322B0189-D7F5-44F3-82B1-5706670A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246" y="26458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0" name="path-2607">
            <a:extLst xmlns:a="http://schemas.openxmlformats.org/drawingml/2006/main">
              <a:ext uri="{FF2B5EF4-FFF2-40B4-BE49-F238E27FC236}">
                <a16:creationId xmlns:a16="http://schemas.microsoft.com/office/drawing/2014/main" id="{2650910E-D9D7-46C5-B505-B32CA337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193" y="26296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1" name="path-2608">
            <a:extLst xmlns:a="http://schemas.openxmlformats.org/drawingml/2006/main">
              <a:ext uri="{FF2B5EF4-FFF2-40B4-BE49-F238E27FC236}">
                <a16:creationId xmlns:a16="http://schemas.microsoft.com/office/drawing/2014/main" id="{377B8C4D-1410-4CBA-8502-8080F0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432" y="2640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2" name="path-2609">
            <a:extLst xmlns:a="http://schemas.openxmlformats.org/drawingml/2006/main">
              <a:ext uri="{FF2B5EF4-FFF2-40B4-BE49-F238E27FC236}">
                <a16:creationId xmlns:a16="http://schemas.microsoft.com/office/drawing/2014/main" id="{792ED99A-F544-47DF-9EAF-F069CC9B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625" y="2620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3" name="path-2610">
            <a:extLst xmlns:a="http://schemas.openxmlformats.org/drawingml/2006/main">
              <a:ext uri="{FF2B5EF4-FFF2-40B4-BE49-F238E27FC236}">
                <a16:creationId xmlns:a16="http://schemas.microsoft.com/office/drawing/2014/main" id="{D5E97EA8-CC8D-49BC-B64F-3A23BA9F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516" y="2637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4" name="path-2611">
            <a:extLst xmlns:a="http://schemas.openxmlformats.org/drawingml/2006/main">
              <a:ext uri="{FF2B5EF4-FFF2-40B4-BE49-F238E27FC236}">
                <a16:creationId xmlns:a16="http://schemas.microsoft.com/office/drawing/2014/main" id="{D629FC97-7C3E-42CD-AB2D-6CB9E8E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86" y="2642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5" name="path-2612">
            <a:extLst xmlns:a="http://schemas.openxmlformats.org/drawingml/2006/main">
              <a:ext uri="{FF2B5EF4-FFF2-40B4-BE49-F238E27FC236}">
                <a16:creationId xmlns:a16="http://schemas.microsoft.com/office/drawing/2014/main" id="{84488CB8-555F-4D97-92D4-A949E284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838" y="2643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6" name="path-2613">
            <a:extLst xmlns:a="http://schemas.openxmlformats.org/drawingml/2006/main">
              <a:ext uri="{FF2B5EF4-FFF2-40B4-BE49-F238E27FC236}">
                <a16:creationId xmlns:a16="http://schemas.microsoft.com/office/drawing/2014/main" id="{81897BD1-C55E-4BD6-A031-77245D9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256" y="2634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7" name="path-2614">
            <a:extLst xmlns:a="http://schemas.openxmlformats.org/drawingml/2006/main">
              <a:ext uri="{FF2B5EF4-FFF2-40B4-BE49-F238E27FC236}">
                <a16:creationId xmlns:a16="http://schemas.microsoft.com/office/drawing/2014/main" id="{1F4D0A69-CFCD-4540-B7F2-998117FD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649" y="26492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8" name="path-2615">
            <a:extLst xmlns:a="http://schemas.openxmlformats.org/drawingml/2006/main">
              <a:ext uri="{FF2B5EF4-FFF2-40B4-BE49-F238E27FC236}">
                <a16:creationId xmlns:a16="http://schemas.microsoft.com/office/drawing/2014/main" id="{9396B768-14EC-4167-A5C6-6681AC5A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739" y="2649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9" name="path-2616">
            <a:extLst xmlns:a="http://schemas.openxmlformats.org/drawingml/2006/main">
              <a:ext uri="{FF2B5EF4-FFF2-40B4-BE49-F238E27FC236}">
                <a16:creationId xmlns:a16="http://schemas.microsoft.com/office/drawing/2014/main" id="{75FA6261-B3BD-4296-9E9A-0510B8E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088" y="26360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0" name="path-2617">
            <a:extLst xmlns:a="http://schemas.openxmlformats.org/drawingml/2006/main">
              <a:ext uri="{FF2B5EF4-FFF2-40B4-BE49-F238E27FC236}">
                <a16:creationId xmlns:a16="http://schemas.microsoft.com/office/drawing/2014/main" id="{01252CFC-8AAA-440D-815B-54EAF8F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8124" y="2621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1" name="path-2618">
            <a:extLst xmlns:a="http://schemas.openxmlformats.org/drawingml/2006/main">
              <a:ext uri="{FF2B5EF4-FFF2-40B4-BE49-F238E27FC236}">
                <a16:creationId xmlns:a16="http://schemas.microsoft.com/office/drawing/2014/main" id="{141B856E-C579-40D7-9500-B05E0F7A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329" y="2634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2" name="path-2619">
            <a:extLst xmlns:a="http://schemas.openxmlformats.org/drawingml/2006/main">
              <a:ext uri="{FF2B5EF4-FFF2-40B4-BE49-F238E27FC236}">
                <a16:creationId xmlns:a16="http://schemas.microsoft.com/office/drawing/2014/main" id="{849AC352-FEE5-4D9F-A27A-B48C863F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814" y="2656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3" name="path-2620">
            <a:extLst xmlns:a="http://schemas.openxmlformats.org/drawingml/2006/main">
              <a:ext uri="{FF2B5EF4-FFF2-40B4-BE49-F238E27FC236}">
                <a16:creationId xmlns:a16="http://schemas.microsoft.com/office/drawing/2014/main" id="{39A9CF1A-A385-4D22-99AB-6EA06DA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817" y="2627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4" name="path-2621">
            <a:extLst xmlns:a="http://schemas.openxmlformats.org/drawingml/2006/main">
              <a:ext uri="{FF2B5EF4-FFF2-40B4-BE49-F238E27FC236}">
                <a16:creationId xmlns:a16="http://schemas.microsoft.com/office/drawing/2014/main" id="{1A1F15A7-3B06-4EE2-8FA5-E79E906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716" y="26387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5" name="path-2622">
            <a:extLst xmlns:a="http://schemas.openxmlformats.org/drawingml/2006/main">
              <a:ext uri="{FF2B5EF4-FFF2-40B4-BE49-F238E27FC236}">
                <a16:creationId xmlns:a16="http://schemas.microsoft.com/office/drawing/2014/main" id="{0B5C7C02-6413-4B3E-8204-9B8F75C9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595" y="2647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6" name="path-2623">
            <a:extLst xmlns:a="http://schemas.openxmlformats.org/drawingml/2006/main">
              <a:ext uri="{FF2B5EF4-FFF2-40B4-BE49-F238E27FC236}">
                <a16:creationId xmlns:a16="http://schemas.microsoft.com/office/drawing/2014/main" id="{8CBAD9F2-F5EC-41DD-88D6-F9876838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534" y="26343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7" name="path-2624">
            <a:extLst xmlns:a="http://schemas.openxmlformats.org/drawingml/2006/main">
              <a:ext uri="{FF2B5EF4-FFF2-40B4-BE49-F238E27FC236}">
                <a16:creationId xmlns:a16="http://schemas.microsoft.com/office/drawing/2014/main" id="{7791900F-268A-4253-A20C-5BC5039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678" y="2640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8" name="path-2625">
            <a:extLst xmlns:a="http://schemas.openxmlformats.org/drawingml/2006/main">
              <a:ext uri="{FF2B5EF4-FFF2-40B4-BE49-F238E27FC236}">
                <a16:creationId xmlns:a16="http://schemas.microsoft.com/office/drawing/2014/main" id="{4A5FD3F0-5F52-49DB-A0DC-F6D4C0A0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185" y="26318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9" name="path-2626">
            <a:extLst xmlns:a="http://schemas.openxmlformats.org/drawingml/2006/main">
              <a:ext uri="{FF2B5EF4-FFF2-40B4-BE49-F238E27FC236}">
                <a16:creationId xmlns:a16="http://schemas.microsoft.com/office/drawing/2014/main" id="{F0B9E59E-C00D-47FF-AEC3-BCC13E7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787" y="26396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0" name="path-2627">
            <a:extLst xmlns:a="http://schemas.openxmlformats.org/drawingml/2006/main">
              <a:ext uri="{FF2B5EF4-FFF2-40B4-BE49-F238E27FC236}">
                <a16:creationId xmlns:a16="http://schemas.microsoft.com/office/drawing/2014/main" id="{99551250-2BE7-4FE4-8B63-544E263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907" y="2641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1" name="path-2628">
            <a:extLst xmlns:a="http://schemas.openxmlformats.org/drawingml/2006/main">
              <a:ext uri="{FF2B5EF4-FFF2-40B4-BE49-F238E27FC236}">
                <a16:creationId xmlns:a16="http://schemas.microsoft.com/office/drawing/2014/main" id="{D827000D-5CFE-40DF-8EA7-EC82A2C0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011" y="2638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2" name="path-2629">
            <a:extLst xmlns:a="http://schemas.openxmlformats.org/drawingml/2006/main">
              <a:ext uri="{FF2B5EF4-FFF2-40B4-BE49-F238E27FC236}">
                <a16:creationId xmlns:a16="http://schemas.microsoft.com/office/drawing/2014/main" id="{BF2EE45E-E0D6-4ADD-87A7-B73447C5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579" y="2641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3" name="path-2630">
            <a:extLst xmlns:a="http://schemas.openxmlformats.org/drawingml/2006/main">
              <a:ext uri="{FF2B5EF4-FFF2-40B4-BE49-F238E27FC236}">
                <a16:creationId xmlns:a16="http://schemas.microsoft.com/office/drawing/2014/main" id="{C322BC80-0827-4828-BAC6-56106BC5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615" y="2640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4" name="path-2631">
            <a:extLst xmlns:a="http://schemas.openxmlformats.org/drawingml/2006/main">
              <a:ext uri="{FF2B5EF4-FFF2-40B4-BE49-F238E27FC236}">
                <a16:creationId xmlns:a16="http://schemas.microsoft.com/office/drawing/2014/main" id="{28C75B62-C4B6-4A1E-831E-0CFCD98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114" y="2630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5" name="path-2632">
            <a:extLst xmlns:a="http://schemas.openxmlformats.org/drawingml/2006/main">
              <a:ext uri="{FF2B5EF4-FFF2-40B4-BE49-F238E27FC236}">
                <a16:creationId xmlns:a16="http://schemas.microsoft.com/office/drawing/2014/main" id="{D47B228A-AF3A-402A-9C5A-DE7044F0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736" y="2648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6" name="path-2633">
            <a:extLst xmlns:a="http://schemas.openxmlformats.org/drawingml/2006/main">
              <a:ext uri="{FF2B5EF4-FFF2-40B4-BE49-F238E27FC236}">
                <a16:creationId xmlns:a16="http://schemas.microsoft.com/office/drawing/2014/main" id="{2F18007B-91E6-4451-A483-804FAE6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703" y="2622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7" name="path-2634">
            <a:extLst xmlns:a="http://schemas.openxmlformats.org/drawingml/2006/main">
              <a:ext uri="{FF2B5EF4-FFF2-40B4-BE49-F238E27FC236}">
                <a16:creationId xmlns:a16="http://schemas.microsoft.com/office/drawing/2014/main" id="{AC3F90CC-B918-40F1-B747-E0F90EE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979" y="26501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8" name="path-2635">
            <a:extLst xmlns:a="http://schemas.openxmlformats.org/drawingml/2006/main">
              <a:ext uri="{FF2B5EF4-FFF2-40B4-BE49-F238E27FC236}">
                <a16:creationId xmlns:a16="http://schemas.microsoft.com/office/drawing/2014/main" id="{AAB45028-0D38-4F18-BDC9-8BE7408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08" y="2636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9" name="path-2636">
            <a:extLst xmlns:a="http://schemas.openxmlformats.org/drawingml/2006/main">
              <a:ext uri="{FF2B5EF4-FFF2-40B4-BE49-F238E27FC236}">
                <a16:creationId xmlns:a16="http://schemas.microsoft.com/office/drawing/2014/main" id="{0500112E-5355-411D-AE21-4BF4503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678" y="26357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0" name="path-2637">
            <a:extLst xmlns:a="http://schemas.openxmlformats.org/drawingml/2006/main">
              <a:ext uri="{FF2B5EF4-FFF2-40B4-BE49-F238E27FC236}">
                <a16:creationId xmlns:a16="http://schemas.microsoft.com/office/drawing/2014/main" id="{3B91FECB-E0AF-4080-A590-B75F90EC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865" y="26366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1" name="path-2638">
            <a:extLst xmlns:a="http://schemas.openxmlformats.org/drawingml/2006/main">
              <a:ext uri="{FF2B5EF4-FFF2-40B4-BE49-F238E27FC236}">
                <a16:creationId xmlns:a16="http://schemas.microsoft.com/office/drawing/2014/main" id="{0418483A-F699-4397-BE35-1689783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808" y="26408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2" name="path-2639">
            <a:extLst xmlns:a="http://schemas.openxmlformats.org/drawingml/2006/main">
              <a:ext uri="{FF2B5EF4-FFF2-40B4-BE49-F238E27FC236}">
                <a16:creationId xmlns:a16="http://schemas.microsoft.com/office/drawing/2014/main" id="{759AF307-5D63-4310-A946-C5511E7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682" y="2644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3" name="path-2640">
            <a:extLst xmlns:a="http://schemas.openxmlformats.org/drawingml/2006/main">
              <a:ext uri="{FF2B5EF4-FFF2-40B4-BE49-F238E27FC236}">
                <a16:creationId xmlns:a16="http://schemas.microsoft.com/office/drawing/2014/main" id="{E4094AA7-3927-44B8-B6C6-46DC072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309" y="2640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4" name="path-2641">
            <a:extLst xmlns:a="http://schemas.openxmlformats.org/drawingml/2006/main">
              <a:ext uri="{FF2B5EF4-FFF2-40B4-BE49-F238E27FC236}">
                <a16:creationId xmlns:a16="http://schemas.microsoft.com/office/drawing/2014/main" id="{72F5A332-BF71-4302-93E8-1D23612B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886" y="2633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5" name="path-2642">
            <a:extLst xmlns:a="http://schemas.openxmlformats.org/drawingml/2006/main">
              <a:ext uri="{FF2B5EF4-FFF2-40B4-BE49-F238E27FC236}">
                <a16:creationId xmlns:a16="http://schemas.microsoft.com/office/drawing/2014/main" id="{3DE51271-1EFF-4B38-A40D-B5A8F16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492" y="2638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6" name="path-2643">
            <a:extLst xmlns:a="http://schemas.openxmlformats.org/drawingml/2006/main">
              <a:ext uri="{FF2B5EF4-FFF2-40B4-BE49-F238E27FC236}">
                <a16:creationId xmlns:a16="http://schemas.microsoft.com/office/drawing/2014/main" id="{9E411A02-EFF0-4EE7-B698-F8609D6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338" y="2633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7" name="path-2644">
            <a:extLst xmlns:a="http://schemas.openxmlformats.org/drawingml/2006/main">
              <a:ext uri="{FF2B5EF4-FFF2-40B4-BE49-F238E27FC236}">
                <a16:creationId xmlns:a16="http://schemas.microsoft.com/office/drawing/2014/main" id="{207645DF-DD09-4D10-A565-E7C77568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355" y="2637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8" name="path-2645">
            <a:extLst xmlns:a="http://schemas.openxmlformats.org/drawingml/2006/main">
              <a:ext uri="{FF2B5EF4-FFF2-40B4-BE49-F238E27FC236}">
                <a16:creationId xmlns:a16="http://schemas.microsoft.com/office/drawing/2014/main" id="{9D1CA8E6-5240-4794-B556-E7BBF1FB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166" y="2637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9" name="path-2646">
            <a:extLst xmlns:a="http://schemas.openxmlformats.org/drawingml/2006/main">
              <a:ext uri="{FF2B5EF4-FFF2-40B4-BE49-F238E27FC236}">
                <a16:creationId xmlns:a16="http://schemas.microsoft.com/office/drawing/2014/main" id="{4A812FFC-CB70-4F8D-B41C-F94C16F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08" y="26353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0" name="path-2647">
            <a:extLst xmlns:a="http://schemas.openxmlformats.org/drawingml/2006/main">
              <a:ext uri="{FF2B5EF4-FFF2-40B4-BE49-F238E27FC236}">
                <a16:creationId xmlns:a16="http://schemas.microsoft.com/office/drawing/2014/main" id="{F67FCFDB-D6A4-485A-B62D-210EB351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934" y="26423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1" name="path-2648">
            <a:extLst xmlns:a="http://schemas.openxmlformats.org/drawingml/2006/main">
              <a:ext uri="{FF2B5EF4-FFF2-40B4-BE49-F238E27FC236}">
                <a16:creationId xmlns:a16="http://schemas.microsoft.com/office/drawing/2014/main" id="{6A6E97BD-95CC-480B-AF2D-77943B5E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083" y="26331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2" name="path-2649">
            <a:extLst xmlns:a="http://schemas.openxmlformats.org/drawingml/2006/main">
              <a:ext uri="{FF2B5EF4-FFF2-40B4-BE49-F238E27FC236}">
                <a16:creationId xmlns:a16="http://schemas.microsoft.com/office/drawing/2014/main" id="{D5CD69D4-DFE3-4C5D-BA3E-5A86DDF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8" y="2636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3" name="path-2650">
            <a:extLst xmlns:a="http://schemas.openxmlformats.org/drawingml/2006/main">
              <a:ext uri="{FF2B5EF4-FFF2-40B4-BE49-F238E27FC236}">
                <a16:creationId xmlns:a16="http://schemas.microsoft.com/office/drawing/2014/main" id="{FB6D489B-4A2C-444F-8AF4-969C5EC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126" y="26411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4" name="path-2651">
            <a:extLst xmlns:a="http://schemas.openxmlformats.org/drawingml/2006/main">
              <a:ext uri="{FF2B5EF4-FFF2-40B4-BE49-F238E27FC236}">
                <a16:creationId xmlns:a16="http://schemas.microsoft.com/office/drawing/2014/main" id="{67673287-A432-40AB-A73C-BA88459A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155" y="26334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5" name="path-2652">
            <a:extLst xmlns:a="http://schemas.openxmlformats.org/drawingml/2006/main">
              <a:ext uri="{FF2B5EF4-FFF2-40B4-BE49-F238E27FC236}">
                <a16:creationId xmlns:a16="http://schemas.microsoft.com/office/drawing/2014/main" id="{84F995B9-3809-421D-9BAC-D2339C74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112" y="2632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6" name="path-2653">
            <a:extLst xmlns:a="http://schemas.openxmlformats.org/drawingml/2006/main">
              <a:ext uri="{FF2B5EF4-FFF2-40B4-BE49-F238E27FC236}">
                <a16:creationId xmlns:a16="http://schemas.microsoft.com/office/drawing/2014/main" id="{7A88B3D7-B7EB-484B-B6D9-DCD00BD9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345" y="2631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7" name="path-2654">
            <a:extLst xmlns:a="http://schemas.openxmlformats.org/drawingml/2006/main">
              <a:ext uri="{FF2B5EF4-FFF2-40B4-BE49-F238E27FC236}">
                <a16:creationId xmlns:a16="http://schemas.microsoft.com/office/drawing/2014/main" id="{0A6F67A5-B2DB-4242-97B5-9F7E4ACF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97" y="2643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8" name="path-2655">
            <a:extLst xmlns:a="http://schemas.openxmlformats.org/drawingml/2006/main">
              <a:ext uri="{FF2B5EF4-FFF2-40B4-BE49-F238E27FC236}">
                <a16:creationId xmlns:a16="http://schemas.microsoft.com/office/drawing/2014/main" id="{D089DE16-86C2-404F-81FA-A7E61175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901" y="2648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9" name="path-2656">
            <a:extLst xmlns:a="http://schemas.openxmlformats.org/drawingml/2006/main">
              <a:ext uri="{FF2B5EF4-FFF2-40B4-BE49-F238E27FC236}">
                <a16:creationId xmlns:a16="http://schemas.microsoft.com/office/drawing/2014/main" id="{5D724586-09FD-4504-98B4-78A4C04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153" y="2662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0" name="path-2657">
            <a:extLst xmlns:a="http://schemas.openxmlformats.org/drawingml/2006/main">
              <a:ext uri="{FF2B5EF4-FFF2-40B4-BE49-F238E27FC236}">
                <a16:creationId xmlns:a16="http://schemas.microsoft.com/office/drawing/2014/main" id="{EA25F820-C2ED-4DA6-A64A-9D4D34BE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939" y="26127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1" name="path-2658">
            <a:extLst xmlns:a="http://schemas.openxmlformats.org/drawingml/2006/main">
              <a:ext uri="{FF2B5EF4-FFF2-40B4-BE49-F238E27FC236}">
                <a16:creationId xmlns:a16="http://schemas.microsoft.com/office/drawing/2014/main" id="{1E0D1E80-0D5E-4628-9532-638C5FB5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046" y="26267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2" name="path-2659">
            <a:extLst xmlns:a="http://schemas.openxmlformats.org/drawingml/2006/main">
              <a:ext uri="{FF2B5EF4-FFF2-40B4-BE49-F238E27FC236}">
                <a16:creationId xmlns:a16="http://schemas.microsoft.com/office/drawing/2014/main" id="{BC04C85F-7873-4FF5-83E3-5E3C59DD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812" y="2656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3" name="path-2660">
            <a:extLst xmlns:a="http://schemas.openxmlformats.org/drawingml/2006/main">
              <a:ext uri="{FF2B5EF4-FFF2-40B4-BE49-F238E27FC236}">
                <a16:creationId xmlns:a16="http://schemas.microsoft.com/office/drawing/2014/main" id="{B00939D1-BCD2-4915-99B0-161AAEBE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239" y="2644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4" name="path-2661">
            <a:extLst xmlns:a="http://schemas.openxmlformats.org/drawingml/2006/main">
              <a:ext uri="{FF2B5EF4-FFF2-40B4-BE49-F238E27FC236}">
                <a16:creationId xmlns:a16="http://schemas.microsoft.com/office/drawing/2014/main" id="{304A4E7A-53B2-4928-B005-74D3622C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763" y="2640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5" name="path-2662">
            <a:extLst xmlns:a="http://schemas.openxmlformats.org/drawingml/2006/main">
              <a:ext uri="{FF2B5EF4-FFF2-40B4-BE49-F238E27FC236}">
                <a16:creationId xmlns:a16="http://schemas.microsoft.com/office/drawing/2014/main" id="{CAE4E854-7002-424F-A25C-5D2F1E6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432" y="2635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6" name="path-2663">
            <a:extLst xmlns:a="http://schemas.openxmlformats.org/drawingml/2006/main">
              <a:ext uri="{FF2B5EF4-FFF2-40B4-BE49-F238E27FC236}">
                <a16:creationId xmlns:a16="http://schemas.microsoft.com/office/drawing/2014/main" id="{FFCAD424-5C36-4D6E-B694-EB44A0E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133" y="2623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7" name="path-2664">
            <a:extLst xmlns:a="http://schemas.openxmlformats.org/drawingml/2006/main">
              <a:ext uri="{FF2B5EF4-FFF2-40B4-BE49-F238E27FC236}">
                <a16:creationId xmlns:a16="http://schemas.microsoft.com/office/drawing/2014/main" id="{F44E2DA6-37A6-426C-8451-9E254ED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371" y="2666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8" name="path-2665">
            <a:extLst xmlns:a="http://schemas.openxmlformats.org/drawingml/2006/main">
              <a:ext uri="{FF2B5EF4-FFF2-40B4-BE49-F238E27FC236}">
                <a16:creationId xmlns:a16="http://schemas.microsoft.com/office/drawing/2014/main" id="{59BA70F9-CA60-4181-812D-975E934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121" y="26321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9" name="path-2666">
            <a:extLst xmlns:a="http://schemas.openxmlformats.org/drawingml/2006/main">
              <a:ext uri="{FF2B5EF4-FFF2-40B4-BE49-F238E27FC236}">
                <a16:creationId xmlns:a16="http://schemas.microsoft.com/office/drawing/2014/main" id="{C6FF3CA2-0C03-4E4F-B31E-8C4DEF6F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771" y="26395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0" name="path-2667">
            <a:extLst xmlns:a="http://schemas.openxmlformats.org/drawingml/2006/main">
              <a:ext uri="{FF2B5EF4-FFF2-40B4-BE49-F238E27FC236}">
                <a16:creationId xmlns:a16="http://schemas.microsoft.com/office/drawing/2014/main" id="{8D73BEFC-FB34-440C-9B9F-00A3FBC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607" y="2644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1" name="path-2668">
            <a:extLst xmlns:a="http://schemas.openxmlformats.org/drawingml/2006/main">
              <a:ext uri="{FF2B5EF4-FFF2-40B4-BE49-F238E27FC236}">
                <a16:creationId xmlns:a16="http://schemas.microsoft.com/office/drawing/2014/main" id="{C10F0877-02B9-4E34-ACC9-791F51EA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100" y="2642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2" name="path-2669">
            <a:extLst xmlns:a="http://schemas.openxmlformats.org/drawingml/2006/main">
              <a:ext uri="{FF2B5EF4-FFF2-40B4-BE49-F238E27FC236}">
                <a16:creationId xmlns:a16="http://schemas.microsoft.com/office/drawing/2014/main" id="{4C2F6FB7-30A4-493F-86DB-8F47421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296" y="2649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3" name="path-2670">
            <a:extLst xmlns:a="http://schemas.openxmlformats.org/drawingml/2006/main">
              <a:ext uri="{FF2B5EF4-FFF2-40B4-BE49-F238E27FC236}">
                <a16:creationId xmlns:a16="http://schemas.microsoft.com/office/drawing/2014/main" id="{AEF258C4-B955-4EE5-A4A4-41AC4F23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755" y="2636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4" name="path-2671">
            <a:extLst xmlns:a="http://schemas.openxmlformats.org/drawingml/2006/main">
              <a:ext uri="{FF2B5EF4-FFF2-40B4-BE49-F238E27FC236}">
                <a16:creationId xmlns:a16="http://schemas.microsoft.com/office/drawing/2014/main" id="{8B055ABE-3429-4C67-8F9C-5B9926D3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965" y="2611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5" name="path-2672">
            <a:extLst xmlns:a="http://schemas.openxmlformats.org/drawingml/2006/main">
              <a:ext uri="{FF2B5EF4-FFF2-40B4-BE49-F238E27FC236}">
                <a16:creationId xmlns:a16="http://schemas.microsoft.com/office/drawing/2014/main" id="{D47CDC1D-1E31-4CE7-895B-26868EA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670" y="2636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6" name="path-2673">
            <a:extLst xmlns:a="http://schemas.openxmlformats.org/drawingml/2006/main">
              <a:ext uri="{FF2B5EF4-FFF2-40B4-BE49-F238E27FC236}">
                <a16:creationId xmlns:a16="http://schemas.microsoft.com/office/drawing/2014/main" id="{432B1C9B-0B61-466D-8F55-469C0007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712" y="26408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7" name="path-2674">
            <a:extLst xmlns:a="http://schemas.openxmlformats.org/drawingml/2006/main">
              <a:ext uri="{FF2B5EF4-FFF2-40B4-BE49-F238E27FC236}">
                <a16:creationId xmlns:a16="http://schemas.microsoft.com/office/drawing/2014/main" id="{DBA8A226-B12C-4E02-AE1F-18FE70C5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628" y="26338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8" name="path-2675">
            <a:extLst xmlns:a="http://schemas.openxmlformats.org/drawingml/2006/main">
              <a:ext uri="{FF2B5EF4-FFF2-40B4-BE49-F238E27FC236}">
                <a16:creationId xmlns:a16="http://schemas.microsoft.com/office/drawing/2014/main" id="{0B66F525-561F-4E12-9C2D-F487E64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296" y="2653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9" name="path-2676">
            <a:extLst xmlns:a="http://schemas.openxmlformats.org/drawingml/2006/main">
              <a:ext uri="{FF2B5EF4-FFF2-40B4-BE49-F238E27FC236}">
                <a16:creationId xmlns:a16="http://schemas.microsoft.com/office/drawing/2014/main" id="{543F6EF2-068D-421F-8484-32BE39BE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618" y="2634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0" name="path-2677">
            <a:extLst xmlns:a="http://schemas.openxmlformats.org/drawingml/2006/main">
              <a:ext uri="{FF2B5EF4-FFF2-40B4-BE49-F238E27FC236}">
                <a16:creationId xmlns:a16="http://schemas.microsoft.com/office/drawing/2014/main" id="{3F60F502-A3D2-41F3-82F6-5F09DDF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344" y="2617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1" name="path-2678">
            <a:extLst xmlns:a="http://schemas.openxmlformats.org/drawingml/2006/main">
              <a:ext uri="{FF2B5EF4-FFF2-40B4-BE49-F238E27FC236}">
                <a16:creationId xmlns:a16="http://schemas.microsoft.com/office/drawing/2014/main" id="{07964CA1-7060-490B-B2FD-BAFC711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322" y="2628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2" name="path-2679">
            <a:extLst xmlns:a="http://schemas.openxmlformats.org/drawingml/2006/main">
              <a:ext uri="{FF2B5EF4-FFF2-40B4-BE49-F238E27FC236}">
                <a16:creationId xmlns:a16="http://schemas.microsoft.com/office/drawing/2014/main" id="{1A083AFF-4090-4A12-84B2-6206A55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102" y="26207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3" name="path-2680">
            <a:extLst xmlns:a="http://schemas.openxmlformats.org/drawingml/2006/main">
              <a:ext uri="{FF2B5EF4-FFF2-40B4-BE49-F238E27FC236}">
                <a16:creationId xmlns:a16="http://schemas.microsoft.com/office/drawing/2014/main" id="{F07063BE-D2F5-44E0-A737-2A3CF5E0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633" y="2630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4" name="path-2681">
            <a:extLst xmlns:a="http://schemas.openxmlformats.org/drawingml/2006/main">
              <a:ext uri="{FF2B5EF4-FFF2-40B4-BE49-F238E27FC236}">
                <a16:creationId xmlns:a16="http://schemas.microsoft.com/office/drawing/2014/main" id="{ACC0AC5F-DF3E-46CC-BBC0-E32E1BE7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558" y="26384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5" name="path-2682">
            <a:extLst xmlns:a="http://schemas.openxmlformats.org/drawingml/2006/main">
              <a:ext uri="{FF2B5EF4-FFF2-40B4-BE49-F238E27FC236}">
                <a16:creationId xmlns:a16="http://schemas.microsoft.com/office/drawing/2014/main" id="{376B26C8-9EF9-4EF8-86A0-23B753D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7509" y="26375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6" name="path-2683">
            <a:extLst xmlns:a="http://schemas.openxmlformats.org/drawingml/2006/main">
              <a:ext uri="{FF2B5EF4-FFF2-40B4-BE49-F238E27FC236}">
                <a16:creationId xmlns:a16="http://schemas.microsoft.com/office/drawing/2014/main" id="{2F644EDB-25B1-4CF2-B3E1-FDEF6E3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3614" y="26230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7" name="path-2684">
            <a:extLst xmlns:a="http://schemas.openxmlformats.org/drawingml/2006/main">
              <a:ext uri="{FF2B5EF4-FFF2-40B4-BE49-F238E27FC236}">
                <a16:creationId xmlns:a16="http://schemas.microsoft.com/office/drawing/2014/main" id="{B9A21402-8FC0-41FC-AD86-A10E9AF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74" y="26304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8" name="path-2685">
            <a:extLst xmlns:a="http://schemas.openxmlformats.org/drawingml/2006/main">
              <a:ext uri="{FF2B5EF4-FFF2-40B4-BE49-F238E27FC236}">
                <a16:creationId xmlns:a16="http://schemas.microsoft.com/office/drawing/2014/main" id="{A8AC8C3B-018B-4366-8B58-C8D0240F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575" y="2636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9" name="path-2686">
            <a:extLst xmlns:a="http://schemas.openxmlformats.org/drawingml/2006/main">
              <a:ext uri="{FF2B5EF4-FFF2-40B4-BE49-F238E27FC236}">
                <a16:creationId xmlns:a16="http://schemas.microsoft.com/office/drawing/2014/main" id="{AE92D699-96B1-4626-A27C-FC5E8A54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639" y="2625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0" name="path-2687">
            <a:extLst xmlns:a="http://schemas.openxmlformats.org/drawingml/2006/main">
              <a:ext uri="{FF2B5EF4-FFF2-40B4-BE49-F238E27FC236}">
                <a16:creationId xmlns:a16="http://schemas.microsoft.com/office/drawing/2014/main" id="{255DA4FE-B389-4D9A-8F91-007F538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040" y="26363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1" name="path-2688">
            <a:extLst xmlns:a="http://schemas.openxmlformats.org/drawingml/2006/main">
              <a:ext uri="{FF2B5EF4-FFF2-40B4-BE49-F238E27FC236}">
                <a16:creationId xmlns:a16="http://schemas.microsoft.com/office/drawing/2014/main" id="{15B43F81-D76A-4F3D-99DD-9EC7BCF4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399" y="2638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2" name="path-2689">
            <a:extLst xmlns:a="http://schemas.openxmlformats.org/drawingml/2006/main">
              <a:ext uri="{FF2B5EF4-FFF2-40B4-BE49-F238E27FC236}">
                <a16:creationId xmlns:a16="http://schemas.microsoft.com/office/drawing/2014/main" id="{14389FAE-307E-43C7-AABB-450CEABF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865" y="2635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3" name="path-2690">
            <a:extLst xmlns:a="http://schemas.openxmlformats.org/drawingml/2006/main">
              <a:ext uri="{FF2B5EF4-FFF2-40B4-BE49-F238E27FC236}">
                <a16:creationId xmlns:a16="http://schemas.microsoft.com/office/drawing/2014/main" id="{627B8369-EE28-4C2B-8D59-1DD46031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570" y="2654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4" name="path-2691">
            <a:extLst xmlns:a="http://schemas.openxmlformats.org/drawingml/2006/main">
              <a:ext uri="{FF2B5EF4-FFF2-40B4-BE49-F238E27FC236}">
                <a16:creationId xmlns:a16="http://schemas.microsoft.com/office/drawing/2014/main" id="{3C8A4984-C6C0-48E3-BA3D-7816C21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324" y="2640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5" name="path-2692">
            <a:extLst xmlns:a="http://schemas.openxmlformats.org/drawingml/2006/main">
              <a:ext uri="{FF2B5EF4-FFF2-40B4-BE49-F238E27FC236}">
                <a16:creationId xmlns:a16="http://schemas.microsoft.com/office/drawing/2014/main" id="{A07D684A-0AEA-4E0D-BEC1-F9F1F38F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749" y="26371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6" name="path-2693">
            <a:extLst xmlns:a="http://schemas.openxmlformats.org/drawingml/2006/main">
              <a:ext uri="{FF2B5EF4-FFF2-40B4-BE49-F238E27FC236}">
                <a16:creationId xmlns:a16="http://schemas.microsoft.com/office/drawing/2014/main" id="{B6585239-55B7-45D4-A86D-A400083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395" y="26366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7" name="path-2694">
            <a:extLst xmlns:a="http://schemas.openxmlformats.org/drawingml/2006/main">
              <a:ext uri="{FF2B5EF4-FFF2-40B4-BE49-F238E27FC236}">
                <a16:creationId xmlns:a16="http://schemas.microsoft.com/office/drawing/2014/main" id="{9F2A5F05-F5B9-4763-A294-2CA87185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81" y="2629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8" name="path-2695">
            <a:extLst xmlns:a="http://schemas.openxmlformats.org/drawingml/2006/main">
              <a:ext uri="{FF2B5EF4-FFF2-40B4-BE49-F238E27FC236}">
                <a16:creationId xmlns:a16="http://schemas.microsoft.com/office/drawing/2014/main" id="{1521F213-B754-43CE-9000-1F90987B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066" y="2625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9" name="path-2696">
            <a:extLst xmlns:a="http://schemas.openxmlformats.org/drawingml/2006/main">
              <a:ext uri="{FF2B5EF4-FFF2-40B4-BE49-F238E27FC236}">
                <a16:creationId xmlns:a16="http://schemas.microsoft.com/office/drawing/2014/main" id="{F701D1C7-378B-4B17-8134-FAA21354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548" y="2632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0" name="path-2697">
            <a:extLst xmlns:a="http://schemas.openxmlformats.org/drawingml/2006/main">
              <a:ext uri="{FF2B5EF4-FFF2-40B4-BE49-F238E27FC236}">
                <a16:creationId xmlns:a16="http://schemas.microsoft.com/office/drawing/2014/main" id="{C0FFF00D-E6D3-4F2E-9060-47549C0A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167" y="26315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1" name="path-2698">
            <a:extLst xmlns:a="http://schemas.openxmlformats.org/drawingml/2006/main">
              <a:ext uri="{FF2B5EF4-FFF2-40B4-BE49-F238E27FC236}">
                <a16:creationId xmlns:a16="http://schemas.microsoft.com/office/drawing/2014/main" id="{C059FAFC-CB4A-407B-AC5D-B2F4875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21" y="2626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2" name="path-2699">
            <a:extLst xmlns:a="http://schemas.openxmlformats.org/drawingml/2006/main">
              <a:ext uri="{FF2B5EF4-FFF2-40B4-BE49-F238E27FC236}">
                <a16:creationId xmlns:a16="http://schemas.microsoft.com/office/drawing/2014/main" id="{416F9700-9FD0-402D-A034-F01D751A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960" y="26375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3" name="path-2700">
            <a:extLst xmlns:a="http://schemas.openxmlformats.org/drawingml/2006/main">
              <a:ext uri="{FF2B5EF4-FFF2-40B4-BE49-F238E27FC236}">
                <a16:creationId xmlns:a16="http://schemas.microsoft.com/office/drawing/2014/main" id="{170FE3AF-2D19-4E86-8C00-71246B76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70" y="2636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4" name="path-2701">
            <a:extLst xmlns:a="http://schemas.openxmlformats.org/drawingml/2006/main">
              <a:ext uri="{FF2B5EF4-FFF2-40B4-BE49-F238E27FC236}">
                <a16:creationId xmlns:a16="http://schemas.microsoft.com/office/drawing/2014/main" id="{9C3E914D-D9AD-469F-B8D6-4EECBA29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182" y="26356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5" name="path-2702">
            <a:extLst xmlns:a="http://schemas.openxmlformats.org/drawingml/2006/main">
              <a:ext uri="{FF2B5EF4-FFF2-40B4-BE49-F238E27FC236}">
                <a16:creationId xmlns:a16="http://schemas.microsoft.com/office/drawing/2014/main" id="{59819DC3-54F0-47E9-9D2A-AB76FB5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332" y="2634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6" name="path-2703">
            <a:extLst xmlns:a="http://schemas.openxmlformats.org/drawingml/2006/main">
              <a:ext uri="{FF2B5EF4-FFF2-40B4-BE49-F238E27FC236}">
                <a16:creationId xmlns:a16="http://schemas.microsoft.com/office/drawing/2014/main" id="{5F870A44-2AC3-4237-85DB-23AFC1F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899" y="26329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7" name="path-2704">
            <a:extLst xmlns:a="http://schemas.openxmlformats.org/drawingml/2006/main">
              <a:ext uri="{FF2B5EF4-FFF2-40B4-BE49-F238E27FC236}">
                <a16:creationId xmlns:a16="http://schemas.microsoft.com/office/drawing/2014/main" id="{1A2B64FF-AE7B-4E56-BFC9-048AB3D4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918" y="26517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8" name="path-2705">
            <a:extLst xmlns:a="http://schemas.openxmlformats.org/drawingml/2006/main">
              <a:ext uri="{FF2B5EF4-FFF2-40B4-BE49-F238E27FC236}">
                <a16:creationId xmlns:a16="http://schemas.microsoft.com/office/drawing/2014/main" id="{5C43DB97-6721-4D06-A8DF-E66E89A7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944" y="26390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9" name="path-2706">
            <a:extLst xmlns:a="http://schemas.openxmlformats.org/drawingml/2006/main">
              <a:ext uri="{FF2B5EF4-FFF2-40B4-BE49-F238E27FC236}">
                <a16:creationId xmlns:a16="http://schemas.microsoft.com/office/drawing/2014/main" id="{43AD895B-31EC-46C5-8DFF-52B71F22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238" y="2635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0" name="path-2707">
            <a:extLst xmlns:a="http://schemas.openxmlformats.org/drawingml/2006/main">
              <a:ext uri="{FF2B5EF4-FFF2-40B4-BE49-F238E27FC236}">
                <a16:creationId xmlns:a16="http://schemas.microsoft.com/office/drawing/2014/main" id="{F70613FA-DA0A-46A7-9464-1A560AC4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29" y="26460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1" name="path-2708">
            <a:extLst xmlns:a="http://schemas.openxmlformats.org/drawingml/2006/main">
              <a:ext uri="{FF2B5EF4-FFF2-40B4-BE49-F238E27FC236}">
                <a16:creationId xmlns:a16="http://schemas.microsoft.com/office/drawing/2014/main" id="{2608F5FD-ADD8-44BB-9E9F-BABB0B48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882" y="2632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2" name="path-2709">
            <a:extLst xmlns:a="http://schemas.openxmlformats.org/drawingml/2006/main">
              <a:ext uri="{FF2B5EF4-FFF2-40B4-BE49-F238E27FC236}">
                <a16:creationId xmlns:a16="http://schemas.microsoft.com/office/drawing/2014/main" id="{CAE4839D-E2A7-4613-9BE6-078FC3D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281" y="26358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3" name="path-2710">
            <a:extLst xmlns:a="http://schemas.openxmlformats.org/drawingml/2006/main">
              <a:ext uri="{FF2B5EF4-FFF2-40B4-BE49-F238E27FC236}">
                <a16:creationId xmlns:a16="http://schemas.microsoft.com/office/drawing/2014/main" id="{F3C7B8F9-C5B4-4A86-81EF-1D1F3D8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787" y="2619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4" name="path-2711">
            <a:extLst xmlns:a="http://schemas.openxmlformats.org/drawingml/2006/main">
              <a:ext uri="{FF2B5EF4-FFF2-40B4-BE49-F238E27FC236}">
                <a16:creationId xmlns:a16="http://schemas.microsoft.com/office/drawing/2014/main" id="{51779399-F4F6-4B84-A4D4-FC43E20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00" y="26355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5" name="path-2712">
            <a:extLst xmlns:a="http://schemas.openxmlformats.org/drawingml/2006/main">
              <a:ext uri="{FF2B5EF4-FFF2-40B4-BE49-F238E27FC236}">
                <a16:creationId xmlns:a16="http://schemas.microsoft.com/office/drawing/2014/main" id="{72BC8CC5-9003-4A06-8430-5E4834E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719" y="2637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6" name="path-2713">
            <a:extLst xmlns:a="http://schemas.openxmlformats.org/drawingml/2006/main">
              <a:ext uri="{FF2B5EF4-FFF2-40B4-BE49-F238E27FC236}">
                <a16:creationId xmlns:a16="http://schemas.microsoft.com/office/drawing/2014/main" id="{4D27F3D9-72BD-4F34-BF9C-E7A68EE9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190" y="2654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7" name="path-2714">
            <a:extLst xmlns:a="http://schemas.openxmlformats.org/drawingml/2006/main">
              <a:ext uri="{FF2B5EF4-FFF2-40B4-BE49-F238E27FC236}">
                <a16:creationId xmlns:a16="http://schemas.microsoft.com/office/drawing/2014/main" id="{8904C79D-FD3D-437B-BBE5-0C62872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785" y="2627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8" name="path-2715">
            <a:extLst xmlns:a="http://schemas.openxmlformats.org/drawingml/2006/main">
              <a:ext uri="{FF2B5EF4-FFF2-40B4-BE49-F238E27FC236}">
                <a16:creationId xmlns:a16="http://schemas.microsoft.com/office/drawing/2014/main" id="{83802928-0FBC-4398-AAC8-162E276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269" y="2637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9" name="path-2716">
            <a:extLst xmlns:a="http://schemas.openxmlformats.org/drawingml/2006/main">
              <a:ext uri="{FF2B5EF4-FFF2-40B4-BE49-F238E27FC236}">
                <a16:creationId xmlns:a16="http://schemas.microsoft.com/office/drawing/2014/main" id="{692A6890-83B1-4D03-A737-B2A1B523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345" y="26363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0" name="path-2717">
            <a:extLst xmlns:a="http://schemas.openxmlformats.org/drawingml/2006/main">
              <a:ext uri="{FF2B5EF4-FFF2-40B4-BE49-F238E27FC236}">
                <a16:creationId xmlns:a16="http://schemas.microsoft.com/office/drawing/2014/main" id="{FCB5102E-DC73-45E6-BD2F-30B0F75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463" y="2619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1" name="path-2718">
            <a:extLst xmlns:a="http://schemas.openxmlformats.org/drawingml/2006/main">
              <a:ext uri="{FF2B5EF4-FFF2-40B4-BE49-F238E27FC236}">
                <a16:creationId xmlns:a16="http://schemas.microsoft.com/office/drawing/2014/main" id="{C383B91A-D3FB-4C90-9AF3-21B8917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821" y="26344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2" name="path-2719">
            <a:extLst xmlns:a="http://schemas.openxmlformats.org/drawingml/2006/main">
              <a:ext uri="{FF2B5EF4-FFF2-40B4-BE49-F238E27FC236}">
                <a16:creationId xmlns:a16="http://schemas.microsoft.com/office/drawing/2014/main" id="{40948D2F-1BA1-4515-A65D-DA567BB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093" y="2637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3" name="path-2720">
            <a:extLst xmlns:a="http://schemas.openxmlformats.org/drawingml/2006/main">
              <a:ext uri="{FF2B5EF4-FFF2-40B4-BE49-F238E27FC236}">
                <a16:creationId xmlns:a16="http://schemas.microsoft.com/office/drawing/2014/main" id="{9D6E7931-2CD1-4F93-A09B-CF6DA3F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542" y="2638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4" name="path-2721">
            <a:extLst xmlns:a="http://schemas.openxmlformats.org/drawingml/2006/main">
              <a:ext uri="{FF2B5EF4-FFF2-40B4-BE49-F238E27FC236}">
                <a16:creationId xmlns:a16="http://schemas.microsoft.com/office/drawing/2014/main" id="{83CF3E8F-A569-48A8-9889-C2999F7E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644" y="26371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5" name="path-2722">
            <a:extLst xmlns:a="http://schemas.openxmlformats.org/drawingml/2006/main">
              <a:ext uri="{FF2B5EF4-FFF2-40B4-BE49-F238E27FC236}">
                <a16:creationId xmlns:a16="http://schemas.microsoft.com/office/drawing/2014/main" id="{E4C87488-DA60-46B8-B6DA-221F4189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004" y="2643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6" name="path-2723">
            <a:extLst xmlns:a="http://schemas.openxmlformats.org/drawingml/2006/main">
              <a:ext uri="{FF2B5EF4-FFF2-40B4-BE49-F238E27FC236}">
                <a16:creationId xmlns:a16="http://schemas.microsoft.com/office/drawing/2014/main" id="{9C2100F1-F5D0-437F-8C39-4EA2F2BC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296" y="25954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7" name="path-2724">
            <a:extLst xmlns:a="http://schemas.openxmlformats.org/drawingml/2006/main">
              <a:ext uri="{FF2B5EF4-FFF2-40B4-BE49-F238E27FC236}">
                <a16:creationId xmlns:a16="http://schemas.microsoft.com/office/drawing/2014/main" id="{5D38E6BA-52D4-44AB-8F16-6AB8CBE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5923" y="2636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8" name="path-2725">
            <a:extLst xmlns:a="http://schemas.openxmlformats.org/drawingml/2006/main">
              <a:ext uri="{FF2B5EF4-FFF2-40B4-BE49-F238E27FC236}">
                <a16:creationId xmlns:a16="http://schemas.microsoft.com/office/drawing/2014/main" id="{06E1561A-EDA2-4CF0-B4D4-4A5B159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326" y="2634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9" name="path-2726">
            <a:extLst xmlns:a="http://schemas.openxmlformats.org/drawingml/2006/main">
              <a:ext uri="{FF2B5EF4-FFF2-40B4-BE49-F238E27FC236}">
                <a16:creationId xmlns:a16="http://schemas.microsoft.com/office/drawing/2014/main" id="{408D6A22-0B39-428F-8626-CF7DFF0E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520" y="2639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0" name="path-2727">
            <a:extLst xmlns:a="http://schemas.openxmlformats.org/drawingml/2006/main">
              <a:ext uri="{FF2B5EF4-FFF2-40B4-BE49-F238E27FC236}">
                <a16:creationId xmlns:a16="http://schemas.microsoft.com/office/drawing/2014/main" id="{A7F704B8-F933-4B1F-8F62-55E0BC7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052" y="2640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1" name="path-2728">
            <a:extLst xmlns:a="http://schemas.openxmlformats.org/drawingml/2006/main">
              <a:ext uri="{FF2B5EF4-FFF2-40B4-BE49-F238E27FC236}">
                <a16:creationId xmlns:a16="http://schemas.microsoft.com/office/drawing/2014/main" id="{E3C4A345-0F35-44E9-853B-D95FBD0F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680" y="2641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2" name="path-2729">
            <a:extLst xmlns:a="http://schemas.openxmlformats.org/drawingml/2006/main">
              <a:ext uri="{FF2B5EF4-FFF2-40B4-BE49-F238E27FC236}">
                <a16:creationId xmlns:a16="http://schemas.microsoft.com/office/drawing/2014/main" id="{56E2E113-A5AB-4899-A2EE-7B87583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680" y="2662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3" name="path-2730">
            <a:extLst xmlns:a="http://schemas.openxmlformats.org/drawingml/2006/main">
              <a:ext uri="{FF2B5EF4-FFF2-40B4-BE49-F238E27FC236}">
                <a16:creationId xmlns:a16="http://schemas.microsoft.com/office/drawing/2014/main" id="{7BE89077-5A16-4717-A9FB-80CE073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069" y="26359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4" name="path-2731">
            <a:extLst xmlns:a="http://schemas.openxmlformats.org/drawingml/2006/main">
              <a:ext uri="{FF2B5EF4-FFF2-40B4-BE49-F238E27FC236}">
                <a16:creationId xmlns:a16="http://schemas.microsoft.com/office/drawing/2014/main" id="{7EFD2E98-906D-4F61-B85E-B04D013B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492" y="2636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5" name="path-2732">
            <a:extLst xmlns:a="http://schemas.openxmlformats.org/drawingml/2006/main">
              <a:ext uri="{FF2B5EF4-FFF2-40B4-BE49-F238E27FC236}">
                <a16:creationId xmlns:a16="http://schemas.microsoft.com/office/drawing/2014/main" id="{53C3248E-4D75-400A-A9B5-3BAF9E2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199" y="2644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6" name="path-2733">
            <a:extLst xmlns:a="http://schemas.openxmlformats.org/drawingml/2006/main">
              <a:ext uri="{FF2B5EF4-FFF2-40B4-BE49-F238E27FC236}">
                <a16:creationId xmlns:a16="http://schemas.microsoft.com/office/drawing/2014/main" id="{44C128D5-A907-45C6-81DD-67154E1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471" y="2632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7" name="path-2734">
            <a:extLst xmlns:a="http://schemas.openxmlformats.org/drawingml/2006/main">
              <a:ext uri="{FF2B5EF4-FFF2-40B4-BE49-F238E27FC236}">
                <a16:creationId xmlns:a16="http://schemas.microsoft.com/office/drawing/2014/main" id="{3823898B-FDC4-4196-B525-DBBDBACA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776" y="2619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8" name="path-2735">
            <a:extLst xmlns:a="http://schemas.openxmlformats.org/drawingml/2006/main">
              <a:ext uri="{FF2B5EF4-FFF2-40B4-BE49-F238E27FC236}">
                <a16:creationId xmlns:a16="http://schemas.microsoft.com/office/drawing/2014/main" id="{E4A7CBBA-3AE5-4D5B-B7AB-406C6E5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920" y="26379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9" name="path-2736">
            <a:extLst xmlns:a="http://schemas.openxmlformats.org/drawingml/2006/main">
              <a:ext uri="{FF2B5EF4-FFF2-40B4-BE49-F238E27FC236}">
                <a16:creationId xmlns:a16="http://schemas.microsoft.com/office/drawing/2014/main" id="{0D3F3DC6-A805-4115-9E62-5052EAF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849" y="2636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0" name="path-2737">
            <a:extLst xmlns:a="http://schemas.openxmlformats.org/drawingml/2006/main">
              <a:ext uri="{FF2B5EF4-FFF2-40B4-BE49-F238E27FC236}">
                <a16:creationId xmlns:a16="http://schemas.microsoft.com/office/drawing/2014/main" id="{26F85960-8EBB-44F8-B8C0-D21D363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920" y="26397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1" name="path-2738">
            <a:extLst xmlns:a="http://schemas.openxmlformats.org/drawingml/2006/main">
              <a:ext uri="{FF2B5EF4-FFF2-40B4-BE49-F238E27FC236}">
                <a16:creationId xmlns:a16="http://schemas.microsoft.com/office/drawing/2014/main" id="{EBCF3220-F188-49CA-BF47-AB4B9FAF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591" y="2609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2" name="path-2739">
            <a:extLst xmlns:a="http://schemas.openxmlformats.org/drawingml/2006/main">
              <a:ext uri="{FF2B5EF4-FFF2-40B4-BE49-F238E27FC236}">
                <a16:creationId xmlns:a16="http://schemas.microsoft.com/office/drawing/2014/main" id="{8192A0F8-9082-48F3-85B4-5BD05FF2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097" y="2625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3" name="path-2740">
            <a:extLst xmlns:a="http://schemas.openxmlformats.org/drawingml/2006/main">
              <a:ext uri="{FF2B5EF4-FFF2-40B4-BE49-F238E27FC236}">
                <a16:creationId xmlns:a16="http://schemas.microsoft.com/office/drawing/2014/main" id="{738F7BD2-5B3B-430B-B782-C5EC85C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437" y="26398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4" name="path-2741">
            <a:extLst xmlns:a="http://schemas.openxmlformats.org/drawingml/2006/main">
              <a:ext uri="{FF2B5EF4-FFF2-40B4-BE49-F238E27FC236}">
                <a16:creationId xmlns:a16="http://schemas.microsoft.com/office/drawing/2014/main" id="{A47DB3DC-EB21-4537-A49D-D601CF7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761" y="2653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5" name="path-2742">
            <a:extLst xmlns:a="http://schemas.openxmlformats.org/drawingml/2006/main">
              <a:ext uri="{FF2B5EF4-FFF2-40B4-BE49-F238E27FC236}">
                <a16:creationId xmlns:a16="http://schemas.microsoft.com/office/drawing/2014/main" id="{5B3ABCFC-0639-45EB-B57A-6CBBC71F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152" y="26380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6" name="path-2743">
            <a:extLst xmlns:a="http://schemas.openxmlformats.org/drawingml/2006/main">
              <a:ext uri="{FF2B5EF4-FFF2-40B4-BE49-F238E27FC236}">
                <a16:creationId xmlns:a16="http://schemas.microsoft.com/office/drawing/2014/main" id="{79B27D33-BA46-4802-A5C8-C3FDD951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099" y="26325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7" name="path-2744">
            <a:extLst xmlns:a="http://schemas.openxmlformats.org/drawingml/2006/main">
              <a:ext uri="{FF2B5EF4-FFF2-40B4-BE49-F238E27FC236}">
                <a16:creationId xmlns:a16="http://schemas.microsoft.com/office/drawing/2014/main" id="{B058A7CC-AA69-4B50-91FD-B97F25D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926" y="2635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8" name="path-2745">
            <a:extLst xmlns:a="http://schemas.openxmlformats.org/drawingml/2006/main">
              <a:ext uri="{FF2B5EF4-FFF2-40B4-BE49-F238E27FC236}">
                <a16:creationId xmlns:a16="http://schemas.microsoft.com/office/drawing/2014/main" id="{45BF3BBB-09A8-4DB2-BC04-274744BE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297" y="26379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9" name="path-2746">
            <a:extLst xmlns:a="http://schemas.openxmlformats.org/drawingml/2006/main">
              <a:ext uri="{FF2B5EF4-FFF2-40B4-BE49-F238E27FC236}">
                <a16:creationId xmlns:a16="http://schemas.microsoft.com/office/drawing/2014/main" id="{552A0987-3657-47E0-A2F7-A388249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183" y="2639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0" name="path-2747">
            <a:extLst xmlns:a="http://schemas.openxmlformats.org/drawingml/2006/main">
              <a:ext uri="{FF2B5EF4-FFF2-40B4-BE49-F238E27FC236}">
                <a16:creationId xmlns:a16="http://schemas.microsoft.com/office/drawing/2014/main" id="{3A8203EC-F3A6-4885-8718-0A3030F8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658" y="2638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1" name="path-2748">
            <a:extLst xmlns:a="http://schemas.openxmlformats.org/drawingml/2006/main">
              <a:ext uri="{FF2B5EF4-FFF2-40B4-BE49-F238E27FC236}">
                <a16:creationId xmlns:a16="http://schemas.microsoft.com/office/drawing/2014/main" id="{43D3F480-865B-48D2-829D-23C0BA48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291" y="2636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2" name="path-2749">
            <a:extLst xmlns:a="http://schemas.openxmlformats.org/drawingml/2006/main">
              <a:ext uri="{FF2B5EF4-FFF2-40B4-BE49-F238E27FC236}">
                <a16:creationId xmlns:a16="http://schemas.microsoft.com/office/drawing/2014/main" id="{BA535F71-D095-4BD1-BBD9-E56AEBE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026" y="2657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3" name="path-2750">
            <a:extLst xmlns:a="http://schemas.openxmlformats.org/drawingml/2006/main">
              <a:ext uri="{FF2B5EF4-FFF2-40B4-BE49-F238E27FC236}">
                <a16:creationId xmlns:a16="http://schemas.microsoft.com/office/drawing/2014/main" id="{653F9EF2-C60B-4EF8-ABAD-36D4BA5B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5459" y="2632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4" name="path-2751">
            <a:extLst xmlns:a="http://schemas.openxmlformats.org/drawingml/2006/main">
              <a:ext uri="{FF2B5EF4-FFF2-40B4-BE49-F238E27FC236}">
                <a16:creationId xmlns:a16="http://schemas.microsoft.com/office/drawing/2014/main" id="{5C7189D7-DE3E-4A22-97B4-DAD84CC0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197" y="2634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5" name="path-2752">
            <a:extLst xmlns:a="http://schemas.openxmlformats.org/drawingml/2006/main">
              <a:ext uri="{FF2B5EF4-FFF2-40B4-BE49-F238E27FC236}">
                <a16:creationId xmlns:a16="http://schemas.microsoft.com/office/drawing/2014/main" id="{D7714093-AA1F-48F5-B764-145D6A77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029" y="26388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6" name="path-2753">
            <a:extLst xmlns:a="http://schemas.openxmlformats.org/drawingml/2006/main">
              <a:ext uri="{FF2B5EF4-FFF2-40B4-BE49-F238E27FC236}">
                <a16:creationId xmlns:a16="http://schemas.microsoft.com/office/drawing/2014/main" id="{46931B90-D738-4908-BD2F-2D3441C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778" y="2640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7" name="path-2754">
            <a:extLst xmlns:a="http://schemas.openxmlformats.org/drawingml/2006/main">
              <a:ext uri="{FF2B5EF4-FFF2-40B4-BE49-F238E27FC236}">
                <a16:creationId xmlns:a16="http://schemas.microsoft.com/office/drawing/2014/main" id="{330BDD27-8B34-4D92-8E61-F29A8086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94" y="2631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8" name="path-2755">
            <a:extLst xmlns:a="http://schemas.openxmlformats.org/drawingml/2006/main">
              <a:ext uri="{FF2B5EF4-FFF2-40B4-BE49-F238E27FC236}">
                <a16:creationId xmlns:a16="http://schemas.microsoft.com/office/drawing/2014/main" id="{E25DCEFC-A51F-43F1-98BD-4546C89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868" y="2614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9" name="path-2756">
            <a:extLst xmlns:a="http://schemas.openxmlformats.org/drawingml/2006/main">
              <a:ext uri="{FF2B5EF4-FFF2-40B4-BE49-F238E27FC236}">
                <a16:creationId xmlns:a16="http://schemas.microsoft.com/office/drawing/2014/main" id="{D4AEFDD4-16EA-4799-8C83-9FF02E0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327" y="2631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0" name="path-2757">
            <a:extLst xmlns:a="http://schemas.openxmlformats.org/drawingml/2006/main">
              <a:ext uri="{FF2B5EF4-FFF2-40B4-BE49-F238E27FC236}">
                <a16:creationId xmlns:a16="http://schemas.microsoft.com/office/drawing/2014/main" id="{50339A66-C1F8-48A5-9689-0F36EEC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080" y="26383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1" name="path-2758">
            <a:extLst xmlns:a="http://schemas.openxmlformats.org/drawingml/2006/main">
              <a:ext uri="{FF2B5EF4-FFF2-40B4-BE49-F238E27FC236}">
                <a16:creationId xmlns:a16="http://schemas.microsoft.com/office/drawing/2014/main" id="{A5AD14C9-5EA7-44FF-95A3-A11594BE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226" y="2639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2" name="path-2759">
            <a:extLst xmlns:a="http://schemas.openxmlformats.org/drawingml/2006/main">
              <a:ext uri="{FF2B5EF4-FFF2-40B4-BE49-F238E27FC236}">
                <a16:creationId xmlns:a16="http://schemas.microsoft.com/office/drawing/2014/main" id="{609A6F12-66D9-493B-B236-7A25798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208" y="26355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3" name="path-2760">
            <a:extLst xmlns:a="http://schemas.openxmlformats.org/drawingml/2006/main">
              <a:ext uri="{FF2B5EF4-FFF2-40B4-BE49-F238E27FC236}">
                <a16:creationId xmlns:a16="http://schemas.microsoft.com/office/drawing/2014/main" id="{1450BA77-6BA8-41A9-94BE-EB0EF0E1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218" y="26504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4" name="path-2761">
            <a:extLst xmlns:a="http://schemas.openxmlformats.org/drawingml/2006/main">
              <a:ext uri="{FF2B5EF4-FFF2-40B4-BE49-F238E27FC236}">
                <a16:creationId xmlns:a16="http://schemas.microsoft.com/office/drawing/2014/main" id="{1E74F865-8215-4045-A18E-8F246AC3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132" y="26412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5" name="path-2762">
            <a:extLst xmlns:a="http://schemas.openxmlformats.org/drawingml/2006/main">
              <a:ext uri="{FF2B5EF4-FFF2-40B4-BE49-F238E27FC236}">
                <a16:creationId xmlns:a16="http://schemas.microsoft.com/office/drawing/2014/main" id="{D93DC474-1D09-4002-B43A-A3A14CF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154" y="26181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6" name="path-2763">
            <a:extLst xmlns:a="http://schemas.openxmlformats.org/drawingml/2006/main">
              <a:ext uri="{FF2B5EF4-FFF2-40B4-BE49-F238E27FC236}">
                <a16:creationId xmlns:a16="http://schemas.microsoft.com/office/drawing/2014/main" id="{7A1DA9A5-9FBC-49E9-B0F3-9EF151C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587" y="2601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7" name="path-2764">
            <a:extLst xmlns:a="http://schemas.openxmlformats.org/drawingml/2006/main">
              <a:ext uri="{FF2B5EF4-FFF2-40B4-BE49-F238E27FC236}">
                <a16:creationId xmlns:a16="http://schemas.microsoft.com/office/drawing/2014/main" id="{D3C54BC2-5ACA-4E5A-8CEF-18B8CDF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19" y="26229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8" name="path-2765">
            <a:extLst xmlns:a="http://schemas.openxmlformats.org/drawingml/2006/main">
              <a:ext uri="{FF2B5EF4-FFF2-40B4-BE49-F238E27FC236}">
                <a16:creationId xmlns:a16="http://schemas.microsoft.com/office/drawing/2014/main" id="{C257D1F5-B7D4-4239-824B-7E7BB3E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505" y="2638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9" name="path-2766">
            <a:extLst xmlns:a="http://schemas.openxmlformats.org/drawingml/2006/main">
              <a:ext uri="{FF2B5EF4-FFF2-40B4-BE49-F238E27FC236}">
                <a16:creationId xmlns:a16="http://schemas.microsoft.com/office/drawing/2014/main" id="{99A9C089-79C3-4CAF-8BA3-755C9F92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607" y="2634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0" name="path-2767">
            <a:extLst xmlns:a="http://schemas.openxmlformats.org/drawingml/2006/main">
              <a:ext uri="{FF2B5EF4-FFF2-40B4-BE49-F238E27FC236}">
                <a16:creationId xmlns:a16="http://schemas.microsoft.com/office/drawing/2014/main" id="{87B49D92-C925-4E0C-966D-66826A22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779" y="26360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1" name="path-2768">
            <a:extLst xmlns:a="http://schemas.openxmlformats.org/drawingml/2006/main">
              <a:ext uri="{FF2B5EF4-FFF2-40B4-BE49-F238E27FC236}">
                <a16:creationId xmlns:a16="http://schemas.microsoft.com/office/drawing/2014/main" id="{31F9F040-500B-48EF-A4EC-29571FEF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673" y="2637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2" name="path-2769">
            <a:extLst xmlns:a="http://schemas.openxmlformats.org/drawingml/2006/main">
              <a:ext uri="{FF2B5EF4-FFF2-40B4-BE49-F238E27FC236}">
                <a16:creationId xmlns:a16="http://schemas.microsoft.com/office/drawing/2014/main" id="{39CBF30D-7852-4AAF-B83C-33128F2A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601" y="2630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3" name="path-2770">
            <a:extLst xmlns:a="http://schemas.openxmlformats.org/drawingml/2006/main">
              <a:ext uri="{FF2B5EF4-FFF2-40B4-BE49-F238E27FC236}">
                <a16:creationId xmlns:a16="http://schemas.microsoft.com/office/drawing/2014/main" id="{15581EEF-88D0-4973-96AE-3B33C29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22" y="2643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4" name="path-2771">
            <a:extLst xmlns:a="http://schemas.openxmlformats.org/drawingml/2006/main">
              <a:ext uri="{FF2B5EF4-FFF2-40B4-BE49-F238E27FC236}">
                <a16:creationId xmlns:a16="http://schemas.microsoft.com/office/drawing/2014/main" id="{81BCA9B3-1BCD-4435-BF3A-CB4ADB8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712" y="2660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5" name="path-2772">
            <a:extLst xmlns:a="http://schemas.openxmlformats.org/drawingml/2006/main">
              <a:ext uri="{FF2B5EF4-FFF2-40B4-BE49-F238E27FC236}">
                <a16:creationId xmlns:a16="http://schemas.microsoft.com/office/drawing/2014/main" id="{2C12BE36-4566-43F2-A46C-BEBDA0A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649" y="2614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6" name="path-2773">
            <a:extLst xmlns:a="http://schemas.openxmlformats.org/drawingml/2006/main">
              <a:ext uri="{FF2B5EF4-FFF2-40B4-BE49-F238E27FC236}">
                <a16:creationId xmlns:a16="http://schemas.microsoft.com/office/drawing/2014/main" id="{52615FC2-3D98-4377-B681-F82B90CC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201" y="2634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7" name="path-2774">
            <a:extLst xmlns:a="http://schemas.openxmlformats.org/drawingml/2006/main">
              <a:ext uri="{FF2B5EF4-FFF2-40B4-BE49-F238E27FC236}">
                <a16:creationId xmlns:a16="http://schemas.microsoft.com/office/drawing/2014/main" id="{29090D21-18E5-4E29-9526-3B8877A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259" y="2640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8" name="path-2775">
            <a:extLst xmlns:a="http://schemas.openxmlformats.org/drawingml/2006/main">
              <a:ext uri="{FF2B5EF4-FFF2-40B4-BE49-F238E27FC236}">
                <a16:creationId xmlns:a16="http://schemas.microsoft.com/office/drawing/2014/main" id="{5C6092F2-1BE2-43BC-8F70-E9051C3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66" y="2657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9" name="path-2776">
            <a:extLst xmlns:a="http://schemas.openxmlformats.org/drawingml/2006/main">
              <a:ext uri="{FF2B5EF4-FFF2-40B4-BE49-F238E27FC236}">
                <a16:creationId xmlns:a16="http://schemas.microsoft.com/office/drawing/2014/main" id="{F2DD7730-97A7-4A1B-8E5F-1F0DBA5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600" y="26351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0" name="path-2777">
            <a:extLst xmlns:a="http://schemas.openxmlformats.org/drawingml/2006/main">
              <a:ext uri="{FF2B5EF4-FFF2-40B4-BE49-F238E27FC236}">
                <a16:creationId xmlns:a16="http://schemas.microsoft.com/office/drawing/2014/main" id="{FBE1DDB2-01C5-41B1-A032-90256E82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034" y="2626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1" name="path-2778">
            <a:extLst xmlns:a="http://schemas.openxmlformats.org/drawingml/2006/main">
              <a:ext uri="{FF2B5EF4-FFF2-40B4-BE49-F238E27FC236}">
                <a16:creationId xmlns:a16="http://schemas.microsoft.com/office/drawing/2014/main" id="{68C19098-3049-42CC-B095-34F1FD65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804" y="2659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2" name="path-2779">
            <a:extLst xmlns:a="http://schemas.openxmlformats.org/drawingml/2006/main">
              <a:ext uri="{FF2B5EF4-FFF2-40B4-BE49-F238E27FC236}">
                <a16:creationId xmlns:a16="http://schemas.microsoft.com/office/drawing/2014/main" id="{86E5E2DD-B038-4974-A230-C5F62799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996" y="2637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3" name="path-2780">
            <a:extLst xmlns:a="http://schemas.openxmlformats.org/drawingml/2006/main">
              <a:ext uri="{FF2B5EF4-FFF2-40B4-BE49-F238E27FC236}">
                <a16:creationId xmlns:a16="http://schemas.microsoft.com/office/drawing/2014/main" id="{7076C5D1-9970-4748-A64E-23C1FB66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109" y="2638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4" name="path-2781">
            <a:extLst xmlns:a="http://schemas.openxmlformats.org/drawingml/2006/main">
              <a:ext uri="{FF2B5EF4-FFF2-40B4-BE49-F238E27FC236}">
                <a16:creationId xmlns:a16="http://schemas.microsoft.com/office/drawing/2014/main" id="{3AEDF633-373C-4094-A1B3-ADBFF256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291" y="2640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5" name="path-2782">
            <a:extLst xmlns:a="http://schemas.openxmlformats.org/drawingml/2006/main">
              <a:ext uri="{FF2B5EF4-FFF2-40B4-BE49-F238E27FC236}">
                <a16:creationId xmlns:a16="http://schemas.microsoft.com/office/drawing/2014/main" id="{3F4A2F30-7149-4380-AD37-31CFEC55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893" y="2635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6" name="path-2783">
            <a:extLst xmlns:a="http://schemas.openxmlformats.org/drawingml/2006/main">
              <a:ext uri="{FF2B5EF4-FFF2-40B4-BE49-F238E27FC236}">
                <a16:creationId xmlns:a16="http://schemas.microsoft.com/office/drawing/2014/main" id="{EDF1D7E9-F0F2-45EA-BF27-C89F31BD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0851" y="26246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7" name="path-2784">
            <a:extLst xmlns:a="http://schemas.openxmlformats.org/drawingml/2006/main">
              <a:ext uri="{FF2B5EF4-FFF2-40B4-BE49-F238E27FC236}">
                <a16:creationId xmlns:a16="http://schemas.microsoft.com/office/drawing/2014/main" id="{7E7D40FB-243A-4F95-905D-06938CBF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862" y="2632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8" name="path-2785">
            <a:extLst xmlns:a="http://schemas.openxmlformats.org/drawingml/2006/main">
              <a:ext uri="{FF2B5EF4-FFF2-40B4-BE49-F238E27FC236}">
                <a16:creationId xmlns:a16="http://schemas.microsoft.com/office/drawing/2014/main" id="{126A3ED4-28C5-4E89-874F-BD4F193F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716" y="26384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9" name="path-2786">
            <a:extLst xmlns:a="http://schemas.openxmlformats.org/drawingml/2006/main">
              <a:ext uri="{FF2B5EF4-FFF2-40B4-BE49-F238E27FC236}">
                <a16:creationId xmlns:a16="http://schemas.microsoft.com/office/drawing/2014/main" id="{871C91AB-D42F-4E86-9326-72282B8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1022" y="2638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0" name="path-2787">
            <a:extLst xmlns:a="http://schemas.openxmlformats.org/drawingml/2006/main">
              <a:ext uri="{FF2B5EF4-FFF2-40B4-BE49-F238E27FC236}">
                <a16:creationId xmlns:a16="http://schemas.microsoft.com/office/drawing/2014/main" id="{A85D2355-3518-42E4-8FFF-EA6B4494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95" y="264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1" name="path-2788">
            <a:extLst xmlns:a="http://schemas.openxmlformats.org/drawingml/2006/main">
              <a:ext uri="{FF2B5EF4-FFF2-40B4-BE49-F238E27FC236}">
                <a16:creationId xmlns:a16="http://schemas.microsoft.com/office/drawing/2014/main" id="{5689B23D-29FA-4863-AE44-F8740F6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012" y="26429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2" name="path-2789">
            <a:extLst xmlns:a="http://schemas.openxmlformats.org/drawingml/2006/main">
              <a:ext uri="{FF2B5EF4-FFF2-40B4-BE49-F238E27FC236}">
                <a16:creationId xmlns:a16="http://schemas.microsoft.com/office/drawing/2014/main" id="{62EA60B1-8A8A-490D-AE02-58B07A0D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044" y="26381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3" name="path-2790">
            <a:extLst xmlns:a="http://schemas.openxmlformats.org/drawingml/2006/main">
              <a:ext uri="{FF2B5EF4-FFF2-40B4-BE49-F238E27FC236}">
                <a16:creationId xmlns:a16="http://schemas.microsoft.com/office/drawing/2014/main" id="{3E832774-87C2-416E-928B-1CBD3100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8337" y="26534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4" name="path-2791">
            <a:extLst xmlns:a="http://schemas.openxmlformats.org/drawingml/2006/main">
              <a:ext uri="{FF2B5EF4-FFF2-40B4-BE49-F238E27FC236}">
                <a16:creationId xmlns:a16="http://schemas.microsoft.com/office/drawing/2014/main" id="{1FB96FE4-3718-47AF-A340-764C1D2D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192" y="2647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5" name="path-2792">
            <a:extLst xmlns:a="http://schemas.openxmlformats.org/drawingml/2006/main">
              <a:ext uri="{FF2B5EF4-FFF2-40B4-BE49-F238E27FC236}">
                <a16:creationId xmlns:a16="http://schemas.microsoft.com/office/drawing/2014/main" id="{10DBFE16-95B2-4E6F-BB3E-46C04025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307" y="2593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6" name="path-2793">
            <a:extLst xmlns:a="http://schemas.openxmlformats.org/drawingml/2006/main">
              <a:ext uri="{FF2B5EF4-FFF2-40B4-BE49-F238E27FC236}">
                <a16:creationId xmlns:a16="http://schemas.microsoft.com/office/drawing/2014/main" id="{4544E732-5E6A-44A2-9991-8FD28ADE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730" y="26344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7" name="path-2794">
            <a:extLst xmlns:a="http://schemas.openxmlformats.org/drawingml/2006/main">
              <a:ext uri="{FF2B5EF4-FFF2-40B4-BE49-F238E27FC236}">
                <a16:creationId xmlns:a16="http://schemas.microsoft.com/office/drawing/2014/main" id="{4EBE524E-5138-44F2-9E57-A4CF7FCA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476" y="2640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8" name="path-2795">
            <a:extLst xmlns:a="http://schemas.openxmlformats.org/drawingml/2006/main">
              <a:ext uri="{FF2B5EF4-FFF2-40B4-BE49-F238E27FC236}">
                <a16:creationId xmlns:a16="http://schemas.microsoft.com/office/drawing/2014/main" id="{01A299E3-2A46-47DD-ABAF-8C63244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087" y="2638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9" name="path-2796">
            <a:extLst xmlns:a="http://schemas.openxmlformats.org/drawingml/2006/main">
              <a:ext uri="{FF2B5EF4-FFF2-40B4-BE49-F238E27FC236}">
                <a16:creationId xmlns:a16="http://schemas.microsoft.com/office/drawing/2014/main" id="{1CD05CA7-5E41-40BF-8214-07E9D426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635" y="2634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0" name="path-2797">
            <a:extLst xmlns:a="http://schemas.openxmlformats.org/drawingml/2006/main">
              <a:ext uri="{FF2B5EF4-FFF2-40B4-BE49-F238E27FC236}">
                <a16:creationId xmlns:a16="http://schemas.microsoft.com/office/drawing/2014/main" id="{577F15B3-A402-490B-A48B-7B564E06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701" y="26305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1" name="path-2798">
            <a:extLst xmlns:a="http://schemas.openxmlformats.org/drawingml/2006/main">
              <a:ext uri="{FF2B5EF4-FFF2-40B4-BE49-F238E27FC236}">
                <a16:creationId xmlns:a16="http://schemas.microsoft.com/office/drawing/2014/main" id="{8854E9F7-3E31-40BA-A638-48EA18BF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705" y="2640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2" name="path-2799">
            <a:extLst xmlns:a="http://schemas.openxmlformats.org/drawingml/2006/main">
              <a:ext uri="{FF2B5EF4-FFF2-40B4-BE49-F238E27FC236}">
                <a16:creationId xmlns:a16="http://schemas.microsoft.com/office/drawing/2014/main" id="{98228CC3-AA9D-4FC4-A674-1A040B0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478" y="26394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3" name="path-2800">
            <a:extLst xmlns:a="http://schemas.openxmlformats.org/drawingml/2006/main">
              <a:ext uri="{FF2B5EF4-FFF2-40B4-BE49-F238E27FC236}">
                <a16:creationId xmlns:a16="http://schemas.microsoft.com/office/drawing/2014/main" id="{ED8D2F1B-5F35-4806-B137-EAE59CA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479" y="2638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4" name="path-2801">
            <a:extLst xmlns:a="http://schemas.openxmlformats.org/drawingml/2006/main">
              <a:ext uri="{FF2B5EF4-FFF2-40B4-BE49-F238E27FC236}">
                <a16:creationId xmlns:a16="http://schemas.microsoft.com/office/drawing/2014/main" id="{EA9555F9-5021-4A15-B50F-07525E3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537" y="2626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5" name="path-2802">
            <a:extLst xmlns:a="http://schemas.openxmlformats.org/drawingml/2006/main">
              <a:ext uri="{FF2B5EF4-FFF2-40B4-BE49-F238E27FC236}">
                <a16:creationId xmlns:a16="http://schemas.microsoft.com/office/drawing/2014/main" id="{0E097450-F912-4E03-BC09-AD392BF8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531" y="26340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6" name="path-2803">
            <a:extLst xmlns:a="http://schemas.openxmlformats.org/drawingml/2006/main">
              <a:ext uri="{FF2B5EF4-FFF2-40B4-BE49-F238E27FC236}">
                <a16:creationId xmlns:a16="http://schemas.microsoft.com/office/drawing/2014/main" id="{34DD46E5-667B-4EDD-898C-D0D5C6E4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371" y="2635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7" name="path-2804">
            <a:extLst xmlns:a="http://schemas.openxmlformats.org/drawingml/2006/main">
              <a:ext uri="{FF2B5EF4-FFF2-40B4-BE49-F238E27FC236}">
                <a16:creationId xmlns:a16="http://schemas.microsoft.com/office/drawing/2014/main" id="{48A1DD91-326D-4662-9F3A-95CCC85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580" y="2638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8" name="path-2805">
            <a:extLst xmlns:a="http://schemas.openxmlformats.org/drawingml/2006/main">
              <a:ext uri="{FF2B5EF4-FFF2-40B4-BE49-F238E27FC236}">
                <a16:creationId xmlns:a16="http://schemas.microsoft.com/office/drawing/2014/main" id="{A0131E9A-DC3E-4B47-963D-8D05EF06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766" y="2637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9" name="path-2806">
            <a:extLst xmlns:a="http://schemas.openxmlformats.org/drawingml/2006/main">
              <a:ext uri="{FF2B5EF4-FFF2-40B4-BE49-F238E27FC236}">
                <a16:creationId xmlns:a16="http://schemas.microsoft.com/office/drawing/2014/main" id="{619CD755-F877-466F-BF9D-851CFAC1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043" y="2657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0" name="path-2807">
            <a:extLst xmlns:a="http://schemas.openxmlformats.org/drawingml/2006/main">
              <a:ext uri="{FF2B5EF4-FFF2-40B4-BE49-F238E27FC236}">
                <a16:creationId xmlns:a16="http://schemas.microsoft.com/office/drawing/2014/main" id="{9C2E0BD0-E791-4BAE-9099-91DC485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861" y="2642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1" name="path-2808">
            <a:extLst xmlns:a="http://schemas.openxmlformats.org/drawingml/2006/main">
              <a:ext uri="{FF2B5EF4-FFF2-40B4-BE49-F238E27FC236}">
                <a16:creationId xmlns:a16="http://schemas.microsoft.com/office/drawing/2014/main" id="{D9A901C6-6A3D-4D8A-AAF4-4A0067CF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578" y="2615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2" name="path-2809">
            <a:extLst xmlns:a="http://schemas.openxmlformats.org/drawingml/2006/main">
              <a:ext uri="{FF2B5EF4-FFF2-40B4-BE49-F238E27FC236}">
                <a16:creationId xmlns:a16="http://schemas.microsoft.com/office/drawing/2014/main" id="{CC671D04-AF1E-4978-BFCB-095CFFDC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714" y="2633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3" name="path-2810">
            <a:extLst xmlns:a="http://schemas.openxmlformats.org/drawingml/2006/main">
              <a:ext uri="{FF2B5EF4-FFF2-40B4-BE49-F238E27FC236}">
                <a16:creationId xmlns:a16="http://schemas.microsoft.com/office/drawing/2014/main" id="{063573FF-4E01-410F-803B-542C29E4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223" y="26321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4" name="path-2811">
            <a:extLst xmlns:a="http://schemas.openxmlformats.org/drawingml/2006/main">
              <a:ext uri="{FF2B5EF4-FFF2-40B4-BE49-F238E27FC236}">
                <a16:creationId xmlns:a16="http://schemas.microsoft.com/office/drawing/2014/main" id="{AFADF61D-29EA-40FA-9BB9-552F52F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441" y="2627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5" name="path-2812">
            <a:extLst xmlns:a="http://schemas.openxmlformats.org/drawingml/2006/main">
              <a:ext uri="{FF2B5EF4-FFF2-40B4-BE49-F238E27FC236}">
                <a16:creationId xmlns:a16="http://schemas.microsoft.com/office/drawing/2014/main" id="{9A79E107-2906-4394-BF2F-DCAA36BF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96" y="26397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6" name="path-2813">
            <a:extLst xmlns:a="http://schemas.openxmlformats.org/drawingml/2006/main">
              <a:ext uri="{FF2B5EF4-FFF2-40B4-BE49-F238E27FC236}">
                <a16:creationId xmlns:a16="http://schemas.microsoft.com/office/drawing/2014/main" id="{7EAADD9F-3EE2-488B-A63E-5C71BDFA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470" y="2638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7" name="path-2814">
            <a:extLst xmlns:a="http://schemas.openxmlformats.org/drawingml/2006/main">
              <a:ext uri="{FF2B5EF4-FFF2-40B4-BE49-F238E27FC236}">
                <a16:creationId xmlns:a16="http://schemas.microsoft.com/office/drawing/2014/main" id="{ACFBE1D6-6196-4558-BC57-36C3437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6290" y="2635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8" name="path-2815">
            <a:extLst xmlns:a="http://schemas.openxmlformats.org/drawingml/2006/main">
              <a:ext uri="{FF2B5EF4-FFF2-40B4-BE49-F238E27FC236}">
                <a16:creationId xmlns:a16="http://schemas.microsoft.com/office/drawing/2014/main" id="{45AD162B-6520-40F3-87C1-CF6DC40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471" y="2670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9" name="path-2816">
            <a:extLst xmlns:a="http://schemas.openxmlformats.org/drawingml/2006/main">
              <a:ext uri="{FF2B5EF4-FFF2-40B4-BE49-F238E27FC236}">
                <a16:creationId xmlns:a16="http://schemas.microsoft.com/office/drawing/2014/main" id="{2F8E8506-2462-47C2-9FDA-C7886EF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8396" y="2638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0" name="path-2817">
            <a:extLst xmlns:a="http://schemas.openxmlformats.org/drawingml/2006/main">
              <a:ext uri="{FF2B5EF4-FFF2-40B4-BE49-F238E27FC236}">
                <a16:creationId xmlns:a16="http://schemas.microsoft.com/office/drawing/2014/main" id="{C34759F1-FEFF-4D26-AA50-84A07BD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220" y="2643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1" name="path-2818">
            <a:extLst xmlns:a="http://schemas.openxmlformats.org/drawingml/2006/main">
              <a:ext uri="{FF2B5EF4-FFF2-40B4-BE49-F238E27FC236}">
                <a16:creationId xmlns:a16="http://schemas.microsoft.com/office/drawing/2014/main" id="{71FB4F8D-0E16-42C3-A71C-8A090B70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181" y="2605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2" name="path-2819">
            <a:extLst xmlns:a="http://schemas.openxmlformats.org/drawingml/2006/main">
              <a:ext uri="{FF2B5EF4-FFF2-40B4-BE49-F238E27FC236}">
                <a16:creationId xmlns:a16="http://schemas.microsoft.com/office/drawing/2014/main" id="{61A4654F-BA12-401C-BF49-787BC5BD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534" y="2649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3" name="path-2820">
            <a:extLst xmlns:a="http://schemas.openxmlformats.org/drawingml/2006/main">
              <a:ext uri="{FF2B5EF4-FFF2-40B4-BE49-F238E27FC236}">
                <a16:creationId xmlns:a16="http://schemas.microsoft.com/office/drawing/2014/main" id="{FCC7AAEC-5DE0-4EF8-AAA3-98A338A3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667" y="2638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4" name="path-2821">
            <a:extLst xmlns:a="http://schemas.openxmlformats.org/drawingml/2006/main">
              <a:ext uri="{FF2B5EF4-FFF2-40B4-BE49-F238E27FC236}">
                <a16:creationId xmlns:a16="http://schemas.microsoft.com/office/drawing/2014/main" id="{27E48E35-7E33-4961-B5F4-23D44B33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939" y="26261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5" name="path-2822">
            <a:extLst xmlns:a="http://schemas.openxmlformats.org/drawingml/2006/main">
              <a:ext uri="{FF2B5EF4-FFF2-40B4-BE49-F238E27FC236}">
                <a16:creationId xmlns:a16="http://schemas.microsoft.com/office/drawing/2014/main" id="{9A6A53CA-C530-4955-875C-85B4442A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700" y="26371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6" name="path-2823">
            <a:extLst xmlns:a="http://schemas.openxmlformats.org/drawingml/2006/main">
              <a:ext uri="{FF2B5EF4-FFF2-40B4-BE49-F238E27FC236}">
                <a16:creationId xmlns:a16="http://schemas.microsoft.com/office/drawing/2014/main" id="{06D39CE9-BDD9-4469-916A-579B91D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148" y="2635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7" name="path-2824">
            <a:extLst xmlns:a="http://schemas.openxmlformats.org/drawingml/2006/main">
              <a:ext uri="{FF2B5EF4-FFF2-40B4-BE49-F238E27FC236}">
                <a16:creationId xmlns:a16="http://schemas.microsoft.com/office/drawing/2014/main" id="{48436876-CAE7-4EF7-82B5-D696E76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71" y="2633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8" name="path-2825">
            <a:extLst xmlns:a="http://schemas.openxmlformats.org/drawingml/2006/main">
              <a:ext uri="{FF2B5EF4-FFF2-40B4-BE49-F238E27FC236}">
                <a16:creationId xmlns:a16="http://schemas.microsoft.com/office/drawing/2014/main" id="{C4EE5E6D-4266-4C40-9E34-798855E8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018" y="2662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9" name="path-2826">
            <a:extLst xmlns:a="http://schemas.openxmlformats.org/drawingml/2006/main">
              <a:ext uri="{FF2B5EF4-FFF2-40B4-BE49-F238E27FC236}">
                <a16:creationId xmlns:a16="http://schemas.microsoft.com/office/drawing/2014/main" id="{3BE6BDC0-16E1-485E-A776-0D398973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442" y="26364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0" name="path-2827">
            <a:extLst xmlns:a="http://schemas.openxmlformats.org/drawingml/2006/main">
              <a:ext uri="{FF2B5EF4-FFF2-40B4-BE49-F238E27FC236}">
                <a16:creationId xmlns:a16="http://schemas.microsoft.com/office/drawing/2014/main" id="{1286E7F1-8E24-4BB7-9180-01F2102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556" y="2629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1" name="path-2828">
            <a:extLst xmlns:a="http://schemas.openxmlformats.org/drawingml/2006/main">
              <a:ext uri="{FF2B5EF4-FFF2-40B4-BE49-F238E27FC236}">
                <a16:creationId xmlns:a16="http://schemas.microsoft.com/office/drawing/2014/main" id="{6243E4FD-407E-40DC-BB48-96CC82A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576" y="2634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2" name="path-2829">
            <a:extLst xmlns:a="http://schemas.openxmlformats.org/drawingml/2006/main">
              <a:ext uri="{FF2B5EF4-FFF2-40B4-BE49-F238E27FC236}">
                <a16:creationId xmlns:a16="http://schemas.microsoft.com/office/drawing/2014/main" id="{0CBF96AA-5F41-426C-ABC3-80323F38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721" y="26116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3" name="path-2830">
            <a:extLst xmlns:a="http://schemas.openxmlformats.org/drawingml/2006/main">
              <a:ext uri="{FF2B5EF4-FFF2-40B4-BE49-F238E27FC236}">
                <a16:creationId xmlns:a16="http://schemas.microsoft.com/office/drawing/2014/main" id="{8129D934-6B7E-42C8-AC19-0A68A4FB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382" y="2638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4" name="path-2831">
            <a:extLst xmlns:a="http://schemas.openxmlformats.org/drawingml/2006/main">
              <a:ext uri="{FF2B5EF4-FFF2-40B4-BE49-F238E27FC236}">
                <a16:creationId xmlns:a16="http://schemas.microsoft.com/office/drawing/2014/main" id="{1A1667CB-064F-44C4-9083-313EC13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028" y="2637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5" name="path-2832">
            <a:extLst xmlns:a="http://schemas.openxmlformats.org/drawingml/2006/main">
              <a:ext uri="{FF2B5EF4-FFF2-40B4-BE49-F238E27FC236}">
                <a16:creationId xmlns:a16="http://schemas.microsoft.com/office/drawing/2014/main" id="{CBD42E60-C3F8-4E6F-9953-2AD7DC7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191" y="26443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6" name="path-2833">
            <a:extLst xmlns:a="http://schemas.openxmlformats.org/drawingml/2006/main">
              <a:ext uri="{FF2B5EF4-FFF2-40B4-BE49-F238E27FC236}">
                <a16:creationId xmlns:a16="http://schemas.microsoft.com/office/drawing/2014/main" id="{BB9264DE-272B-49AF-9CE0-8C876F76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814" y="2637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7" name="path-2834">
            <a:extLst xmlns:a="http://schemas.openxmlformats.org/drawingml/2006/main">
              <a:ext uri="{FF2B5EF4-FFF2-40B4-BE49-F238E27FC236}">
                <a16:creationId xmlns:a16="http://schemas.microsoft.com/office/drawing/2014/main" id="{6BCFD679-2D40-4045-88BC-01093D86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373" y="2668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8" name="path-2835">
            <a:extLst xmlns:a="http://schemas.openxmlformats.org/drawingml/2006/main">
              <a:ext uri="{FF2B5EF4-FFF2-40B4-BE49-F238E27FC236}">
                <a16:creationId xmlns:a16="http://schemas.microsoft.com/office/drawing/2014/main" id="{31B9825A-0F9C-473A-9043-DFCC56C0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731" y="2643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9" name="path-2836">
            <a:extLst xmlns:a="http://schemas.openxmlformats.org/drawingml/2006/main">
              <a:ext uri="{FF2B5EF4-FFF2-40B4-BE49-F238E27FC236}">
                <a16:creationId xmlns:a16="http://schemas.microsoft.com/office/drawing/2014/main" id="{6453A5D4-2D00-439F-A471-38134017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344" y="26367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0" name="path-2837">
            <a:extLst xmlns:a="http://schemas.openxmlformats.org/drawingml/2006/main">
              <a:ext uri="{FF2B5EF4-FFF2-40B4-BE49-F238E27FC236}">
                <a16:creationId xmlns:a16="http://schemas.microsoft.com/office/drawing/2014/main" id="{4AB21E7C-80FD-4A5E-BCD5-EC115F2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130" y="2604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1" name="path-2838">
            <a:extLst xmlns:a="http://schemas.openxmlformats.org/drawingml/2006/main">
              <a:ext uri="{FF2B5EF4-FFF2-40B4-BE49-F238E27FC236}">
                <a16:creationId xmlns:a16="http://schemas.microsoft.com/office/drawing/2014/main" id="{CDAF4BFB-4012-47BA-8C0C-AA8FE5A7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1094" y="2642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2" name="path-2839">
            <a:extLst xmlns:a="http://schemas.openxmlformats.org/drawingml/2006/main">
              <a:ext uri="{FF2B5EF4-FFF2-40B4-BE49-F238E27FC236}">
                <a16:creationId xmlns:a16="http://schemas.microsoft.com/office/drawing/2014/main" id="{0FF853AD-01C7-4567-ACAD-7F1E6034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813" y="2633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3" name="path-2840">
            <a:extLst xmlns:a="http://schemas.openxmlformats.org/drawingml/2006/main">
              <a:ext uri="{FF2B5EF4-FFF2-40B4-BE49-F238E27FC236}">
                <a16:creationId xmlns:a16="http://schemas.microsoft.com/office/drawing/2014/main" id="{EFC28B84-5494-4C30-A6EE-BD5B0A1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877" y="2634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4" name="path-2841">
            <a:extLst xmlns:a="http://schemas.openxmlformats.org/drawingml/2006/main">
              <a:ext uri="{FF2B5EF4-FFF2-40B4-BE49-F238E27FC236}">
                <a16:creationId xmlns:a16="http://schemas.microsoft.com/office/drawing/2014/main" id="{F35CC629-0231-49E2-9B14-1A6F41D0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419" y="2639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5" name="path-2842">
            <a:extLst xmlns:a="http://schemas.openxmlformats.org/drawingml/2006/main">
              <a:ext uri="{FF2B5EF4-FFF2-40B4-BE49-F238E27FC236}">
                <a16:creationId xmlns:a16="http://schemas.microsoft.com/office/drawing/2014/main" id="{669837D8-7C7B-496E-83E1-BAAB01D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396" y="2601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6" name="path-2843">
            <a:extLst xmlns:a="http://schemas.openxmlformats.org/drawingml/2006/main">
              <a:ext uri="{FF2B5EF4-FFF2-40B4-BE49-F238E27FC236}">
                <a16:creationId xmlns:a16="http://schemas.microsoft.com/office/drawing/2014/main" id="{CA1B982E-2DA1-4A4F-9255-47BEE20A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9656" y="26349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7" name="path-2844">
            <a:extLst xmlns:a="http://schemas.openxmlformats.org/drawingml/2006/main">
              <a:ext uri="{FF2B5EF4-FFF2-40B4-BE49-F238E27FC236}">
                <a16:creationId xmlns:a16="http://schemas.microsoft.com/office/drawing/2014/main" id="{D0400EE3-CB10-4E3B-AEC3-801CE549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1617" y="26359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8" name="path-2845">
            <a:extLst xmlns:a="http://schemas.openxmlformats.org/drawingml/2006/main">
              <a:ext uri="{FF2B5EF4-FFF2-40B4-BE49-F238E27FC236}">
                <a16:creationId xmlns:a16="http://schemas.microsoft.com/office/drawing/2014/main" id="{CE775430-F4D5-42EE-8DA8-4C7F3F64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32" y="2638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9" name="path-2846">
            <a:extLst xmlns:a="http://schemas.openxmlformats.org/drawingml/2006/main">
              <a:ext uri="{FF2B5EF4-FFF2-40B4-BE49-F238E27FC236}">
                <a16:creationId xmlns:a16="http://schemas.microsoft.com/office/drawing/2014/main" id="{3975576B-CAEB-48C4-A579-F09FC63A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768" y="2640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0" name="path-2847">
            <a:extLst xmlns:a="http://schemas.openxmlformats.org/drawingml/2006/main">
              <a:ext uri="{FF2B5EF4-FFF2-40B4-BE49-F238E27FC236}">
                <a16:creationId xmlns:a16="http://schemas.microsoft.com/office/drawing/2014/main" id="{98037C22-C77A-4F5E-BC51-9270B0A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441" y="2638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1" name="path-2848">
            <a:extLst xmlns:a="http://schemas.openxmlformats.org/drawingml/2006/main">
              <a:ext uri="{FF2B5EF4-FFF2-40B4-BE49-F238E27FC236}">
                <a16:creationId xmlns:a16="http://schemas.microsoft.com/office/drawing/2014/main" id="{2AC3BB78-4464-4A35-B428-B381A927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939" y="26396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2" name="path-2849">
            <a:extLst xmlns:a="http://schemas.openxmlformats.org/drawingml/2006/main">
              <a:ext uri="{FF2B5EF4-FFF2-40B4-BE49-F238E27FC236}">
                <a16:creationId xmlns:a16="http://schemas.microsoft.com/office/drawing/2014/main" id="{E6D5F626-A599-4F9A-B71D-C4693CA7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361" y="2634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3" name="path-2850">
            <a:extLst xmlns:a="http://schemas.openxmlformats.org/drawingml/2006/main">
              <a:ext uri="{FF2B5EF4-FFF2-40B4-BE49-F238E27FC236}">
                <a16:creationId xmlns:a16="http://schemas.microsoft.com/office/drawing/2014/main" id="{3BC6D48B-6FE3-4A98-B7A4-033D3D5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280" y="26600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4" name="path-2851">
            <a:extLst xmlns:a="http://schemas.openxmlformats.org/drawingml/2006/main">
              <a:ext uri="{FF2B5EF4-FFF2-40B4-BE49-F238E27FC236}">
                <a16:creationId xmlns:a16="http://schemas.microsoft.com/office/drawing/2014/main" id="{F30E0343-38A5-453B-A9C2-66B0786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317" y="2611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5" name="path-2852">
            <a:extLst xmlns:a="http://schemas.openxmlformats.org/drawingml/2006/main">
              <a:ext uri="{FF2B5EF4-FFF2-40B4-BE49-F238E27FC236}">
                <a16:creationId xmlns:a16="http://schemas.microsoft.com/office/drawing/2014/main" id="{C125588D-641B-44E5-825F-866E2F9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970" y="2634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6" name="path-2853">
            <a:extLst xmlns:a="http://schemas.openxmlformats.org/drawingml/2006/main">
              <a:ext uri="{FF2B5EF4-FFF2-40B4-BE49-F238E27FC236}">
                <a16:creationId xmlns:a16="http://schemas.microsoft.com/office/drawing/2014/main" id="{8353131D-0275-4A43-9D66-FD127138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947" y="26371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7" name="path-2854">
            <a:extLst xmlns:a="http://schemas.openxmlformats.org/drawingml/2006/main">
              <a:ext uri="{FF2B5EF4-FFF2-40B4-BE49-F238E27FC236}">
                <a16:creationId xmlns:a16="http://schemas.microsoft.com/office/drawing/2014/main" id="{DDAC101B-12AA-4A5F-B28E-F50A3DF4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034" y="2635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8" name="path-2855">
            <a:extLst xmlns:a="http://schemas.openxmlformats.org/drawingml/2006/main">
              <a:ext uri="{FF2B5EF4-FFF2-40B4-BE49-F238E27FC236}">
                <a16:creationId xmlns:a16="http://schemas.microsoft.com/office/drawing/2014/main" id="{79B7454C-AD44-419E-9663-A746684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318" y="263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9" name="path-2856">
            <a:extLst xmlns:a="http://schemas.openxmlformats.org/drawingml/2006/main">
              <a:ext uri="{FF2B5EF4-FFF2-40B4-BE49-F238E27FC236}">
                <a16:creationId xmlns:a16="http://schemas.microsoft.com/office/drawing/2014/main" id="{4456636D-A550-4D7E-A77D-E95B947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214" y="26353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0" name="path-2857">
            <a:extLst xmlns:a="http://schemas.openxmlformats.org/drawingml/2006/main">
              <a:ext uri="{FF2B5EF4-FFF2-40B4-BE49-F238E27FC236}">
                <a16:creationId xmlns:a16="http://schemas.microsoft.com/office/drawing/2014/main" id="{7B182FEA-9A02-4984-BECE-389D1D36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112" y="26378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1" name="path-2858">
            <a:extLst xmlns:a="http://schemas.openxmlformats.org/drawingml/2006/main">
              <a:ext uri="{FF2B5EF4-FFF2-40B4-BE49-F238E27FC236}">
                <a16:creationId xmlns:a16="http://schemas.microsoft.com/office/drawing/2014/main" id="{1DCEC139-8538-44AE-AF10-CE32117B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457" y="2634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2" name="path-2859">
            <a:extLst xmlns:a="http://schemas.openxmlformats.org/drawingml/2006/main">
              <a:ext uri="{FF2B5EF4-FFF2-40B4-BE49-F238E27FC236}">
                <a16:creationId xmlns:a16="http://schemas.microsoft.com/office/drawing/2014/main" id="{05F36E1A-1714-4587-8AAA-BF3381E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464" y="2638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3" name="path-2860">
            <a:extLst xmlns:a="http://schemas.openxmlformats.org/drawingml/2006/main">
              <a:ext uri="{FF2B5EF4-FFF2-40B4-BE49-F238E27FC236}">
                <a16:creationId xmlns:a16="http://schemas.microsoft.com/office/drawing/2014/main" id="{767955B9-3851-42CE-AD63-E99E4C13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193" y="26371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4" name="path-2861">
            <a:extLst xmlns:a="http://schemas.openxmlformats.org/drawingml/2006/main">
              <a:ext uri="{FF2B5EF4-FFF2-40B4-BE49-F238E27FC236}">
                <a16:creationId xmlns:a16="http://schemas.microsoft.com/office/drawing/2014/main" id="{1AB394DB-8E9F-43A4-9B12-0D6758AF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216" y="2658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5" name="path-2862">
            <a:extLst xmlns:a="http://schemas.openxmlformats.org/drawingml/2006/main">
              <a:ext uri="{FF2B5EF4-FFF2-40B4-BE49-F238E27FC236}">
                <a16:creationId xmlns:a16="http://schemas.microsoft.com/office/drawing/2014/main" id="{7F79205D-E35E-4665-9CD1-62289A65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3043" y="26385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6" name="path-2863">
            <a:extLst xmlns:a="http://schemas.openxmlformats.org/drawingml/2006/main">
              <a:ext uri="{FF2B5EF4-FFF2-40B4-BE49-F238E27FC236}">
                <a16:creationId xmlns:a16="http://schemas.microsoft.com/office/drawing/2014/main" id="{BB4BBA89-4B02-481A-9861-B5758A3C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593" y="26357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7" name="path-2864">
            <a:extLst xmlns:a="http://schemas.openxmlformats.org/drawingml/2006/main">
              <a:ext uri="{FF2B5EF4-FFF2-40B4-BE49-F238E27FC236}">
                <a16:creationId xmlns:a16="http://schemas.microsoft.com/office/drawing/2014/main" id="{96E4B798-39B5-4F9D-A854-ABFA9164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4086" y="2631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8" name="path-2865">
            <a:extLst xmlns:a="http://schemas.openxmlformats.org/drawingml/2006/main">
              <a:ext uri="{FF2B5EF4-FFF2-40B4-BE49-F238E27FC236}">
                <a16:creationId xmlns:a16="http://schemas.microsoft.com/office/drawing/2014/main" id="{B0F50043-C03E-49AE-9B9E-C6A2585E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476" y="2639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9" name="path-2866">
            <a:extLst xmlns:a="http://schemas.openxmlformats.org/drawingml/2006/main">
              <a:ext uri="{FF2B5EF4-FFF2-40B4-BE49-F238E27FC236}">
                <a16:creationId xmlns:a16="http://schemas.microsoft.com/office/drawing/2014/main" id="{2768FFCC-7F6C-4341-866D-A62C74C1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690" y="2631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0" name="path-2867">
            <a:extLst xmlns:a="http://schemas.openxmlformats.org/drawingml/2006/main">
              <a:ext uri="{FF2B5EF4-FFF2-40B4-BE49-F238E27FC236}">
                <a16:creationId xmlns:a16="http://schemas.microsoft.com/office/drawing/2014/main" id="{B3FA1735-D960-4909-8FE3-69EEB65C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283" y="2638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1" name="path-2868">
            <a:extLst xmlns:a="http://schemas.openxmlformats.org/drawingml/2006/main">
              <a:ext uri="{FF2B5EF4-FFF2-40B4-BE49-F238E27FC236}">
                <a16:creationId xmlns:a16="http://schemas.microsoft.com/office/drawing/2014/main" id="{321DF0E8-9522-441A-9909-2F664A29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5777" y="2635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2" name="path-2869">
            <a:extLst xmlns:a="http://schemas.openxmlformats.org/drawingml/2006/main">
              <a:ext uri="{FF2B5EF4-FFF2-40B4-BE49-F238E27FC236}">
                <a16:creationId xmlns:a16="http://schemas.microsoft.com/office/drawing/2014/main" id="{F64AA4C1-D1DE-45F9-B3F0-2676BAB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543" y="2638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3" name="path-2870">
            <a:extLst xmlns:a="http://schemas.openxmlformats.org/drawingml/2006/main">
              <a:ext uri="{FF2B5EF4-FFF2-40B4-BE49-F238E27FC236}">
                <a16:creationId xmlns:a16="http://schemas.microsoft.com/office/drawing/2014/main" id="{F05F683B-17B9-4AE1-955A-8C4479B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589" y="26341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4" name="path-2871">
            <a:extLst xmlns:a="http://schemas.openxmlformats.org/drawingml/2006/main">
              <a:ext uri="{FF2B5EF4-FFF2-40B4-BE49-F238E27FC236}">
                <a16:creationId xmlns:a16="http://schemas.microsoft.com/office/drawing/2014/main" id="{F33C7D65-4D93-4182-B2E0-7F828CC7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538" y="26330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5" name="path-2872">
            <a:extLst xmlns:a="http://schemas.openxmlformats.org/drawingml/2006/main">
              <a:ext uri="{FF2B5EF4-FFF2-40B4-BE49-F238E27FC236}">
                <a16:creationId xmlns:a16="http://schemas.microsoft.com/office/drawing/2014/main" id="{F5F92AEC-7411-4329-AF05-1EBCE3E7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659" y="2635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6" name="path-2873">
            <a:extLst xmlns:a="http://schemas.openxmlformats.org/drawingml/2006/main">
              <a:ext uri="{FF2B5EF4-FFF2-40B4-BE49-F238E27FC236}">
                <a16:creationId xmlns:a16="http://schemas.microsoft.com/office/drawing/2014/main" id="{DEFB029C-833A-4297-B49A-E109438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319" y="2630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7" name="path-2874">
            <a:extLst xmlns:a="http://schemas.openxmlformats.org/drawingml/2006/main">
              <a:ext uri="{FF2B5EF4-FFF2-40B4-BE49-F238E27FC236}">
                <a16:creationId xmlns:a16="http://schemas.microsoft.com/office/drawing/2014/main" id="{0435D713-A9DB-4BF4-8E1F-48CEC840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565" y="2631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8" name="path-2875">
            <a:extLst xmlns:a="http://schemas.openxmlformats.org/drawingml/2006/main">
              <a:ext uri="{FF2B5EF4-FFF2-40B4-BE49-F238E27FC236}">
                <a16:creationId xmlns:a16="http://schemas.microsoft.com/office/drawing/2014/main" id="{E5EB0CDB-6D9F-44DE-917A-8C03A07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592" y="2636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9" name="path-2876">
            <a:extLst xmlns:a="http://schemas.openxmlformats.org/drawingml/2006/main">
              <a:ext uri="{FF2B5EF4-FFF2-40B4-BE49-F238E27FC236}">
                <a16:creationId xmlns:a16="http://schemas.microsoft.com/office/drawing/2014/main" id="{0C6C111C-8879-4544-A5FE-55E8CDBE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756" y="2640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0" name="path-2877">
            <a:extLst xmlns:a="http://schemas.openxmlformats.org/drawingml/2006/main">
              <a:ext uri="{FF2B5EF4-FFF2-40B4-BE49-F238E27FC236}">
                <a16:creationId xmlns:a16="http://schemas.microsoft.com/office/drawing/2014/main" id="{7A295691-C83E-4FCE-BF53-C422BC9B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457" y="2634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1" name="path-2878">
            <a:extLst xmlns:a="http://schemas.openxmlformats.org/drawingml/2006/main">
              <a:ext uri="{FF2B5EF4-FFF2-40B4-BE49-F238E27FC236}">
                <a16:creationId xmlns:a16="http://schemas.microsoft.com/office/drawing/2014/main" id="{0A24216C-D715-4A6F-9CE1-BC61AA63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483" y="26403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2" name="path-2879">
            <a:extLst xmlns:a="http://schemas.openxmlformats.org/drawingml/2006/main">
              <a:ext uri="{FF2B5EF4-FFF2-40B4-BE49-F238E27FC236}">
                <a16:creationId xmlns:a16="http://schemas.microsoft.com/office/drawing/2014/main" id="{FD1B94B8-D656-4DC0-B326-ACDE167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654" y="26145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3" name="path-2880">
            <a:extLst xmlns:a="http://schemas.openxmlformats.org/drawingml/2006/main">
              <a:ext uri="{FF2B5EF4-FFF2-40B4-BE49-F238E27FC236}">
                <a16:creationId xmlns:a16="http://schemas.microsoft.com/office/drawing/2014/main" id="{C23D72D1-7CEB-4D6F-86AE-25EF60C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399" y="2619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4" name="path-2881">
            <a:extLst xmlns:a="http://schemas.openxmlformats.org/drawingml/2006/main">
              <a:ext uri="{FF2B5EF4-FFF2-40B4-BE49-F238E27FC236}">
                <a16:creationId xmlns:a16="http://schemas.microsoft.com/office/drawing/2014/main" id="{D5A9DC3E-157D-40CE-BF3E-A27FD89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305" y="26457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5" name="path-2882">
            <a:extLst xmlns:a="http://schemas.openxmlformats.org/drawingml/2006/main">
              <a:ext uri="{FF2B5EF4-FFF2-40B4-BE49-F238E27FC236}">
                <a16:creationId xmlns:a16="http://schemas.microsoft.com/office/drawing/2014/main" id="{982C0888-C56A-47F5-8CEE-E0D60CC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972" y="2630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6" name="path-2883">
            <a:extLst xmlns:a="http://schemas.openxmlformats.org/drawingml/2006/main">
              <a:ext uri="{FF2B5EF4-FFF2-40B4-BE49-F238E27FC236}">
                <a16:creationId xmlns:a16="http://schemas.microsoft.com/office/drawing/2014/main" id="{F9106C00-67E6-46BC-9E34-1881B073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033" y="2637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7" name="path-2884">
            <a:extLst xmlns:a="http://schemas.openxmlformats.org/drawingml/2006/main">
              <a:ext uri="{FF2B5EF4-FFF2-40B4-BE49-F238E27FC236}">
                <a16:creationId xmlns:a16="http://schemas.microsoft.com/office/drawing/2014/main" id="{15461C1F-95F1-47A7-B41A-2D574544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916" y="26158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8" name="path-2885">
            <a:extLst xmlns:a="http://schemas.openxmlformats.org/drawingml/2006/main">
              <a:ext uri="{FF2B5EF4-FFF2-40B4-BE49-F238E27FC236}">
                <a16:creationId xmlns:a16="http://schemas.microsoft.com/office/drawing/2014/main" id="{BDC8C3EE-5AE8-4363-9605-8DBD850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664" y="26369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9" name="path-2886">
            <a:extLst xmlns:a="http://schemas.openxmlformats.org/drawingml/2006/main">
              <a:ext uri="{FF2B5EF4-FFF2-40B4-BE49-F238E27FC236}">
                <a16:creationId xmlns:a16="http://schemas.microsoft.com/office/drawing/2014/main" id="{EEFEFE43-2710-49AF-84C1-ED7C8DEB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033" y="2632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0" name="path-2887">
            <a:extLst xmlns:a="http://schemas.openxmlformats.org/drawingml/2006/main">
              <a:ext uri="{FF2B5EF4-FFF2-40B4-BE49-F238E27FC236}">
                <a16:creationId xmlns:a16="http://schemas.microsoft.com/office/drawing/2014/main" id="{79ABA1DB-7217-4C02-AC30-BDD458B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209" y="2637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1" name="path-2888">
            <a:extLst xmlns:a="http://schemas.openxmlformats.org/drawingml/2006/main">
              <a:ext uri="{FF2B5EF4-FFF2-40B4-BE49-F238E27FC236}">
                <a16:creationId xmlns:a16="http://schemas.microsoft.com/office/drawing/2014/main" id="{4911FEAB-9517-4503-A0C7-C059DC67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2925" y="2631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2" name="path-2889">
            <a:extLst xmlns:a="http://schemas.openxmlformats.org/drawingml/2006/main">
              <a:ext uri="{FF2B5EF4-FFF2-40B4-BE49-F238E27FC236}">
                <a16:creationId xmlns:a16="http://schemas.microsoft.com/office/drawing/2014/main" id="{1369B8D8-42F3-47B8-8C8B-0096001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404" y="26467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3" name="path-2890">
            <a:extLst xmlns:a="http://schemas.openxmlformats.org/drawingml/2006/main">
              <a:ext uri="{FF2B5EF4-FFF2-40B4-BE49-F238E27FC236}">
                <a16:creationId xmlns:a16="http://schemas.microsoft.com/office/drawing/2014/main" id="{5D811AA1-9F56-450B-B8A1-56BFFD5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791" y="2633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4" name="path-2891">
            <a:extLst xmlns:a="http://schemas.openxmlformats.org/drawingml/2006/main">
              <a:ext uri="{FF2B5EF4-FFF2-40B4-BE49-F238E27FC236}">
                <a16:creationId xmlns:a16="http://schemas.microsoft.com/office/drawing/2014/main" id="{BE30A085-4F1A-4EF0-9B66-58AD3F5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479" y="2636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5" name="path-2892">
            <a:extLst xmlns:a="http://schemas.openxmlformats.org/drawingml/2006/main">
              <a:ext uri="{FF2B5EF4-FFF2-40B4-BE49-F238E27FC236}">
                <a16:creationId xmlns:a16="http://schemas.microsoft.com/office/drawing/2014/main" id="{F29D3619-E7FC-4D9F-834E-CD7F05D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528" y="2638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6" name="path-2893">
            <a:extLst xmlns:a="http://schemas.openxmlformats.org/drawingml/2006/main">
              <a:ext uri="{FF2B5EF4-FFF2-40B4-BE49-F238E27FC236}">
                <a16:creationId xmlns:a16="http://schemas.microsoft.com/office/drawing/2014/main" id="{407EA206-92A0-4D7F-8CEF-97A9231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560" y="26317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7" name="path-2894">
            <a:extLst xmlns:a="http://schemas.openxmlformats.org/drawingml/2006/main">
              <a:ext uri="{FF2B5EF4-FFF2-40B4-BE49-F238E27FC236}">
                <a16:creationId xmlns:a16="http://schemas.microsoft.com/office/drawing/2014/main" id="{72FFC760-4898-4C24-B4C7-B726B89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448" y="2642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8" name="path-2895">
            <a:extLst xmlns:a="http://schemas.openxmlformats.org/drawingml/2006/main">
              <a:ext uri="{FF2B5EF4-FFF2-40B4-BE49-F238E27FC236}">
                <a16:creationId xmlns:a16="http://schemas.microsoft.com/office/drawing/2014/main" id="{09BC8672-0A5C-4005-AAF3-062740DF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725" y="2628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9" name="path-2896">
            <a:extLst xmlns:a="http://schemas.openxmlformats.org/drawingml/2006/main">
              <a:ext uri="{FF2B5EF4-FFF2-40B4-BE49-F238E27FC236}">
                <a16:creationId xmlns:a16="http://schemas.microsoft.com/office/drawing/2014/main" id="{9E0B8AA5-13C8-4D3B-A854-FC8B242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885" y="2640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0" name="path-2897">
            <a:extLst xmlns:a="http://schemas.openxmlformats.org/drawingml/2006/main">
              <a:ext uri="{FF2B5EF4-FFF2-40B4-BE49-F238E27FC236}">
                <a16:creationId xmlns:a16="http://schemas.microsoft.com/office/drawing/2014/main" id="{C1B9546E-78E1-4D65-8D55-F41F796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515" y="2634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1" name="path-2898">
            <a:extLst xmlns:a="http://schemas.openxmlformats.org/drawingml/2006/main">
              <a:ext uri="{FF2B5EF4-FFF2-40B4-BE49-F238E27FC236}">
                <a16:creationId xmlns:a16="http://schemas.microsoft.com/office/drawing/2014/main" id="{392DAB50-6E8B-463D-99DC-9583C1DE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068" y="26355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2" name="path-2899">
            <a:extLst xmlns:a="http://schemas.openxmlformats.org/drawingml/2006/main">
              <a:ext uri="{FF2B5EF4-FFF2-40B4-BE49-F238E27FC236}">
                <a16:creationId xmlns:a16="http://schemas.microsoft.com/office/drawing/2014/main" id="{C75B9A2A-7489-4EB2-BC18-4D95D2E3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628" y="26446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3" name="path-2900">
            <a:extLst xmlns:a="http://schemas.openxmlformats.org/drawingml/2006/main">
              <a:ext uri="{FF2B5EF4-FFF2-40B4-BE49-F238E27FC236}">
                <a16:creationId xmlns:a16="http://schemas.microsoft.com/office/drawing/2014/main" id="{1389930E-1607-4E8F-8BE9-8A6A6161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790" y="2639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4" name="path-2901">
            <a:extLst xmlns:a="http://schemas.openxmlformats.org/drawingml/2006/main">
              <a:ext uri="{FF2B5EF4-FFF2-40B4-BE49-F238E27FC236}">
                <a16:creationId xmlns:a16="http://schemas.microsoft.com/office/drawing/2014/main" id="{62B5C057-FCAC-4C32-8320-43E23017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958" y="26095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5" name="path-2902">
            <a:extLst xmlns:a="http://schemas.openxmlformats.org/drawingml/2006/main">
              <a:ext uri="{FF2B5EF4-FFF2-40B4-BE49-F238E27FC236}">
                <a16:creationId xmlns:a16="http://schemas.microsoft.com/office/drawing/2014/main" id="{0B2ABA80-492C-45BB-9A95-79F93852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095" y="2659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6" name="path-2903">
            <a:extLst xmlns:a="http://schemas.openxmlformats.org/drawingml/2006/main">
              <a:ext uri="{FF2B5EF4-FFF2-40B4-BE49-F238E27FC236}">
                <a16:creationId xmlns:a16="http://schemas.microsoft.com/office/drawing/2014/main" id="{799DAF5F-1B85-4434-9A10-A63A85FE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8494" y="2637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7" name="path-2904">
            <a:extLst xmlns:a="http://schemas.openxmlformats.org/drawingml/2006/main">
              <a:ext uri="{FF2B5EF4-FFF2-40B4-BE49-F238E27FC236}">
                <a16:creationId xmlns:a16="http://schemas.microsoft.com/office/drawing/2014/main" id="{2D33658C-B9AE-4C01-A604-E6EF734C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412" y="2668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8" name="path-2905">
            <a:extLst xmlns:a="http://schemas.openxmlformats.org/drawingml/2006/main">
              <a:ext uri="{FF2B5EF4-FFF2-40B4-BE49-F238E27FC236}">
                <a16:creationId xmlns:a16="http://schemas.microsoft.com/office/drawing/2014/main" id="{028C2230-90A8-4B53-A487-72A53C35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193" y="2634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9" name="path-2906">
            <a:extLst xmlns:a="http://schemas.openxmlformats.org/drawingml/2006/main">
              <a:ext uri="{FF2B5EF4-FFF2-40B4-BE49-F238E27FC236}">
                <a16:creationId xmlns:a16="http://schemas.microsoft.com/office/drawing/2014/main" id="{97249080-54D7-4952-A3A7-EA94EC1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4164" y="2638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0" name="path-2907">
            <a:extLst xmlns:a="http://schemas.openxmlformats.org/drawingml/2006/main">
              <a:ext uri="{FF2B5EF4-FFF2-40B4-BE49-F238E27FC236}">
                <a16:creationId xmlns:a16="http://schemas.microsoft.com/office/drawing/2014/main" id="{72287527-3656-42AB-ADE1-8B739A12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97" y="26373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1" name="path-2908">
            <a:extLst xmlns:a="http://schemas.openxmlformats.org/drawingml/2006/main">
              <a:ext uri="{FF2B5EF4-FFF2-40B4-BE49-F238E27FC236}">
                <a16:creationId xmlns:a16="http://schemas.microsoft.com/office/drawing/2014/main" id="{EDE611C4-4D37-4553-8031-685526F7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503" y="2623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2" name="path-2909">
            <a:extLst xmlns:a="http://schemas.openxmlformats.org/drawingml/2006/main">
              <a:ext uri="{FF2B5EF4-FFF2-40B4-BE49-F238E27FC236}">
                <a16:creationId xmlns:a16="http://schemas.microsoft.com/office/drawing/2014/main" id="{896F089F-FE1B-4A1B-8969-E0654ACB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249" y="2636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3" name="path-2910">
            <a:extLst xmlns:a="http://schemas.openxmlformats.org/drawingml/2006/main">
              <a:ext uri="{FF2B5EF4-FFF2-40B4-BE49-F238E27FC236}">
                <a16:creationId xmlns:a16="http://schemas.microsoft.com/office/drawing/2014/main" id="{E7A4E99E-1AC8-4850-8883-A7E39EAE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836" y="26356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4" name="path-2911">
            <a:extLst xmlns:a="http://schemas.openxmlformats.org/drawingml/2006/main">
              <a:ext uri="{FF2B5EF4-FFF2-40B4-BE49-F238E27FC236}">
                <a16:creationId xmlns:a16="http://schemas.microsoft.com/office/drawing/2014/main" id="{2BFDF005-327D-4018-ADBA-27BC55F7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7829" y="2646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5" name="path-2912">
            <a:extLst xmlns:a="http://schemas.openxmlformats.org/drawingml/2006/main">
              <a:ext uri="{FF2B5EF4-FFF2-40B4-BE49-F238E27FC236}">
                <a16:creationId xmlns:a16="http://schemas.microsoft.com/office/drawing/2014/main" id="{B7F1B418-4023-41BB-937C-3CD7F31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440" y="26351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6" name="path-2913">
            <a:extLst xmlns:a="http://schemas.openxmlformats.org/drawingml/2006/main">
              <a:ext uri="{FF2B5EF4-FFF2-40B4-BE49-F238E27FC236}">
                <a16:creationId xmlns:a16="http://schemas.microsoft.com/office/drawing/2014/main" id="{248EDF27-212D-43A1-9DD0-8D070A7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7816" y="26381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7" name="path-2914">
            <a:extLst xmlns:a="http://schemas.openxmlformats.org/drawingml/2006/main">
              <a:ext uri="{FF2B5EF4-FFF2-40B4-BE49-F238E27FC236}">
                <a16:creationId xmlns:a16="http://schemas.microsoft.com/office/drawing/2014/main" id="{5662BB40-36A1-4F50-BDAA-F4BDB085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593" y="2639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8" name="path-2915">
            <a:extLst xmlns:a="http://schemas.openxmlformats.org/drawingml/2006/main">
              <a:ext uri="{FF2B5EF4-FFF2-40B4-BE49-F238E27FC236}">
                <a16:creationId xmlns:a16="http://schemas.microsoft.com/office/drawing/2014/main" id="{6C20EEBD-7D96-4D80-A483-EFAC25DD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772" y="26384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9" name="path-2916">
            <a:extLst xmlns:a="http://schemas.openxmlformats.org/drawingml/2006/main">
              <a:ext uri="{FF2B5EF4-FFF2-40B4-BE49-F238E27FC236}">
                <a16:creationId xmlns:a16="http://schemas.microsoft.com/office/drawing/2014/main" id="{1A40CC41-7AC8-4737-8AB5-8C27B70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139" y="2660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0" name="path-2917">
            <a:extLst xmlns:a="http://schemas.openxmlformats.org/drawingml/2006/main">
              <a:ext uri="{FF2B5EF4-FFF2-40B4-BE49-F238E27FC236}">
                <a16:creationId xmlns:a16="http://schemas.microsoft.com/office/drawing/2014/main" id="{C2A75D28-BCBC-4828-8FFA-3D47C26D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236" y="2647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1" name="path-2918">
            <a:extLst xmlns:a="http://schemas.openxmlformats.org/drawingml/2006/main">
              <a:ext uri="{FF2B5EF4-FFF2-40B4-BE49-F238E27FC236}">
                <a16:creationId xmlns:a16="http://schemas.microsoft.com/office/drawing/2014/main" id="{F8FD9153-8F8D-47BB-B420-2CADD278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2679" y="26334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2" name="path-2919">
            <a:extLst xmlns:a="http://schemas.openxmlformats.org/drawingml/2006/main">
              <a:ext uri="{FF2B5EF4-FFF2-40B4-BE49-F238E27FC236}">
                <a16:creationId xmlns:a16="http://schemas.microsoft.com/office/drawing/2014/main" id="{9504CC57-A837-4BBC-9A4F-47EB2786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392" y="2635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3" name="path-2920">
            <a:extLst xmlns:a="http://schemas.openxmlformats.org/drawingml/2006/main">
              <a:ext uri="{FF2B5EF4-FFF2-40B4-BE49-F238E27FC236}">
                <a16:creationId xmlns:a16="http://schemas.microsoft.com/office/drawing/2014/main" id="{E46F19D2-E438-4800-98DB-6EB2CEC8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093" y="2617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4" name="path-2921">
            <a:extLst xmlns:a="http://schemas.openxmlformats.org/drawingml/2006/main">
              <a:ext uri="{FF2B5EF4-FFF2-40B4-BE49-F238E27FC236}">
                <a16:creationId xmlns:a16="http://schemas.microsoft.com/office/drawing/2014/main" id="{EA2EEBCE-05A8-4FBE-BDB4-551E466B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454" y="2644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5" name="path-2922">
            <a:extLst xmlns:a="http://schemas.openxmlformats.org/drawingml/2006/main">
              <a:ext uri="{FF2B5EF4-FFF2-40B4-BE49-F238E27FC236}">
                <a16:creationId xmlns:a16="http://schemas.microsoft.com/office/drawing/2014/main" id="{76B68F44-40F4-44E8-B531-707D3039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648" y="26158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6" name="path-2923">
            <a:extLst xmlns:a="http://schemas.openxmlformats.org/drawingml/2006/main">
              <a:ext uri="{FF2B5EF4-FFF2-40B4-BE49-F238E27FC236}">
                <a16:creationId xmlns:a16="http://schemas.microsoft.com/office/drawing/2014/main" id="{9B8D536A-A5E6-4E99-87C1-7E5DB49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2092" y="26306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7" name="path-2924">
            <a:extLst xmlns:a="http://schemas.openxmlformats.org/drawingml/2006/main">
              <a:ext uri="{FF2B5EF4-FFF2-40B4-BE49-F238E27FC236}">
                <a16:creationId xmlns:a16="http://schemas.microsoft.com/office/drawing/2014/main" id="{DE061A22-3053-45BF-B938-F46C7BD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918" y="26422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8" name="path-2925">
            <a:extLst xmlns:a="http://schemas.openxmlformats.org/drawingml/2006/main">
              <a:ext uri="{FF2B5EF4-FFF2-40B4-BE49-F238E27FC236}">
                <a16:creationId xmlns:a16="http://schemas.microsoft.com/office/drawing/2014/main" id="{2F9A55DE-D29F-4045-9B9C-6A3FBD34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42" y="2655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9" name="path-2926">
            <a:extLst xmlns:a="http://schemas.openxmlformats.org/drawingml/2006/main">
              <a:ext uri="{FF2B5EF4-FFF2-40B4-BE49-F238E27FC236}">
                <a16:creationId xmlns:a16="http://schemas.microsoft.com/office/drawing/2014/main" id="{95101518-5D76-4BAD-A546-28D06D5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398" y="2651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0" name="path-2927">
            <a:extLst xmlns:a="http://schemas.openxmlformats.org/drawingml/2006/main">
              <a:ext uri="{FF2B5EF4-FFF2-40B4-BE49-F238E27FC236}">
                <a16:creationId xmlns:a16="http://schemas.microsoft.com/office/drawing/2014/main" id="{FD3EF5DC-6D72-4C92-914A-6824209F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536" y="2638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1" name="path-2928">
            <a:extLst xmlns:a="http://schemas.openxmlformats.org/drawingml/2006/main">
              <a:ext uri="{FF2B5EF4-FFF2-40B4-BE49-F238E27FC236}">
                <a16:creationId xmlns:a16="http://schemas.microsoft.com/office/drawing/2014/main" id="{837EE3AA-B188-4E03-87F5-DBDEC71E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122" y="2632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2" name="path-2929">
            <a:extLst xmlns:a="http://schemas.openxmlformats.org/drawingml/2006/main">
              <a:ext uri="{FF2B5EF4-FFF2-40B4-BE49-F238E27FC236}">
                <a16:creationId xmlns:a16="http://schemas.microsoft.com/office/drawing/2014/main" id="{5BF49EC5-6039-497C-B9BE-EC55102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334" y="2653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3" name="path-2930">
            <a:extLst xmlns:a="http://schemas.openxmlformats.org/drawingml/2006/main">
              <a:ext uri="{FF2B5EF4-FFF2-40B4-BE49-F238E27FC236}">
                <a16:creationId xmlns:a16="http://schemas.microsoft.com/office/drawing/2014/main" id="{636C17E0-7F3D-4F9D-9B03-9403F982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575" y="2632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4" name="path-2931">
            <a:extLst xmlns:a="http://schemas.openxmlformats.org/drawingml/2006/main">
              <a:ext uri="{FF2B5EF4-FFF2-40B4-BE49-F238E27FC236}">
                <a16:creationId xmlns:a16="http://schemas.microsoft.com/office/drawing/2014/main" id="{5DEF37E3-E8BD-4318-9E3D-86005AA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703" y="26374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5" name="path-2932">
            <a:extLst xmlns:a="http://schemas.openxmlformats.org/drawingml/2006/main">
              <a:ext uri="{FF2B5EF4-FFF2-40B4-BE49-F238E27FC236}">
                <a16:creationId xmlns:a16="http://schemas.microsoft.com/office/drawing/2014/main" id="{5DF36E15-00F0-4B49-94C5-E45271E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158" y="2637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6" name="path-2933">
            <a:extLst xmlns:a="http://schemas.openxmlformats.org/drawingml/2006/main">
              <a:ext uri="{FF2B5EF4-FFF2-40B4-BE49-F238E27FC236}">
                <a16:creationId xmlns:a16="http://schemas.microsoft.com/office/drawing/2014/main" id="{EAC79EDD-DC96-4BD9-88B2-5B52AAEB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062" y="2636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7" name="path-2934">
            <a:extLst xmlns:a="http://schemas.openxmlformats.org/drawingml/2006/main">
              <a:ext uri="{FF2B5EF4-FFF2-40B4-BE49-F238E27FC236}">
                <a16:creationId xmlns:a16="http://schemas.microsoft.com/office/drawing/2014/main" id="{A4410A06-70F6-4855-8FCC-997F780D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010" y="2651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8" name="path-2935">
            <a:extLst xmlns:a="http://schemas.openxmlformats.org/drawingml/2006/main">
              <a:ext uri="{FF2B5EF4-FFF2-40B4-BE49-F238E27FC236}">
                <a16:creationId xmlns:a16="http://schemas.microsoft.com/office/drawing/2014/main" id="{DDDEC281-2573-4357-AFD2-2AAB39F1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263" y="2637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9" name="path-2936">
            <a:extLst xmlns:a="http://schemas.openxmlformats.org/drawingml/2006/main">
              <a:ext uri="{FF2B5EF4-FFF2-40B4-BE49-F238E27FC236}">
                <a16:creationId xmlns:a16="http://schemas.microsoft.com/office/drawing/2014/main" id="{C05EAA7E-7EAB-40CE-8800-6EE7C79B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042" y="2640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0" name="path-2937">
            <a:extLst xmlns:a="http://schemas.openxmlformats.org/drawingml/2006/main">
              <a:ext uri="{FF2B5EF4-FFF2-40B4-BE49-F238E27FC236}">
                <a16:creationId xmlns:a16="http://schemas.microsoft.com/office/drawing/2014/main" id="{DCF2B743-A90B-4FF1-88EB-156E9A2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114" y="2632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1" name="path-2938">
            <a:extLst xmlns:a="http://schemas.openxmlformats.org/drawingml/2006/main">
              <a:ext uri="{FF2B5EF4-FFF2-40B4-BE49-F238E27FC236}">
                <a16:creationId xmlns:a16="http://schemas.microsoft.com/office/drawing/2014/main" id="{35625D67-BB33-45F8-ADE4-7912CF5E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42" y="26441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2" name="path-2939">
            <a:extLst xmlns:a="http://schemas.openxmlformats.org/drawingml/2006/main">
              <a:ext uri="{FF2B5EF4-FFF2-40B4-BE49-F238E27FC236}">
                <a16:creationId xmlns:a16="http://schemas.microsoft.com/office/drawing/2014/main" id="{547C90F5-A305-4809-844C-B83792D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601" y="26393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3" name="path-2940">
            <a:extLst xmlns:a="http://schemas.openxmlformats.org/drawingml/2006/main">
              <a:ext uri="{FF2B5EF4-FFF2-40B4-BE49-F238E27FC236}">
                <a16:creationId xmlns:a16="http://schemas.microsoft.com/office/drawing/2014/main" id="{7102B49E-C3DE-48ED-8F89-01F0814C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239" y="26558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4" name="path-2941">
            <a:extLst xmlns:a="http://schemas.openxmlformats.org/drawingml/2006/main">
              <a:ext uri="{FF2B5EF4-FFF2-40B4-BE49-F238E27FC236}">
                <a16:creationId xmlns:a16="http://schemas.microsoft.com/office/drawing/2014/main" id="{E93BE66E-4B64-4BA6-B416-AE5C311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00" y="2635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5" name="path-2942">
            <a:extLst xmlns:a="http://schemas.openxmlformats.org/drawingml/2006/main">
              <a:ext uri="{FF2B5EF4-FFF2-40B4-BE49-F238E27FC236}">
                <a16:creationId xmlns:a16="http://schemas.microsoft.com/office/drawing/2014/main" id="{E4D36598-9080-4487-94A6-07481F7C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573" y="26372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6" name="path-2943">
            <a:extLst xmlns:a="http://schemas.openxmlformats.org/drawingml/2006/main">
              <a:ext uri="{FF2B5EF4-FFF2-40B4-BE49-F238E27FC236}">
                <a16:creationId xmlns:a16="http://schemas.microsoft.com/office/drawing/2014/main" id="{50B6A46E-DE15-4840-82C6-DD236CD7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90" y="2641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7" name="path-2944">
            <a:extLst xmlns:a="http://schemas.openxmlformats.org/drawingml/2006/main">
              <a:ext uri="{FF2B5EF4-FFF2-40B4-BE49-F238E27FC236}">
                <a16:creationId xmlns:a16="http://schemas.microsoft.com/office/drawing/2014/main" id="{F29AEF47-A1B8-4B3D-8529-B3B2C342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217" y="2639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8" name="path-2945">
            <a:extLst xmlns:a="http://schemas.openxmlformats.org/drawingml/2006/main">
              <a:ext uri="{FF2B5EF4-FFF2-40B4-BE49-F238E27FC236}">
                <a16:creationId xmlns:a16="http://schemas.microsoft.com/office/drawing/2014/main" id="{57D9634E-79DE-48FC-95BE-817BA76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54" y="26528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9" name="path-2946">
            <a:extLst xmlns:a="http://schemas.openxmlformats.org/drawingml/2006/main">
              <a:ext uri="{FF2B5EF4-FFF2-40B4-BE49-F238E27FC236}">
                <a16:creationId xmlns:a16="http://schemas.microsoft.com/office/drawing/2014/main" id="{58740B16-B3E1-4864-87E9-A6F0B22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441" y="2598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0" name="path-2947">
            <a:extLst xmlns:a="http://schemas.openxmlformats.org/drawingml/2006/main">
              <a:ext uri="{FF2B5EF4-FFF2-40B4-BE49-F238E27FC236}">
                <a16:creationId xmlns:a16="http://schemas.microsoft.com/office/drawing/2014/main" id="{0D208579-E8C7-428D-818B-CA13943D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871" y="2638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1" name="path-2948">
            <a:extLst xmlns:a="http://schemas.openxmlformats.org/drawingml/2006/main">
              <a:ext uri="{FF2B5EF4-FFF2-40B4-BE49-F238E27FC236}">
                <a16:creationId xmlns:a16="http://schemas.microsoft.com/office/drawing/2014/main" id="{9CC13B52-2DC3-452E-A85C-3F2BFD6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293" y="2640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2" name="path-2949">
            <a:extLst xmlns:a="http://schemas.openxmlformats.org/drawingml/2006/main">
              <a:ext uri="{FF2B5EF4-FFF2-40B4-BE49-F238E27FC236}">
                <a16:creationId xmlns:a16="http://schemas.microsoft.com/office/drawing/2014/main" id="{B8ABCC1C-B5DE-49E0-8FFE-DA1C520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58" y="2637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3" name="path-2950">
            <a:extLst xmlns:a="http://schemas.openxmlformats.org/drawingml/2006/main">
              <a:ext uri="{FF2B5EF4-FFF2-40B4-BE49-F238E27FC236}">
                <a16:creationId xmlns:a16="http://schemas.microsoft.com/office/drawing/2014/main" id="{5139B4A5-5202-4B92-BB41-6EF23876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870" y="2639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4" name="path-2951">
            <a:extLst xmlns:a="http://schemas.openxmlformats.org/drawingml/2006/main">
              <a:ext uri="{FF2B5EF4-FFF2-40B4-BE49-F238E27FC236}">
                <a16:creationId xmlns:a16="http://schemas.microsoft.com/office/drawing/2014/main" id="{6AA19956-7FC6-4D51-B830-6E39D463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8488" y="2660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5" name="path-2952">
            <a:extLst xmlns:a="http://schemas.openxmlformats.org/drawingml/2006/main">
              <a:ext uri="{FF2B5EF4-FFF2-40B4-BE49-F238E27FC236}">
                <a16:creationId xmlns:a16="http://schemas.microsoft.com/office/drawing/2014/main" id="{48225D12-2900-4E81-9CBB-61D5AB7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119" y="2656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6" name="path-2953">
            <a:extLst xmlns:a="http://schemas.openxmlformats.org/drawingml/2006/main">
              <a:ext uri="{FF2B5EF4-FFF2-40B4-BE49-F238E27FC236}">
                <a16:creationId xmlns:a16="http://schemas.microsoft.com/office/drawing/2014/main" id="{5D45E8F0-1ABD-4AA2-83D0-6D8C1DA9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029" y="2632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7" name="path-2954">
            <a:extLst xmlns:a="http://schemas.openxmlformats.org/drawingml/2006/main">
              <a:ext uri="{FF2B5EF4-FFF2-40B4-BE49-F238E27FC236}">
                <a16:creationId xmlns:a16="http://schemas.microsoft.com/office/drawing/2014/main" id="{E6171F3B-5720-4A34-95C0-54E741E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159" y="26085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8" name="path-2955">
            <a:extLst xmlns:a="http://schemas.openxmlformats.org/drawingml/2006/main">
              <a:ext uri="{FF2B5EF4-FFF2-40B4-BE49-F238E27FC236}">
                <a16:creationId xmlns:a16="http://schemas.microsoft.com/office/drawing/2014/main" id="{6CE9AD9C-83A7-4FC3-BE21-3C94281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982" y="26330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9" name="path-2956">
            <a:extLst xmlns:a="http://schemas.openxmlformats.org/drawingml/2006/main">
              <a:ext uri="{FF2B5EF4-FFF2-40B4-BE49-F238E27FC236}">
                <a16:creationId xmlns:a16="http://schemas.microsoft.com/office/drawing/2014/main" id="{29CD0EEC-1E75-42F3-89EA-8FF5880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197" y="26407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0" name="path-2957">
            <a:extLst xmlns:a="http://schemas.openxmlformats.org/drawingml/2006/main">
              <a:ext uri="{FF2B5EF4-FFF2-40B4-BE49-F238E27FC236}">
                <a16:creationId xmlns:a16="http://schemas.microsoft.com/office/drawing/2014/main" id="{D5447040-1576-4733-869D-125A127F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697" y="26280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1" name="path-2958">
            <a:extLst xmlns:a="http://schemas.openxmlformats.org/drawingml/2006/main">
              <a:ext uri="{FF2B5EF4-FFF2-40B4-BE49-F238E27FC236}">
                <a16:creationId xmlns:a16="http://schemas.microsoft.com/office/drawing/2014/main" id="{08153CFA-012D-4C86-9BA6-E20FEDF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896" y="2632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2" name="path-2959">
            <a:extLst xmlns:a="http://schemas.openxmlformats.org/drawingml/2006/main">
              <a:ext uri="{FF2B5EF4-FFF2-40B4-BE49-F238E27FC236}">
                <a16:creationId xmlns:a16="http://schemas.microsoft.com/office/drawing/2014/main" id="{6DBF052C-BA03-40A6-9605-EE04F34B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983" y="26356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3" name="path-2960">
            <a:extLst xmlns:a="http://schemas.openxmlformats.org/drawingml/2006/main">
              <a:ext uri="{FF2B5EF4-FFF2-40B4-BE49-F238E27FC236}">
                <a16:creationId xmlns:a16="http://schemas.microsoft.com/office/drawing/2014/main" id="{D19B005F-FC06-43B8-AEF0-5373ED56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669" y="2637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4" name="path-2961">
            <a:extLst xmlns:a="http://schemas.openxmlformats.org/drawingml/2006/main">
              <a:ext uri="{FF2B5EF4-FFF2-40B4-BE49-F238E27FC236}">
                <a16:creationId xmlns:a16="http://schemas.microsoft.com/office/drawing/2014/main" id="{4C94E25F-2CB7-4DE4-A4C1-A48F0412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918" y="26368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5" name="path-2962">
            <a:extLst xmlns:a="http://schemas.openxmlformats.org/drawingml/2006/main">
              <a:ext uri="{FF2B5EF4-FFF2-40B4-BE49-F238E27FC236}">
                <a16:creationId xmlns:a16="http://schemas.microsoft.com/office/drawing/2014/main" id="{4FCD28FD-9D87-4696-B945-B5181FFB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116" y="26460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6" name="path-2963">
            <a:extLst xmlns:a="http://schemas.openxmlformats.org/drawingml/2006/main">
              <a:ext uri="{FF2B5EF4-FFF2-40B4-BE49-F238E27FC236}">
                <a16:creationId xmlns:a16="http://schemas.microsoft.com/office/drawing/2014/main" id="{2FCD313A-9884-4772-8548-3CFF0248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370" y="2631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7" name="path-2964">
            <a:extLst xmlns:a="http://schemas.openxmlformats.org/drawingml/2006/main">
              <a:ext uri="{FF2B5EF4-FFF2-40B4-BE49-F238E27FC236}">
                <a16:creationId xmlns:a16="http://schemas.microsoft.com/office/drawing/2014/main" id="{B572B2D8-4F15-4677-85B0-E61EB39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472" y="2634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8" name="path-2965">
            <a:extLst xmlns:a="http://schemas.openxmlformats.org/drawingml/2006/main">
              <a:ext uri="{FF2B5EF4-FFF2-40B4-BE49-F238E27FC236}">
                <a16:creationId xmlns:a16="http://schemas.microsoft.com/office/drawing/2014/main" id="{CD3DA0C1-C65A-4127-B11C-576FDC0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013" y="26360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9" name="path-2966">
            <a:extLst xmlns:a="http://schemas.openxmlformats.org/drawingml/2006/main">
              <a:ext uri="{FF2B5EF4-FFF2-40B4-BE49-F238E27FC236}">
                <a16:creationId xmlns:a16="http://schemas.microsoft.com/office/drawing/2014/main" id="{EAB14831-B871-442B-A5CE-B5EB1293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369" y="2636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0" name="path-2967">
            <a:extLst xmlns:a="http://schemas.openxmlformats.org/drawingml/2006/main">
              <a:ext uri="{FF2B5EF4-FFF2-40B4-BE49-F238E27FC236}">
                <a16:creationId xmlns:a16="http://schemas.microsoft.com/office/drawing/2014/main" id="{459A7D2A-BC0B-4FFB-9C61-F6E87F7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983" y="26320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1" name="path-2968">
            <a:extLst xmlns:a="http://schemas.openxmlformats.org/drawingml/2006/main">
              <a:ext uri="{FF2B5EF4-FFF2-40B4-BE49-F238E27FC236}">
                <a16:creationId xmlns:a16="http://schemas.microsoft.com/office/drawing/2014/main" id="{9ED7E90B-9114-4015-936B-769C8B36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533" y="2636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2" name="path-2969">
            <a:extLst xmlns:a="http://schemas.openxmlformats.org/drawingml/2006/main">
              <a:ext uri="{FF2B5EF4-FFF2-40B4-BE49-F238E27FC236}">
                <a16:creationId xmlns:a16="http://schemas.microsoft.com/office/drawing/2014/main" id="{EC59BD22-D8BE-4CCB-94D9-D4101E3B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2859" y="26269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3" name="path-2970">
            <a:extLst xmlns:a="http://schemas.openxmlformats.org/drawingml/2006/main">
              <a:ext uri="{FF2B5EF4-FFF2-40B4-BE49-F238E27FC236}">
                <a16:creationId xmlns:a16="http://schemas.microsoft.com/office/drawing/2014/main" id="{0CAF4416-C36E-472F-91EA-D9909BA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700" y="2638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4" name="path-2971">
            <a:extLst xmlns:a="http://schemas.openxmlformats.org/drawingml/2006/main">
              <a:ext uri="{FF2B5EF4-FFF2-40B4-BE49-F238E27FC236}">
                <a16:creationId xmlns:a16="http://schemas.microsoft.com/office/drawing/2014/main" id="{AE285BA6-1661-4489-B49D-45F0736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057" y="2643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5" name="path-2972">
            <a:extLst xmlns:a="http://schemas.openxmlformats.org/drawingml/2006/main">
              <a:ext uri="{FF2B5EF4-FFF2-40B4-BE49-F238E27FC236}">
                <a16:creationId xmlns:a16="http://schemas.microsoft.com/office/drawing/2014/main" id="{6DE0A00C-7C92-47E3-A85E-7FB6D53B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442" y="2648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6" name="path-2973">
            <a:extLst xmlns:a="http://schemas.openxmlformats.org/drawingml/2006/main">
              <a:ext uri="{FF2B5EF4-FFF2-40B4-BE49-F238E27FC236}">
                <a16:creationId xmlns:a16="http://schemas.microsoft.com/office/drawing/2014/main" id="{6EE9F86B-E363-4779-A23C-2BD76FA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478" y="26234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7" name="path-2974">
            <a:extLst xmlns:a="http://schemas.openxmlformats.org/drawingml/2006/main">
              <a:ext uri="{FF2B5EF4-FFF2-40B4-BE49-F238E27FC236}">
                <a16:creationId xmlns:a16="http://schemas.microsoft.com/office/drawing/2014/main" id="{0AFB8CB2-76C8-4EF5-84E8-1920AAB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866" y="2635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8" name="path-2975">
            <a:extLst xmlns:a="http://schemas.openxmlformats.org/drawingml/2006/main">
              <a:ext uri="{FF2B5EF4-FFF2-40B4-BE49-F238E27FC236}">
                <a16:creationId xmlns:a16="http://schemas.microsoft.com/office/drawing/2014/main" id="{F5BF1130-490D-47AE-8AD8-6C213F20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521" y="2600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9" name="path-2976">
            <a:extLst xmlns:a="http://schemas.openxmlformats.org/drawingml/2006/main">
              <a:ext uri="{FF2B5EF4-FFF2-40B4-BE49-F238E27FC236}">
                <a16:creationId xmlns:a16="http://schemas.microsoft.com/office/drawing/2014/main" id="{14B10EB2-CFB8-48C5-8833-CECA26F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347" y="2647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0" name="path-2977">
            <a:extLst xmlns:a="http://schemas.openxmlformats.org/drawingml/2006/main">
              <a:ext uri="{FF2B5EF4-FFF2-40B4-BE49-F238E27FC236}">
                <a16:creationId xmlns:a16="http://schemas.microsoft.com/office/drawing/2014/main" id="{AEBE908B-03FA-4443-A5A6-AEA9FEA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929" y="26382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1" name="path-2978">
            <a:extLst xmlns:a="http://schemas.openxmlformats.org/drawingml/2006/main">
              <a:ext uri="{FF2B5EF4-FFF2-40B4-BE49-F238E27FC236}">
                <a16:creationId xmlns:a16="http://schemas.microsoft.com/office/drawing/2014/main" id="{11A4A66F-4940-4286-A7DF-D357D151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942" y="26119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2" name="path-2979">
            <a:extLst xmlns:a="http://schemas.openxmlformats.org/drawingml/2006/main">
              <a:ext uri="{FF2B5EF4-FFF2-40B4-BE49-F238E27FC236}">
                <a16:creationId xmlns:a16="http://schemas.microsoft.com/office/drawing/2014/main" id="{7F9CEF14-B211-42D0-8CD9-F902D366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361" y="2638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3" name="path-2980">
            <a:extLst xmlns:a="http://schemas.openxmlformats.org/drawingml/2006/main">
              <a:ext uri="{FF2B5EF4-FFF2-40B4-BE49-F238E27FC236}">
                <a16:creationId xmlns:a16="http://schemas.microsoft.com/office/drawing/2014/main" id="{4E0B89F5-2779-497B-868A-4CD1F93D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042" y="2636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4" name="path-2981">
            <a:extLst xmlns:a="http://schemas.openxmlformats.org/drawingml/2006/main">
              <a:ext uri="{FF2B5EF4-FFF2-40B4-BE49-F238E27FC236}">
                <a16:creationId xmlns:a16="http://schemas.microsoft.com/office/drawing/2014/main" id="{8869D3F5-35E2-42C3-BF2B-D1A8BE05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995" y="2647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5" name="path-2982">
            <a:extLst xmlns:a="http://schemas.openxmlformats.org/drawingml/2006/main">
              <a:ext uri="{FF2B5EF4-FFF2-40B4-BE49-F238E27FC236}">
                <a16:creationId xmlns:a16="http://schemas.microsoft.com/office/drawing/2014/main" id="{1BDE2A86-5BC6-4875-A234-92709533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007" y="2636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6" name="path-2983">
            <a:extLst xmlns:a="http://schemas.openxmlformats.org/drawingml/2006/main">
              <a:ext uri="{FF2B5EF4-FFF2-40B4-BE49-F238E27FC236}">
                <a16:creationId xmlns:a16="http://schemas.microsoft.com/office/drawing/2014/main" id="{E057682E-4915-4663-A529-DC30AF8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316" y="2646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7" name="path-2984">
            <a:extLst xmlns:a="http://schemas.openxmlformats.org/drawingml/2006/main">
              <a:ext uri="{FF2B5EF4-FFF2-40B4-BE49-F238E27FC236}">
                <a16:creationId xmlns:a16="http://schemas.microsoft.com/office/drawing/2014/main" id="{A161C025-4E69-4C4B-99DF-185BACA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371" y="2658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8" name="path-2985">
            <a:extLst xmlns:a="http://schemas.openxmlformats.org/drawingml/2006/main">
              <a:ext uri="{FF2B5EF4-FFF2-40B4-BE49-F238E27FC236}">
                <a16:creationId xmlns:a16="http://schemas.microsoft.com/office/drawing/2014/main" id="{F119CAEC-058B-4264-987C-4FD59D6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628" y="2628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9" name="path-2986">
            <a:extLst xmlns:a="http://schemas.openxmlformats.org/drawingml/2006/main">
              <a:ext uri="{FF2B5EF4-FFF2-40B4-BE49-F238E27FC236}">
                <a16:creationId xmlns:a16="http://schemas.microsoft.com/office/drawing/2014/main" id="{9D7572AF-29C6-44BF-B7B4-9DAA0E0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249" y="2644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0" name="path-2987">
            <a:extLst xmlns:a="http://schemas.openxmlformats.org/drawingml/2006/main">
              <a:ext uri="{FF2B5EF4-FFF2-40B4-BE49-F238E27FC236}">
                <a16:creationId xmlns:a16="http://schemas.microsoft.com/office/drawing/2014/main" id="{0583D79D-3FA6-48B0-9900-11C8084A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447" y="2620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1" name="path-2988">
            <a:extLst xmlns:a="http://schemas.openxmlformats.org/drawingml/2006/main">
              <a:ext uri="{FF2B5EF4-FFF2-40B4-BE49-F238E27FC236}">
                <a16:creationId xmlns:a16="http://schemas.microsoft.com/office/drawing/2014/main" id="{66D5E124-D7D6-4C62-9A49-3135BB8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916" y="26340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2" name="path-2989">
            <a:extLst xmlns:a="http://schemas.openxmlformats.org/drawingml/2006/main">
              <a:ext uri="{FF2B5EF4-FFF2-40B4-BE49-F238E27FC236}">
                <a16:creationId xmlns:a16="http://schemas.microsoft.com/office/drawing/2014/main" id="{8D9B33C1-D772-4C3D-B1B4-08F5E2F3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356" y="2655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3" name="path-2990">
            <a:extLst xmlns:a="http://schemas.openxmlformats.org/drawingml/2006/main">
              <a:ext uri="{FF2B5EF4-FFF2-40B4-BE49-F238E27FC236}">
                <a16:creationId xmlns:a16="http://schemas.microsoft.com/office/drawing/2014/main" id="{0CB1FEFB-B171-4483-B8F0-4986CDAA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452" y="2649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4" name="path-2991">
            <a:extLst xmlns:a="http://schemas.openxmlformats.org/drawingml/2006/main">
              <a:ext uri="{FF2B5EF4-FFF2-40B4-BE49-F238E27FC236}">
                <a16:creationId xmlns:a16="http://schemas.microsoft.com/office/drawing/2014/main" id="{DA871814-996D-4A0A-91AE-F6F257E7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576" y="26180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5" name="path-2992">
            <a:extLst xmlns:a="http://schemas.openxmlformats.org/drawingml/2006/main">
              <a:ext uri="{FF2B5EF4-FFF2-40B4-BE49-F238E27FC236}">
                <a16:creationId xmlns:a16="http://schemas.microsoft.com/office/drawing/2014/main" id="{DAFA58C7-516C-4525-B0B2-E3960BA4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508" y="26340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6" name="path-2993">
            <a:extLst xmlns:a="http://schemas.openxmlformats.org/drawingml/2006/main">
              <a:ext uri="{FF2B5EF4-FFF2-40B4-BE49-F238E27FC236}">
                <a16:creationId xmlns:a16="http://schemas.microsoft.com/office/drawing/2014/main" id="{2B958151-1A53-4AF4-9C26-11A35CE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124" y="2634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7" name="path-2994">
            <a:extLst xmlns:a="http://schemas.openxmlformats.org/drawingml/2006/main">
              <a:ext uri="{FF2B5EF4-FFF2-40B4-BE49-F238E27FC236}">
                <a16:creationId xmlns:a16="http://schemas.microsoft.com/office/drawing/2014/main" id="{42F14A39-7D85-4C58-AC8A-B5250F4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582" y="26396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8" name="path-2995">
            <a:extLst xmlns:a="http://schemas.openxmlformats.org/drawingml/2006/main">
              <a:ext uri="{FF2B5EF4-FFF2-40B4-BE49-F238E27FC236}">
                <a16:creationId xmlns:a16="http://schemas.microsoft.com/office/drawing/2014/main" id="{7434F955-0D6C-40BE-A753-CE2ACDAF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380" y="26108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9" name="path-2996">
            <a:extLst xmlns:a="http://schemas.openxmlformats.org/drawingml/2006/main">
              <a:ext uri="{FF2B5EF4-FFF2-40B4-BE49-F238E27FC236}">
                <a16:creationId xmlns:a16="http://schemas.microsoft.com/office/drawing/2014/main" id="{B0BEFA5D-A577-4483-AC76-2F0751C8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744" y="2638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0" name="path-2997">
            <a:extLst xmlns:a="http://schemas.openxmlformats.org/drawingml/2006/main">
              <a:ext uri="{FF2B5EF4-FFF2-40B4-BE49-F238E27FC236}">
                <a16:creationId xmlns:a16="http://schemas.microsoft.com/office/drawing/2014/main" id="{4EC63FD7-C06D-4A35-A81E-A29C239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749" y="26471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1" name="path-2998">
            <a:extLst xmlns:a="http://schemas.openxmlformats.org/drawingml/2006/main">
              <a:ext uri="{FF2B5EF4-FFF2-40B4-BE49-F238E27FC236}">
                <a16:creationId xmlns:a16="http://schemas.microsoft.com/office/drawing/2014/main" id="{54B3DE1B-1597-4AA5-8BFD-672D0525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578" y="2634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2" name="path-2999">
            <a:extLst xmlns:a="http://schemas.openxmlformats.org/drawingml/2006/main">
              <a:ext uri="{FF2B5EF4-FFF2-40B4-BE49-F238E27FC236}">
                <a16:creationId xmlns:a16="http://schemas.microsoft.com/office/drawing/2014/main" id="{0927314F-BC11-4611-8E08-743B0875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535" y="2635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3" name="path-3000">
            <a:extLst xmlns:a="http://schemas.openxmlformats.org/drawingml/2006/main">
              <a:ext uri="{FF2B5EF4-FFF2-40B4-BE49-F238E27FC236}">
                <a16:creationId xmlns:a16="http://schemas.microsoft.com/office/drawing/2014/main" id="{B1054604-0916-4A59-A88D-68F7036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676" y="2632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4" name="path-3001">
            <a:extLst xmlns:a="http://schemas.openxmlformats.org/drawingml/2006/main">
              <a:ext uri="{FF2B5EF4-FFF2-40B4-BE49-F238E27FC236}">
                <a16:creationId xmlns:a16="http://schemas.microsoft.com/office/drawing/2014/main" id="{C2F65C83-E057-442B-99A3-F2EAA6A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487" y="2639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5" name="path-3002">
            <a:extLst xmlns:a="http://schemas.openxmlformats.org/drawingml/2006/main">
              <a:ext uri="{FF2B5EF4-FFF2-40B4-BE49-F238E27FC236}">
                <a16:creationId xmlns:a16="http://schemas.microsoft.com/office/drawing/2014/main" id="{900B35D1-C26E-48A9-AF20-32756721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310" y="2629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6" name="path-3003">
            <a:extLst xmlns:a="http://schemas.openxmlformats.org/drawingml/2006/main">
              <a:ext uri="{FF2B5EF4-FFF2-40B4-BE49-F238E27FC236}">
                <a16:creationId xmlns:a16="http://schemas.microsoft.com/office/drawing/2014/main" id="{E30F0FD7-1A9E-47D9-873B-816E9AE4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1" y="2638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7" name="path-3004">
            <a:extLst xmlns:a="http://schemas.openxmlformats.org/drawingml/2006/main">
              <a:ext uri="{FF2B5EF4-FFF2-40B4-BE49-F238E27FC236}">
                <a16:creationId xmlns:a16="http://schemas.microsoft.com/office/drawing/2014/main" id="{684FDB51-3BAB-47FF-9653-20B5F592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067" y="2650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8" name="path-3005">
            <a:extLst xmlns:a="http://schemas.openxmlformats.org/drawingml/2006/main">
              <a:ext uri="{FF2B5EF4-FFF2-40B4-BE49-F238E27FC236}">
                <a16:creationId xmlns:a16="http://schemas.microsoft.com/office/drawing/2014/main" id="{8F7EEA54-E81D-4F00-B876-A3AB76C5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400" y="2636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9" name="path-3006">
            <a:extLst xmlns:a="http://schemas.openxmlformats.org/drawingml/2006/main">
              <a:ext uri="{FF2B5EF4-FFF2-40B4-BE49-F238E27FC236}">
                <a16:creationId xmlns:a16="http://schemas.microsoft.com/office/drawing/2014/main" id="{805F0374-AD7B-456D-93AC-A175E76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565" y="2633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0" name="path-3007">
            <a:extLst xmlns:a="http://schemas.openxmlformats.org/drawingml/2006/main">
              <a:ext uri="{FF2B5EF4-FFF2-40B4-BE49-F238E27FC236}">
                <a16:creationId xmlns:a16="http://schemas.microsoft.com/office/drawing/2014/main" id="{68C7FB57-CFA3-4F45-B8FB-42589C9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563" y="2630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1" name="path-3008">
            <a:extLst xmlns:a="http://schemas.openxmlformats.org/drawingml/2006/main">
              <a:ext uri="{FF2B5EF4-FFF2-40B4-BE49-F238E27FC236}">
                <a16:creationId xmlns:a16="http://schemas.microsoft.com/office/drawing/2014/main" id="{8497187F-394D-4783-BFB9-667D8750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074" y="26145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2" name="path-3009">
            <a:extLst xmlns:a="http://schemas.openxmlformats.org/drawingml/2006/main">
              <a:ext uri="{FF2B5EF4-FFF2-40B4-BE49-F238E27FC236}">
                <a16:creationId xmlns:a16="http://schemas.microsoft.com/office/drawing/2014/main" id="{88FE31B7-B8D1-4A1F-8C26-8CD4C47C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792" y="2633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3" name="path-3010">
            <a:extLst xmlns:a="http://schemas.openxmlformats.org/drawingml/2006/main">
              <a:ext uri="{FF2B5EF4-FFF2-40B4-BE49-F238E27FC236}">
                <a16:creationId xmlns:a16="http://schemas.microsoft.com/office/drawing/2014/main" id="{69DFECEB-BC8B-41B9-90A2-2502F866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079" y="2638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4" name="path-3011">
            <a:extLst xmlns:a="http://schemas.openxmlformats.org/drawingml/2006/main">
              <a:ext uri="{FF2B5EF4-FFF2-40B4-BE49-F238E27FC236}">
                <a16:creationId xmlns:a16="http://schemas.microsoft.com/office/drawing/2014/main" id="{EA590173-B180-441C-8785-4EAAB50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540" y="2616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5" name="path-3012">
            <a:extLst xmlns:a="http://schemas.openxmlformats.org/drawingml/2006/main">
              <a:ext uri="{FF2B5EF4-FFF2-40B4-BE49-F238E27FC236}">
                <a16:creationId xmlns:a16="http://schemas.microsoft.com/office/drawing/2014/main" id="{11284839-A141-4F48-86C0-2B3A81D2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42" y="2650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6" name="path-3013">
            <a:extLst xmlns:a="http://schemas.openxmlformats.org/drawingml/2006/main">
              <a:ext uri="{FF2B5EF4-FFF2-40B4-BE49-F238E27FC236}">
                <a16:creationId xmlns:a16="http://schemas.microsoft.com/office/drawing/2014/main" id="{D7A60465-8FC0-4889-AC0D-3C973B7A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279" y="26286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7" name="path-3014">
            <a:extLst xmlns:a="http://schemas.openxmlformats.org/drawingml/2006/main">
              <a:ext uri="{FF2B5EF4-FFF2-40B4-BE49-F238E27FC236}">
                <a16:creationId xmlns:a16="http://schemas.microsoft.com/office/drawing/2014/main" id="{36580F13-6C99-4D64-8704-5334D54E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519" y="2623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8" name="path-3015">
            <a:extLst xmlns:a="http://schemas.openxmlformats.org/drawingml/2006/main">
              <a:ext uri="{FF2B5EF4-FFF2-40B4-BE49-F238E27FC236}">
                <a16:creationId xmlns:a16="http://schemas.microsoft.com/office/drawing/2014/main" id="{CC7C14AF-2E7D-449B-AD31-DA734CE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080" y="2659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9" name="path-3016">
            <a:extLst xmlns:a="http://schemas.openxmlformats.org/drawingml/2006/main">
              <a:ext uri="{FF2B5EF4-FFF2-40B4-BE49-F238E27FC236}">
                <a16:creationId xmlns:a16="http://schemas.microsoft.com/office/drawing/2014/main" id="{05D877DC-AE6D-4B18-8F64-1F111992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790" y="2646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0" name="path-3017">
            <a:extLst xmlns:a="http://schemas.openxmlformats.org/drawingml/2006/main">
              <a:ext uri="{FF2B5EF4-FFF2-40B4-BE49-F238E27FC236}">
                <a16:creationId xmlns:a16="http://schemas.microsoft.com/office/drawing/2014/main" id="{D887B24E-59BA-4BA0-8BC0-4423E77C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148" y="263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1" name="path-3018">
            <a:extLst xmlns:a="http://schemas.openxmlformats.org/drawingml/2006/main">
              <a:ext uri="{FF2B5EF4-FFF2-40B4-BE49-F238E27FC236}">
                <a16:creationId xmlns:a16="http://schemas.microsoft.com/office/drawing/2014/main" id="{0301130F-B2FE-4EE6-AEB4-D411FE6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979" y="26260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2" name="path-3019">
            <a:extLst xmlns:a="http://schemas.openxmlformats.org/drawingml/2006/main">
              <a:ext uri="{FF2B5EF4-FFF2-40B4-BE49-F238E27FC236}">
                <a16:creationId xmlns:a16="http://schemas.microsoft.com/office/drawing/2014/main" id="{677CAEA3-2F51-4DEF-A40C-9FBE0159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236" y="2635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3" name="path-3020">
            <a:extLst xmlns:a="http://schemas.openxmlformats.org/drawingml/2006/main">
              <a:ext uri="{FF2B5EF4-FFF2-40B4-BE49-F238E27FC236}">
                <a16:creationId xmlns:a16="http://schemas.microsoft.com/office/drawing/2014/main" id="{35C142FD-1E00-4821-8065-B532EC59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648" y="26411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4" name="path-3021">
            <a:extLst xmlns:a="http://schemas.openxmlformats.org/drawingml/2006/main">
              <a:ext uri="{FF2B5EF4-FFF2-40B4-BE49-F238E27FC236}">
                <a16:creationId xmlns:a16="http://schemas.microsoft.com/office/drawing/2014/main" id="{3DE84A0B-CC2A-4A97-9264-3F610E42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712" y="2640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5" name="path-3022">
            <a:extLst xmlns:a="http://schemas.openxmlformats.org/drawingml/2006/main">
              <a:ext uri="{FF2B5EF4-FFF2-40B4-BE49-F238E27FC236}">
                <a16:creationId xmlns:a16="http://schemas.microsoft.com/office/drawing/2014/main" id="{AFB191C3-C98D-4E51-BD09-16E7AC23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605" y="2635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6" name="path-3023">
            <a:extLst xmlns:a="http://schemas.openxmlformats.org/drawingml/2006/main">
              <a:ext uri="{FF2B5EF4-FFF2-40B4-BE49-F238E27FC236}">
                <a16:creationId xmlns:a16="http://schemas.microsoft.com/office/drawing/2014/main" id="{C5734AE7-E655-4D3A-A7E3-8243C527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508" y="26364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7" name="path-3024">
            <a:extLst xmlns:a="http://schemas.openxmlformats.org/drawingml/2006/main">
              <a:ext uri="{FF2B5EF4-FFF2-40B4-BE49-F238E27FC236}">
                <a16:creationId xmlns:a16="http://schemas.microsoft.com/office/drawing/2014/main" id="{125F1B03-A8BD-446D-88B9-5F544727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6" y="26608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8" name="path-3025">
            <a:extLst xmlns:a="http://schemas.openxmlformats.org/drawingml/2006/main">
              <a:ext uri="{FF2B5EF4-FFF2-40B4-BE49-F238E27FC236}">
                <a16:creationId xmlns:a16="http://schemas.microsoft.com/office/drawing/2014/main" id="{DBC463D2-E4B2-48EB-AD7F-3FF43D91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716" y="2637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9" name="path-3026">
            <a:extLst xmlns:a="http://schemas.openxmlformats.org/drawingml/2006/main">
              <a:ext uri="{FF2B5EF4-FFF2-40B4-BE49-F238E27FC236}">
                <a16:creationId xmlns:a16="http://schemas.microsoft.com/office/drawing/2014/main" id="{07653BF9-BE2A-4351-8C0B-CDE53CED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635" y="2638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0" name="path-3027">
            <a:extLst xmlns:a="http://schemas.openxmlformats.org/drawingml/2006/main">
              <a:ext uri="{FF2B5EF4-FFF2-40B4-BE49-F238E27FC236}">
                <a16:creationId xmlns:a16="http://schemas.microsoft.com/office/drawing/2014/main" id="{915D72E4-D227-4EB6-AB2D-A88BAAB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212" y="26369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1" name="path-3028">
            <a:extLst xmlns:a="http://schemas.openxmlformats.org/drawingml/2006/main">
              <a:ext uri="{FF2B5EF4-FFF2-40B4-BE49-F238E27FC236}">
                <a16:creationId xmlns:a16="http://schemas.microsoft.com/office/drawing/2014/main" id="{FF47317A-96DE-4F15-97D1-173B73C5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930" y="2634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2" name="path-3029">
            <a:extLst xmlns:a="http://schemas.openxmlformats.org/drawingml/2006/main">
              <a:ext uri="{FF2B5EF4-FFF2-40B4-BE49-F238E27FC236}">
                <a16:creationId xmlns:a16="http://schemas.microsoft.com/office/drawing/2014/main" id="{35EC1558-54B3-4362-AB93-BA2C06C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8460" y="2626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3" name="path-3030">
            <a:extLst xmlns:a="http://schemas.openxmlformats.org/drawingml/2006/main">
              <a:ext uri="{FF2B5EF4-FFF2-40B4-BE49-F238E27FC236}">
                <a16:creationId xmlns:a16="http://schemas.microsoft.com/office/drawing/2014/main" id="{40FADFD9-71C9-4C78-95C2-896EA079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151" y="2632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4" name="path-3031">
            <a:extLst xmlns:a="http://schemas.openxmlformats.org/drawingml/2006/main">
              <a:ext uri="{FF2B5EF4-FFF2-40B4-BE49-F238E27FC236}">
                <a16:creationId xmlns:a16="http://schemas.microsoft.com/office/drawing/2014/main" id="{461D73FC-4928-4EE0-9045-8A1BE2C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7273" y="2630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5" name="path-3032">
            <a:extLst xmlns:a="http://schemas.openxmlformats.org/drawingml/2006/main">
              <a:ext uri="{FF2B5EF4-FFF2-40B4-BE49-F238E27FC236}">
                <a16:creationId xmlns:a16="http://schemas.microsoft.com/office/drawing/2014/main" id="{DC9F323A-945A-40B2-B2DD-4218DB1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987" y="26418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6" name="path-3033">
            <a:extLst xmlns:a="http://schemas.openxmlformats.org/drawingml/2006/main">
              <a:ext uri="{FF2B5EF4-FFF2-40B4-BE49-F238E27FC236}">
                <a16:creationId xmlns:a16="http://schemas.microsoft.com/office/drawing/2014/main" id="{6C67A767-D958-43AF-BBF8-C52780A7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166" y="2635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7" name="path-3034">
            <a:extLst xmlns:a="http://schemas.openxmlformats.org/drawingml/2006/main">
              <a:ext uri="{FF2B5EF4-FFF2-40B4-BE49-F238E27FC236}">
                <a16:creationId xmlns:a16="http://schemas.microsoft.com/office/drawing/2014/main" id="{195CE1D6-770B-4D03-AC30-11166CC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281" y="26460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8" name="path-3035">
            <a:extLst xmlns:a="http://schemas.openxmlformats.org/drawingml/2006/main">
              <a:ext uri="{FF2B5EF4-FFF2-40B4-BE49-F238E27FC236}">
                <a16:creationId xmlns:a16="http://schemas.microsoft.com/office/drawing/2014/main" id="{BD427D4E-72E1-44EC-8646-FEF870C0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812" y="2637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9" name="path-3036">
            <a:extLst xmlns:a="http://schemas.openxmlformats.org/drawingml/2006/main">
              <a:ext uri="{FF2B5EF4-FFF2-40B4-BE49-F238E27FC236}">
                <a16:creationId xmlns:a16="http://schemas.microsoft.com/office/drawing/2014/main" id="{8575680E-2F64-4C20-84C4-4DBEF84C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4508" y="2619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0" name="path-3037">
            <a:extLst xmlns:a="http://schemas.openxmlformats.org/drawingml/2006/main">
              <a:ext uri="{FF2B5EF4-FFF2-40B4-BE49-F238E27FC236}">
                <a16:creationId xmlns:a16="http://schemas.microsoft.com/office/drawing/2014/main" id="{5F30CABD-9C9A-4405-997C-44B9548C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694" y="2593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1" name="path-3038">
            <a:extLst xmlns:a="http://schemas.openxmlformats.org/drawingml/2006/main">
              <a:ext uri="{FF2B5EF4-FFF2-40B4-BE49-F238E27FC236}">
                <a16:creationId xmlns:a16="http://schemas.microsoft.com/office/drawing/2014/main" id="{E2A7BE28-D6C5-4590-963F-86726A76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248" y="26312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2" name="path-3039">
            <a:extLst xmlns:a="http://schemas.openxmlformats.org/drawingml/2006/main">
              <a:ext uri="{FF2B5EF4-FFF2-40B4-BE49-F238E27FC236}">
                <a16:creationId xmlns:a16="http://schemas.microsoft.com/office/drawing/2014/main" id="{EBAA5A06-03C5-4867-99B4-DD4F071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17" y="26298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3" name="path-3040">
            <a:extLst xmlns:a="http://schemas.openxmlformats.org/drawingml/2006/main">
              <a:ext uri="{FF2B5EF4-FFF2-40B4-BE49-F238E27FC236}">
                <a16:creationId xmlns:a16="http://schemas.microsoft.com/office/drawing/2014/main" id="{8483736B-1454-4A09-9357-9CFE32B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576" y="2637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4" name="path-3041">
            <a:extLst xmlns:a="http://schemas.openxmlformats.org/drawingml/2006/main">
              <a:ext uri="{FF2B5EF4-FFF2-40B4-BE49-F238E27FC236}">
                <a16:creationId xmlns:a16="http://schemas.microsoft.com/office/drawing/2014/main" id="{FEED0850-12E7-424D-BA84-CA84CCD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547" y="26287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5" name="path-3042">
            <a:extLst xmlns:a="http://schemas.openxmlformats.org/drawingml/2006/main">
              <a:ext uri="{FF2B5EF4-FFF2-40B4-BE49-F238E27FC236}">
                <a16:creationId xmlns:a16="http://schemas.microsoft.com/office/drawing/2014/main" id="{9CF5F2FF-EFDC-45CA-BB64-6C6EE42C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196" y="2656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6" name="path-3043">
            <a:extLst xmlns:a="http://schemas.openxmlformats.org/drawingml/2006/main">
              <a:ext uri="{FF2B5EF4-FFF2-40B4-BE49-F238E27FC236}">
                <a16:creationId xmlns:a16="http://schemas.microsoft.com/office/drawing/2014/main" id="{97502605-D85B-48A8-B127-9906C26D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642" y="26054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7" name="path-3044">
            <a:extLst xmlns:a="http://schemas.openxmlformats.org/drawingml/2006/main">
              <a:ext uri="{FF2B5EF4-FFF2-40B4-BE49-F238E27FC236}">
                <a16:creationId xmlns:a16="http://schemas.microsoft.com/office/drawing/2014/main" id="{E105D8F7-5462-4969-8D28-6059282A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925" y="26521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8" name="path-3045">
            <a:extLst xmlns:a="http://schemas.openxmlformats.org/drawingml/2006/main">
              <a:ext uri="{FF2B5EF4-FFF2-40B4-BE49-F238E27FC236}">
                <a16:creationId xmlns:a16="http://schemas.microsoft.com/office/drawing/2014/main" id="{DB0A78A5-2ED7-4EF3-A08E-3D12795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238" y="26341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9" name="path-3046">
            <a:extLst xmlns:a="http://schemas.openxmlformats.org/drawingml/2006/main">
              <a:ext uri="{FF2B5EF4-FFF2-40B4-BE49-F238E27FC236}">
                <a16:creationId xmlns:a16="http://schemas.microsoft.com/office/drawing/2014/main" id="{EB61FD8B-4D03-48AD-A15C-974C226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317" y="26342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0" name="path-3047">
            <a:extLst xmlns:a="http://schemas.openxmlformats.org/drawingml/2006/main">
              <a:ext uri="{FF2B5EF4-FFF2-40B4-BE49-F238E27FC236}">
                <a16:creationId xmlns:a16="http://schemas.microsoft.com/office/drawing/2014/main" id="{1C3FAF2C-AE9C-480D-A026-612929B1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946" y="2635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1" name="path-3048">
            <a:extLst xmlns:a="http://schemas.openxmlformats.org/drawingml/2006/main">
              <a:ext uri="{FF2B5EF4-FFF2-40B4-BE49-F238E27FC236}">
                <a16:creationId xmlns:a16="http://schemas.microsoft.com/office/drawing/2014/main" id="{5B8AA35C-260A-4EFD-BBD2-694D5A96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694" y="2653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2" name="path-3049">
            <a:extLst xmlns:a="http://schemas.openxmlformats.org/drawingml/2006/main">
              <a:ext uri="{FF2B5EF4-FFF2-40B4-BE49-F238E27FC236}">
                <a16:creationId xmlns:a16="http://schemas.microsoft.com/office/drawing/2014/main" id="{0273994F-8D5A-4249-9977-F52069F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309" y="26337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3" name="path-3050">
            <a:extLst xmlns:a="http://schemas.openxmlformats.org/drawingml/2006/main">
              <a:ext uri="{FF2B5EF4-FFF2-40B4-BE49-F238E27FC236}">
                <a16:creationId xmlns:a16="http://schemas.microsoft.com/office/drawing/2014/main" id="{60DC1C1D-285F-4A5E-A146-6ABDC813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401" y="26260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4" name="path-3051">
            <a:extLst xmlns:a="http://schemas.openxmlformats.org/drawingml/2006/main">
              <a:ext uri="{FF2B5EF4-FFF2-40B4-BE49-F238E27FC236}">
                <a16:creationId xmlns:a16="http://schemas.microsoft.com/office/drawing/2014/main" id="{A7862709-FB33-4F9C-9D81-1E40AFE0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021" y="26360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5" name="path-3052">
            <a:extLst xmlns:a="http://schemas.openxmlformats.org/drawingml/2006/main">
              <a:ext uri="{FF2B5EF4-FFF2-40B4-BE49-F238E27FC236}">
                <a16:creationId xmlns:a16="http://schemas.microsoft.com/office/drawing/2014/main" id="{994A48A1-3395-4357-ABFE-C04DABF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8005" y="2645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6" name="path-3053">
            <a:extLst xmlns:a="http://schemas.openxmlformats.org/drawingml/2006/main">
              <a:ext uri="{FF2B5EF4-FFF2-40B4-BE49-F238E27FC236}">
                <a16:creationId xmlns:a16="http://schemas.microsoft.com/office/drawing/2014/main" id="{FDE25DE3-DCD9-496F-B6D2-23722E0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806" y="2653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7" name="path-3054">
            <a:extLst xmlns:a="http://schemas.openxmlformats.org/drawingml/2006/main">
              <a:ext uri="{FF2B5EF4-FFF2-40B4-BE49-F238E27FC236}">
                <a16:creationId xmlns:a16="http://schemas.microsoft.com/office/drawing/2014/main" id="{F2B6BFF0-336C-4643-8103-0DB6A6E8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387" y="2637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8" name="path-3055">
            <a:extLst xmlns:a="http://schemas.openxmlformats.org/drawingml/2006/main">
              <a:ext uri="{FF2B5EF4-FFF2-40B4-BE49-F238E27FC236}">
                <a16:creationId xmlns:a16="http://schemas.microsoft.com/office/drawing/2014/main" id="{69F98CBB-DA40-4036-AE6C-16B97B6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595" y="26422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9" name="path-3056">
            <a:extLst xmlns:a="http://schemas.openxmlformats.org/drawingml/2006/main">
              <a:ext uri="{FF2B5EF4-FFF2-40B4-BE49-F238E27FC236}">
                <a16:creationId xmlns:a16="http://schemas.microsoft.com/office/drawing/2014/main" id="{B64AA100-5F6E-4088-A487-DC21D85F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828" y="2634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0" name="path-3057">
            <a:extLst xmlns:a="http://schemas.openxmlformats.org/drawingml/2006/main">
              <a:ext uri="{FF2B5EF4-FFF2-40B4-BE49-F238E27FC236}">
                <a16:creationId xmlns:a16="http://schemas.microsoft.com/office/drawing/2014/main" id="{9E857A79-EEB3-4638-9C85-1AD7E3E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594" y="2628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1" name="path-3058">
            <a:extLst xmlns:a="http://schemas.openxmlformats.org/drawingml/2006/main">
              <a:ext uri="{FF2B5EF4-FFF2-40B4-BE49-F238E27FC236}">
                <a16:creationId xmlns:a16="http://schemas.microsoft.com/office/drawing/2014/main" id="{64DDD04C-25E4-457F-B8D5-2A69759F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124" y="26394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2" name="path-3059">
            <a:extLst xmlns:a="http://schemas.openxmlformats.org/drawingml/2006/main">
              <a:ext uri="{FF2B5EF4-FFF2-40B4-BE49-F238E27FC236}">
                <a16:creationId xmlns:a16="http://schemas.microsoft.com/office/drawing/2014/main" id="{54396D66-2C24-465A-AE07-82ED695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142" y="2634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3" name="path-3060">
            <a:extLst xmlns:a="http://schemas.openxmlformats.org/drawingml/2006/main">
              <a:ext uri="{FF2B5EF4-FFF2-40B4-BE49-F238E27FC236}">
                <a16:creationId xmlns:a16="http://schemas.microsoft.com/office/drawing/2014/main" id="{43B7FC80-C3F3-49FF-A70B-78B85BF8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443" y="2638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4" name="path-3061">
            <a:extLst xmlns:a="http://schemas.openxmlformats.org/drawingml/2006/main">
              <a:ext uri="{FF2B5EF4-FFF2-40B4-BE49-F238E27FC236}">
                <a16:creationId xmlns:a16="http://schemas.microsoft.com/office/drawing/2014/main" id="{E7F6AE4D-5CF5-47D1-A6CF-CA4DB21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349" y="2640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5" name="path-3062">
            <a:extLst xmlns:a="http://schemas.openxmlformats.org/drawingml/2006/main">
              <a:ext uri="{FF2B5EF4-FFF2-40B4-BE49-F238E27FC236}">
                <a16:creationId xmlns:a16="http://schemas.microsoft.com/office/drawing/2014/main" id="{78ECF789-9F3D-429D-9F4E-BFE985E8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623" y="26079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6" name="path-3063">
            <a:extLst xmlns:a="http://schemas.openxmlformats.org/drawingml/2006/main">
              <a:ext uri="{FF2B5EF4-FFF2-40B4-BE49-F238E27FC236}">
                <a16:creationId xmlns:a16="http://schemas.microsoft.com/office/drawing/2014/main" id="{C86E0680-1926-40CC-BEB6-2ECE454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555" y="26116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7" name="path-3064">
            <a:extLst xmlns:a="http://schemas.openxmlformats.org/drawingml/2006/main">
              <a:ext uri="{FF2B5EF4-FFF2-40B4-BE49-F238E27FC236}">
                <a16:creationId xmlns:a16="http://schemas.microsoft.com/office/drawing/2014/main" id="{A80ABC9A-6911-439E-916B-BD3EAEA5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603" y="26386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8" name="path-3065">
            <a:extLst xmlns:a="http://schemas.openxmlformats.org/drawingml/2006/main">
              <a:ext uri="{FF2B5EF4-FFF2-40B4-BE49-F238E27FC236}">
                <a16:creationId xmlns:a16="http://schemas.microsoft.com/office/drawing/2014/main" id="{A9702C37-6BCE-4E32-9346-A22DC09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916" y="26367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9" name="path-3066">
            <a:extLst xmlns:a="http://schemas.openxmlformats.org/drawingml/2006/main">
              <a:ext uri="{FF2B5EF4-FFF2-40B4-BE49-F238E27FC236}">
                <a16:creationId xmlns:a16="http://schemas.microsoft.com/office/drawing/2014/main" id="{04C72FB8-3BAE-42C3-86EA-90E7DE3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456" y="26413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0" name="path-3067">
            <a:extLst xmlns:a="http://schemas.openxmlformats.org/drawingml/2006/main">
              <a:ext uri="{FF2B5EF4-FFF2-40B4-BE49-F238E27FC236}">
                <a16:creationId xmlns:a16="http://schemas.microsoft.com/office/drawing/2014/main" id="{855C3639-86C9-4D53-9761-F1993904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913" y="2625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1" name="path-3068">
            <a:extLst xmlns:a="http://schemas.openxmlformats.org/drawingml/2006/main">
              <a:ext uri="{FF2B5EF4-FFF2-40B4-BE49-F238E27FC236}">
                <a16:creationId xmlns:a16="http://schemas.microsoft.com/office/drawing/2014/main" id="{2CED19F0-3DF8-4BC5-BAA0-AFF6951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962" y="26393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2" name="path-3069">
            <a:extLst xmlns:a="http://schemas.openxmlformats.org/drawingml/2006/main">
              <a:ext uri="{FF2B5EF4-FFF2-40B4-BE49-F238E27FC236}">
                <a16:creationId xmlns:a16="http://schemas.microsoft.com/office/drawing/2014/main" id="{33F99C14-4965-43E0-A18F-41D691B3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739" y="26393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3" name="path-3070">
            <a:extLst xmlns:a="http://schemas.openxmlformats.org/drawingml/2006/main">
              <a:ext uri="{FF2B5EF4-FFF2-40B4-BE49-F238E27FC236}">
                <a16:creationId xmlns:a16="http://schemas.microsoft.com/office/drawing/2014/main" id="{691CB07F-ABC5-4274-B93D-3F9F836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515" y="2636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4" name="path-3071">
            <a:extLst xmlns:a="http://schemas.openxmlformats.org/drawingml/2006/main">
              <a:ext uri="{FF2B5EF4-FFF2-40B4-BE49-F238E27FC236}">
                <a16:creationId xmlns:a16="http://schemas.microsoft.com/office/drawing/2014/main" id="{58233527-8750-4731-B493-69793F10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794" y="26204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5" name="path-3072">
            <a:extLst xmlns:a="http://schemas.openxmlformats.org/drawingml/2006/main">
              <a:ext uri="{FF2B5EF4-FFF2-40B4-BE49-F238E27FC236}">
                <a16:creationId xmlns:a16="http://schemas.microsoft.com/office/drawing/2014/main" id="{682C14C2-177E-4453-894C-4CAE8C7D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776" y="2643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6" name="path-3073">
            <a:extLst xmlns:a="http://schemas.openxmlformats.org/drawingml/2006/main">
              <a:ext uri="{FF2B5EF4-FFF2-40B4-BE49-F238E27FC236}">
                <a16:creationId xmlns:a16="http://schemas.microsoft.com/office/drawing/2014/main" id="{52D8A43B-E81D-49F7-9575-C1FD238A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432" y="2622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7" name="path-3074">
            <a:extLst xmlns:a="http://schemas.openxmlformats.org/drawingml/2006/main">
              <a:ext uri="{FF2B5EF4-FFF2-40B4-BE49-F238E27FC236}">
                <a16:creationId xmlns:a16="http://schemas.microsoft.com/office/drawing/2014/main" id="{D68515DA-41A9-4286-888C-BAB50B9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725" y="2638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8" name="path-3075">
            <a:extLst xmlns:a="http://schemas.openxmlformats.org/drawingml/2006/main">
              <a:ext uri="{FF2B5EF4-FFF2-40B4-BE49-F238E27FC236}">
                <a16:creationId xmlns:a16="http://schemas.microsoft.com/office/drawing/2014/main" id="{6F7E5547-B168-4FC1-A751-D9AFC1B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51" y="2633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9" name="path-3076">
            <a:extLst xmlns:a="http://schemas.openxmlformats.org/drawingml/2006/main">
              <a:ext uri="{FF2B5EF4-FFF2-40B4-BE49-F238E27FC236}">
                <a16:creationId xmlns:a16="http://schemas.microsoft.com/office/drawing/2014/main" id="{797D0A29-1FE5-484B-AE44-FED2DDB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402" y="2638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0" name="path-3077">
            <a:extLst xmlns:a="http://schemas.openxmlformats.org/drawingml/2006/main">
              <a:ext uri="{FF2B5EF4-FFF2-40B4-BE49-F238E27FC236}">
                <a16:creationId xmlns:a16="http://schemas.microsoft.com/office/drawing/2014/main" id="{C887B50C-DAF2-4708-94E0-B2CEF5A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815" y="2618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1" name="path-3078">
            <a:extLst xmlns:a="http://schemas.openxmlformats.org/drawingml/2006/main">
              <a:ext uri="{FF2B5EF4-FFF2-40B4-BE49-F238E27FC236}">
                <a16:creationId xmlns:a16="http://schemas.microsoft.com/office/drawing/2014/main" id="{C7A34670-B24F-4988-AF5F-A761426F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86" y="26358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2" name="path-3079">
            <a:extLst xmlns:a="http://schemas.openxmlformats.org/drawingml/2006/main">
              <a:ext uri="{FF2B5EF4-FFF2-40B4-BE49-F238E27FC236}">
                <a16:creationId xmlns:a16="http://schemas.microsoft.com/office/drawing/2014/main" id="{D3E3DEE2-5625-48A1-8911-860480A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119" y="2632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3" name="path-3080">
            <a:extLst xmlns:a="http://schemas.openxmlformats.org/drawingml/2006/main">
              <a:ext uri="{FF2B5EF4-FFF2-40B4-BE49-F238E27FC236}">
                <a16:creationId xmlns:a16="http://schemas.microsoft.com/office/drawing/2014/main" id="{6CF482CB-FB2E-4EF7-818E-B889E74A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979" y="2637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4" name="path-3081">
            <a:extLst xmlns:a="http://schemas.openxmlformats.org/drawingml/2006/main">
              <a:ext uri="{FF2B5EF4-FFF2-40B4-BE49-F238E27FC236}">
                <a16:creationId xmlns:a16="http://schemas.microsoft.com/office/drawing/2014/main" id="{C5EAD82C-AA54-404D-9FFF-5380C96F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4578" y="2633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5" name="path-3082">
            <a:extLst xmlns:a="http://schemas.openxmlformats.org/drawingml/2006/main">
              <a:ext uri="{FF2B5EF4-FFF2-40B4-BE49-F238E27FC236}">
                <a16:creationId xmlns:a16="http://schemas.microsoft.com/office/drawing/2014/main" id="{84C42BDF-7C38-4F23-B563-FD21D83D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9333" y="263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6" name="path-3083">
            <a:extLst xmlns:a="http://schemas.openxmlformats.org/drawingml/2006/main">
              <a:ext uri="{FF2B5EF4-FFF2-40B4-BE49-F238E27FC236}">
                <a16:creationId xmlns:a16="http://schemas.microsoft.com/office/drawing/2014/main" id="{3395215B-4B23-4243-A72B-F6AFCFFA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18" y="26424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7" name="path-3084">
            <a:extLst xmlns:a="http://schemas.openxmlformats.org/drawingml/2006/main">
              <a:ext uri="{FF2B5EF4-FFF2-40B4-BE49-F238E27FC236}">
                <a16:creationId xmlns:a16="http://schemas.microsoft.com/office/drawing/2014/main" id="{6EFE2EA0-8ECB-4CFA-8903-C5D58147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803" y="2651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8" name="path-3085">
            <a:extLst xmlns:a="http://schemas.openxmlformats.org/drawingml/2006/main">
              <a:ext uri="{FF2B5EF4-FFF2-40B4-BE49-F238E27FC236}">
                <a16:creationId xmlns:a16="http://schemas.microsoft.com/office/drawing/2014/main" id="{045383E8-9362-47A4-BA9C-8998C4B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751" y="2645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9" name="path-3086">
            <a:extLst xmlns:a="http://schemas.openxmlformats.org/drawingml/2006/main">
              <a:ext uri="{FF2B5EF4-FFF2-40B4-BE49-F238E27FC236}">
                <a16:creationId xmlns:a16="http://schemas.microsoft.com/office/drawing/2014/main" id="{3A1F26C7-FC47-4A99-8F33-8CD38316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567" y="26033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0" name="path-3087">
            <a:extLst xmlns:a="http://schemas.openxmlformats.org/drawingml/2006/main">
              <a:ext uri="{FF2B5EF4-FFF2-40B4-BE49-F238E27FC236}">
                <a16:creationId xmlns:a16="http://schemas.microsoft.com/office/drawing/2014/main" id="{A8A5A78A-C27E-40BB-847E-12FF1151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902" y="26395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1" name="path-3088">
            <a:extLst xmlns:a="http://schemas.openxmlformats.org/drawingml/2006/main">
              <a:ext uri="{FF2B5EF4-FFF2-40B4-BE49-F238E27FC236}">
                <a16:creationId xmlns:a16="http://schemas.microsoft.com/office/drawing/2014/main" id="{410AEDA2-EA2E-42CC-9184-8185905E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679" y="26389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2" name="path-3089">
            <a:extLst xmlns:a="http://schemas.openxmlformats.org/drawingml/2006/main">
              <a:ext uri="{FF2B5EF4-FFF2-40B4-BE49-F238E27FC236}">
                <a16:creationId xmlns:a16="http://schemas.microsoft.com/office/drawing/2014/main" id="{F292430E-4AAA-4B7F-A514-00276464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673" y="2638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3" name="path-3090">
            <a:extLst xmlns:a="http://schemas.openxmlformats.org/drawingml/2006/main">
              <a:ext uri="{FF2B5EF4-FFF2-40B4-BE49-F238E27FC236}">
                <a16:creationId xmlns:a16="http://schemas.microsoft.com/office/drawing/2014/main" id="{BB767176-5597-46E8-BF0D-96ECB43D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954" y="2633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4" name="path-3091">
            <a:extLst xmlns:a="http://schemas.openxmlformats.org/drawingml/2006/main">
              <a:ext uri="{FF2B5EF4-FFF2-40B4-BE49-F238E27FC236}">
                <a16:creationId xmlns:a16="http://schemas.microsoft.com/office/drawing/2014/main" id="{0013AB85-3CBE-4C5E-8793-A0205D1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249" y="26334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5" name="path-3092">
            <a:extLst xmlns:a="http://schemas.openxmlformats.org/drawingml/2006/main">
              <a:ext uri="{FF2B5EF4-FFF2-40B4-BE49-F238E27FC236}">
                <a16:creationId xmlns:a16="http://schemas.microsoft.com/office/drawing/2014/main" id="{D416A201-7464-410E-AA6C-DACEA36F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966" y="2635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6" name="path-3093">
            <a:extLst xmlns:a="http://schemas.openxmlformats.org/drawingml/2006/main">
              <a:ext uri="{FF2B5EF4-FFF2-40B4-BE49-F238E27FC236}">
                <a16:creationId xmlns:a16="http://schemas.microsoft.com/office/drawing/2014/main" id="{325A2044-AF91-4767-A920-D9B74A82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549" y="26401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7" name="path-3094">
            <a:extLst xmlns:a="http://schemas.openxmlformats.org/drawingml/2006/main">
              <a:ext uri="{FF2B5EF4-FFF2-40B4-BE49-F238E27FC236}">
                <a16:creationId xmlns:a16="http://schemas.microsoft.com/office/drawing/2014/main" id="{6570EA9A-19A8-45B1-B682-E6D4B55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079" y="26367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8" name="path-3095">
            <a:extLst xmlns:a="http://schemas.openxmlformats.org/drawingml/2006/main">
              <a:ext uri="{FF2B5EF4-FFF2-40B4-BE49-F238E27FC236}">
                <a16:creationId xmlns:a16="http://schemas.microsoft.com/office/drawing/2014/main" id="{FFEA36BE-6F0C-4992-BC2B-DFA01990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996" y="2655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9" name="path-3096">
            <a:extLst xmlns:a="http://schemas.openxmlformats.org/drawingml/2006/main">
              <a:ext uri="{FF2B5EF4-FFF2-40B4-BE49-F238E27FC236}">
                <a16:creationId xmlns:a16="http://schemas.microsoft.com/office/drawing/2014/main" id="{C9CB2674-D5C8-473E-A122-4AC4533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75" y="2638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0" name="path-3097">
            <a:extLst xmlns:a="http://schemas.openxmlformats.org/drawingml/2006/main">
              <a:ext uri="{FF2B5EF4-FFF2-40B4-BE49-F238E27FC236}">
                <a16:creationId xmlns:a16="http://schemas.microsoft.com/office/drawing/2014/main" id="{D5AA20F4-F161-4090-A990-BC43553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819" y="26370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1" name="path-3098">
            <a:extLst xmlns:a="http://schemas.openxmlformats.org/drawingml/2006/main">
              <a:ext uri="{FF2B5EF4-FFF2-40B4-BE49-F238E27FC236}">
                <a16:creationId xmlns:a16="http://schemas.microsoft.com/office/drawing/2014/main" id="{F35999D0-55B3-4817-820E-C717AA6B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805" y="2620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2" name="path-3099">
            <a:extLst xmlns:a="http://schemas.openxmlformats.org/drawingml/2006/main">
              <a:ext uri="{FF2B5EF4-FFF2-40B4-BE49-F238E27FC236}">
                <a16:creationId xmlns:a16="http://schemas.microsoft.com/office/drawing/2014/main" id="{920FD12A-4E8A-46E5-9F18-2529686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855" y="2633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3" name="path-3100">
            <a:extLst xmlns:a="http://schemas.openxmlformats.org/drawingml/2006/main">
              <a:ext uri="{FF2B5EF4-FFF2-40B4-BE49-F238E27FC236}">
                <a16:creationId xmlns:a16="http://schemas.microsoft.com/office/drawing/2014/main" id="{99394689-42B5-4563-BCCA-D81699EC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471" y="26433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4" name="path-3101">
            <a:extLst xmlns:a="http://schemas.openxmlformats.org/drawingml/2006/main">
              <a:ext uri="{FF2B5EF4-FFF2-40B4-BE49-F238E27FC236}">
                <a16:creationId xmlns:a16="http://schemas.microsoft.com/office/drawing/2014/main" id="{C55FF043-C032-4F3E-9B68-782CB22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237" y="2637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5" name="path-3102">
            <a:extLst xmlns:a="http://schemas.openxmlformats.org/drawingml/2006/main">
              <a:ext uri="{FF2B5EF4-FFF2-40B4-BE49-F238E27FC236}">
                <a16:creationId xmlns:a16="http://schemas.microsoft.com/office/drawing/2014/main" id="{643BA66D-8C69-4FB3-85DE-EE9902BE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141" y="26322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6" name="path-3103">
            <a:extLst xmlns:a="http://schemas.openxmlformats.org/drawingml/2006/main">
              <a:ext uri="{FF2B5EF4-FFF2-40B4-BE49-F238E27FC236}">
                <a16:creationId xmlns:a16="http://schemas.microsoft.com/office/drawing/2014/main" id="{9EACCD0B-BD3D-4AB4-84F9-05847B4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554" y="2623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7" name="path-3104">
            <a:extLst xmlns:a="http://schemas.openxmlformats.org/drawingml/2006/main">
              <a:ext uri="{FF2B5EF4-FFF2-40B4-BE49-F238E27FC236}">
                <a16:creationId xmlns:a16="http://schemas.microsoft.com/office/drawing/2014/main" id="{23B8EE1C-5387-439F-BBD3-50CE63C9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160" y="2636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8" name="path-3105">
            <a:extLst xmlns:a="http://schemas.openxmlformats.org/drawingml/2006/main">
              <a:ext uri="{FF2B5EF4-FFF2-40B4-BE49-F238E27FC236}">
                <a16:creationId xmlns:a16="http://schemas.microsoft.com/office/drawing/2014/main" id="{2E5F5DD1-AC9C-4DEB-B480-B262EE90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740" y="2638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9" name="path-3106">
            <a:extLst xmlns:a="http://schemas.openxmlformats.org/drawingml/2006/main">
              <a:ext uri="{FF2B5EF4-FFF2-40B4-BE49-F238E27FC236}">
                <a16:creationId xmlns:a16="http://schemas.microsoft.com/office/drawing/2014/main" id="{F7A374EA-5ADF-40B0-B06E-63994F97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073" y="26306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0" name="path-3107">
            <a:extLst xmlns:a="http://schemas.openxmlformats.org/drawingml/2006/main">
              <a:ext uri="{FF2B5EF4-FFF2-40B4-BE49-F238E27FC236}">
                <a16:creationId xmlns:a16="http://schemas.microsoft.com/office/drawing/2014/main" id="{BAB2AEE2-BCEB-42EC-BB52-CAAFB252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973" y="2638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1" name="path-3108">
            <a:extLst xmlns:a="http://schemas.openxmlformats.org/drawingml/2006/main">
              <a:ext uri="{FF2B5EF4-FFF2-40B4-BE49-F238E27FC236}">
                <a16:creationId xmlns:a16="http://schemas.microsoft.com/office/drawing/2014/main" id="{34E96BCA-5A8A-4378-AAEA-1748240D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404" y="2636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2" name="path-3109">
            <a:extLst xmlns:a="http://schemas.openxmlformats.org/drawingml/2006/main">
              <a:ext uri="{FF2B5EF4-FFF2-40B4-BE49-F238E27FC236}">
                <a16:creationId xmlns:a16="http://schemas.microsoft.com/office/drawing/2014/main" id="{F5983DEC-8085-4E8E-98E2-4F2BC00E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245" y="2641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3" name="path-3110">
            <a:extLst xmlns:a="http://schemas.openxmlformats.org/drawingml/2006/main">
              <a:ext uri="{FF2B5EF4-FFF2-40B4-BE49-F238E27FC236}">
                <a16:creationId xmlns:a16="http://schemas.microsoft.com/office/drawing/2014/main" id="{9D9AB5F1-007F-4F4A-91D9-AE9C7A1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465" y="2661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4" name="path-3111">
            <a:extLst xmlns:a="http://schemas.openxmlformats.org/drawingml/2006/main">
              <a:ext uri="{FF2B5EF4-FFF2-40B4-BE49-F238E27FC236}">
                <a16:creationId xmlns:a16="http://schemas.microsoft.com/office/drawing/2014/main" id="{EE3712B9-03CD-4F31-A4DB-A059018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955" y="26369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5" name="path-3112">
            <a:extLst xmlns:a="http://schemas.openxmlformats.org/drawingml/2006/main">
              <a:ext uri="{FF2B5EF4-FFF2-40B4-BE49-F238E27FC236}">
                <a16:creationId xmlns:a16="http://schemas.microsoft.com/office/drawing/2014/main" id="{BB5D2673-120C-4198-BC94-544BA05B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588" y="26346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6" name="path-3113">
            <a:extLst xmlns:a="http://schemas.openxmlformats.org/drawingml/2006/main">
              <a:ext uri="{FF2B5EF4-FFF2-40B4-BE49-F238E27FC236}">
                <a16:creationId xmlns:a16="http://schemas.microsoft.com/office/drawing/2014/main" id="{336EC1B2-B8E2-465A-A7FD-053D5E28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057" y="2637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7" name="path-3114">
            <a:extLst xmlns:a="http://schemas.openxmlformats.org/drawingml/2006/main">
              <a:ext uri="{FF2B5EF4-FFF2-40B4-BE49-F238E27FC236}">
                <a16:creationId xmlns:a16="http://schemas.microsoft.com/office/drawing/2014/main" id="{B83D932F-65A8-4979-A82D-5A64D7FC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328" y="26344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8" name="path-3115">
            <a:extLst xmlns:a="http://schemas.openxmlformats.org/drawingml/2006/main">
              <a:ext uri="{FF2B5EF4-FFF2-40B4-BE49-F238E27FC236}">
                <a16:creationId xmlns:a16="http://schemas.microsoft.com/office/drawing/2014/main" id="{4F3A5807-DD71-4A00-87BC-71A0386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560" y="26305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9" name="path-3116">
            <a:extLst xmlns:a="http://schemas.openxmlformats.org/drawingml/2006/main">
              <a:ext uri="{FF2B5EF4-FFF2-40B4-BE49-F238E27FC236}">
                <a16:creationId xmlns:a16="http://schemas.microsoft.com/office/drawing/2014/main" id="{F29A209F-28CE-486D-AF75-0CD4B5CA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017" y="2639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0" name="path-3117">
            <a:extLst xmlns:a="http://schemas.openxmlformats.org/drawingml/2006/main">
              <a:ext uri="{FF2B5EF4-FFF2-40B4-BE49-F238E27FC236}">
                <a16:creationId xmlns:a16="http://schemas.microsoft.com/office/drawing/2014/main" id="{BD831154-37CE-464A-BE2B-5203066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036" y="26442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1" name="path-3118">
            <a:extLst xmlns:a="http://schemas.openxmlformats.org/drawingml/2006/main">
              <a:ext uri="{FF2B5EF4-FFF2-40B4-BE49-F238E27FC236}">
                <a16:creationId xmlns:a16="http://schemas.microsoft.com/office/drawing/2014/main" id="{44C5DE9C-7BE7-4978-9DC7-2FFCFCD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857" y="26359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2" name="path-3119">
            <a:extLst xmlns:a="http://schemas.openxmlformats.org/drawingml/2006/main">
              <a:ext uri="{FF2B5EF4-FFF2-40B4-BE49-F238E27FC236}">
                <a16:creationId xmlns:a16="http://schemas.microsoft.com/office/drawing/2014/main" id="{36FAA337-1D62-499B-A995-248AE337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630" y="2643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3" name="path-3120">
            <a:extLst xmlns:a="http://schemas.openxmlformats.org/drawingml/2006/main">
              <a:ext uri="{FF2B5EF4-FFF2-40B4-BE49-F238E27FC236}">
                <a16:creationId xmlns:a16="http://schemas.microsoft.com/office/drawing/2014/main" id="{3756036A-75A7-406F-9A57-19CFB5A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908" y="26410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4" name="path-3121">
            <a:extLst xmlns:a="http://schemas.openxmlformats.org/drawingml/2006/main">
              <a:ext uri="{FF2B5EF4-FFF2-40B4-BE49-F238E27FC236}">
                <a16:creationId xmlns:a16="http://schemas.microsoft.com/office/drawing/2014/main" id="{915747F3-1A67-4F40-8806-C3837491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011" y="26377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5" name="path-3122">
            <a:extLst xmlns:a="http://schemas.openxmlformats.org/drawingml/2006/main">
              <a:ext uri="{FF2B5EF4-FFF2-40B4-BE49-F238E27FC236}">
                <a16:creationId xmlns:a16="http://schemas.microsoft.com/office/drawing/2014/main" id="{7981242F-3659-47C2-80DC-54BCFB9D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033" y="2636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6" name="path-3123">
            <a:extLst xmlns:a="http://schemas.openxmlformats.org/drawingml/2006/main">
              <a:ext uri="{FF2B5EF4-FFF2-40B4-BE49-F238E27FC236}">
                <a16:creationId xmlns:a16="http://schemas.microsoft.com/office/drawing/2014/main" id="{D2BF5D06-1DFE-4B6C-82D7-28842CB4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690" y="26394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7" name="path-3124">
            <a:extLst xmlns:a="http://schemas.openxmlformats.org/drawingml/2006/main">
              <a:ext uri="{FF2B5EF4-FFF2-40B4-BE49-F238E27FC236}">
                <a16:creationId xmlns:a16="http://schemas.microsoft.com/office/drawing/2014/main" id="{1800C76C-8CCF-4485-959D-3A5492B3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155" y="26357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8" name="path-3125">
            <a:extLst xmlns:a="http://schemas.openxmlformats.org/drawingml/2006/main">
              <a:ext uri="{FF2B5EF4-FFF2-40B4-BE49-F238E27FC236}">
                <a16:creationId xmlns:a16="http://schemas.microsoft.com/office/drawing/2014/main" id="{9CF81B81-6D71-4117-9340-05A6C82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108" y="2656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9" name="path-3126">
            <a:extLst xmlns:a="http://schemas.openxmlformats.org/drawingml/2006/main">
              <a:ext uri="{FF2B5EF4-FFF2-40B4-BE49-F238E27FC236}">
                <a16:creationId xmlns:a16="http://schemas.microsoft.com/office/drawing/2014/main" id="{7A32924F-DB38-4520-990A-97E1665B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991" y="2632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0" name="path-3127">
            <a:extLst xmlns:a="http://schemas.openxmlformats.org/drawingml/2006/main">
              <a:ext uri="{FF2B5EF4-FFF2-40B4-BE49-F238E27FC236}">
                <a16:creationId xmlns:a16="http://schemas.microsoft.com/office/drawing/2014/main" id="{A95FD8A7-A699-4363-9F7A-A8AE086E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414" y="26408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1" name="path-3128">
            <a:extLst xmlns:a="http://schemas.openxmlformats.org/drawingml/2006/main">
              <a:ext uri="{FF2B5EF4-FFF2-40B4-BE49-F238E27FC236}">
                <a16:creationId xmlns:a16="http://schemas.microsoft.com/office/drawing/2014/main" id="{D178DC58-7583-4ABA-B808-031340D3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032" y="26354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2" name="path-3129">
            <a:extLst xmlns:a="http://schemas.openxmlformats.org/drawingml/2006/main">
              <a:ext uri="{FF2B5EF4-FFF2-40B4-BE49-F238E27FC236}">
                <a16:creationId xmlns:a16="http://schemas.microsoft.com/office/drawing/2014/main" id="{C2E982E3-74D7-4D4C-9E7F-034FB49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696" y="26371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3" name="path-3130">
            <a:extLst xmlns:a="http://schemas.openxmlformats.org/drawingml/2006/main">
              <a:ext uri="{FF2B5EF4-FFF2-40B4-BE49-F238E27FC236}">
                <a16:creationId xmlns:a16="http://schemas.microsoft.com/office/drawing/2014/main" id="{16C514BE-32F3-4300-9492-2B59EC2A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393" y="2635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4" name="path-3131">
            <a:extLst xmlns:a="http://schemas.openxmlformats.org/drawingml/2006/main">
              <a:ext uri="{FF2B5EF4-FFF2-40B4-BE49-F238E27FC236}">
                <a16:creationId xmlns:a16="http://schemas.microsoft.com/office/drawing/2014/main" id="{4F22649C-9310-4876-BB6D-2A5C85D7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334" y="2643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5" name="path-3132">
            <a:extLst xmlns:a="http://schemas.openxmlformats.org/drawingml/2006/main">
              <a:ext uri="{FF2B5EF4-FFF2-40B4-BE49-F238E27FC236}">
                <a16:creationId xmlns:a16="http://schemas.microsoft.com/office/drawing/2014/main" id="{0DA2F15A-5ECD-4A86-9BAD-95B24846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183" y="26394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6" name="path-3133">
            <a:extLst xmlns:a="http://schemas.openxmlformats.org/drawingml/2006/main">
              <a:ext uri="{FF2B5EF4-FFF2-40B4-BE49-F238E27FC236}">
                <a16:creationId xmlns:a16="http://schemas.microsoft.com/office/drawing/2014/main" id="{1BAEB248-B89A-41C8-9CCF-CC7A33F5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540" y="2636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7" name="path-3134">
            <a:extLst xmlns:a="http://schemas.openxmlformats.org/drawingml/2006/main">
              <a:ext uri="{FF2B5EF4-FFF2-40B4-BE49-F238E27FC236}">
                <a16:creationId xmlns:a16="http://schemas.microsoft.com/office/drawing/2014/main" id="{81746AE2-BD9E-4C9B-B4CF-A90C0ED1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588" y="26401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8" name="path-3135">
            <a:extLst xmlns:a="http://schemas.openxmlformats.org/drawingml/2006/main">
              <a:ext uri="{FF2B5EF4-FFF2-40B4-BE49-F238E27FC236}">
                <a16:creationId xmlns:a16="http://schemas.microsoft.com/office/drawing/2014/main" id="{0DF11CF6-7092-4772-86A3-D5BA25B9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094" y="2635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9" name="path-3136">
            <a:extLst xmlns:a="http://schemas.openxmlformats.org/drawingml/2006/main">
              <a:ext uri="{FF2B5EF4-FFF2-40B4-BE49-F238E27FC236}">
                <a16:creationId xmlns:a16="http://schemas.microsoft.com/office/drawing/2014/main" id="{05CB3BCC-1D6D-4AE3-B442-2D3EA8BF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52" y="2647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0" name="path-3137">
            <a:extLst xmlns:a="http://schemas.openxmlformats.org/drawingml/2006/main">
              <a:ext uri="{FF2B5EF4-FFF2-40B4-BE49-F238E27FC236}">
                <a16:creationId xmlns:a16="http://schemas.microsoft.com/office/drawing/2014/main" id="{2CD75C41-BA89-47ED-A057-9362E0E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9447" y="26283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1" name="path-3138">
            <a:extLst xmlns:a="http://schemas.openxmlformats.org/drawingml/2006/main">
              <a:ext uri="{FF2B5EF4-FFF2-40B4-BE49-F238E27FC236}">
                <a16:creationId xmlns:a16="http://schemas.microsoft.com/office/drawing/2014/main" id="{97E45A0A-9254-46D3-9235-6D3B255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8659" y="26216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2" name="path-3139">
            <a:extLst xmlns:a="http://schemas.openxmlformats.org/drawingml/2006/main">
              <a:ext uri="{FF2B5EF4-FFF2-40B4-BE49-F238E27FC236}">
                <a16:creationId xmlns:a16="http://schemas.microsoft.com/office/drawing/2014/main" id="{C4BBA446-6380-4BC2-A806-2EB6C6E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492" y="2645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3" name="path-3140">
            <a:extLst xmlns:a="http://schemas.openxmlformats.org/drawingml/2006/main">
              <a:ext uri="{FF2B5EF4-FFF2-40B4-BE49-F238E27FC236}">
                <a16:creationId xmlns:a16="http://schemas.microsoft.com/office/drawing/2014/main" id="{0B63C476-78B3-49AF-ACCC-26C93A8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997" y="26433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4" name="path-3141">
            <a:extLst xmlns:a="http://schemas.openxmlformats.org/drawingml/2006/main">
              <a:ext uri="{FF2B5EF4-FFF2-40B4-BE49-F238E27FC236}">
                <a16:creationId xmlns:a16="http://schemas.microsoft.com/office/drawing/2014/main" id="{68E15A74-B7C3-42F9-AD62-296405C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982" y="26382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5" name="path-3142">
            <a:extLst xmlns:a="http://schemas.openxmlformats.org/drawingml/2006/main">
              <a:ext uri="{FF2B5EF4-FFF2-40B4-BE49-F238E27FC236}">
                <a16:creationId xmlns:a16="http://schemas.microsoft.com/office/drawing/2014/main" id="{818A3E75-D7AD-43DA-8ED0-5EF5402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190" y="26278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6" name="path-3143">
            <a:extLst xmlns:a="http://schemas.openxmlformats.org/drawingml/2006/main">
              <a:ext uri="{FF2B5EF4-FFF2-40B4-BE49-F238E27FC236}">
                <a16:creationId xmlns:a16="http://schemas.microsoft.com/office/drawing/2014/main" id="{7ECDE7B7-21A2-4720-93F4-545F4D60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217" y="26711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7" name="path-3144">
            <a:extLst xmlns:a="http://schemas.openxmlformats.org/drawingml/2006/main">
              <a:ext uri="{FF2B5EF4-FFF2-40B4-BE49-F238E27FC236}">
                <a16:creationId xmlns:a16="http://schemas.microsoft.com/office/drawing/2014/main" id="{4AA8196E-E45C-4880-A0C1-65650253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386" y="2640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8" name="path-3145">
            <a:extLst xmlns:a="http://schemas.openxmlformats.org/drawingml/2006/main">
              <a:ext uri="{FF2B5EF4-FFF2-40B4-BE49-F238E27FC236}">
                <a16:creationId xmlns:a16="http://schemas.microsoft.com/office/drawing/2014/main" id="{40A8A3BF-A21F-48AE-9FCC-780C6BF9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759" y="2630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9" name="path-3146">
            <a:extLst xmlns:a="http://schemas.openxmlformats.org/drawingml/2006/main">
              <a:ext uri="{FF2B5EF4-FFF2-40B4-BE49-F238E27FC236}">
                <a16:creationId xmlns:a16="http://schemas.microsoft.com/office/drawing/2014/main" id="{9E979ABC-07EA-4B61-8877-CBE8D94C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881" y="2642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0" name="path-3147">
            <a:extLst xmlns:a="http://schemas.openxmlformats.org/drawingml/2006/main">
              <a:ext uri="{FF2B5EF4-FFF2-40B4-BE49-F238E27FC236}">
                <a16:creationId xmlns:a16="http://schemas.microsoft.com/office/drawing/2014/main" id="{CAF60887-871C-4053-A749-646FE9D2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212" y="26301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1" name="path-3148">
            <a:extLst xmlns:a="http://schemas.openxmlformats.org/drawingml/2006/main">
              <a:ext uri="{FF2B5EF4-FFF2-40B4-BE49-F238E27FC236}">
                <a16:creationId xmlns:a16="http://schemas.microsoft.com/office/drawing/2014/main" id="{1AC60E83-E6E1-41BA-8FD8-C5657EE9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609" y="2636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2" name="path-3149">
            <a:extLst xmlns:a="http://schemas.openxmlformats.org/drawingml/2006/main">
              <a:ext uri="{FF2B5EF4-FFF2-40B4-BE49-F238E27FC236}">
                <a16:creationId xmlns:a16="http://schemas.microsoft.com/office/drawing/2014/main" id="{BF5DBBE1-BD90-43B3-A0A1-B799D3AD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243" y="2640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3" name="path-3150">
            <a:extLst xmlns:a="http://schemas.openxmlformats.org/drawingml/2006/main">
              <a:ext uri="{FF2B5EF4-FFF2-40B4-BE49-F238E27FC236}">
                <a16:creationId xmlns:a16="http://schemas.microsoft.com/office/drawing/2014/main" id="{6FBDD111-05C2-4A34-8453-CBE8069D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54" y="2634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4" name="path-3151">
            <a:extLst xmlns:a="http://schemas.openxmlformats.org/drawingml/2006/main">
              <a:ext uri="{FF2B5EF4-FFF2-40B4-BE49-F238E27FC236}">
                <a16:creationId xmlns:a16="http://schemas.microsoft.com/office/drawing/2014/main" id="{1814F561-1758-45B7-9EE5-64F95381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013" y="2618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5" name="path-3152">
            <a:extLst xmlns:a="http://schemas.openxmlformats.org/drawingml/2006/main">
              <a:ext uri="{FF2B5EF4-FFF2-40B4-BE49-F238E27FC236}">
                <a16:creationId xmlns:a16="http://schemas.microsoft.com/office/drawing/2014/main" id="{37720CAB-EF11-494C-8EBB-151BEED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290" y="2645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6" name="path-3153">
            <a:extLst xmlns:a="http://schemas.openxmlformats.org/drawingml/2006/main">
              <a:ext uri="{FF2B5EF4-FFF2-40B4-BE49-F238E27FC236}">
                <a16:creationId xmlns:a16="http://schemas.microsoft.com/office/drawing/2014/main" id="{DFD2EFAF-F74A-4500-B145-952B074C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607" y="2634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7" name="path-3154">
            <a:extLst xmlns:a="http://schemas.openxmlformats.org/drawingml/2006/main">
              <a:ext uri="{FF2B5EF4-FFF2-40B4-BE49-F238E27FC236}">
                <a16:creationId xmlns:a16="http://schemas.microsoft.com/office/drawing/2014/main" id="{E9E02785-97A4-4A5A-A153-A58D755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774" y="26306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8" name="path-3155">
            <a:extLst xmlns:a="http://schemas.openxmlformats.org/drawingml/2006/main">
              <a:ext uri="{FF2B5EF4-FFF2-40B4-BE49-F238E27FC236}">
                <a16:creationId xmlns:a16="http://schemas.microsoft.com/office/drawing/2014/main" id="{B469DE2E-1D12-42A6-84B2-1980C10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335" y="2660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9" name="path-3156">
            <a:extLst xmlns:a="http://schemas.openxmlformats.org/drawingml/2006/main">
              <a:ext uri="{FF2B5EF4-FFF2-40B4-BE49-F238E27FC236}">
                <a16:creationId xmlns:a16="http://schemas.microsoft.com/office/drawing/2014/main" id="{1F4CE83C-05E0-4248-8EDD-1FCD06C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933" y="2622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0" name="path-3157">
            <a:extLst xmlns:a="http://schemas.openxmlformats.org/drawingml/2006/main">
              <a:ext uri="{FF2B5EF4-FFF2-40B4-BE49-F238E27FC236}">
                <a16:creationId xmlns:a16="http://schemas.microsoft.com/office/drawing/2014/main" id="{B5D7F0EE-7C5F-4158-8AA5-2B07D9E4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381" y="26386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1" name="path-3158">
            <a:extLst xmlns:a="http://schemas.openxmlformats.org/drawingml/2006/main">
              <a:ext uri="{FF2B5EF4-FFF2-40B4-BE49-F238E27FC236}">
                <a16:creationId xmlns:a16="http://schemas.microsoft.com/office/drawing/2014/main" id="{309BBE42-210B-4D5E-898D-62C6C0BE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8285" y="26445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2" name="path-3159">
            <a:extLst xmlns:a="http://schemas.openxmlformats.org/drawingml/2006/main">
              <a:ext uri="{FF2B5EF4-FFF2-40B4-BE49-F238E27FC236}">
                <a16:creationId xmlns:a16="http://schemas.microsoft.com/office/drawing/2014/main" id="{802365D3-025B-4F77-BC7A-B1AE9B77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948" y="2631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3" name="path-3160">
            <a:extLst xmlns:a="http://schemas.openxmlformats.org/drawingml/2006/main">
              <a:ext uri="{FF2B5EF4-FFF2-40B4-BE49-F238E27FC236}">
                <a16:creationId xmlns:a16="http://schemas.microsoft.com/office/drawing/2014/main" id="{5642A06C-B858-4718-A163-1DA9CE0C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424" y="2646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4" name="path-3161">
            <a:extLst xmlns:a="http://schemas.openxmlformats.org/drawingml/2006/main">
              <a:ext uri="{FF2B5EF4-FFF2-40B4-BE49-F238E27FC236}">
                <a16:creationId xmlns:a16="http://schemas.microsoft.com/office/drawing/2014/main" id="{851C7184-AD95-4EAB-9AF6-7B9C3DC8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732" y="2631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5" name="path-3162">
            <a:extLst xmlns:a="http://schemas.openxmlformats.org/drawingml/2006/main">
              <a:ext uri="{FF2B5EF4-FFF2-40B4-BE49-F238E27FC236}">
                <a16:creationId xmlns:a16="http://schemas.microsoft.com/office/drawing/2014/main" id="{B366E039-5FD6-475E-8076-C146EBD0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236" y="26505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6" name="path-3163">
            <a:extLst xmlns:a="http://schemas.openxmlformats.org/drawingml/2006/main">
              <a:ext uri="{FF2B5EF4-FFF2-40B4-BE49-F238E27FC236}">
                <a16:creationId xmlns:a16="http://schemas.microsoft.com/office/drawing/2014/main" id="{8E4ED0D9-330D-40C2-979E-C9C5B30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218" y="26303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7" name="path-3164">
            <a:extLst xmlns:a="http://schemas.openxmlformats.org/drawingml/2006/main">
              <a:ext uri="{FF2B5EF4-FFF2-40B4-BE49-F238E27FC236}">
                <a16:creationId xmlns:a16="http://schemas.microsoft.com/office/drawing/2014/main" id="{3DC376D2-D9B9-4587-8AA6-08015B57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223" y="26441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8" name="path-3165">
            <a:extLst xmlns:a="http://schemas.openxmlformats.org/drawingml/2006/main">
              <a:ext uri="{FF2B5EF4-FFF2-40B4-BE49-F238E27FC236}">
                <a16:creationId xmlns:a16="http://schemas.microsoft.com/office/drawing/2014/main" id="{F11C70AD-4260-42DC-9380-7183B03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805" y="2638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9" name="path-3166">
            <a:extLst xmlns:a="http://schemas.openxmlformats.org/drawingml/2006/main">
              <a:ext uri="{FF2B5EF4-FFF2-40B4-BE49-F238E27FC236}">
                <a16:creationId xmlns:a16="http://schemas.microsoft.com/office/drawing/2014/main" id="{07896218-4ED7-4B02-ACD7-4EC3BB3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538" y="2639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0" name="path-3167">
            <a:extLst xmlns:a="http://schemas.openxmlformats.org/drawingml/2006/main">
              <a:ext uri="{FF2B5EF4-FFF2-40B4-BE49-F238E27FC236}">
                <a16:creationId xmlns:a16="http://schemas.microsoft.com/office/drawing/2014/main" id="{5B952CA2-3BCD-425F-82BD-EE180A3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760" y="2632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1" name="path-3168">
            <a:extLst xmlns:a="http://schemas.openxmlformats.org/drawingml/2006/main">
              <a:ext uri="{FF2B5EF4-FFF2-40B4-BE49-F238E27FC236}">
                <a16:creationId xmlns:a16="http://schemas.microsoft.com/office/drawing/2014/main" id="{68475603-EABB-47DD-9D29-693F801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383" y="2663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2" name="path-3169">
            <a:extLst xmlns:a="http://schemas.openxmlformats.org/drawingml/2006/main">
              <a:ext uri="{FF2B5EF4-FFF2-40B4-BE49-F238E27FC236}">
                <a16:creationId xmlns:a16="http://schemas.microsoft.com/office/drawing/2014/main" id="{2B27671D-66C0-404E-ACB6-33F7AF7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850" y="2626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3" name="path-3170">
            <a:extLst xmlns:a="http://schemas.openxmlformats.org/drawingml/2006/main">
              <a:ext uri="{FF2B5EF4-FFF2-40B4-BE49-F238E27FC236}">
                <a16:creationId xmlns:a16="http://schemas.microsoft.com/office/drawing/2014/main" id="{2DBB70B3-1B83-4D73-BE4B-CAE4D3F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528" y="26352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4" name="path-3171">
            <a:extLst xmlns:a="http://schemas.openxmlformats.org/drawingml/2006/main">
              <a:ext uri="{FF2B5EF4-FFF2-40B4-BE49-F238E27FC236}">
                <a16:creationId xmlns:a16="http://schemas.microsoft.com/office/drawing/2014/main" id="{BC489165-0F82-43FD-8420-C082BDE5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909" y="2637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5" name="path-3172">
            <a:extLst xmlns:a="http://schemas.openxmlformats.org/drawingml/2006/main">
              <a:ext uri="{FF2B5EF4-FFF2-40B4-BE49-F238E27FC236}">
                <a16:creationId xmlns:a16="http://schemas.microsoft.com/office/drawing/2014/main" id="{B8B9CEFE-4019-49B2-B239-67E7EE3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748" y="2652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6" name="path-3173">
            <a:extLst xmlns:a="http://schemas.openxmlformats.org/drawingml/2006/main">
              <a:ext uri="{FF2B5EF4-FFF2-40B4-BE49-F238E27FC236}">
                <a16:creationId xmlns:a16="http://schemas.microsoft.com/office/drawing/2014/main" id="{B024C785-AFD1-4E7F-86B9-C8AFF97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098" y="26290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7" name="path-3174">
            <a:extLst xmlns:a="http://schemas.openxmlformats.org/drawingml/2006/main">
              <a:ext uri="{FF2B5EF4-FFF2-40B4-BE49-F238E27FC236}">
                <a16:creationId xmlns:a16="http://schemas.microsoft.com/office/drawing/2014/main" id="{59C8F931-3C60-4F33-8158-5EE6656D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566" y="2635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8" name="path-3175">
            <a:extLst xmlns:a="http://schemas.openxmlformats.org/drawingml/2006/main">
              <a:ext uri="{FF2B5EF4-FFF2-40B4-BE49-F238E27FC236}">
                <a16:creationId xmlns:a16="http://schemas.microsoft.com/office/drawing/2014/main" id="{0EA77FDF-79D8-4730-B7B3-448C0FE1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233" y="26369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9" name="path-3176">
            <a:extLst xmlns:a="http://schemas.openxmlformats.org/drawingml/2006/main">
              <a:ext uri="{FF2B5EF4-FFF2-40B4-BE49-F238E27FC236}">
                <a16:creationId xmlns:a16="http://schemas.microsoft.com/office/drawing/2014/main" id="{3ECF3ABB-C3C6-4E4D-ACA1-CA87D5D0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987" y="2646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0" name="path-3177">
            <a:extLst xmlns:a="http://schemas.openxmlformats.org/drawingml/2006/main">
              <a:ext uri="{FF2B5EF4-FFF2-40B4-BE49-F238E27FC236}">
                <a16:creationId xmlns:a16="http://schemas.microsoft.com/office/drawing/2014/main" id="{106C526B-BDC4-4BE2-AE00-E72EF463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448" y="2650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1" name="path-3178">
            <a:extLst xmlns:a="http://schemas.openxmlformats.org/drawingml/2006/main">
              <a:ext uri="{FF2B5EF4-FFF2-40B4-BE49-F238E27FC236}">
                <a16:creationId xmlns:a16="http://schemas.microsoft.com/office/drawing/2014/main" id="{689FF649-8A83-486F-A5BB-43F697B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562" y="2637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2" name="path-3179">
            <a:extLst xmlns:a="http://schemas.openxmlformats.org/drawingml/2006/main">
              <a:ext uri="{FF2B5EF4-FFF2-40B4-BE49-F238E27FC236}">
                <a16:creationId xmlns:a16="http://schemas.microsoft.com/office/drawing/2014/main" id="{A99228E9-DCF2-4567-A803-C34163BF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3197" y="26271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3" name="path-3180">
            <a:extLst xmlns:a="http://schemas.openxmlformats.org/drawingml/2006/main">
              <a:ext uri="{FF2B5EF4-FFF2-40B4-BE49-F238E27FC236}">
                <a16:creationId xmlns:a16="http://schemas.microsoft.com/office/drawing/2014/main" id="{E5F225A3-1F7D-4D3B-AC88-6077E1B8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312" y="26266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4" name="path-3181">
            <a:extLst xmlns:a="http://schemas.openxmlformats.org/drawingml/2006/main">
              <a:ext uri="{FF2B5EF4-FFF2-40B4-BE49-F238E27FC236}">
                <a16:creationId xmlns:a16="http://schemas.microsoft.com/office/drawing/2014/main" id="{55687B74-D306-4750-9D48-1B8DE209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01" y="2639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5" name="path-3182">
            <a:extLst xmlns:a="http://schemas.openxmlformats.org/drawingml/2006/main">
              <a:ext uri="{FF2B5EF4-FFF2-40B4-BE49-F238E27FC236}">
                <a16:creationId xmlns:a16="http://schemas.microsoft.com/office/drawing/2014/main" id="{B3540B37-B186-44B9-94D5-716E7981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912" y="264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6" name="path-3183">
            <a:extLst xmlns:a="http://schemas.openxmlformats.org/drawingml/2006/main">
              <a:ext uri="{FF2B5EF4-FFF2-40B4-BE49-F238E27FC236}">
                <a16:creationId xmlns:a16="http://schemas.microsoft.com/office/drawing/2014/main" id="{9FC4A84E-73A1-45FD-975F-E87A1027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011" y="2638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7" name="path-3184">
            <a:extLst xmlns:a="http://schemas.openxmlformats.org/drawingml/2006/main">
              <a:ext uri="{FF2B5EF4-FFF2-40B4-BE49-F238E27FC236}">
                <a16:creationId xmlns:a16="http://schemas.microsoft.com/office/drawing/2014/main" id="{39D3BB86-82F1-41BE-82A0-FFCBE90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318" y="2643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8" name="path-3185">
            <a:extLst xmlns:a="http://schemas.openxmlformats.org/drawingml/2006/main">
              <a:ext uri="{FF2B5EF4-FFF2-40B4-BE49-F238E27FC236}">
                <a16:creationId xmlns:a16="http://schemas.microsoft.com/office/drawing/2014/main" id="{C70FDC8E-1151-4391-87AF-4E19DDD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639" y="26356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9" name="path-3186">
            <a:extLst xmlns:a="http://schemas.openxmlformats.org/drawingml/2006/main">
              <a:ext uri="{FF2B5EF4-FFF2-40B4-BE49-F238E27FC236}">
                <a16:creationId xmlns:a16="http://schemas.microsoft.com/office/drawing/2014/main" id="{C5063FEA-1EA3-48EC-8FFA-514F2A6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770" y="2640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0" name="path-3187">
            <a:extLst xmlns:a="http://schemas.openxmlformats.org/drawingml/2006/main">
              <a:ext uri="{FF2B5EF4-FFF2-40B4-BE49-F238E27FC236}">
                <a16:creationId xmlns:a16="http://schemas.microsoft.com/office/drawing/2014/main" id="{A1CDEED0-2128-47C4-B537-F1EA44E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131" y="26374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1" name="path-3188">
            <a:extLst xmlns:a="http://schemas.openxmlformats.org/drawingml/2006/main">
              <a:ext uri="{FF2B5EF4-FFF2-40B4-BE49-F238E27FC236}">
                <a16:creationId xmlns:a16="http://schemas.microsoft.com/office/drawing/2014/main" id="{A0CE5A1B-62A9-46E2-B93A-E1D842B9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06" y="2636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2" name="path-3189">
            <a:extLst xmlns:a="http://schemas.openxmlformats.org/drawingml/2006/main">
              <a:ext uri="{FF2B5EF4-FFF2-40B4-BE49-F238E27FC236}">
                <a16:creationId xmlns:a16="http://schemas.microsoft.com/office/drawing/2014/main" id="{F45689C4-9FFB-4C72-9BAD-2F9F7BE2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941" y="26412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3" name="path-3190">
            <a:extLst xmlns:a="http://schemas.openxmlformats.org/drawingml/2006/main">
              <a:ext uri="{FF2B5EF4-FFF2-40B4-BE49-F238E27FC236}">
                <a16:creationId xmlns:a16="http://schemas.microsoft.com/office/drawing/2014/main" id="{34BB42ED-D8F8-4985-B345-71CB708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653" y="2635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4" name="path-3191">
            <a:extLst xmlns:a="http://schemas.openxmlformats.org/drawingml/2006/main">
              <a:ext uri="{FF2B5EF4-FFF2-40B4-BE49-F238E27FC236}">
                <a16:creationId xmlns:a16="http://schemas.microsoft.com/office/drawing/2014/main" id="{2EF56093-BD96-4D31-94B9-1027B7DE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959" y="26317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5" name="path-3192">
            <a:extLst xmlns:a="http://schemas.openxmlformats.org/drawingml/2006/main">
              <a:ext uri="{FF2B5EF4-FFF2-40B4-BE49-F238E27FC236}">
                <a16:creationId xmlns:a16="http://schemas.microsoft.com/office/drawing/2014/main" id="{A9004D65-D493-4155-BADF-98C77273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3201" y="2641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6" name="path-3193">
            <a:extLst xmlns:a="http://schemas.openxmlformats.org/drawingml/2006/main">
              <a:ext uri="{FF2B5EF4-FFF2-40B4-BE49-F238E27FC236}">
                <a16:creationId xmlns:a16="http://schemas.microsoft.com/office/drawing/2014/main" id="{CEBC003F-D352-437F-BED0-A59DC78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29" y="2636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7" name="path-3194">
            <a:extLst xmlns:a="http://schemas.openxmlformats.org/drawingml/2006/main">
              <a:ext uri="{FF2B5EF4-FFF2-40B4-BE49-F238E27FC236}">
                <a16:creationId xmlns:a16="http://schemas.microsoft.com/office/drawing/2014/main" id="{2A1E7041-1F1A-4E6D-8245-1ADCCA6C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980" y="2635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8" name="path-3195">
            <a:extLst xmlns:a="http://schemas.openxmlformats.org/drawingml/2006/main">
              <a:ext uri="{FF2B5EF4-FFF2-40B4-BE49-F238E27FC236}">
                <a16:creationId xmlns:a16="http://schemas.microsoft.com/office/drawing/2014/main" id="{581701BB-E94A-463D-8C17-7E2BC29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392" y="26348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9" name="path-3196">
            <a:extLst xmlns:a="http://schemas.openxmlformats.org/drawingml/2006/main">
              <a:ext uri="{FF2B5EF4-FFF2-40B4-BE49-F238E27FC236}">
                <a16:creationId xmlns:a16="http://schemas.microsoft.com/office/drawing/2014/main" id="{62D767B4-3CF3-4309-9BBE-730DFBA8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246" y="2640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0" name="path-3197">
            <a:extLst xmlns:a="http://schemas.openxmlformats.org/drawingml/2006/main">
              <a:ext uri="{FF2B5EF4-FFF2-40B4-BE49-F238E27FC236}">
                <a16:creationId xmlns:a16="http://schemas.microsoft.com/office/drawing/2014/main" id="{62384F17-CB0D-4EF6-ADE8-B98E945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149" y="2637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1" name="path-3198">
            <a:extLst xmlns:a="http://schemas.openxmlformats.org/drawingml/2006/main">
              <a:ext uri="{FF2B5EF4-FFF2-40B4-BE49-F238E27FC236}">
                <a16:creationId xmlns:a16="http://schemas.microsoft.com/office/drawing/2014/main" id="{211B2333-4BC5-4CAF-8F06-0A39DE68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092" y="2641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2" name="path-3199">
            <a:extLst xmlns:a="http://schemas.openxmlformats.org/drawingml/2006/main">
              <a:ext uri="{FF2B5EF4-FFF2-40B4-BE49-F238E27FC236}">
                <a16:creationId xmlns:a16="http://schemas.microsoft.com/office/drawing/2014/main" id="{69AC09D5-E64E-4C1F-A5F8-73758074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106" y="2637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3" name="path-3200">
            <a:extLst xmlns:a="http://schemas.openxmlformats.org/drawingml/2006/main">
              <a:ext uri="{FF2B5EF4-FFF2-40B4-BE49-F238E27FC236}">
                <a16:creationId xmlns:a16="http://schemas.microsoft.com/office/drawing/2014/main" id="{87F7D1F3-116A-4B0D-9429-1A9B561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077" y="2622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4" name="path-3201">
            <a:extLst xmlns:a="http://schemas.openxmlformats.org/drawingml/2006/main">
              <a:ext uri="{FF2B5EF4-FFF2-40B4-BE49-F238E27FC236}">
                <a16:creationId xmlns:a16="http://schemas.microsoft.com/office/drawing/2014/main" id="{39E1EBCE-7C68-4F43-A092-FBCCCB2E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489" y="2642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5" name="path-3202">
            <a:extLst xmlns:a="http://schemas.openxmlformats.org/drawingml/2006/main">
              <a:ext uri="{FF2B5EF4-FFF2-40B4-BE49-F238E27FC236}">
                <a16:creationId xmlns:a16="http://schemas.microsoft.com/office/drawing/2014/main" id="{BD19DDF9-AE2D-424E-BC7E-BB5F2D4F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08" y="26382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6" name="path-3203">
            <a:extLst xmlns:a="http://schemas.openxmlformats.org/drawingml/2006/main">
              <a:ext uri="{FF2B5EF4-FFF2-40B4-BE49-F238E27FC236}">
                <a16:creationId xmlns:a16="http://schemas.microsoft.com/office/drawing/2014/main" id="{3F57D0A5-4091-4E84-99B3-30DA4812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741" y="2633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7" name="path-3204">
            <a:extLst xmlns:a="http://schemas.openxmlformats.org/drawingml/2006/main">
              <a:ext uri="{FF2B5EF4-FFF2-40B4-BE49-F238E27FC236}">
                <a16:creationId xmlns:a16="http://schemas.microsoft.com/office/drawing/2014/main" id="{E3D97AB0-E0DE-4DED-8671-F649406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945" y="2636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8" name="path-3205">
            <a:extLst xmlns:a="http://schemas.openxmlformats.org/drawingml/2006/main">
              <a:ext uri="{FF2B5EF4-FFF2-40B4-BE49-F238E27FC236}">
                <a16:creationId xmlns:a16="http://schemas.microsoft.com/office/drawing/2014/main" id="{B5480BC8-5890-4C1E-80CD-01FAB78E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087" y="26317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9" name="path-3206">
            <a:extLst xmlns:a="http://schemas.openxmlformats.org/drawingml/2006/main">
              <a:ext uri="{FF2B5EF4-FFF2-40B4-BE49-F238E27FC236}">
                <a16:creationId xmlns:a16="http://schemas.microsoft.com/office/drawing/2014/main" id="{9FF1FB3E-C6B4-4C88-AC99-FE3C5347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6517" y="2630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0" name="path-3207">
            <a:extLst xmlns:a="http://schemas.openxmlformats.org/drawingml/2006/main">
              <a:ext uri="{FF2B5EF4-FFF2-40B4-BE49-F238E27FC236}">
                <a16:creationId xmlns:a16="http://schemas.microsoft.com/office/drawing/2014/main" id="{AE2697E6-BC73-4F71-BAF2-902B1B9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979" y="2624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1" name="path-3208">
            <a:extLst xmlns:a="http://schemas.openxmlformats.org/drawingml/2006/main">
              <a:ext uri="{FF2B5EF4-FFF2-40B4-BE49-F238E27FC236}">
                <a16:creationId xmlns:a16="http://schemas.microsoft.com/office/drawing/2014/main" id="{19428815-74B8-445C-A0A5-4105299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470" y="2623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2" name="path-3209">
            <a:extLst xmlns:a="http://schemas.openxmlformats.org/drawingml/2006/main">
              <a:ext uri="{FF2B5EF4-FFF2-40B4-BE49-F238E27FC236}">
                <a16:creationId xmlns:a16="http://schemas.microsoft.com/office/drawing/2014/main" id="{114BE23D-6179-4A4D-BA3D-DD61AA9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927" y="2638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3" name="path-3210">
            <a:extLst xmlns:a="http://schemas.openxmlformats.org/drawingml/2006/main">
              <a:ext uri="{FF2B5EF4-FFF2-40B4-BE49-F238E27FC236}">
                <a16:creationId xmlns:a16="http://schemas.microsoft.com/office/drawing/2014/main" id="{6DE9D303-181E-4319-B677-E962DFC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692" y="2638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4" name="path-3211">
            <a:extLst xmlns:a="http://schemas.openxmlformats.org/drawingml/2006/main">
              <a:ext uri="{FF2B5EF4-FFF2-40B4-BE49-F238E27FC236}">
                <a16:creationId xmlns:a16="http://schemas.microsoft.com/office/drawing/2014/main" id="{63A56F32-D6EA-4081-B612-F04344A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428" y="2638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5" name="path-3212">
            <a:extLst xmlns:a="http://schemas.openxmlformats.org/drawingml/2006/main">
              <a:ext uri="{FF2B5EF4-FFF2-40B4-BE49-F238E27FC236}">
                <a16:creationId xmlns:a16="http://schemas.microsoft.com/office/drawing/2014/main" id="{11B33DC0-2D1F-40AD-A1D6-59143F9B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224" y="2640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6" name="path-3213">
            <a:extLst xmlns:a="http://schemas.openxmlformats.org/drawingml/2006/main">
              <a:ext uri="{FF2B5EF4-FFF2-40B4-BE49-F238E27FC236}">
                <a16:creationId xmlns:a16="http://schemas.microsoft.com/office/drawing/2014/main" id="{1EE9F80A-47E5-49D0-B818-1DDA84D6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358" y="2623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7" name="path-3214">
            <a:extLst xmlns:a="http://schemas.openxmlformats.org/drawingml/2006/main">
              <a:ext uri="{FF2B5EF4-FFF2-40B4-BE49-F238E27FC236}">
                <a16:creationId xmlns:a16="http://schemas.microsoft.com/office/drawing/2014/main" id="{EF82EA21-849D-4AC6-88E6-FDB6A2A0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521" y="2616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8" name="path-3215">
            <a:extLst xmlns:a="http://schemas.openxmlformats.org/drawingml/2006/main">
              <a:ext uri="{FF2B5EF4-FFF2-40B4-BE49-F238E27FC236}">
                <a16:creationId xmlns:a16="http://schemas.microsoft.com/office/drawing/2014/main" id="{FCC0BF12-C335-4D63-8CBE-6E1DC27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402" y="2635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9" name="path-3216">
            <a:extLst xmlns:a="http://schemas.openxmlformats.org/drawingml/2006/main">
              <a:ext uri="{FF2B5EF4-FFF2-40B4-BE49-F238E27FC236}">
                <a16:creationId xmlns:a16="http://schemas.microsoft.com/office/drawing/2014/main" id="{97D84BD3-CF44-409F-AC0E-218E0E57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659" y="26421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0" name="path-3217">
            <a:extLst xmlns:a="http://schemas.openxmlformats.org/drawingml/2006/main">
              <a:ext uri="{FF2B5EF4-FFF2-40B4-BE49-F238E27FC236}">
                <a16:creationId xmlns:a16="http://schemas.microsoft.com/office/drawing/2014/main" id="{EA2706CB-3549-4ED8-B70D-E317738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134" y="2640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1" name="path-3218">
            <a:extLst xmlns:a="http://schemas.openxmlformats.org/drawingml/2006/main">
              <a:ext uri="{FF2B5EF4-FFF2-40B4-BE49-F238E27FC236}">
                <a16:creationId xmlns:a16="http://schemas.microsoft.com/office/drawing/2014/main" id="{89FFE18C-825F-40DA-B7CF-73D44066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9257" y="26581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2" name="path-3219">
            <a:extLst xmlns:a="http://schemas.openxmlformats.org/drawingml/2006/main">
              <a:ext uri="{FF2B5EF4-FFF2-40B4-BE49-F238E27FC236}">
                <a16:creationId xmlns:a16="http://schemas.microsoft.com/office/drawing/2014/main" id="{C7659A90-6D92-4572-84B2-1E18803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0158" y="2639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3" name="path-3220">
            <a:extLst xmlns:a="http://schemas.openxmlformats.org/drawingml/2006/main">
              <a:ext uri="{FF2B5EF4-FFF2-40B4-BE49-F238E27FC236}">
                <a16:creationId xmlns:a16="http://schemas.microsoft.com/office/drawing/2014/main" id="{FF5A7733-394A-42DB-B302-37D7AB0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774" y="26410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4" name="path-3221">
            <a:extLst xmlns:a="http://schemas.openxmlformats.org/drawingml/2006/main">
              <a:ext uri="{FF2B5EF4-FFF2-40B4-BE49-F238E27FC236}">
                <a16:creationId xmlns:a16="http://schemas.microsoft.com/office/drawing/2014/main" id="{0B2D7E87-EEAF-4427-9E93-A8695121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8735" y="2626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5" name="path-3222">
            <a:extLst xmlns:a="http://schemas.openxmlformats.org/drawingml/2006/main">
              <a:ext uri="{FF2B5EF4-FFF2-40B4-BE49-F238E27FC236}">
                <a16:creationId xmlns:a16="http://schemas.microsoft.com/office/drawing/2014/main" id="{DB3D0CC8-337A-42DE-9D11-276150F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037" y="26320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6" name="path-3223">
            <a:extLst xmlns:a="http://schemas.openxmlformats.org/drawingml/2006/main">
              <a:ext uri="{FF2B5EF4-FFF2-40B4-BE49-F238E27FC236}">
                <a16:creationId xmlns:a16="http://schemas.microsoft.com/office/drawing/2014/main" id="{E1687787-479B-4E05-AE1E-509CBA7E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146" y="2661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7" name="path-3224">
            <a:extLst xmlns:a="http://schemas.openxmlformats.org/drawingml/2006/main">
              <a:ext uri="{FF2B5EF4-FFF2-40B4-BE49-F238E27FC236}">
                <a16:creationId xmlns:a16="http://schemas.microsoft.com/office/drawing/2014/main" id="{FDCF0C11-0F97-4BB2-B204-2FBB17D3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222" y="2633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8" name="path-3225">
            <a:extLst xmlns:a="http://schemas.openxmlformats.org/drawingml/2006/main">
              <a:ext uri="{FF2B5EF4-FFF2-40B4-BE49-F238E27FC236}">
                <a16:creationId xmlns:a16="http://schemas.microsoft.com/office/drawing/2014/main" id="{50E2C546-3EDF-4C83-A331-3F9FE253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656" y="26321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9" name="path-3226">
            <a:extLst xmlns:a="http://schemas.openxmlformats.org/drawingml/2006/main">
              <a:ext uri="{FF2B5EF4-FFF2-40B4-BE49-F238E27FC236}">
                <a16:creationId xmlns:a16="http://schemas.microsoft.com/office/drawing/2014/main" id="{D9FCF675-19C1-4A09-A97E-4F4DB96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258" y="2663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0" name="path-3227">
            <a:extLst xmlns:a="http://schemas.openxmlformats.org/drawingml/2006/main">
              <a:ext uri="{FF2B5EF4-FFF2-40B4-BE49-F238E27FC236}">
                <a16:creationId xmlns:a16="http://schemas.microsoft.com/office/drawing/2014/main" id="{600B8515-515B-4CA0-8289-4039E8B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008" y="26368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1" name="path-3228">
            <a:extLst xmlns:a="http://schemas.openxmlformats.org/drawingml/2006/main">
              <a:ext uri="{FF2B5EF4-FFF2-40B4-BE49-F238E27FC236}">
                <a16:creationId xmlns:a16="http://schemas.microsoft.com/office/drawing/2014/main" id="{705A5C75-2191-4EE8-8F36-3AC3D54B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621" y="2637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2" name="path-3229">
            <a:extLst xmlns:a="http://schemas.openxmlformats.org/drawingml/2006/main">
              <a:ext uri="{FF2B5EF4-FFF2-40B4-BE49-F238E27FC236}">
                <a16:creationId xmlns:a16="http://schemas.microsoft.com/office/drawing/2014/main" id="{C6CEFDCC-DEDB-4DE2-A9C2-BD744CF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851" y="2639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3" name="path-3230">
            <a:extLst xmlns:a="http://schemas.openxmlformats.org/drawingml/2006/main">
              <a:ext uri="{FF2B5EF4-FFF2-40B4-BE49-F238E27FC236}">
                <a16:creationId xmlns:a16="http://schemas.microsoft.com/office/drawing/2014/main" id="{E18A53F8-4A19-4C99-BC82-A33CB82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280" y="2635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4" name="path-3231">
            <a:extLst xmlns:a="http://schemas.openxmlformats.org/drawingml/2006/main">
              <a:ext uri="{FF2B5EF4-FFF2-40B4-BE49-F238E27FC236}">
                <a16:creationId xmlns:a16="http://schemas.microsoft.com/office/drawing/2014/main" id="{50282275-1F06-430D-B71A-91D3E7A8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780" y="2628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5" name="path-3232">
            <a:extLst xmlns:a="http://schemas.openxmlformats.org/drawingml/2006/main">
              <a:ext uri="{FF2B5EF4-FFF2-40B4-BE49-F238E27FC236}">
                <a16:creationId xmlns:a16="http://schemas.microsoft.com/office/drawing/2014/main" id="{835D3988-158B-4E90-A000-E6074C8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363" y="2636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6" name="path-3233">
            <a:extLst xmlns:a="http://schemas.openxmlformats.org/drawingml/2006/main">
              <a:ext uri="{FF2B5EF4-FFF2-40B4-BE49-F238E27FC236}">
                <a16:creationId xmlns:a16="http://schemas.microsoft.com/office/drawing/2014/main" id="{060A1CC5-CE23-479D-9896-598D7FDF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126" y="26396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7" name="path-3234">
            <a:extLst xmlns:a="http://schemas.openxmlformats.org/drawingml/2006/main">
              <a:ext uri="{FF2B5EF4-FFF2-40B4-BE49-F238E27FC236}">
                <a16:creationId xmlns:a16="http://schemas.microsoft.com/office/drawing/2014/main" id="{B8976598-8216-48C5-9D2F-76A0B6A5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829" y="26383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8" name="path-3235">
            <a:extLst xmlns:a="http://schemas.openxmlformats.org/drawingml/2006/main">
              <a:ext uri="{FF2B5EF4-FFF2-40B4-BE49-F238E27FC236}">
                <a16:creationId xmlns:a16="http://schemas.microsoft.com/office/drawing/2014/main" id="{9C6D1814-3C5B-4F90-AB99-EE6D800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269" y="2622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9" name="path-3236">
            <a:extLst xmlns:a="http://schemas.openxmlformats.org/drawingml/2006/main">
              <a:ext uri="{FF2B5EF4-FFF2-40B4-BE49-F238E27FC236}">
                <a16:creationId xmlns:a16="http://schemas.microsoft.com/office/drawing/2014/main" id="{F10509A1-A9A7-4897-B22E-54F069E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242" y="2640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0" name="path-3237">
            <a:extLst xmlns:a="http://schemas.openxmlformats.org/drawingml/2006/main">
              <a:ext uri="{FF2B5EF4-FFF2-40B4-BE49-F238E27FC236}">
                <a16:creationId xmlns:a16="http://schemas.microsoft.com/office/drawing/2014/main" id="{FC24AA1F-CC69-44E6-B9A5-B2BC4084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675" y="26411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1" name="path-3238">
            <a:extLst xmlns:a="http://schemas.openxmlformats.org/drawingml/2006/main">
              <a:ext uri="{FF2B5EF4-FFF2-40B4-BE49-F238E27FC236}">
                <a16:creationId xmlns:a16="http://schemas.microsoft.com/office/drawing/2014/main" id="{3C83E566-2D1B-4AB9-B7AB-8EEB827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543" y="2644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2" name="path-3239">
            <a:extLst xmlns:a="http://schemas.openxmlformats.org/drawingml/2006/main">
              <a:ext uri="{FF2B5EF4-FFF2-40B4-BE49-F238E27FC236}">
                <a16:creationId xmlns:a16="http://schemas.microsoft.com/office/drawing/2014/main" id="{02A81028-9FF4-41AA-A788-FF7F00D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786" y="2633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3" name="path-3240">
            <a:extLst xmlns:a="http://schemas.openxmlformats.org/drawingml/2006/main">
              <a:ext uri="{FF2B5EF4-FFF2-40B4-BE49-F238E27FC236}">
                <a16:creationId xmlns:a16="http://schemas.microsoft.com/office/drawing/2014/main" id="{80BD84C7-815A-4EA9-8ED8-838BCC4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356" y="2635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4" name="path-3241">
            <a:extLst xmlns:a="http://schemas.openxmlformats.org/drawingml/2006/main">
              <a:ext uri="{FF2B5EF4-FFF2-40B4-BE49-F238E27FC236}">
                <a16:creationId xmlns:a16="http://schemas.microsoft.com/office/drawing/2014/main" id="{30474882-DF9C-442E-82FE-052E583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310" y="2639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5" name="path-3242">
            <a:extLst xmlns:a="http://schemas.openxmlformats.org/drawingml/2006/main">
              <a:ext uri="{FF2B5EF4-FFF2-40B4-BE49-F238E27FC236}">
                <a16:creationId xmlns:a16="http://schemas.microsoft.com/office/drawing/2014/main" id="{E077C6BB-862F-4713-A240-0AAA596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083" y="2627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6" name="path-3243">
            <a:extLst xmlns:a="http://schemas.openxmlformats.org/drawingml/2006/main">
              <a:ext uri="{FF2B5EF4-FFF2-40B4-BE49-F238E27FC236}">
                <a16:creationId xmlns:a16="http://schemas.microsoft.com/office/drawing/2014/main" id="{1B999B77-9342-47C7-BA8D-A45421C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811" y="2624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7" name="path-3244">
            <a:extLst xmlns:a="http://schemas.openxmlformats.org/drawingml/2006/main">
              <a:ext uri="{FF2B5EF4-FFF2-40B4-BE49-F238E27FC236}">
                <a16:creationId xmlns:a16="http://schemas.microsoft.com/office/drawing/2014/main" id="{9D16A863-9EB0-4829-8E87-67DFB75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423" y="26623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8" name="path-3245">
            <a:extLst xmlns:a="http://schemas.openxmlformats.org/drawingml/2006/main">
              <a:ext uri="{FF2B5EF4-FFF2-40B4-BE49-F238E27FC236}">
                <a16:creationId xmlns:a16="http://schemas.microsoft.com/office/drawing/2014/main" id="{A76A3A30-EF08-4995-AD44-AB8001F5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22" y="2635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9" name="path-3246">
            <a:extLst xmlns:a="http://schemas.openxmlformats.org/drawingml/2006/main">
              <a:ext uri="{FF2B5EF4-FFF2-40B4-BE49-F238E27FC236}">
                <a16:creationId xmlns:a16="http://schemas.microsoft.com/office/drawing/2014/main" id="{185A2CB6-C9B4-4E5E-9FF8-8FD1497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7399" y="2630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0" name="path-3247">
            <a:extLst xmlns:a="http://schemas.openxmlformats.org/drawingml/2006/main">
              <a:ext uri="{FF2B5EF4-FFF2-40B4-BE49-F238E27FC236}">
                <a16:creationId xmlns:a16="http://schemas.microsoft.com/office/drawing/2014/main" id="{65329668-45C2-43EC-A5FE-CFB50CB0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583" y="2642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1" name="path-3248">
            <a:extLst xmlns:a="http://schemas.openxmlformats.org/drawingml/2006/main">
              <a:ext uri="{FF2B5EF4-FFF2-40B4-BE49-F238E27FC236}">
                <a16:creationId xmlns:a16="http://schemas.microsoft.com/office/drawing/2014/main" id="{E9798A8E-07CD-452D-A513-8B8FCA25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758" y="2636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2" name="path-3249">
            <a:extLst xmlns:a="http://schemas.openxmlformats.org/drawingml/2006/main">
              <a:ext uri="{FF2B5EF4-FFF2-40B4-BE49-F238E27FC236}">
                <a16:creationId xmlns:a16="http://schemas.microsoft.com/office/drawing/2014/main" id="{9F442BF2-0DC8-4AEA-A2A7-3D52D344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928" y="2625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3" name="path-3250">
            <a:extLst xmlns:a="http://schemas.openxmlformats.org/drawingml/2006/main">
              <a:ext uri="{FF2B5EF4-FFF2-40B4-BE49-F238E27FC236}">
                <a16:creationId xmlns:a16="http://schemas.microsoft.com/office/drawing/2014/main" id="{A95EAA59-09C3-4F48-8C18-BADC418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588" y="2635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4" name="path-3251">
            <a:extLst xmlns:a="http://schemas.openxmlformats.org/drawingml/2006/main">
              <a:ext uri="{FF2B5EF4-FFF2-40B4-BE49-F238E27FC236}">
                <a16:creationId xmlns:a16="http://schemas.microsoft.com/office/drawing/2014/main" id="{506AD5A5-6CC0-4428-92E6-D83CF09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11" y="26367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5" name="path-3252">
            <a:extLst xmlns:a="http://schemas.openxmlformats.org/drawingml/2006/main">
              <a:ext uri="{FF2B5EF4-FFF2-40B4-BE49-F238E27FC236}">
                <a16:creationId xmlns:a16="http://schemas.microsoft.com/office/drawing/2014/main" id="{FD9338B3-2A27-467B-8F6F-FDB68C0E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092" y="2631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6" name="path-3253">
            <a:extLst xmlns:a="http://schemas.openxmlformats.org/drawingml/2006/main">
              <a:ext uri="{FF2B5EF4-FFF2-40B4-BE49-F238E27FC236}">
                <a16:creationId xmlns:a16="http://schemas.microsoft.com/office/drawing/2014/main" id="{2D242732-5397-4CA6-BF02-2EC083DE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6538" y="2633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7" name="path-3254">
            <a:extLst xmlns:a="http://schemas.openxmlformats.org/drawingml/2006/main">
              <a:ext uri="{FF2B5EF4-FFF2-40B4-BE49-F238E27FC236}">
                <a16:creationId xmlns:a16="http://schemas.microsoft.com/office/drawing/2014/main" id="{7FDC9E3F-AF7C-43DB-9391-BF937BC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459" y="26383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8" name="path-3255">
            <a:extLst xmlns:a="http://schemas.openxmlformats.org/drawingml/2006/main">
              <a:ext uri="{FF2B5EF4-FFF2-40B4-BE49-F238E27FC236}">
                <a16:creationId xmlns:a16="http://schemas.microsoft.com/office/drawing/2014/main" id="{7A43FBA4-65A1-4C8D-9C36-60AC8898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914" y="26369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9" name="path-3256">
            <a:extLst xmlns:a="http://schemas.openxmlformats.org/drawingml/2006/main">
              <a:ext uri="{FF2B5EF4-FFF2-40B4-BE49-F238E27FC236}">
                <a16:creationId xmlns:a16="http://schemas.microsoft.com/office/drawing/2014/main" id="{E68F02AA-2E6F-44E0-8ED4-DB70CBFA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796" y="2637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0" name="path-3257">
            <a:extLst xmlns:a="http://schemas.openxmlformats.org/drawingml/2006/main">
              <a:ext uri="{FF2B5EF4-FFF2-40B4-BE49-F238E27FC236}">
                <a16:creationId xmlns:a16="http://schemas.microsoft.com/office/drawing/2014/main" id="{76D2B7D9-2D90-41EE-82B3-14CC39D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672" y="2641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1" name="path-3258">
            <a:extLst xmlns:a="http://schemas.openxmlformats.org/drawingml/2006/main">
              <a:ext uri="{FF2B5EF4-FFF2-40B4-BE49-F238E27FC236}">
                <a16:creationId xmlns:a16="http://schemas.microsoft.com/office/drawing/2014/main" id="{C88B5742-4F3D-4E67-9CDE-9AEC2798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192" y="2636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2" name="path-3259">
            <a:extLst xmlns:a="http://schemas.openxmlformats.org/drawingml/2006/main">
              <a:ext uri="{FF2B5EF4-FFF2-40B4-BE49-F238E27FC236}">
                <a16:creationId xmlns:a16="http://schemas.microsoft.com/office/drawing/2014/main" id="{BB71C0E3-A7DA-474C-A124-A80662C1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341" y="26495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3" name="path-3260">
            <a:extLst xmlns:a="http://schemas.openxmlformats.org/drawingml/2006/main">
              <a:ext uri="{FF2B5EF4-FFF2-40B4-BE49-F238E27FC236}">
                <a16:creationId xmlns:a16="http://schemas.microsoft.com/office/drawing/2014/main" id="{683DCA94-2A21-4F4D-A2DC-0016C7B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509" y="2633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4" name="path-3261">
            <a:extLst xmlns:a="http://schemas.openxmlformats.org/drawingml/2006/main">
              <a:ext uri="{FF2B5EF4-FFF2-40B4-BE49-F238E27FC236}">
                <a16:creationId xmlns:a16="http://schemas.microsoft.com/office/drawing/2014/main" id="{4FFD3755-9CFB-4F7B-82AD-4A443D1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058" y="26374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5" name="path-3262">
            <a:extLst xmlns:a="http://schemas.openxmlformats.org/drawingml/2006/main">
              <a:ext uri="{FF2B5EF4-FFF2-40B4-BE49-F238E27FC236}">
                <a16:creationId xmlns:a16="http://schemas.microsoft.com/office/drawing/2014/main" id="{D500147D-7E71-4B7E-96F8-4E438C4D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723" y="2644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6" name="path-3263">
            <a:extLst xmlns:a="http://schemas.openxmlformats.org/drawingml/2006/main">
              <a:ext uri="{FF2B5EF4-FFF2-40B4-BE49-F238E27FC236}">
                <a16:creationId xmlns:a16="http://schemas.microsoft.com/office/drawing/2014/main" id="{CD684317-95EA-4F4E-B42F-273574DF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303" y="2651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7" name="path-3264">
            <a:extLst xmlns:a="http://schemas.openxmlformats.org/drawingml/2006/main">
              <a:ext uri="{FF2B5EF4-FFF2-40B4-BE49-F238E27FC236}">
                <a16:creationId xmlns:a16="http://schemas.microsoft.com/office/drawing/2014/main" id="{CB30982C-FBDA-40F1-8130-B1DFDD2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765" y="26402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8" name="path-3265">
            <a:extLst xmlns:a="http://schemas.openxmlformats.org/drawingml/2006/main">
              <a:ext uri="{FF2B5EF4-FFF2-40B4-BE49-F238E27FC236}">
                <a16:creationId xmlns:a16="http://schemas.microsoft.com/office/drawing/2014/main" id="{6287C756-1300-44CB-B037-312E2172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516" y="26342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9" name="path-3266">
            <a:extLst xmlns:a="http://schemas.openxmlformats.org/drawingml/2006/main">
              <a:ext uri="{FF2B5EF4-FFF2-40B4-BE49-F238E27FC236}">
                <a16:creationId xmlns:a16="http://schemas.microsoft.com/office/drawing/2014/main" id="{B556422B-FFBD-4C0F-8D76-E74B14A3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315" y="2639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0" name="path-3267">
            <a:extLst xmlns:a="http://schemas.openxmlformats.org/drawingml/2006/main">
              <a:ext uri="{FF2B5EF4-FFF2-40B4-BE49-F238E27FC236}">
                <a16:creationId xmlns:a16="http://schemas.microsoft.com/office/drawing/2014/main" id="{3F74F08B-C9C9-4079-8BB4-27EBE29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016" y="2626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1" name="path-3268">
            <a:extLst xmlns:a="http://schemas.openxmlformats.org/drawingml/2006/main">
              <a:ext uri="{FF2B5EF4-FFF2-40B4-BE49-F238E27FC236}">
                <a16:creationId xmlns:a16="http://schemas.microsoft.com/office/drawing/2014/main" id="{259E9644-669F-4EA7-BB71-5D508683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490" y="2640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2" name="path-3269">
            <a:extLst xmlns:a="http://schemas.openxmlformats.org/drawingml/2006/main">
              <a:ext uri="{FF2B5EF4-FFF2-40B4-BE49-F238E27FC236}">
                <a16:creationId xmlns:a16="http://schemas.microsoft.com/office/drawing/2014/main" id="{AE02BFC2-6A52-4DF6-A036-FD92EF77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787" y="26179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3" name="path-3270">
            <a:extLst xmlns:a="http://schemas.openxmlformats.org/drawingml/2006/main">
              <a:ext uri="{FF2B5EF4-FFF2-40B4-BE49-F238E27FC236}">
                <a16:creationId xmlns:a16="http://schemas.microsoft.com/office/drawing/2014/main" id="{228C5866-F670-44CC-B8FF-868587C0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928" y="26363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4" name="path-3271">
            <a:extLst xmlns:a="http://schemas.openxmlformats.org/drawingml/2006/main">
              <a:ext uri="{FF2B5EF4-FFF2-40B4-BE49-F238E27FC236}">
                <a16:creationId xmlns:a16="http://schemas.microsoft.com/office/drawing/2014/main" id="{AF6F98CA-E557-4213-83D0-0925879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856" y="26336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5" name="path-3272">
            <a:extLst xmlns:a="http://schemas.openxmlformats.org/drawingml/2006/main">
              <a:ext uri="{FF2B5EF4-FFF2-40B4-BE49-F238E27FC236}">
                <a16:creationId xmlns:a16="http://schemas.microsoft.com/office/drawing/2014/main" id="{FAF79677-5AC1-4EB5-8098-4D302DE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364" y="2651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6" name="path-3273">
            <a:extLst xmlns:a="http://schemas.openxmlformats.org/drawingml/2006/main">
              <a:ext uri="{FF2B5EF4-FFF2-40B4-BE49-F238E27FC236}">
                <a16:creationId xmlns:a16="http://schemas.microsoft.com/office/drawing/2014/main" id="{E499EB46-0EAF-4BCB-A4F3-2F708FA5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7272" y="26396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7" name="path-3274">
            <a:extLst xmlns:a="http://schemas.openxmlformats.org/drawingml/2006/main">
              <a:ext uri="{FF2B5EF4-FFF2-40B4-BE49-F238E27FC236}">
                <a16:creationId xmlns:a16="http://schemas.microsoft.com/office/drawing/2014/main" id="{C236E821-DF53-4D3B-9982-2CCA132A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863" y="26366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8" name="path-3275">
            <a:extLst xmlns:a="http://schemas.openxmlformats.org/drawingml/2006/main">
              <a:ext uri="{FF2B5EF4-FFF2-40B4-BE49-F238E27FC236}">
                <a16:creationId xmlns:a16="http://schemas.microsoft.com/office/drawing/2014/main" id="{0EBF1BD0-0759-4D62-854B-0C3DBD2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918" y="2639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9" name="path-3276">
            <a:extLst xmlns:a="http://schemas.openxmlformats.org/drawingml/2006/main">
              <a:ext uri="{FF2B5EF4-FFF2-40B4-BE49-F238E27FC236}">
                <a16:creationId xmlns:a16="http://schemas.microsoft.com/office/drawing/2014/main" id="{FF62DC9F-3B89-4EFF-9495-9DAC75FC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146" y="2640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0" name="path-3277">
            <a:extLst xmlns:a="http://schemas.openxmlformats.org/drawingml/2006/main">
              <a:ext uri="{FF2B5EF4-FFF2-40B4-BE49-F238E27FC236}">
                <a16:creationId xmlns:a16="http://schemas.microsoft.com/office/drawing/2014/main" id="{2975F903-27E4-4244-84B3-AA7A1DE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103" y="2638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1" name="path-3278">
            <a:extLst xmlns:a="http://schemas.openxmlformats.org/drawingml/2006/main">
              <a:ext uri="{FF2B5EF4-FFF2-40B4-BE49-F238E27FC236}">
                <a16:creationId xmlns:a16="http://schemas.microsoft.com/office/drawing/2014/main" id="{C6277B43-2D85-4620-B6EA-F189B38B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983" y="26383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2" name="path-3279">
            <a:extLst xmlns:a="http://schemas.openxmlformats.org/drawingml/2006/main">
              <a:ext uri="{FF2B5EF4-FFF2-40B4-BE49-F238E27FC236}">
                <a16:creationId xmlns:a16="http://schemas.microsoft.com/office/drawing/2014/main" id="{B94EB4CC-79E6-43D0-83D7-9622478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959" y="2632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3" name="path-3280">
            <a:extLst xmlns:a="http://schemas.openxmlformats.org/drawingml/2006/main">
              <a:ext uri="{FF2B5EF4-FFF2-40B4-BE49-F238E27FC236}">
                <a16:creationId xmlns:a16="http://schemas.microsoft.com/office/drawing/2014/main" id="{FBAC5970-E39B-46D4-8D5C-468DBBA1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496" y="26402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4" name="path-3281">
            <a:extLst xmlns:a="http://schemas.openxmlformats.org/drawingml/2006/main">
              <a:ext uri="{FF2B5EF4-FFF2-40B4-BE49-F238E27FC236}">
                <a16:creationId xmlns:a16="http://schemas.microsoft.com/office/drawing/2014/main" id="{0C9AC45F-1A4F-468F-A45D-D6515A8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194" y="26347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5" name="path-3282">
            <a:extLst xmlns:a="http://schemas.openxmlformats.org/drawingml/2006/main">
              <a:ext uri="{FF2B5EF4-FFF2-40B4-BE49-F238E27FC236}">
                <a16:creationId xmlns:a16="http://schemas.microsoft.com/office/drawing/2014/main" id="{EDE7AE67-0453-42E2-854D-A54FDDE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7228" y="2654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6" name="path-3283">
            <a:extLst xmlns:a="http://schemas.openxmlformats.org/drawingml/2006/main">
              <a:ext uri="{FF2B5EF4-FFF2-40B4-BE49-F238E27FC236}">
                <a16:creationId xmlns:a16="http://schemas.microsoft.com/office/drawing/2014/main" id="{CC4FE983-A9CE-4E6E-AB4A-FBD6FC42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509" y="2639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7" name="path-3284">
            <a:extLst xmlns:a="http://schemas.openxmlformats.org/drawingml/2006/main">
              <a:ext uri="{FF2B5EF4-FFF2-40B4-BE49-F238E27FC236}">
                <a16:creationId xmlns:a16="http://schemas.microsoft.com/office/drawing/2014/main" id="{B6A8FFF5-AA26-4291-84CF-1D7ADA0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4450" y="2655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8" name="path-3285">
            <a:extLst xmlns:a="http://schemas.openxmlformats.org/drawingml/2006/main">
              <a:ext uri="{FF2B5EF4-FFF2-40B4-BE49-F238E27FC236}">
                <a16:creationId xmlns:a16="http://schemas.microsoft.com/office/drawing/2014/main" id="{E9948AA5-1D6C-49A4-B310-3FDAB64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383" y="2643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9" name="path-3286">
            <a:extLst xmlns:a="http://schemas.openxmlformats.org/drawingml/2006/main">
              <a:ext uri="{FF2B5EF4-FFF2-40B4-BE49-F238E27FC236}">
                <a16:creationId xmlns:a16="http://schemas.microsoft.com/office/drawing/2014/main" id="{AD78B393-0F58-4B27-8723-917E9FC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506" y="26386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0" name="path-3287">
            <a:extLst xmlns:a="http://schemas.openxmlformats.org/drawingml/2006/main">
              <a:ext uri="{FF2B5EF4-FFF2-40B4-BE49-F238E27FC236}">
                <a16:creationId xmlns:a16="http://schemas.microsoft.com/office/drawing/2014/main" id="{7A7FDF40-30C1-473D-8CC7-41E650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183" y="2637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1" name="path-3288">
            <a:extLst xmlns:a="http://schemas.openxmlformats.org/drawingml/2006/main">
              <a:ext uri="{FF2B5EF4-FFF2-40B4-BE49-F238E27FC236}">
                <a16:creationId xmlns:a16="http://schemas.microsoft.com/office/drawing/2014/main" id="{E8B13F62-4416-40B4-AFFF-6C45CFE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054" y="2650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2" name="path-3289">
            <a:extLst xmlns:a="http://schemas.openxmlformats.org/drawingml/2006/main">
              <a:ext uri="{FF2B5EF4-FFF2-40B4-BE49-F238E27FC236}">
                <a16:creationId xmlns:a16="http://schemas.microsoft.com/office/drawing/2014/main" id="{58488FDA-1DA4-4FD4-B598-AA12A131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147" y="2637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3" name="path-3290">
            <a:extLst xmlns:a="http://schemas.openxmlformats.org/drawingml/2006/main">
              <a:ext uri="{FF2B5EF4-FFF2-40B4-BE49-F238E27FC236}">
                <a16:creationId xmlns:a16="http://schemas.microsoft.com/office/drawing/2014/main" id="{EA1835C1-A2FD-48BB-A67D-39F31D46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895" y="2632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4" name="path-3291">
            <a:extLst xmlns:a="http://schemas.openxmlformats.org/drawingml/2006/main">
              <a:ext uri="{FF2B5EF4-FFF2-40B4-BE49-F238E27FC236}">
                <a16:creationId xmlns:a16="http://schemas.microsoft.com/office/drawing/2014/main" id="{47B1F36B-E78A-4BC5-AF90-766B417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58" y="2637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5" name="path-3292">
            <a:extLst xmlns:a="http://schemas.openxmlformats.org/drawingml/2006/main">
              <a:ext uri="{FF2B5EF4-FFF2-40B4-BE49-F238E27FC236}">
                <a16:creationId xmlns:a16="http://schemas.microsoft.com/office/drawing/2014/main" id="{64D44CCE-6F1F-425A-8878-206A20E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630" y="26381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6" name="path-3293">
            <a:extLst xmlns:a="http://schemas.openxmlformats.org/drawingml/2006/main">
              <a:ext uri="{FF2B5EF4-FFF2-40B4-BE49-F238E27FC236}">
                <a16:creationId xmlns:a16="http://schemas.microsoft.com/office/drawing/2014/main" id="{148AA203-A3B3-4E18-A4E3-B3D7C7A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133" y="2625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7" name="path-3294">
            <a:extLst xmlns:a="http://schemas.openxmlformats.org/drawingml/2006/main">
              <a:ext uri="{FF2B5EF4-FFF2-40B4-BE49-F238E27FC236}">
                <a16:creationId xmlns:a16="http://schemas.microsoft.com/office/drawing/2014/main" id="{092B40D2-ED7C-4A44-9410-C5BCA74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793" y="2637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8" name="path-3295">
            <a:extLst xmlns:a="http://schemas.openxmlformats.org/drawingml/2006/main">
              <a:ext uri="{FF2B5EF4-FFF2-40B4-BE49-F238E27FC236}">
                <a16:creationId xmlns:a16="http://schemas.microsoft.com/office/drawing/2014/main" id="{D4AF39B3-FB87-4BC8-832B-E571C9FC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765" y="2589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9" name="path-3296">
            <a:extLst xmlns:a="http://schemas.openxmlformats.org/drawingml/2006/main">
              <a:ext uri="{FF2B5EF4-FFF2-40B4-BE49-F238E27FC236}">
                <a16:creationId xmlns:a16="http://schemas.microsoft.com/office/drawing/2014/main" id="{899A4532-29A9-4DF8-9603-11B0E68B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30" y="2625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0" name="path-3297">
            <a:extLst xmlns:a="http://schemas.openxmlformats.org/drawingml/2006/main">
              <a:ext uri="{FF2B5EF4-FFF2-40B4-BE49-F238E27FC236}">
                <a16:creationId xmlns:a16="http://schemas.microsoft.com/office/drawing/2014/main" id="{C1B3E237-F502-4ED1-9791-EDE0435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165" y="2624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1" name="path-3298">
            <a:extLst xmlns:a="http://schemas.openxmlformats.org/drawingml/2006/main">
              <a:ext uri="{FF2B5EF4-FFF2-40B4-BE49-F238E27FC236}">
                <a16:creationId xmlns:a16="http://schemas.microsoft.com/office/drawing/2014/main" id="{9301F239-5AC7-474C-A08B-BF815B4C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579" y="2640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2" name="path-3299">
            <a:extLst xmlns:a="http://schemas.openxmlformats.org/drawingml/2006/main">
              <a:ext uri="{FF2B5EF4-FFF2-40B4-BE49-F238E27FC236}">
                <a16:creationId xmlns:a16="http://schemas.microsoft.com/office/drawing/2014/main" id="{E7D9C019-294B-48B6-A04E-DA03E59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216" y="2645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3" name="path-3300">
            <a:extLst xmlns:a="http://schemas.openxmlformats.org/drawingml/2006/main">
              <a:ext uri="{FF2B5EF4-FFF2-40B4-BE49-F238E27FC236}">
                <a16:creationId xmlns:a16="http://schemas.microsoft.com/office/drawing/2014/main" id="{4A0220E2-5349-4226-BABA-5545FAD1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087" y="26180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4" name="path-3301">
            <a:extLst xmlns:a="http://schemas.openxmlformats.org/drawingml/2006/main">
              <a:ext uri="{FF2B5EF4-FFF2-40B4-BE49-F238E27FC236}">
                <a16:creationId xmlns:a16="http://schemas.microsoft.com/office/drawing/2014/main" id="{C85178BB-03E1-4DB2-9B68-7362034D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019" y="2637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5" name="path-3302">
            <a:extLst xmlns:a="http://schemas.openxmlformats.org/drawingml/2006/main">
              <a:ext uri="{FF2B5EF4-FFF2-40B4-BE49-F238E27FC236}">
                <a16:creationId xmlns:a16="http://schemas.microsoft.com/office/drawing/2014/main" id="{76035FA2-6E98-4ECF-BD1A-F6CA6F5C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01" y="26410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6" name="path-3303">
            <a:extLst xmlns:a="http://schemas.openxmlformats.org/drawingml/2006/main">
              <a:ext uri="{FF2B5EF4-FFF2-40B4-BE49-F238E27FC236}">
                <a16:creationId xmlns:a16="http://schemas.microsoft.com/office/drawing/2014/main" id="{E0086E88-ADE5-42B8-B42A-8B55374C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595" y="26355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7" name="path-3304">
            <a:extLst xmlns:a="http://schemas.openxmlformats.org/drawingml/2006/main">
              <a:ext uri="{FF2B5EF4-FFF2-40B4-BE49-F238E27FC236}">
                <a16:creationId xmlns:a16="http://schemas.microsoft.com/office/drawing/2014/main" id="{487211B3-10DC-4C9B-8163-10158D7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198" y="2609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8" name="path-3305">
            <a:extLst xmlns:a="http://schemas.openxmlformats.org/drawingml/2006/main">
              <a:ext uri="{FF2B5EF4-FFF2-40B4-BE49-F238E27FC236}">
                <a16:creationId xmlns:a16="http://schemas.microsoft.com/office/drawing/2014/main" id="{E7D567D7-EEB3-434E-83B2-E23CD2F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769" y="26446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9" name="path-3306">
            <a:extLst xmlns:a="http://schemas.openxmlformats.org/drawingml/2006/main">
              <a:ext uri="{FF2B5EF4-FFF2-40B4-BE49-F238E27FC236}">
                <a16:creationId xmlns:a16="http://schemas.microsoft.com/office/drawing/2014/main" id="{4578BD07-B989-4452-977F-C56ABF9C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575" y="2636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0" name="path-3307">
            <a:extLst xmlns:a="http://schemas.openxmlformats.org/drawingml/2006/main">
              <a:ext uri="{FF2B5EF4-FFF2-40B4-BE49-F238E27FC236}">
                <a16:creationId xmlns:a16="http://schemas.microsoft.com/office/drawing/2014/main" id="{D626F18D-9CAF-4B7C-8C82-4C7F72FD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377" y="2639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1" name="path-3308">
            <a:extLst xmlns:a="http://schemas.openxmlformats.org/drawingml/2006/main">
              <a:ext uri="{FF2B5EF4-FFF2-40B4-BE49-F238E27FC236}">
                <a16:creationId xmlns:a16="http://schemas.microsoft.com/office/drawing/2014/main" id="{2208B624-33B0-449C-A803-22D9BB7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295" y="26654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2" name="path-3309">
            <a:extLst xmlns:a="http://schemas.openxmlformats.org/drawingml/2006/main">
              <a:ext uri="{FF2B5EF4-FFF2-40B4-BE49-F238E27FC236}">
                <a16:creationId xmlns:a16="http://schemas.microsoft.com/office/drawing/2014/main" id="{D0DE42F7-5447-4090-A47F-623D846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708" y="2652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3" name="path-3310">
            <a:extLst xmlns:a="http://schemas.openxmlformats.org/drawingml/2006/main">
              <a:ext uri="{FF2B5EF4-FFF2-40B4-BE49-F238E27FC236}">
                <a16:creationId xmlns:a16="http://schemas.microsoft.com/office/drawing/2014/main" id="{AF85DACB-261A-451C-93C0-28BF5DA3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310" y="26413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4" name="path-3311">
            <a:extLst xmlns:a="http://schemas.openxmlformats.org/drawingml/2006/main">
              <a:ext uri="{FF2B5EF4-FFF2-40B4-BE49-F238E27FC236}">
                <a16:creationId xmlns:a16="http://schemas.microsoft.com/office/drawing/2014/main" id="{0E64306E-EEEB-4758-A54B-408D6C7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013" y="2634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5" name="path-3312">
            <a:extLst xmlns:a="http://schemas.openxmlformats.org/drawingml/2006/main">
              <a:ext uri="{FF2B5EF4-FFF2-40B4-BE49-F238E27FC236}">
                <a16:creationId xmlns:a16="http://schemas.microsoft.com/office/drawing/2014/main" id="{4554997A-6A83-45CD-835B-F6CF6340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612" y="26493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6" name="path-3313">
            <a:extLst xmlns:a="http://schemas.openxmlformats.org/drawingml/2006/main">
              <a:ext uri="{FF2B5EF4-FFF2-40B4-BE49-F238E27FC236}">
                <a16:creationId xmlns:a16="http://schemas.microsoft.com/office/drawing/2014/main" id="{3A96C554-C7D6-43A6-83E1-89F9527B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857" y="2635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7" name="path-3314">
            <a:extLst xmlns:a="http://schemas.openxmlformats.org/drawingml/2006/main">
              <a:ext uri="{FF2B5EF4-FFF2-40B4-BE49-F238E27FC236}">
                <a16:creationId xmlns:a16="http://schemas.microsoft.com/office/drawing/2014/main" id="{18D3925C-7A1E-40CF-B952-952D77D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977" y="2628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8" name="path-3315">
            <a:extLst xmlns:a="http://schemas.openxmlformats.org/drawingml/2006/main">
              <a:ext uri="{FF2B5EF4-FFF2-40B4-BE49-F238E27FC236}">
                <a16:creationId xmlns:a16="http://schemas.microsoft.com/office/drawing/2014/main" id="{4B28F6C8-4B15-4FBD-AAE5-AFE8258E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537" y="2635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9" name="path-3316">
            <a:extLst xmlns:a="http://schemas.openxmlformats.org/drawingml/2006/main">
              <a:ext uri="{FF2B5EF4-FFF2-40B4-BE49-F238E27FC236}">
                <a16:creationId xmlns:a16="http://schemas.microsoft.com/office/drawing/2014/main" id="{9FA01DA4-5C06-4B34-8C32-61992425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996" y="2611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0" name="path-3317">
            <a:extLst xmlns:a="http://schemas.openxmlformats.org/drawingml/2006/main">
              <a:ext uri="{FF2B5EF4-FFF2-40B4-BE49-F238E27FC236}">
                <a16:creationId xmlns:a16="http://schemas.microsoft.com/office/drawing/2014/main" id="{124FDDFF-4FDE-4050-9EB5-1963BB1B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948" y="26323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1" name="path-3318">
            <a:extLst xmlns:a="http://schemas.openxmlformats.org/drawingml/2006/main">
              <a:ext uri="{FF2B5EF4-FFF2-40B4-BE49-F238E27FC236}">
                <a16:creationId xmlns:a16="http://schemas.microsoft.com/office/drawing/2014/main" id="{32F44A95-1F84-4B55-B486-7BB7479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379" y="26710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2" name="path-3319">
            <a:extLst xmlns:a="http://schemas.openxmlformats.org/drawingml/2006/main">
              <a:ext uri="{FF2B5EF4-FFF2-40B4-BE49-F238E27FC236}">
                <a16:creationId xmlns:a16="http://schemas.microsoft.com/office/drawing/2014/main" id="{C91CBB6B-A1B8-40EC-AB3A-CBE7C398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954" y="2638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3" name="path-3320">
            <a:extLst xmlns:a="http://schemas.openxmlformats.org/drawingml/2006/main">
              <a:ext uri="{FF2B5EF4-FFF2-40B4-BE49-F238E27FC236}">
                <a16:creationId xmlns:a16="http://schemas.microsoft.com/office/drawing/2014/main" id="{79DFCB7C-3BAE-4951-A1C6-66C4070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449" y="2620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4" name="path-3321">
            <a:extLst xmlns:a="http://schemas.openxmlformats.org/drawingml/2006/main">
              <a:ext uri="{FF2B5EF4-FFF2-40B4-BE49-F238E27FC236}">
                <a16:creationId xmlns:a16="http://schemas.microsoft.com/office/drawing/2014/main" id="{9ABC8C32-B4E0-4908-A191-03C8912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381" y="2628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5" name="path-3322">
            <a:extLst xmlns:a="http://schemas.openxmlformats.org/drawingml/2006/main">
              <a:ext uri="{FF2B5EF4-FFF2-40B4-BE49-F238E27FC236}">
                <a16:creationId xmlns:a16="http://schemas.microsoft.com/office/drawing/2014/main" id="{F9B4AFE5-F508-4625-84F3-CF49CA3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561" y="2633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6" name="path-3323">
            <a:extLst xmlns:a="http://schemas.openxmlformats.org/drawingml/2006/main">
              <a:ext uri="{FF2B5EF4-FFF2-40B4-BE49-F238E27FC236}">
                <a16:creationId xmlns:a16="http://schemas.microsoft.com/office/drawing/2014/main" id="{78500948-0E54-47C5-A124-A399D66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1639" y="26471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7" name="path-3324">
            <a:extLst xmlns:a="http://schemas.openxmlformats.org/drawingml/2006/main">
              <a:ext uri="{FF2B5EF4-FFF2-40B4-BE49-F238E27FC236}">
                <a16:creationId xmlns:a16="http://schemas.microsoft.com/office/drawing/2014/main" id="{C2E69380-D135-4B56-AB12-3624179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302" y="2642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8" name="path-3325">
            <a:extLst xmlns:a="http://schemas.openxmlformats.org/drawingml/2006/main">
              <a:ext uri="{FF2B5EF4-FFF2-40B4-BE49-F238E27FC236}">
                <a16:creationId xmlns:a16="http://schemas.microsoft.com/office/drawing/2014/main" id="{CEBEB115-20C9-432E-98CA-2EAB70D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587" y="26363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9" name="path-3326">
            <a:extLst xmlns:a="http://schemas.openxmlformats.org/drawingml/2006/main">
              <a:ext uri="{FF2B5EF4-FFF2-40B4-BE49-F238E27FC236}">
                <a16:creationId xmlns:a16="http://schemas.microsoft.com/office/drawing/2014/main" id="{6B74EAE9-7F95-485F-9836-D40E4F1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9188" y="26519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0" name="path-3327">
            <a:extLst xmlns:a="http://schemas.openxmlformats.org/drawingml/2006/main">
              <a:ext uri="{FF2B5EF4-FFF2-40B4-BE49-F238E27FC236}">
                <a16:creationId xmlns:a16="http://schemas.microsoft.com/office/drawing/2014/main" id="{C1EA6CD5-4A14-4FEB-B337-DF63F73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885" y="26219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1" name="path-3328">
            <a:extLst xmlns:a="http://schemas.openxmlformats.org/drawingml/2006/main">
              <a:ext uri="{FF2B5EF4-FFF2-40B4-BE49-F238E27FC236}">
                <a16:creationId xmlns:a16="http://schemas.microsoft.com/office/drawing/2014/main" id="{49CE405A-9BDF-45F2-85BD-37C0985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808" y="2615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2" name="path-3329">
            <a:extLst xmlns:a="http://schemas.openxmlformats.org/drawingml/2006/main">
              <a:ext uri="{FF2B5EF4-FFF2-40B4-BE49-F238E27FC236}">
                <a16:creationId xmlns:a16="http://schemas.microsoft.com/office/drawing/2014/main" id="{DB23BD2A-18B6-4A00-8F05-3AA66C04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042" y="2636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3" name="path-3330">
            <a:extLst xmlns:a="http://schemas.openxmlformats.org/drawingml/2006/main">
              <a:ext uri="{FF2B5EF4-FFF2-40B4-BE49-F238E27FC236}">
                <a16:creationId xmlns:a16="http://schemas.microsoft.com/office/drawing/2014/main" id="{D7580053-F8AC-493F-8A7D-7FDF0B76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761" y="26355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4" name="path-3331">
            <a:extLst xmlns:a="http://schemas.openxmlformats.org/drawingml/2006/main">
              <a:ext uri="{FF2B5EF4-FFF2-40B4-BE49-F238E27FC236}">
                <a16:creationId xmlns:a16="http://schemas.microsoft.com/office/drawing/2014/main" id="{0D13144B-D10C-4711-ACAA-0DCD8606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026" y="2637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5" name="path-3332">
            <a:extLst xmlns:a="http://schemas.openxmlformats.org/drawingml/2006/main">
              <a:ext uri="{FF2B5EF4-FFF2-40B4-BE49-F238E27FC236}">
                <a16:creationId xmlns:a16="http://schemas.microsoft.com/office/drawing/2014/main" id="{AACFDD2A-1087-4972-8017-7E8CE66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736" y="2631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6" name="path-3333">
            <a:extLst xmlns:a="http://schemas.openxmlformats.org/drawingml/2006/main">
              <a:ext uri="{FF2B5EF4-FFF2-40B4-BE49-F238E27FC236}">
                <a16:creationId xmlns:a16="http://schemas.microsoft.com/office/drawing/2014/main" id="{5FF179F2-512C-4E03-A4F8-1024CD98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868" y="2640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7" name="path-3334">
            <a:extLst xmlns:a="http://schemas.openxmlformats.org/drawingml/2006/main">
              <a:ext uri="{FF2B5EF4-FFF2-40B4-BE49-F238E27FC236}">
                <a16:creationId xmlns:a16="http://schemas.microsoft.com/office/drawing/2014/main" id="{80696AB5-8A41-44C8-8FB7-BD41339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241" y="26390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8" name="path-3335">
            <a:extLst xmlns:a="http://schemas.openxmlformats.org/drawingml/2006/main">
              <a:ext uri="{FF2B5EF4-FFF2-40B4-BE49-F238E27FC236}">
                <a16:creationId xmlns:a16="http://schemas.microsoft.com/office/drawing/2014/main" id="{4459BB99-09ED-4D01-8380-D01E75C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765" y="2644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9" name="path-3336">
            <a:extLst xmlns:a="http://schemas.openxmlformats.org/drawingml/2006/main">
              <a:ext uri="{FF2B5EF4-FFF2-40B4-BE49-F238E27FC236}">
                <a16:creationId xmlns:a16="http://schemas.microsoft.com/office/drawing/2014/main" id="{06484DFD-7AE1-4414-97A1-C2FFA5B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002" y="2638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0" name="path-3337">
            <a:extLst xmlns:a="http://schemas.openxmlformats.org/drawingml/2006/main">
              <a:ext uri="{FF2B5EF4-FFF2-40B4-BE49-F238E27FC236}">
                <a16:creationId xmlns:a16="http://schemas.microsoft.com/office/drawing/2014/main" id="{AAE89386-A628-4295-8200-B56E6CA6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411" y="2632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1" name="path-3338">
            <a:extLst xmlns:a="http://schemas.openxmlformats.org/drawingml/2006/main">
              <a:ext uri="{FF2B5EF4-FFF2-40B4-BE49-F238E27FC236}">
                <a16:creationId xmlns:a16="http://schemas.microsoft.com/office/drawing/2014/main" id="{555FD9D0-361D-4550-8100-2F512E11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772" y="26360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2" name="path-3339">
            <a:extLst xmlns:a="http://schemas.openxmlformats.org/drawingml/2006/main">
              <a:ext uri="{FF2B5EF4-FFF2-40B4-BE49-F238E27FC236}">
                <a16:creationId xmlns:a16="http://schemas.microsoft.com/office/drawing/2014/main" id="{C456FD70-43A8-4A66-AA13-5A58C81D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9214" y="26264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3" name="path-3340">
            <a:extLst xmlns:a="http://schemas.openxmlformats.org/drawingml/2006/main">
              <a:ext uri="{FF2B5EF4-FFF2-40B4-BE49-F238E27FC236}">
                <a16:creationId xmlns:a16="http://schemas.microsoft.com/office/drawing/2014/main" id="{CB9F69CE-5905-47A2-B8F9-17687912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726" y="2639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4" name="path-3341">
            <a:extLst xmlns:a="http://schemas.openxmlformats.org/drawingml/2006/main">
              <a:ext uri="{FF2B5EF4-FFF2-40B4-BE49-F238E27FC236}">
                <a16:creationId xmlns:a16="http://schemas.microsoft.com/office/drawing/2014/main" id="{735D77F8-354A-4038-B232-ED95200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081" y="26423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5" name="path-3342">
            <a:extLst xmlns:a="http://schemas.openxmlformats.org/drawingml/2006/main">
              <a:ext uri="{FF2B5EF4-FFF2-40B4-BE49-F238E27FC236}">
                <a16:creationId xmlns:a16="http://schemas.microsoft.com/office/drawing/2014/main" id="{43B3ED01-7082-4865-A332-36811D4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342" y="2622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6" name="path-3343">
            <a:extLst xmlns:a="http://schemas.openxmlformats.org/drawingml/2006/main">
              <a:ext uri="{FF2B5EF4-FFF2-40B4-BE49-F238E27FC236}">
                <a16:creationId xmlns:a16="http://schemas.microsoft.com/office/drawing/2014/main" id="{016E5556-CAA2-4766-833F-7672E134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519" y="2635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7" name="path-3344">
            <a:extLst xmlns:a="http://schemas.openxmlformats.org/drawingml/2006/main">
              <a:ext uri="{FF2B5EF4-FFF2-40B4-BE49-F238E27FC236}">
                <a16:creationId xmlns:a16="http://schemas.microsoft.com/office/drawing/2014/main" id="{72E0D298-AAF2-48C2-8ED9-33E8BB76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417" y="2614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8" name="path-3345">
            <a:extLst xmlns:a="http://schemas.openxmlformats.org/drawingml/2006/main">
              <a:ext uri="{FF2B5EF4-FFF2-40B4-BE49-F238E27FC236}">
                <a16:creationId xmlns:a16="http://schemas.microsoft.com/office/drawing/2014/main" id="{608F2A45-FE00-4A33-9913-40C9C4B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4593" y="26446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9" name="path-3346">
            <a:extLst xmlns:a="http://schemas.openxmlformats.org/drawingml/2006/main">
              <a:ext uri="{FF2B5EF4-FFF2-40B4-BE49-F238E27FC236}">
                <a16:creationId xmlns:a16="http://schemas.microsoft.com/office/drawing/2014/main" id="{64F1A6B5-B2FC-496D-92EE-8A73F52E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375" y="2635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0" name="path-3347">
            <a:extLst xmlns:a="http://schemas.openxmlformats.org/drawingml/2006/main">
              <a:ext uri="{FF2B5EF4-FFF2-40B4-BE49-F238E27FC236}">
                <a16:creationId xmlns:a16="http://schemas.microsoft.com/office/drawing/2014/main" id="{6380EAB8-96CE-43B7-BE04-74C44AAC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996" y="26346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1" name="path-3348">
            <a:extLst xmlns:a="http://schemas.openxmlformats.org/drawingml/2006/main">
              <a:ext uri="{FF2B5EF4-FFF2-40B4-BE49-F238E27FC236}">
                <a16:creationId xmlns:a16="http://schemas.microsoft.com/office/drawing/2014/main" id="{225575A3-0297-41D4-9980-344BE5F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438" y="2636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2" name="path-3349">
            <a:extLst xmlns:a="http://schemas.openxmlformats.org/drawingml/2006/main">
              <a:ext uri="{FF2B5EF4-FFF2-40B4-BE49-F238E27FC236}">
                <a16:creationId xmlns:a16="http://schemas.microsoft.com/office/drawing/2014/main" id="{98AE72DB-8DE4-42BE-9B51-70DA900B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589" y="2635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3" name="path-3350">
            <a:extLst xmlns:a="http://schemas.openxmlformats.org/drawingml/2006/main">
              <a:ext uri="{FF2B5EF4-FFF2-40B4-BE49-F238E27FC236}">
                <a16:creationId xmlns:a16="http://schemas.microsoft.com/office/drawing/2014/main" id="{4181AE65-D821-4859-9C36-528934B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124" y="2621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4" name="path-3351">
            <a:extLst xmlns:a="http://schemas.openxmlformats.org/drawingml/2006/main">
              <a:ext uri="{FF2B5EF4-FFF2-40B4-BE49-F238E27FC236}">
                <a16:creationId xmlns:a16="http://schemas.microsoft.com/office/drawing/2014/main" id="{CE11FE3E-85FA-452A-ABA5-0988957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04" y="263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5" name="path-3352">
            <a:extLst xmlns:a="http://schemas.openxmlformats.org/drawingml/2006/main">
              <a:ext uri="{FF2B5EF4-FFF2-40B4-BE49-F238E27FC236}">
                <a16:creationId xmlns:a16="http://schemas.microsoft.com/office/drawing/2014/main" id="{1F6DE1B0-55C8-4A50-A0FA-5E1A0A27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230" y="26349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6" name="path-3353">
            <a:extLst xmlns:a="http://schemas.openxmlformats.org/drawingml/2006/main">
              <a:ext uri="{FF2B5EF4-FFF2-40B4-BE49-F238E27FC236}">
                <a16:creationId xmlns:a16="http://schemas.microsoft.com/office/drawing/2014/main" id="{5C3B72FF-8A23-4F25-B180-571E3B7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902" y="2639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7" name="path-3354">
            <a:extLst xmlns:a="http://schemas.openxmlformats.org/drawingml/2006/main">
              <a:ext uri="{FF2B5EF4-FFF2-40B4-BE49-F238E27FC236}">
                <a16:creationId xmlns:a16="http://schemas.microsoft.com/office/drawing/2014/main" id="{A1BBF5C1-82C7-436E-A95C-2EB25C42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697" y="2635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8" name="path-3355">
            <a:extLst xmlns:a="http://schemas.openxmlformats.org/drawingml/2006/main">
              <a:ext uri="{FF2B5EF4-FFF2-40B4-BE49-F238E27FC236}">
                <a16:creationId xmlns:a16="http://schemas.microsoft.com/office/drawing/2014/main" id="{7D246444-7118-4FDF-9D09-75BC27D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011" y="2642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9" name="path-3356">
            <a:extLst xmlns:a="http://schemas.openxmlformats.org/drawingml/2006/main">
              <a:ext uri="{FF2B5EF4-FFF2-40B4-BE49-F238E27FC236}">
                <a16:creationId xmlns:a16="http://schemas.microsoft.com/office/drawing/2014/main" id="{9932AEDD-0E42-4EE3-8C6B-8442A83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328" y="2638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0" name="path-3357">
            <a:extLst xmlns:a="http://schemas.openxmlformats.org/drawingml/2006/main">
              <a:ext uri="{FF2B5EF4-FFF2-40B4-BE49-F238E27FC236}">
                <a16:creationId xmlns:a16="http://schemas.microsoft.com/office/drawing/2014/main" id="{453CAA8E-4DB1-4FE9-803D-5C4E9A70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596" y="2659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1" name="path-3358">
            <a:extLst xmlns:a="http://schemas.openxmlformats.org/drawingml/2006/main">
              <a:ext uri="{FF2B5EF4-FFF2-40B4-BE49-F238E27FC236}">
                <a16:creationId xmlns:a16="http://schemas.microsoft.com/office/drawing/2014/main" id="{F0F7D568-79DA-41AF-BF52-5039664B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379" y="2624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2" name="path-3359">
            <a:extLst xmlns:a="http://schemas.openxmlformats.org/drawingml/2006/main">
              <a:ext uri="{FF2B5EF4-FFF2-40B4-BE49-F238E27FC236}">
                <a16:creationId xmlns:a16="http://schemas.microsoft.com/office/drawing/2014/main" id="{083EC5D9-B9B6-469E-BB52-5BC42323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398" y="26265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3" name="path-3360">
            <a:extLst xmlns:a="http://schemas.openxmlformats.org/drawingml/2006/main">
              <a:ext uri="{FF2B5EF4-FFF2-40B4-BE49-F238E27FC236}">
                <a16:creationId xmlns:a16="http://schemas.microsoft.com/office/drawing/2014/main" id="{C49AF840-AC5B-4754-90B0-AF468AF6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577" y="2656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4" name="path-3361">
            <a:extLst xmlns:a="http://schemas.openxmlformats.org/drawingml/2006/main">
              <a:ext uri="{FF2B5EF4-FFF2-40B4-BE49-F238E27FC236}">
                <a16:creationId xmlns:a16="http://schemas.microsoft.com/office/drawing/2014/main" id="{649B88A5-1128-44EF-9AFE-5BE039C7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505" y="26347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5" name="path-3362">
            <a:extLst xmlns:a="http://schemas.openxmlformats.org/drawingml/2006/main">
              <a:ext uri="{FF2B5EF4-FFF2-40B4-BE49-F238E27FC236}">
                <a16:creationId xmlns:a16="http://schemas.microsoft.com/office/drawing/2014/main" id="{71514C00-DB9D-4D5C-998F-F24E4DA2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148" y="26328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6" name="path-3363">
            <a:extLst xmlns:a="http://schemas.openxmlformats.org/drawingml/2006/main">
              <a:ext uri="{FF2B5EF4-FFF2-40B4-BE49-F238E27FC236}">
                <a16:creationId xmlns:a16="http://schemas.microsoft.com/office/drawing/2014/main" id="{15E74658-64D7-40BF-84F9-1FDF7CBE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7335" y="2642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7" name="path-3364">
            <a:extLst xmlns:a="http://schemas.openxmlformats.org/drawingml/2006/main">
              <a:ext uri="{FF2B5EF4-FFF2-40B4-BE49-F238E27FC236}">
                <a16:creationId xmlns:a16="http://schemas.microsoft.com/office/drawing/2014/main" id="{1FC2C21B-6127-4A14-B4CB-1EA76EF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217" y="26335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8" name="path-3365">
            <a:extLst xmlns:a="http://schemas.openxmlformats.org/drawingml/2006/main">
              <a:ext uri="{FF2B5EF4-FFF2-40B4-BE49-F238E27FC236}">
                <a16:creationId xmlns:a16="http://schemas.microsoft.com/office/drawing/2014/main" id="{9D76C941-3ED5-4D14-8392-435C9046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03" y="2638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9" name="path-3366">
            <a:extLst xmlns:a="http://schemas.openxmlformats.org/drawingml/2006/main">
              <a:ext uri="{FF2B5EF4-FFF2-40B4-BE49-F238E27FC236}">
                <a16:creationId xmlns:a16="http://schemas.microsoft.com/office/drawing/2014/main" id="{1B47CD5A-3B9F-4E3F-AE5E-10E9267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929" y="26384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0" name="path-3367">
            <a:extLst xmlns:a="http://schemas.openxmlformats.org/drawingml/2006/main">
              <a:ext uri="{FF2B5EF4-FFF2-40B4-BE49-F238E27FC236}">
                <a16:creationId xmlns:a16="http://schemas.microsoft.com/office/drawing/2014/main" id="{5CAD06D2-8149-48E3-82E1-2EB8587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5164" y="2635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1" name="path-3368">
            <a:extLst xmlns:a="http://schemas.openxmlformats.org/drawingml/2006/main">
              <a:ext uri="{FF2B5EF4-FFF2-40B4-BE49-F238E27FC236}">
                <a16:creationId xmlns:a16="http://schemas.microsoft.com/office/drawing/2014/main" id="{7B04D93B-9FCC-4349-9625-67467CE4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30" y="2637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2" name="path-3369">
            <a:extLst xmlns:a="http://schemas.openxmlformats.org/drawingml/2006/main">
              <a:ext uri="{FF2B5EF4-FFF2-40B4-BE49-F238E27FC236}">
                <a16:creationId xmlns:a16="http://schemas.microsoft.com/office/drawing/2014/main" id="{70C7FBBE-CA22-48A4-96A3-25213D4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270" y="2635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3" name="path-3370">
            <a:extLst xmlns:a="http://schemas.openxmlformats.org/drawingml/2006/main">
              <a:ext uri="{FF2B5EF4-FFF2-40B4-BE49-F238E27FC236}">
                <a16:creationId xmlns:a16="http://schemas.microsoft.com/office/drawing/2014/main" id="{3C0518F9-9839-4BDF-8DD4-30D76EB3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048" y="26371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4" name="path-3371">
            <a:extLst xmlns:a="http://schemas.openxmlformats.org/drawingml/2006/main">
              <a:ext uri="{FF2B5EF4-FFF2-40B4-BE49-F238E27FC236}">
                <a16:creationId xmlns:a16="http://schemas.microsoft.com/office/drawing/2014/main" id="{26589903-59C6-4268-BD1C-DF839CD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439" y="2624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5" name="path-3372">
            <a:extLst xmlns:a="http://schemas.openxmlformats.org/drawingml/2006/main">
              <a:ext uri="{FF2B5EF4-FFF2-40B4-BE49-F238E27FC236}">
                <a16:creationId xmlns:a16="http://schemas.microsoft.com/office/drawing/2014/main" id="{EB72F6F7-5CCD-4969-8D37-4DE30AB4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726" y="2613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6" name="path-3373">
            <a:extLst xmlns:a="http://schemas.openxmlformats.org/drawingml/2006/main">
              <a:ext uri="{FF2B5EF4-FFF2-40B4-BE49-F238E27FC236}">
                <a16:creationId xmlns:a16="http://schemas.microsoft.com/office/drawing/2014/main" id="{3496B40F-75A7-4228-A55B-DD234BD0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052" y="26375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7" name="path-3374">
            <a:extLst xmlns:a="http://schemas.openxmlformats.org/drawingml/2006/main">
              <a:ext uri="{FF2B5EF4-FFF2-40B4-BE49-F238E27FC236}">
                <a16:creationId xmlns:a16="http://schemas.microsoft.com/office/drawing/2014/main" id="{D5DC1DA0-8119-4A0D-AE10-9D9048D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370" y="2639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8" name="path-3375">
            <a:extLst xmlns:a="http://schemas.openxmlformats.org/drawingml/2006/main">
              <a:ext uri="{FF2B5EF4-FFF2-40B4-BE49-F238E27FC236}">
                <a16:creationId xmlns:a16="http://schemas.microsoft.com/office/drawing/2014/main" id="{1F06AE3E-690E-4CCB-A60D-70DBC6E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211" y="2641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9" name="path-3376">
            <a:extLst xmlns:a="http://schemas.openxmlformats.org/drawingml/2006/main">
              <a:ext uri="{FF2B5EF4-FFF2-40B4-BE49-F238E27FC236}">
                <a16:creationId xmlns:a16="http://schemas.microsoft.com/office/drawing/2014/main" id="{9DEAD238-BB57-4C47-9E0A-C68E84D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2352" y="2636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0" name="path-3377">
            <a:extLst xmlns:a="http://schemas.openxmlformats.org/drawingml/2006/main">
              <a:ext uri="{FF2B5EF4-FFF2-40B4-BE49-F238E27FC236}">
                <a16:creationId xmlns:a16="http://schemas.microsoft.com/office/drawing/2014/main" id="{7DE257BF-1337-40DE-84EE-D6404552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434" y="2637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1" name="path-3378">
            <a:extLst xmlns:a="http://schemas.openxmlformats.org/drawingml/2006/main">
              <a:ext uri="{FF2B5EF4-FFF2-40B4-BE49-F238E27FC236}">
                <a16:creationId xmlns:a16="http://schemas.microsoft.com/office/drawing/2014/main" id="{E6499BD0-5C7A-483D-8C6A-51993FE2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951" y="26396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2" name="path-3379">
            <a:extLst xmlns:a="http://schemas.openxmlformats.org/drawingml/2006/main">
              <a:ext uri="{FF2B5EF4-FFF2-40B4-BE49-F238E27FC236}">
                <a16:creationId xmlns:a16="http://schemas.microsoft.com/office/drawing/2014/main" id="{611D22F6-0CB0-4FC2-BBAD-5BB34369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638" y="2637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3" name="path-3380">
            <a:extLst xmlns:a="http://schemas.openxmlformats.org/drawingml/2006/main">
              <a:ext uri="{FF2B5EF4-FFF2-40B4-BE49-F238E27FC236}">
                <a16:creationId xmlns:a16="http://schemas.microsoft.com/office/drawing/2014/main" id="{4E7164C5-64A9-4FC3-9F72-03F4DD62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234" y="26306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4" name="path-3381">
            <a:extLst xmlns:a="http://schemas.openxmlformats.org/drawingml/2006/main">
              <a:ext uri="{FF2B5EF4-FFF2-40B4-BE49-F238E27FC236}">
                <a16:creationId xmlns:a16="http://schemas.microsoft.com/office/drawing/2014/main" id="{9EC72E1B-15AA-4762-820D-C926766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754" y="26398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5" name="path-3382">
            <a:extLst xmlns:a="http://schemas.openxmlformats.org/drawingml/2006/main">
              <a:ext uri="{FF2B5EF4-FFF2-40B4-BE49-F238E27FC236}">
                <a16:creationId xmlns:a16="http://schemas.microsoft.com/office/drawing/2014/main" id="{A500C85C-2D88-439E-B989-98C49070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1819" y="2634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6" name="path-3383">
            <a:extLst xmlns:a="http://schemas.openxmlformats.org/drawingml/2006/main">
              <a:ext uri="{FF2B5EF4-FFF2-40B4-BE49-F238E27FC236}">
                <a16:creationId xmlns:a16="http://schemas.microsoft.com/office/drawing/2014/main" id="{D478D24E-C37F-467F-AB3C-76632697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238" y="2628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7" name="path-3384">
            <a:extLst xmlns:a="http://schemas.openxmlformats.org/drawingml/2006/main">
              <a:ext uri="{FF2B5EF4-FFF2-40B4-BE49-F238E27FC236}">
                <a16:creationId xmlns:a16="http://schemas.microsoft.com/office/drawing/2014/main" id="{3E4D5F83-9C47-4E08-8754-8318ADD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6504" y="2631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8" name="path-3385">
            <a:extLst xmlns:a="http://schemas.openxmlformats.org/drawingml/2006/main">
              <a:ext uri="{FF2B5EF4-FFF2-40B4-BE49-F238E27FC236}">
                <a16:creationId xmlns:a16="http://schemas.microsoft.com/office/drawing/2014/main" id="{144242C1-4CF5-4167-9272-7BD5F49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6171" y="26631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9" name="path-3386">
            <a:extLst xmlns:a="http://schemas.openxmlformats.org/drawingml/2006/main">
              <a:ext uri="{FF2B5EF4-FFF2-40B4-BE49-F238E27FC236}">
                <a16:creationId xmlns:a16="http://schemas.microsoft.com/office/drawing/2014/main" id="{825CA575-8CE9-4E28-890C-631F446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977" y="2640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0" name="path-3387">
            <a:extLst xmlns:a="http://schemas.openxmlformats.org/drawingml/2006/main">
              <a:ext uri="{FF2B5EF4-FFF2-40B4-BE49-F238E27FC236}">
                <a16:creationId xmlns:a16="http://schemas.microsoft.com/office/drawing/2014/main" id="{4CCB88ED-ADCF-465F-B451-B8CFC066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065" y="2635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1" name="path-3388">
            <a:extLst xmlns:a="http://schemas.openxmlformats.org/drawingml/2006/main">
              <a:ext uri="{FF2B5EF4-FFF2-40B4-BE49-F238E27FC236}">
                <a16:creationId xmlns:a16="http://schemas.microsoft.com/office/drawing/2014/main" id="{A12EA1E0-3A2B-440E-95BB-C791A7E6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97" y="2639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2" name="path-3389">
            <a:extLst xmlns:a="http://schemas.openxmlformats.org/drawingml/2006/main">
              <a:ext uri="{FF2B5EF4-FFF2-40B4-BE49-F238E27FC236}">
                <a16:creationId xmlns:a16="http://schemas.microsoft.com/office/drawing/2014/main" id="{FB2D4729-B5BC-43BE-91EF-4D738D3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492" y="26332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3" name="path-3390">
            <a:extLst xmlns:a="http://schemas.openxmlformats.org/drawingml/2006/main">
              <a:ext uri="{FF2B5EF4-FFF2-40B4-BE49-F238E27FC236}">
                <a16:creationId xmlns:a16="http://schemas.microsoft.com/office/drawing/2014/main" id="{27E8E026-FBBB-4314-B5E4-84EDB973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884" y="2652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4" name="path-3391">
            <a:extLst xmlns:a="http://schemas.openxmlformats.org/drawingml/2006/main">
              <a:ext uri="{FF2B5EF4-FFF2-40B4-BE49-F238E27FC236}">
                <a16:creationId xmlns:a16="http://schemas.microsoft.com/office/drawing/2014/main" id="{C52462FB-C359-445B-8EF7-AEA9DCF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141" y="2637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5" name="path-3392">
            <a:extLst xmlns:a="http://schemas.openxmlformats.org/drawingml/2006/main">
              <a:ext uri="{FF2B5EF4-FFF2-40B4-BE49-F238E27FC236}">
                <a16:creationId xmlns:a16="http://schemas.microsoft.com/office/drawing/2014/main" id="{FCD31469-7D15-4313-90D2-4F65D9E8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906" y="2637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6" name="path-3393">
            <a:extLst xmlns:a="http://schemas.openxmlformats.org/drawingml/2006/main">
              <a:ext uri="{FF2B5EF4-FFF2-40B4-BE49-F238E27FC236}">
                <a16:creationId xmlns:a16="http://schemas.microsoft.com/office/drawing/2014/main" id="{739FFCBE-6FAC-4EFD-987B-2ACFD51D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521" y="2625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7" name="path-3394">
            <a:extLst xmlns:a="http://schemas.openxmlformats.org/drawingml/2006/main">
              <a:ext uri="{FF2B5EF4-FFF2-40B4-BE49-F238E27FC236}">
                <a16:creationId xmlns:a16="http://schemas.microsoft.com/office/drawing/2014/main" id="{88FBDC7C-8D6F-4D71-9A52-7DD98A4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3033" y="2643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8" name="path-3395">
            <a:extLst xmlns:a="http://schemas.openxmlformats.org/drawingml/2006/main">
              <a:ext uri="{FF2B5EF4-FFF2-40B4-BE49-F238E27FC236}">
                <a16:creationId xmlns:a16="http://schemas.microsoft.com/office/drawing/2014/main" id="{FFBB6BAB-9344-4B54-B38D-8DE7C74F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362" y="26229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9" name="path-3396">
            <a:extLst xmlns:a="http://schemas.openxmlformats.org/drawingml/2006/main">
              <a:ext uri="{FF2B5EF4-FFF2-40B4-BE49-F238E27FC236}">
                <a16:creationId xmlns:a16="http://schemas.microsoft.com/office/drawing/2014/main" id="{CAC9AB7E-6F45-4156-B150-CDDE16BD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004" y="26272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0" name="path-3397">
            <a:extLst xmlns:a="http://schemas.openxmlformats.org/drawingml/2006/main">
              <a:ext uri="{FF2B5EF4-FFF2-40B4-BE49-F238E27FC236}">
                <a16:creationId xmlns:a16="http://schemas.microsoft.com/office/drawing/2014/main" id="{FB783417-EAAE-4AC9-9D53-3A08884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223" y="2640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1" name="path-3398">
            <a:extLst xmlns:a="http://schemas.openxmlformats.org/drawingml/2006/main">
              <a:ext uri="{FF2B5EF4-FFF2-40B4-BE49-F238E27FC236}">
                <a16:creationId xmlns:a16="http://schemas.microsoft.com/office/drawing/2014/main" id="{5837F6B3-5584-4598-ACEF-837F236D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4347" y="26019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2" name="path-3399">
            <a:extLst xmlns:a="http://schemas.openxmlformats.org/drawingml/2006/main">
              <a:ext uri="{FF2B5EF4-FFF2-40B4-BE49-F238E27FC236}">
                <a16:creationId xmlns:a16="http://schemas.microsoft.com/office/drawing/2014/main" id="{3076726B-B441-4B89-B396-C278518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533" y="2632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3" name="path-3400">
            <a:extLst xmlns:a="http://schemas.openxmlformats.org/drawingml/2006/main">
              <a:ext uri="{FF2B5EF4-FFF2-40B4-BE49-F238E27FC236}">
                <a16:creationId xmlns:a16="http://schemas.microsoft.com/office/drawing/2014/main" id="{683EBFB6-0D92-41CF-B759-16A4EA9B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07" y="26372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4" name="path-3401">
            <a:extLst xmlns:a="http://schemas.openxmlformats.org/drawingml/2006/main">
              <a:ext uri="{FF2B5EF4-FFF2-40B4-BE49-F238E27FC236}">
                <a16:creationId xmlns:a16="http://schemas.microsoft.com/office/drawing/2014/main" id="{FE135DE9-3D5E-4896-B07E-42BD93B6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340" y="2637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5" name="path-3402">
            <a:extLst xmlns:a="http://schemas.openxmlformats.org/drawingml/2006/main">
              <a:ext uri="{FF2B5EF4-FFF2-40B4-BE49-F238E27FC236}">
                <a16:creationId xmlns:a16="http://schemas.microsoft.com/office/drawing/2014/main" id="{E7541248-3533-4DEB-A892-D78DD6F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533" y="2629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6" name="path-3403">
            <a:extLst xmlns:a="http://schemas.openxmlformats.org/drawingml/2006/main">
              <a:ext uri="{FF2B5EF4-FFF2-40B4-BE49-F238E27FC236}">
                <a16:creationId xmlns:a16="http://schemas.microsoft.com/office/drawing/2014/main" id="{41F9E67D-016C-4FED-AA2B-BA0F9861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961" y="2602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7" name="path-3404">
            <a:extLst xmlns:a="http://schemas.openxmlformats.org/drawingml/2006/main">
              <a:ext uri="{FF2B5EF4-FFF2-40B4-BE49-F238E27FC236}">
                <a16:creationId xmlns:a16="http://schemas.microsoft.com/office/drawing/2014/main" id="{600A77CE-A4BF-4BF8-897F-D2BE688E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757" y="2636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8" name="path-3405">
            <a:extLst xmlns:a="http://schemas.openxmlformats.org/drawingml/2006/main">
              <a:ext uri="{FF2B5EF4-FFF2-40B4-BE49-F238E27FC236}">
                <a16:creationId xmlns:a16="http://schemas.microsoft.com/office/drawing/2014/main" id="{37316BFD-90FE-4C61-A10D-EFAD713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867" y="26397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9" name="path-3406">
            <a:extLst xmlns:a="http://schemas.openxmlformats.org/drawingml/2006/main">
              <a:ext uri="{FF2B5EF4-FFF2-40B4-BE49-F238E27FC236}">
                <a16:creationId xmlns:a16="http://schemas.microsoft.com/office/drawing/2014/main" id="{CB4635EF-CAB3-401B-A7DF-8839F4EA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207" y="2631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0" name="path-3407">
            <a:extLst xmlns:a="http://schemas.openxmlformats.org/drawingml/2006/main">
              <a:ext uri="{FF2B5EF4-FFF2-40B4-BE49-F238E27FC236}">
                <a16:creationId xmlns:a16="http://schemas.microsoft.com/office/drawing/2014/main" id="{C520FB6C-9D88-4BA9-9D2E-3FE456D2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38" y="2643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1" name="path-3408">
            <a:extLst xmlns:a="http://schemas.openxmlformats.org/drawingml/2006/main">
              <a:ext uri="{FF2B5EF4-FFF2-40B4-BE49-F238E27FC236}">
                <a16:creationId xmlns:a16="http://schemas.microsoft.com/office/drawing/2014/main" id="{0C9F5E79-746E-45AD-BCAF-3E22373C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9609" y="26292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2" name="path-3409">
            <a:extLst xmlns:a="http://schemas.openxmlformats.org/drawingml/2006/main">
              <a:ext uri="{FF2B5EF4-FFF2-40B4-BE49-F238E27FC236}">
                <a16:creationId xmlns:a16="http://schemas.microsoft.com/office/drawing/2014/main" id="{CF395E60-AEC9-4C8A-864C-698F3815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580" y="2636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3" name="path-3410">
            <a:extLst xmlns:a="http://schemas.openxmlformats.org/drawingml/2006/main">
              <a:ext uri="{FF2B5EF4-FFF2-40B4-BE49-F238E27FC236}">
                <a16:creationId xmlns:a16="http://schemas.microsoft.com/office/drawing/2014/main" id="{454B7D81-1E0E-41FF-906A-F69F1A9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290" y="2639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4" name="path-3411">
            <a:extLst xmlns:a="http://schemas.openxmlformats.org/drawingml/2006/main">
              <a:ext uri="{FF2B5EF4-FFF2-40B4-BE49-F238E27FC236}">
                <a16:creationId xmlns:a16="http://schemas.microsoft.com/office/drawing/2014/main" id="{EEA6DCEF-D5C6-4C83-A2B9-19FF51CC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139" y="2620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5" name="path-3412">
            <a:extLst xmlns:a="http://schemas.openxmlformats.org/drawingml/2006/main">
              <a:ext uri="{FF2B5EF4-FFF2-40B4-BE49-F238E27FC236}">
                <a16:creationId xmlns:a16="http://schemas.microsoft.com/office/drawing/2014/main" id="{3E4D9915-12C0-492A-9DB7-2FF43BB3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064" y="26204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6" name="path-3413">
            <a:extLst xmlns:a="http://schemas.openxmlformats.org/drawingml/2006/main">
              <a:ext uri="{FF2B5EF4-FFF2-40B4-BE49-F238E27FC236}">
                <a16:creationId xmlns:a16="http://schemas.microsoft.com/office/drawing/2014/main" id="{3F5ABBD9-DFB4-4438-BE81-464B831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726" y="26319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7" name="path-3414">
            <a:extLst xmlns:a="http://schemas.openxmlformats.org/drawingml/2006/main">
              <a:ext uri="{FF2B5EF4-FFF2-40B4-BE49-F238E27FC236}">
                <a16:creationId xmlns:a16="http://schemas.microsoft.com/office/drawing/2014/main" id="{BE2114D1-1213-47AB-9B5A-8C8A8A5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909" y="2636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8" name="path-3415">
            <a:extLst xmlns:a="http://schemas.openxmlformats.org/drawingml/2006/main">
              <a:ext uri="{FF2B5EF4-FFF2-40B4-BE49-F238E27FC236}">
                <a16:creationId xmlns:a16="http://schemas.microsoft.com/office/drawing/2014/main" id="{595AB463-FFC4-4288-B838-68F43653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276" y="2634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9" name="path-3416">
            <a:extLst xmlns:a="http://schemas.openxmlformats.org/drawingml/2006/main">
              <a:ext uri="{FF2B5EF4-FFF2-40B4-BE49-F238E27FC236}">
                <a16:creationId xmlns:a16="http://schemas.microsoft.com/office/drawing/2014/main" id="{F3C759F8-997C-4D70-B040-93E7D817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540" y="26455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0" name="path-3417">
            <a:extLst xmlns:a="http://schemas.openxmlformats.org/drawingml/2006/main">
              <a:ext uri="{FF2B5EF4-FFF2-40B4-BE49-F238E27FC236}">
                <a16:creationId xmlns:a16="http://schemas.microsoft.com/office/drawing/2014/main" id="{F25DBDD4-9610-4314-8404-70D5E656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630" y="2633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1" name="path-3418">
            <a:extLst xmlns:a="http://schemas.openxmlformats.org/drawingml/2006/main">
              <a:ext uri="{FF2B5EF4-FFF2-40B4-BE49-F238E27FC236}">
                <a16:creationId xmlns:a16="http://schemas.microsoft.com/office/drawing/2014/main" id="{BBBB5EEE-D264-4019-96CA-1235E2CF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373" y="26387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2" name="path-3419">
            <a:extLst xmlns:a="http://schemas.openxmlformats.org/drawingml/2006/main">
              <a:ext uri="{FF2B5EF4-FFF2-40B4-BE49-F238E27FC236}">
                <a16:creationId xmlns:a16="http://schemas.microsoft.com/office/drawing/2014/main" id="{1ED4A58F-C518-4EAA-A827-CE8350BB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953" y="2640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3" name="path-3420">
            <a:extLst xmlns:a="http://schemas.openxmlformats.org/drawingml/2006/main">
              <a:ext uri="{FF2B5EF4-FFF2-40B4-BE49-F238E27FC236}">
                <a16:creationId xmlns:a16="http://schemas.microsoft.com/office/drawing/2014/main" id="{1CCBA4AC-86E7-45C4-AA4D-222E6C8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21" y="2639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4" name="path-3421">
            <a:extLst xmlns:a="http://schemas.openxmlformats.org/drawingml/2006/main">
              <a:ext uri="{FF2B5EF4-FFF2-40B4-BE49-F238E27FC236}">
                <a16:creationId xmlns:a16="http://schemas.microsoft.com/office/drawing/2014/main" id="{616F7F00-177B-4DF6-B061-FC0B2E51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223" y="2645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5" name="path-3422">
            <a:extLst xmlns:a="http://schemas.openxmlformats.org/drawingml/2006/main">
              <a:ext uri="{FF2B5EF4-FFF2-40B4-BE49-F238E27FC236}">
                <a16:creationId xmlns:a16="http://schemas.microsoft.com/office/drawing/2014/main" id="{0E7C0A0F-D80E-49B4-AFA1-9B777487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121" y="2636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6" name="path-3423">
            <a:extLst xmlns:a="http://schemas.openxmlformats.org/drawingml/2006/main">
              <a:ext uri="{FF2B5EF4-FFF2-40B4-BE49-F238E27FC236}">
                <a16:creationId xmlns:a16="http://schemas.microsoft.com/office/drawing/2014/main" id="{77DAC3E9-6C3E-4A10-9611-710EF1D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977" y="2637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7" name="path-3424">
            <a:extLst xmlns:a="http://schemas.openxmlformats.org/drawingml/2006/main">
              <a:ext uri="{FF2B5EF4-FFF2-40B4-BE49-F238E27FC236}">
                <a16:creationId xmlns:a16="http://schemas.microsoft.com/office/drawing/2014/main" id="{0A9803AE-6CEE-4EA0-AA77-D86B608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737" y="2646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8" name="path-3425">
            <a:extLst xmlns:a="http://schemas.openxmlformats.org/drawingml/2006/main">
              <a:ext uri="{FF2B5EF4-FFF2-40B4-BE49-F238E27FC236}">
                <a16:creationId xmlns:a16="http://schemas.microsoft.com/office/drawing/2014/main" id="{B9492EB2-CABE-4A84-967C-FBCA63A5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32" y="2636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9" name="path-3426">
            <a:extLst xmlns:a="http://schemas.openxmlformats.org/drawingml/2006/main">
              <a:ext uri="{FF2B5EF4-FFF2-40B4-BE49-F238E27FC236}">
                <a16:creationId xmlns:a16="http://schemas.microsoft.com/office/drawing/2014/main" id="{DD7F8EB3-B002-4373-9BD4-8040758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593" y="2633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0" name="path-3427">
            <a:extLst xmlns:a="http://schemas.openxmlformats.org/drawingml/2006/main">
              <a:ext uri="{FF2B5EF4-FFF2-40B4-BE49-F238E27FC236}">
                <a16:creationId xmlns:a16="http://schemas.microsoft.com/office/drawing/2014/main" id="{0A91AE67-4243-41E5-8D24-02C80D89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544" y="2629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1" name="path-3428">
            <a:extLst xmlns:a="http://schemas.openxmlformats.org/drawingml/2006/main">
              <a:ext uri="{FF2B5EF4-FFF2-40B4-BE49-F238E27FC236}">
                <a16:creationId xmlns:a16="http://schemas.microsoft.com/office/drawing/2014/main" id="{9DA402EC-2879-420F-A964-5A1B4768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808" y="26551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2" name="path-3429">
            <a:extLst xmlns:a="http://schemas.openxmlformats.org/drawingml/2006/main">
              <a:ext uri="{FF2B5EF4-FFF2-40B4-BE49-F238E27FC236}">
                <a16:creationId xmlns:a16="http://schemas.microsoft.com/office/drawing/2014/main" id="{96C90DA5-4329-442E-A595-C52A521D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469" y="2632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3" name="path-3430">
            <a:extLst xmlns:a="http://schemas.openxmlformats.org/drawingml/2006/main">
              <a:ext uri="{FF2B5EF4-FFF2-40B4-BE49-F238E27FC236}">
                <a16:creationId xmlns:a16="http://schemas.microsoft.com/office/drawing/2014/main" id="{6B9F108F-7E84-4AC8-983E-7BDE325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777" y="26409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4" name="path-3431">
            <a:extLst xmlns:a="http://schemas.openxmlformats.org/drawingml/2006/main">
              <a:ext uri="{FF2B5EF4-FFF2-40B4-BE49-F238E27FC236}">
                <a16:creationId xmlns:a16="http://schemas.microsoft.com/office/drawing/2014/main" id="{AB403E81-6AC5-47D1-939F-38630A88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693" y="26396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5" name="path-3432">
            <a:extLst xmlns:a="http://schemas.openxmlformats.org/drawingml/2006/main">
              <a:ext uri="{FF2B5EF4-FFF2-40B4-BE49-F238E27FC236}">
                <a16:creationId xmlns:a16="http://schemas.microsoft.com/office/drawing/2014/main" id="{3F0977CC-043A-4239-BDD2-1C6D0278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625" y="2617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6" name="path-3433">
            <a:extLst xmlns:a="http://schemas.openxmlformats.org/drawingml/2006/main">
              <a:ext uri="{FF2B5EF4-FFF2-40B4-BE49-F238E27FC236}">
                <a16:creationId xmlns:a16="http://schemas.microsoft.com/office/drawing/2014/main" id="{4CD6E9E7-04F3-4C61-BC09-E069164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763" y="2628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7" name="path-3434">
            <a:extLst xmlns:a="http://schemas.openxmlformats.org/drawingml/2006/main">
              <a:ext uri="{FF2B5EF4-FFF2-40B4-BE49-F238E27FC236}">
                <a16:creationId xmlns:a16="http://schemas.microsoft.com/office/drawing/2014/main" id="{27F8E6E2-76EE-4800-B72E-86EA73E5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096" y="2637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8" name="path-3435">
            <a:extLst xmlns:a="http://schemas.openxmlformats.org/drawingml/2006/main">
              <a:ext uri="{FF2B5EF4-FFF2-40B4-BE49-F238E27FC236}">
                <a16:creationId xmlns:a16="http://schemas.microsoft.com/office/drawing/2014/main" id="{F42CABB6-E6EF-4DC8-AB86-03ABD07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011" y="2619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9" name="path-3436">
            <a:extLst xmlns:a="http://schemas.openxmlformats.org/drawingml/2006/main">
              <a:ext uri="{FF2B5EF4-FFF2-40B4-BE49-F238E27FC236}">
                <a16:creationId xmlns:a16="http://schemas.microsoft.com/office/drawing/2014/main" id="{8D96773B-528D-45BA-B888-B0CB9D1B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688" y="2645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0" name="path-3437">
            <a:extLst xmlns:a="http://schemas.openxmlformats.org/drawingml/2006/main">
              <a:ext uri="{FF2B5EF4-FFF2-40B4-BE49-F238E27FC236}">
                <a16:creationId xmlns:a16="http://schemas.microsoft.com/office/drawing/2014/main" id="{E970BB02-6C1D-4273-8C4A-7E62051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6850" y="26383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1" name="path-3438">
            <a:extLst xmlns:a="http://schemas.openxmlformats.org/drawingml/2006/main">
              <a:ext uri="{FF2B5EF4-FFF2-40B4-BE49-F238E27FC236}">
                <a16:creationId xmlns:a16="http://schemas.microsoft.com/office/drawing/2014/main" id="{DB9E712F-4409-4DEF-9BC2-8F702803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685" y="2652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2" name="path-3439">
            <a:extLst xmlns:a="http://schemas.openxmlformats.org/drawingml/2006/main">
              <a:ext uri="{FF2B5EF4-FFF2-40B4-BE49-F238E27FC236}">
                <a16:creationId xmlns:a16="http://schemas.microsoft.com/office/drawing/2014/main" id="{367BF2B2-4BFA-48AF-A32D-2E9F0E20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755" y="2637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3" name="path-3440">
            <a:extLst xmlns:a="http://schemas.openxmlformats.org/drawingml/2006/main">
              <a:ext uri="{FF2B5EF4-FFF2-40B4-BE49-F238E27FC236}">
                <a16:creationId xmlns:a16="http://schemas.microsoft.com/office/drawing/2014/main" id="{F7E2A961-DE2F-47B3-9DFB-C2224EC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434" y="2643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4" name="path-3441">
            <a:extLst xmlns:a="http://schemas.openxmlformats.org/drawingml/2006/main">
              <a:ext uri="{FF2B5EF4-FFF2-40B4-BE49-F238E27FC236}">
                <a16:creationId xmlns:a16="http://schemas.microsoft.com/office/drawing/2014/main" id="{54C0D19E-6D43-4214-8FCA-7E1C4A78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341" y="26293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5" name="path-3442">
            <a:extLst xmlns:a="http://schemas.openxmlformats.org/drawingml/2006/main">
              <a:ext uri="{FF2B5EF4-FFF2-40B4-BE49-F238E27FC236}">
                <a16:creationId xmlns:a16="http://schemas.microsoft.com/office/drawing/2014/main" id="{8BFFA471-4809-4E4A-9F36-310391E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762" y="26500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6" name="path-3443">
            <a:extLst xmlns:a="http://schemas.openxmlformats.org/drawingml/2006/main">
              <a:ext uri="{FF2B5EF4-FFF2-40B4-BE49-F238E27FC236}">
                <a16:creationId xmlns:a16="http://schemas.microsoft.com/office/drawing/2014/main" id="{4D398C11-B435-4B6D-A8F9-B43F7FD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429" y="26376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7" name="path-3444">
            <a:extLst xmlns:a="http://schemas.openxmlformats.org/drawingml/2006/main">
              <a:ext uri="{FF2B5EF4-FFF2-40B4-BE49-F238E27FC236}">
                <a16:creationId xmlns:a16="http://schemas.microsoft.com/office/drawing/2014/main" id="{FF35FE71-3AAF-45ED-B44F-BC084E36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854" y="2637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8" name="path-3445">
            <a:extLst xmlns:a="http://schemas.openxmlformats.org/drawingml/2006/main">
              <a:ext uri="{FF2B5EF4-FFF2-40B4-BE49-F238E27FC236}">
                <a16:creationId xmlns:a16="http://schemas.microsoft.com/office/drawing/2014/main" id="{D6936314-38F1-46B3-B2A9-ABC2304F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027" y="26451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9" name="path-3446">
            <a:extLst xmlns:a="http://schemas.openxmlformats.org/drawingml/2006/main">
              <a:ext uri="{FF2B5EF4-FFF2-40B4-BE49-F238E27FC236}">
                <a16:creationId xmlns:a16="http://schemas.microsoft.com/office/drawing/2014/main" id="{F2CB76CE-F163-4177-8C14-5F8BBD6D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4052" y="26386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0" name="path-3447">
            <a:extLst xmlns:a="http://schemas.openxmlformats.org/drawingml/2006/main">
              <a:ext uri="{FF2B5EF4-FFF2-40B4-BE49-F238E27FC236}">
                <a16:creationId xmlns:a16="http://schemas.microsoft.com/office/drawing/2014/main" id="{8ECD6884-7BD8-465A-B853-6A2C5E42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548" y="26543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1" name="path-3448">
            <a:extLst xmlns:a="http://schemas.openxmlformats.org/drawingml/2006/main">
              <a:ext uri="{FF2B5EF4-FFF2-40B4-BE49-F238E27FC236}">
                <a16:creationId xmlns:a16="http://schemas.microsoft.com/office/drawing/2014/main" id="{DC6CCF9B-CB4B-4314-892C-059109AA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414" y="2640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2" name="path-3449">
            <a:extLst xmlns:a="http://schemas.openxmlformats.org/drawingml/2006/main">
              <a:ext uri="{FF2B5EF4-FFF2-40B4-BE49-F238E27FC236}">
                <a16:creationId xmlns:a16="http://schemas.microsoft.com/office/drawing/2014/main" id="{27CAD3FC-5838-45B6-A276-10E9E8C7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273" y="2641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3" name="path-3450">
            <a:extLst xmlns:a="http://schemas.openxmlformats.org/drawingml/2006/main">
              <a:ext uri="{FF2B5EF4-FFF2-40B4-BE49-F238E27FC236}">
                <a16:creationId xmlns:a16="http://schemas.microsoft.com/office/drawing/2014/main" id="{4306CDE5-B84F-4178-9E8F-50B9DA1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368" y="26324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4" name="path-3451">
            <a:extLst xmlns:a="http://schemas.openxmlformats.org/drawingml/2006/main">
              <a:ext uri="{FF2B5EF4-FFF2-40B4-BE49-F238E27FC236}">
                <a16:creationId xmlns:a16="http://schemas.microsoft.com/office/drawing/2014/main" id="{A56A2728-D87B-4B15-911E-C7A7C23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076" y="2640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5" name="path-3452">
            <a:extLst xmlns:a="http://schemas.openxmlformats.org/drawingml/2006/main">
              <a:ext uri="{FF2B5EF4-FFF2-40B4-BE49-F238E27FC236}">
                <a16:creationId xmlns:a16="http://schemas.microsoft.com/office/drawing/2014/main" id="{41830A73-27BE-45F4-ADEF-433984D7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707" y="2617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6" name="path-3453">
            <a:extLst xmlns:a="http://schemas.openxmlformats.org/drawingml/2006/main">
              <a:ext uri="{FF2B5EF4-FFF2-40B4-BE49-F238E27FC236}">
                <a16:creationId xmlns:a16="http://schemas.microsoft.com/office/drawing/2014/main" id="{C943B59E-8110-4DD7-9FAF-3A1F1A7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158" y="2635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7" name="path-3454">
            <a:extLst xmlns:a="http://schemas.openxmlformats.org/drawingml/2006/main">
              <a:ext uri="{FF2B5EF4-FFF2-40B4-BE49-F238E27FC236}">
                <a16:creationId xmlns:a16="http://schemas.microsoft.com/office/drawing/2014/main" id="{4EB32C3A-CDF4-4CDD-885F-400F0984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3966" y="26382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8" name="path-3455">
            <a:extLst xmlns:a="http://schemas.openxmlformats.org/drawingml/2006/main">
              <a:ext uri="{FF2B5EF4-FFF2-40B4-BE49-F238E27FC236}">
                <a16:creationId xmlns:a16="http://schemas.microsoft.com/office/drawing/2014/main" id="{B90FEF78-B700-45D8-9FD7-F817BC0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342" y="26404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9" name="path-3456">
            <a:extLst xmlns:a="http://schemas.openxmlformats.org/drawingml/2006/main">
              <a:ext uri="{FF2B5EF4-FFF2-40B4-BE49-F238E27FC236}">
                <a16:creationId xmlns:a16="http://schemas.microsoft.com/office/drawing/2014/main" id="{EC5EF84E-0EA4-410E-BD54-694AFC17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285" y="26348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0" name="path-3457">
            <a:extLst xmlns:a="http://schemas.openxmlformats.org/drawingml/2006/main">
              <a:ext uri="{FF2B5EF4-FFF2-40B4-BE49-F238E27FC236}">
                <a16:creationId xmlns:a16="http://schemas.microsoft.com/office/drawing/2014/main" id="{74328BC8-BCFF-4D6F-8511-380B677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6545" y="2607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1" name="path-3458">
            <a:extLst xmlns:a="http://schemas.openxmlformats.org/drawingml/2006/main">
              <a:ext uri="{FF2B5EF4-FFF2-40B4-BE49-F238E27FC236}">
                <a16:creationId xmlns:a16="http://schemas.microsoft.com/office/drawing/2014/main" id="{3D3E5A35-19B9-45FC-94CC-7DF6602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086" y="2635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2" name="path-3459">
            <a:extLst xmlns:a="http://schemas.openxmlformats.org/drawingml/2006/main">
              <a:ext uri="{FF2B5EF4-FFF2-40B4-BE49-F238E27FC236}">
                <a16:creationId xmlns:a16="http://schemas.microsoft.com/office/drawing/2014/main" id="{C9B2823F-9772-400D-8198-385ECFA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6415" y="2609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3" name="path-3460">
            <a:extLst xmlns:a="http://schemas.openxmlformats.org/drawingml/2006/main">
              <a:ext uri="{FF2B5EF4-FFF2-40B4-BE49-F238E27FC236}">
                <a16:creationId xmlns:a16="http://schemas.microsoft.com/office/drawing/2014/main" id="{AA56BC51-5389-4175-8B1E-2B0B4C14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661" y="26455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4" name="path-3461">
            <a:extLst xmlns:a="http://schemas.openxmlformats.org/drawingml/2006/main">
              <a:ext uri="{FF2B5EF4-FFF2-40B4-BE49-F238E27FC236}">
                <a16:creationId xmlns:a16="http://schemas.microsoft.com/office/drawing/2014/main" id="{8E7FDF82-7E65-48EF-867A-16EB9ED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633" y="26674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5" name="path-3462">
            <a:extLst xmlns:a="http://schemas.openxmlformats.org/drawingml/2006/main">
              <a:ext uri="{FF2B5EF4-FFF2-40B4-BE49-F238E27FC236}">
                <a16:creationId xmlns:a16="http://schemas.microsoft.com/office/drawing/2014/main" id="{64C8780E-F3DA-4EC5-BBE1-22E463C9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5736" y="26397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6" name="path-3463">
            <a:extLst xmlns:a="http://schemas.openxmlformats.org/drawingml/2006/main">
              <a:ext uri="{FF2B5EF4-FFF2-40B4-BE49-F238E27FC236}">
                <a16:creationId xmlns:a16="http://schemas.microsoft.com/office/drawing/2014/main" id="{5E897DC6-2FB9-43FF-A79F-BC35909C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505" y="26398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7" name="path-3464">
            <a:extLst xmlns:a="http://schemas.openxmlformats.org/drawingml/2006/main">
              <a:ext uri="{FF2B5EF4-FFF2-40B4-BE49-F238E27FC236}">
                <a16:creationId xmlns:a16="http://schemas.microsoft.com/office/drawing/2014/main" id="{AC4FF56A-E720-4943-A2EF-6468B92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573" y="2635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8" name="path-3465">
            <a:extLst xmlns:a="http://schemas.openxmlformats.org/drawingml/2006/main">
              <a:ext uri="{FF2B5EF4-FFF2-40B4-BE49-F238E27FC236}">
                <a16:creationId xmlns:a16="http://schemas.microsoft.com/office/drawing/2014/main" id="{5750D73B-5E57-4B8C-8011-A32330DF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6806" y="2612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9" name="path-3466">
            <a:extLst xmlns:a="http://schemas.openxmlformats.org/drawingml/2006/main">
              <a:ext uri="{FF2B5EF4-FFF2-40B4-BE49-F238E27FC236}">
                <a16:creationId xmlns:a16="http://schemas.microsoft.com/office/drawing/2014/main" id="{0252E589-F482-4878-840B-8F78422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723" y="2636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0" name="path-3467">
            <a:extLst xmlns:a="http://schemas.openxmlformats.org/drawingml/2006/main">
              <a:ext uri="{FF2B5EF4-FFF2-40B4-BE49-F238E27FC236}">
                <a16:creationId xmlns:a16="http://schemas.microsoft.com/office/drawing/2014/main" id="{14DCFFFB-2C8E-40BB-91B2-7F1F4D1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413" y="26320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1" name="path-3468">
            <a:extLst xmlns:a="http://schemas.openxmlformats.org/drawingml/2006/main">
              <a:ext uri="{FF2B5EF4-FFF2-40B4-BE49-F238E27FC236}">
                <a16:creationId xmlns:a16="http://schemas.microsoft.com/office/drawing/2014/main" id="{C8C1BE3A-962C-421F-9D62-ED69DA5E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542" y="2638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2" name="path-3469">
            <a:extLst xmlns:a="http://schemas.openxmlformats.org/drawingml/2006/main">
              <a:ext uri="{FF2B5EF4-FFF2-40B4-BE49-F238E27FC236}">
                <a16:creationId xmlns:a16="http://schemas.microsoft.com/office/drawing/2014/main" id="{F9EA9AB7-7A87-4A0C-8A29-4569C36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769" y="2639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3" name="path-3470">
            <a:extLst xmlns:a="http://schemas.openxmlformats.org/drawingml/2006/main">
              <a:ext uri="{FF2B5EF4-FFF2-40B4-BE49-F238E27FC236}">
                <a16:creationId xmlns:a16="http://schemas.microsoft.com/office/drawing/2014/main" id="{2244AD30-5200-415F-969C-80B4C1DE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63" y="26370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4" name="path-3471">
            <a:extLst xmlns:a="http://schemas.openxmlformats.org/drawingml/2006/main">
              <a:ext uri="{FF2B5EF4-FFF2-40B4-BE49-F238E27FC236}">
                <a16:creationId xmlns:a16="http://schemas.microsoft.com/office/drawing/2014/main" id="{D7AEE50F-14F9-46A5-9741-C24D5B6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969" y="2636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5" name="path-3472">
            <a:extLst xmlns:a="http://schemas.openxmlformats.org/drawingml/2006/main">
              <a:ext uri="{FF2B5EF4-FFF2-40B4-BE49-F238E27FC236}">
                <a16:creationId xmlns:a16="http://schemas.microsoft.com/office/drawing/2014/main" id="{0EFB57B2-FE93-4B82-AF77-89C6CAA1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6973" y="26323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6" name="path-3473">
            <a:extLst xmlns:a="http://schemas.openxmlformats.org/drawingml/2006/main">
              <a:ext uri="{FF2B5EF4-FFF2-40B4-BE49-F238E27FC236}">
                <a16:creationId xmlns:a16="http://schemas.microsoft.com/office/drawing/2014/main" id="{62BA01F5-5A9D-402C-95B2-A1897BE8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3978" y="2629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7" name="path-3474">
            <a:extLst xmlns:a="http://schemas.openxmlformats.org/drawingml/2006/main">
              <a:ext uri="{FF2B5EF4-FFF2-40B4-BE49-F238E27FC236}">
                <a16:creationId xmlns:a16="http://schemas.microsoft.com/office/drawing/2014/main" id="{16AA03EB-ED0A-4DB0-B949-F84F0AC1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493" y="26354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8" name="path-3475">
            <a:extLst xmlns:a="http://schemas.openxmlformats.org/drawingml/2006/main">
              <a:ext uri="{FF2B5EF4-FFF2-40B4-BE49-F238E27FC236}">
                <a16:creationId xmlns:a16="http://schemas.microsoft.com/office/drawing/2014/main" id="{449D533F-D390-4373-8DED-D875034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568" y="2635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9" name="path-3476">
            <a:extLst xmlns:a="http://schemas.openxmlformats.org/drawingml/2006/main">
              <a:ext uri="{FF2B5EF4-FFF2-40B4-BE49-F238E27FC236}">
                <a16:creationId xmlns:a16="http://schemas.microsoft.com/office/drawing/2014/main" id="{41B44BAB-A7F6-4645-866B-DBCEF41F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32" y="2637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0" name="path-3477">
            <a:extLst xmlns:a="http://schemas.openxmlformats.org/drawingml/2006/main">
              <a:ext uri="{FF2B5EF4-FFF2-40B4-BE49-F238E27FC236}">
                <a16:creationId xmlns:a16="http://schemas.microsoft.com/office/drawing/2014/main" id="{6DFFEBE0-FF9F-4C17-9CD3-4E6EDC2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912" y="26412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1" name="path-3478">
            <a:extLst xmlns:a="http://schemas.openxmlformats.org/drawingml/2006/main">
              <a:ext uri="{FF2B5EF4-FFF2-40B4-BE49-F238E27FC236}">
                <a16:creationId xmlns:a16="http://schemas.microsoft.com/office/drawing/2014/main" id="{359D65AE-E6E3-413C-AB69-CA3CF53D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158" y="26396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2" name="path-3479">
            <a:extLst xmlns:a="http://schemas.openxmlformats.org/drawingml/2006/main">
              <a:ext uri="{FF2B5EF4-FFF2-40B4-BE49-F238E27FC236}">
                <a16:creationId xmlns:a16="http://schemas.microsoft.com/office/drawing/2014/main" id="{16BA12DC-0B0B-4DC0-8996-82307429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712" y="26472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3" name="path-3480">
            <a:extLst xmlns:a="http://schemas.openxmlformats.org/drawingml/2006/main">
              <a:ext uri="{FF2B5EF4-FFF2-40B4-BE49-F238E27FC236}">
                <a16:creationId xmlns:a16="http://schemas.microsoft.com/office/drawing/2014/main" id="{245E6C51-07BE-4DF3-87A0-4F86B048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443" y="26495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4" name="path-3481">
            <a:extLst xmlns:a="http://schemas.openxmlformats.org/drawingml/2006/main">
              <a:ext uri="{FF2B5EF4-FFF2-40B4-BE49-F238E27FC236}">
                <a16:creationId xmlns:a16="http://schemas.microsoft.com/office/drawing/2014/main" id="{AC5802EF-A17A-4B0B-9672-E9AD325E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636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5" name="path-3482">
            <a:extLst xmlns:a="http://schemas.openxmlformats.org/drawingml/2006/main">
              <a:ext uri="{FF2B5EF4-FFF2-40B4-BE49-F238E27FC236}">
                <a16:creationId xmlns:a16="http://schemas.microsoft.com/office/drawing/2014/main" id="{9E834350-97F6-47B0-BC90-9B3439A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475" y="2638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6" name="path-3483">
            <a:extLst xmlns:a="http://schemas.openxmlformats.org/drawingml/2006/main">
              <a:ext uri="{FF2B5EF4-FFF2-40B4-BE49-F238E27FC236}">
                <a16:creationId xmlns:a16="http://schemas.microsoft.com/office/drawing/2014/main" id="{78A7B6D4-4FB2-42DF-BE0E-CEBA0816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24" y="26382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7" name="path-3484">
            <a:extLst xmlns:a="http://schemas.openxmlformats.org/drawingml/2006/main">
              <a:ext uri="{FF2B5EF4-FFF2-40B4-BE49-F238E27FC236}">
                <a16:creationId xmlns:a16="http://schemas.microsoft.com/office/drawing/2014/main" id="{C9E613B8-58C3-48FB-B57B-AC2D9B41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233" y="2667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8" name="path-3485">
            <a:extLst xmlns:a="http://schemas.openxmlformats.org/drawingml/2006/main">
              <a:ext uri="{FF2B5EF4-FFF2-40B4-BE49-F238E27FC236}">
                <a16:creationId xmlns:a16="http://schemas.microsoft.com/office/drawing/2014/main" id="{D58E1A78-4F40-4C30-ADAA-1EFC49E0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887" y="2644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9" name="path-3486">
            <a:extLst xmlns:a="http://schemas.openxmlformats.org/drawingml/2006/main">
              <a:ext uri="{FF2B5EF4-FFF2-40B4-BE49-F238E27FC236}">
                <a16:creationId xmlns:a16="http://schemas.microsoft.com/office/drawing/2014/main" id="{C48B1D2C-6BA2-4322-92E0-3AB0133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755" y="26217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0" name="path-3487">
            <a:extLst xmlns:a="http://schemas.openxmlformats.org/drawingml/2006/main">
              <a:ext uri="{FF2B5EF4-FFF2-40B4-BE49-F238E27FC236}">
                <a16:creationId xmlns:a16="http://schemas.microsoft.com/office/drawing/2014/main" id="{3F3A5550-5224-4C5E-AF7E-73A767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845" y="2638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1" name="path-3488">
            <a:extLst xmlns:a="http://schemas.openxmlformats.org/drawingml/2006/main">
              <a:ext uri="{FF2B5EF4-FFF2-40B4-BE49-F238E27FC236}">
                <a16:creationId xmlns:a16="http://schemas.microsoft.com/office/drawing/2014/main" id="{D6AFC98D-A94C-4548-A8BD-5AE8E29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627" y="2650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2" name="path-3489">
            <a:extLst xmlns:a="http://schemas.openxmlformats.org/drawingml/2006/main">
              <a:ext uri="{FF2B5EF4-FFF2-40B4-BE49-F238E27FC236}">
                <a16:creationId xmlns:a16="http://schemas.microsoft.com/office/drawing/2014/main" id="{7F9D9237-F03D-40EF-8ED2-9E3A0450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917" y="2631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3" name="path-3490">
            <a:extLst xmlns:a="http://schemas.openxmlformats.org/drawingml/2006/main">
              <a:ext uri="{FF2B5EF4-FFF2-40B4-BE49-F238E27FC236}">
                <a16:creationId xmlns:a16="http://schemas.microsoft.com/office/drawing/2014/main" id="{2928C46F-2512-429F-AA37-2458870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777" y="2635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4" name="path-3491">
            <a:extLst xmlns:a="http://schemas.openxmlformats.org/drawingml/2006/main">
              <a:ext uri="{FF2B5EF4-FFF2-40B4-BE49-F238E27FC236}">
                <a16:creationId xmlns:a16="http://schemas.microsoft.com/office/drawing/2014/main" id="{EB213C26-783A-4CE7-89A4-A5E5642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330" y="2634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5" name="path-3492">
            <a:extLst xmlns:a="http://schemas.openxmlformats.org/drawingml/2006/main">
              <a:ext uri="{FF2B5EF4-FFF2-40B4-BE49-F238E27FC236}">
                <a16:creationId xmlns:a16="http://schemas.microsoft.com/office/drawing/2014/main" id="{19FD2E35-CC47-4D3C-BF8F-F6AAFD73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773" y="2641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6" name="path-3493">
            <a:extLst xmlns:a="http://schemas.openxmlformats.org/drawingml/2006/main">
              <a:ext uri="{FF2B5EF4-FFF2-40B4-BE49-F238E27FC236}">
                <a16:creationId xmlns:a16="http://schemas.microsoft.com/office/drawing/2014/main" id="{67F639DF-8BA8-4E99-B7CA-955CA43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472" y="2633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7" name="path-3494">
            <a:extLst xmlns:a="http://schemas.openxmlformats.org/drawingml/2006/main">
              <a:ext uri="{FF2B5EF4-FFF2-40B4-BE49-F238E27FC236}">
                <a16:creationId xmlns:a16="http://schemas.microsoft.com/office/drawing/2014/main" id="{F0BDEFD5-B382-45E7-BB42-7CF0E10E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746" y="2638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8" name="path-3495">
            <a:extLst xmlns:a="http://schemas.openxmlformats.org/drawingml/2006/main">
              <a:ext uri="{FF2B5EF4-FFF2-40B4-BE49-F238E27FC236}">
                <a16:creationId xmlns:a16="http://schemas.microsoft.com/office/drawing/2014/main" id="{A118AC3F-401E-4093-B2EE-2287A48F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248" y="26332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9" name="path-3496">
            <a:extLst xmlns:a="http://schemas.openxmlformats.org/drawingml/2006/main">
              <a:ext uri="{FF2B5EF4-FFF2-40B4-BE49-F238E27FC236}">
                <a16:creationId xmlns:a16="http://schemas.microsoft.com/office/drawing/2014/main" id="{AD9ADC3A-2D06-4DB5-A440-E73F84F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159" y="26407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0" name="path-3497">
            <a:extLst xmlns:a="http://schemas.openxmlformats.org/drawingml/2006/main">
              <a:ext uri="{FF2B5EF4-FFF2-40B4-BE49-F238E27FC236}">
                <a16:creationId xmlns:a16="http://schemas.microsoft.com/office/drawing/2014/main" id="{FCD3D7E3-ECE7-4BC3-B216-E88925C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874" y="26453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1" name="path-3498">
            <a:extLst xmlns:a="http://schemas.openxmlformats.org/drawingml/2006/main">
              <a:ext uri="{FF2B5EF4-FFF2-40B4-BE49-F238E27FC236}">
                <a16:creationId xmlns:a16="http://schemas.microsoft.com/office/drawing/2014/main" id="{2940F9C7-B9D6-4FA3-8098-464CF9DC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497" y="2644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2" name="path-3499">
            <a:extLst xmlns:a="http://schemas.openxmlformats.org/drawingml/2006/main">
              <a:ext uri="{FF2B5EF4-FFF2-40B4-BE49-F238E27FC236}">
                <a16:creationId xmlns:a16="http://schemas.microsoft.com/office/drawing/2014/main" id="{E4B53FD3-6D1C-4E8D-8DFD-7E41B172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462" y="2655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3" name="path-3500">
            <a:extLst xmlns:a="http://schemas.openxmlformats.org/drawingml/2006/main">
              <a:ext uri="{FF2B5EF4-FFF2-40B4-BE49-F238E27FC236}">
                <a16:creationId xmlns:a16="http://schemas.microsoft.com/office/drawing/2014/main" id="{80EDF83A-A6CF-46DC-A377-7818C28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453" y="2638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4" name="path-3501">
            <a:extLst xmlns:a="http://schemas.openxmlformats.org/drawingml/2006/main">
              <a:ext uri="{FF2B5EF4-FFF2-40B4-BE49-F238E27FC236}">
                <a16:creationId xmlns:a16="http://schemas.microsoft.com/office/drawing/2014/main" id="{B6B796B0-4FF0-4818-B850-15115A5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434" y="2638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5" name="path-3502">
            <a:extLst xmlns:a="http://schemas.openxmlformats.org/drawingml/2006/main">
              <a:ext uri="{FF2B5EF4-FFF2-40B4-BE49-F238E27FC236}">
                <a16:creationId xmlns:a16="http://schemas.microsoft.com/office/drawing/2014/main" id="{C9B06B99-4E9F-441A-8DAD-7B7D782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192" y="2632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6" name="path-3503">
            <a:extLst xmlns:a="http://schemas.openxmlformats.org/drawingml/2006/main">
              <a:ext uri="{FF2B5EF4-FFF2-40B4-BE49-F238E27FC236}">
                <a16:creationId xmlns:a16="http://schemas.microsoft.com/office/drawing/2014/main" id="{8AE2C6AC-A7F3-4362-BA9E-3946BAB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497" y="2633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7" name="path-3504">
            <a:extLst xmlns:a="http://schemas.openxmlformats.org/drawingml/2006/main">
              <a:ext uri="{FF2B5EF4-FFF2-40B4-BE49-F238E27FC236}">
                <a16:creationId xmlns:a16="http://schemas.microsoft.com/office/drawing/2014/main" id="{8BCB0886-A66E-42D3-86EF-287C0068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3748" y="2625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8" name="path-3505">
            <a:extLst xmlns:a="http://schemas.openxmlformats.org/drawingml/2006/main">
              <a:ext uri="{FF2B5EF4-FFF2-40B4-BE49-F238E27FC236}">
                <a16:creationId xmlns:a16="http://schemas.microsoft.com/office/drawing/2014/main" id="{9D6B3AA8-1D12-4347-A2F2-AEC88BD9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74" y="26446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9" name="path-3506">
            <a:extLst xmlns:a="http://schemas.openxmlformats.org/drawingml/2006/main">
              <a:ext uri="{FF2B5EF4-FFF2-40B4-BE49-F238E27FC236}">
                <a16:creationId xmlns:a16="http://schemas.microsoft.com/office/drawing/2014/main" id="{15672F5C-28BF-444C-97C5-BB6DFD50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192" y="2658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0" name="path-3507">
            <a:extLst xmlns:a="http://schemas.openxmlformats.org/drawingml/2006/main">
              <a:ext uri="{FF2B5EF4-FFF2-40B4-BE49-F238E27FC236}">
                <a16:creationId xmlns:a16="http://schemas.microsoft.com/office/drawing/2014/main" id="{B390AEED-BE2E-4A43-8384-A645563D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611" y="26382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1" name="path-3508">
            <a:extLst xmlns:a="http://schemas.openxmlformats.org/drawingml/2006/main">
              <a:ext uri="{FF2B5EF4-FFF2-40B4-BE49-F238E27FC236}">
                <a16:creationId xmlns:a16="http://schemas.microsoft.com/office/drawing/2014/main" id="{5C457386-6652-47CA-90B3-2CB76D64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236" y="26686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2" name="path-3509">
            <a:extLst xmlns:a="http://schemas.openxmlformats.org/drawingml/2006/main">
              <a:ext uri="{FF2B5EF4-FFF2-40B4-BE49-F238E27FC236}">
                <a16:creationId xmlns:a16="http://schemas.microsoft.com/office/drawing/2014/main" id="{7AC62816-FAFB-4D55-9BBC-4E966A0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478" y="26381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3" name="path-3510">
            <a:extLst xmlns:a="http://schemas.openxmlformats.org/drawingml/2006/main">
              <a:ext uri="{FF2B5EF4-FFF2-40B4-BE49-F238E27FC236}">
                <a16:creationId xmlns:a16="http://schemas.microsoft.com/office/drawing/2014/main" id="{0AEBCDF3-56D9-4F4A-932D-3C23C4E8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034" y="2638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4" name="path-3511">
            <a:extLst xmlns:a="http://schemas.openxmlformats.org/drawingml/2006/main">
              <a:ext uri="{FF2B5EF4-FFF2-40B4-BE49-F238E27FC236}">
                <a16:creationId xmlns:a16="http://schemas.microsoft.com/office/drawing/2014/main" id="{51946030-6935-4845-997D-CF7E6728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858" y="2637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5" name="path-3512">
            <a:extLst xmlns:a="http://schemas.openxmlformats.org/drawingml/2006/main">
              <a:ext uri="{FF2B5EF4-FFF2-40B4-BE49-F238E27FC236}">
                <a16:creationId xmlns:a16="http://schemas.microsoft.com/office/drawing/2014/main" id="{E28976FD-DD33-4076-B314-17EB0872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371" y="26384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6" name="path-3513">
            <a:extLst xmlns:a="http://schemas.openxmlformats.org/drawingml/2006/main">
              <a:ext uri="{FF2B5EF4-FFF2-40B4-BE49-F238E27FC236}">
                <a16:creationId xmlns:a16="http://schemas.microsoft.com/office/drawing/2014/main" id="{7900E218-58C5-4F08-8011-97BF7F8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212" y="2644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7" name="path-3514">
            <a:extLst xmlns:a="http://schemas.openxmlformats.org/drawingml/2006/main">
              <a:ext uri="{FF2B5EF4-FFF2-40B4-BE49-F238E27FC236}">
                <a16:creationId xmlns:a16="http://schemas.microsoft.com/office/drawing/2014/main" id="{FBE0CC32-D95C-4679-8F41-0513A242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778" y="26507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8" name="path-3515">
            <a:extLst xmlns:a="http://schemas.openxmlformats.org/drawingml/2006/main">
              <a:ext uri="{FF2B5EF4-FFF2-40B4-BE49-F238E27FC236}">
                <a16:creationId xmlns:a16="http://schemas.microsoft.com/office/drawing/2014/main" id="{8F29136C-62C2-423B-9760-B289E05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131" y="26509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9" name="path-3516">
            <a:extLst xmlns:a="http://schemas.openxmlformats.org/drawingml/2006/main">
              <a:ext uri="{FF2B5EF4-FFF2-40B4-BE49-F238E27FC236}">
                <a16:creationId xmlns:a16="http://schemas.microsoft.com/office/drawing/2014/main" id="{3AF0B187-CAF3-4B15-A83D-D9B4EC45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763" y="2638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0" name="path-3517">
            <a:extLst xmlns:a="http://schemas.openxmlformats.org/drawingml/2006/main">
              <a:ext uri="{FF2B5EF4-FFF2-40B4-BE49-F238E27FC236}">
                <a16:creationId xmlns:a16="http://schemas.microsoft.com/office/drawing/2014/main" id="{43F8E91E-B76E-4C36-8AC5-434313CD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826" y="26399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1" name="path-3518">
            <a:extLst xmlns:a="http://schemas.openxmlformats.org/drawingml/2006/main">
              <a:ext uri="{FF2B5EF4-FFF2-40B4-BE49-F238E27FC236}">
                <a16:creationId xmlns:a16="http://schemas.microsoft.com/office/drawing/2014/main" id="{3F46F879-6202-4956-BED5-F0AAC82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651" y="2624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2" name="path-3519">
            <a:extLst xmlns:a="http://schemas.openxmlformats.org/drawingml/2006/main">
              <a:ext uri="{FF2B5EF4-FFF2-40B4-BE49-F238E27FC236}">
                <a16:creationId xmlns:a16="http://schemas.microsoft.com/office/drawing/2014/main" id="{BF7DF174-E5D3-4110-8342-A80CEB4F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842" y="26369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3" name="path-3520">
            <a:extLst xmlns:a="http://schemas.openxmlformats.org/drawingml/2006/main">
              <a:ext uri="{FF2B5EF4-FFF2-40B4-BE49-F238E27FC236}">
                <a16:creationId xmlns:a16="http://schemas.microsoft.com/office/drawing/2014/main" id="{336FC52D-46C1-4DFE-B966-13D68615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065" y="2635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4" name="path-3521">
            <a:extLst xmlns:a="http://schemas.openxmlformats.org/drawingml/2006/main">
              <a:ext uri="{FF2B5EF4-FFF2-40B4-BE49-F238E27FC236}">
                <a16:creationId xmlns:a16="http://schemas.microsoft.com/office/drawing/2014/main" id="{91184B37-FE02-4FF1-A479-EBF1888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563" y="26385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5" name="path-3522">
            <a:extLst xmlns:a="http://schemas.openxmlformats.org/drawingml/2006/main">
              <a:ext uri="{FF2B5EF4-FFF2-40B4-BE49-F238E27FC236}">
                <a16:creationId xmlns:a16="http://schemas.microsoft.com/office/drawing/2014/main" id="{A926C992-F461-4E82-A122-393587EC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3973" y="2637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6" name="path-3523">
            <a:extLst xmlns:a="http://schemas.openxmlformats.org/drawingml/2006/main">
              <a:ext uri="{FF2B5EF4-FFF2-40B4-BE49-F238E27FC236}">
                <a16:creationId xmlns:a16="http://schemas.microsoft.com/office/drawing/2014/main" id="{AD2E122D-A424-4ED6-B98C-B189F5BF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172" y="2632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7" name="path-3524">
            <a:extLst xmlns:a="http://schemas.openxmlformats.org/drawingml/2006/main">
              <a:ext uri="{FF2B5EF4-FFF2-40B4-BE49-F238E27FC236}">
                <a16:creationId xmlns:a16="http://schemas.microsoft.com/office/drawing/2014/main" id="{AEF5D9C8-6FA0-4B3C-9C6F-D616FF8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019" y="2629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8" name="path-3525">
            <a:extLst xmlns:a="http://schemas.openxmlformats.org/drawingml/2006/main">
              <a:ext uri="{FF2B5EF4-FFF2-40B4-BE49-F238E27FC236}">
                <a16:creationId xmlns:a16="http://schemas.microsoft.com/office/drawing/2014/main" id="{2C619D82-74C4-4E6C-A350-9B84338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130" y="2652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9" name="path-3526">
            <a:extLst xmlns:a="http://schemas.openxmlformats.org/drawingml/2006/main">
              <a:ext uri="{FF2B5EF4-FFF2-40B4-BE49-F238E27FC236}">
                <a16:creationId xmlns:a16="http://schemas.microsoft.com/office/drawing/2014/main" id="{FC2901BC-4E62-4BE2-8988-94F1D3E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5236" y="2631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0" name="path-3527">
            <a:extLst xmlns:a="http://schemas.openxmlformats.org/drawingml/2006/main">
              <a:ext uri="{FF2B5EF4-FFF2-40B4-BE49-F238E27FC236}">
                <a16:creationId xmlns:a16="http://schemas.microsoft.com/office/drawing/2014/main" id="{775197ED-B6EF-417B-9B2D-2B008B1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510" y="2640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1" name="path-3528">
            <a:extLst xmlns:a="http://schemas.openxmlformats.org/drawingml/2006/main">
              <a:ext uri="{FF2B5EF4-FFF2-40B4-BE49-F238E27FC236}">
                <a16:creationId xmlns:a16="http://schemas.microsoft.com/office/drawing/2014/main" id="{0EFD43A8-D607-4652-8930-367AA9A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831" y="2660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2" name="path-3529">
            <a:extLst xmlns:a="http://schemas.openxmlformats.org/drawingml/2006/main">
              <a:ext uri="{FF2B5EF4-FFF2-40B4-BE49-F238E27FC236}">
                <a16:creationId xmlns:a16="http://schemas.microsoft.com/office/drawing/2014/main" id="{F2B53858-5E81-4E9F-AD1B-88153545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804" y="26421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3" name="path-3530">
            <a:extLst xmlns:a="http://schemas.openxmlformats.org/drawingml/2006/main">
              <a:ext uri="{FF2B5EF4-FFF2-40B4-BE49-F238E27FC236}">
                <a16:creationId xmlns:a16="http://schemas.microsoft.com/office/drawing/2014/main" id="{C2012CAF-3592-4F26-8635-EE37F270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293" y="2631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4" name="path-3531">
            <a:extLst xmlns:a="http://schemas.openxmlformats.org/drawingml/2006/main">
              <a:ext uri="{FF2B5EF4-FFF2-40B4-BE49-F238E27FC236}">
                <a16:creationId xmlns:a16="http://schemas.microsoft.com/office/drawing/2014/main" id="{7985687D-2686-434A-ABC1-746D9B1A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7922" y="26389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5" name="path-3532">
            <a:extLst xmlns:a="http://schemas.openxmlformats.org/drawingml/2006/main">
              <a:ext uri="{FF2B5EF4-FFF2-40B4-BE49-F238E27FC236}">
                <a16:creationId xmlns:a16="http://schemas.microsoft.com/office/drawing/2014/main" id="{1F74FAA1-66A7-40CF-83DB-7B35EBC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582" y="2631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6" name="path-3533">
            <a:extLst xmlns:a="http://schemas.openxmlformats.org/drawingml/2006/main">
              <a:ext uri="{FF2B5EF4-FFF2-40B4-BE49-F238E27FC236}">
                <a16:creationId xmlns:a16="http://schemas.microsoft.com/office/drawing/2014/main" id="{3112B884-E64B-4932-B7AB-F68BD369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148" y="2634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7" name="path-3534">
            <a:extLst xmlns:a="http://schemas.openxmlformats.org/drawingml/2006/main">
              <a:ext uri="{FF2B5EF4-FFF2-40B4-BE49-F238E27FC236}">
                <a16:creationId xmlns:a16="http://schemas.microsoft.com/office/drawing/2014/main" id="{240D3D90-3280-416E-85D9-3C991F2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537" y="2637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8" name="path-3535">
            <a:extLst xmlns:a="http://schemas.openxmlformats.org/drawingml/2006/main">
              <a:ext uri="{FF2B5EF4-FFF2-40B4-BE49-F238E27FC236}">
                <a16:creationId xmlns:a16="http://schemas.microsoft.com/office/drawing/2014/main" id="{EEB38AB6-C55C-4B5B-BB5A-4CD3340C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611" y="2652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9" name="path-3536">
            <a:extLst xmlns:a="http://schemas.openxmlformats.org/drawingml/2006/main">
              <a:ext uri="{FF2B5EF4-FFF2-40B4-BE49-F238E27FC236}">
                <a16:creationId xmlns:a16="http://schemas.microsoft.com/office/drawing/2014/main" id="{B776F0B7-A01E-4D7C-A5C4-D179B37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706" y="26303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0" name="path-3537">
            <a:extLst xmlns:a="http://schemas.openxmlformats.org/drawingml/2006/main">
              <a:ext uri="{FF2B5EF4-FFF2-40B4-BE49-F238E27FC236}">
                <a16:creationId xmlns:a16="http://schemas.microsoft.com/office/drawing/2014/main" id="{A13781B7-B412-460E-8CBB-F8EAFD96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613" y="26394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1" name="path-3538">
            <a:extLst xmlns:a="http://schemas.openxmlformats.org/drawingml/2006/main">
              <a:ext uri="{FF2B5EF4-FFF2-40B4-BE49-F238E27FC236}">
                <a16:creationId xmlns:a16="http://schemas.microsoft.com/office/drawing/2014/main" id="{8CF6900A-73EB-40B5-9E48-3D582DF7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342" y="2642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2" name="path-3539">
            <a:extLst xmlns:a="http://schemas.openxmlformats.org/drawingml/2006/main">
              <a:ext uri="{FF2B5EF4-FFF2-40B4-BE49-F238E27FC236}">
                <a16:creationId xmlns:a16="http://schemas.microsoft.com/office/drawing/2014/main" id="{CC2DE816-65D0-4F59-9CA5-FAFF0C8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042" y="26379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3" name="path-3540">
            <a:extLst xmlns:a="http://schemas.openxmlformats.org/drawingml/2006/main">
              <a:ext uri="{FF2B5EF4-FFF2-40B4-BE49-F238E27FC236}">
                <a16:creationId xmlns:a16="http://schemas.microsoft.com/office/drawing/2014/main" id="{8DEAD10D-79C1-47F9-B977-88D322D8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619" y="2640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4" name="path-3541">
            <a:extLst xmlns:a="http://schemas.openxmlformats.org/drawingml/2006/main">
              <a:ext uri="{FF2B5EF4-FFF2-40B4-BE49-F238E27FC236}">
                <a16:creationId xmlns:a16="http://schemas.microsoft.com/office/drawing/2014/main" id="{CFCC5B4A-5A30-402C-820A-52B800F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253" y="2616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5" name="path-3542">
            <a:extLst xmlns:a="http://schemas.openxmlformats.org/drawingml/2006/main">
              <a:ext uri="{FF2B5EF4-FFF2-40B4-BE49-F238E27FC236}">
                <a16:creationId xmlns:a16="http://schemas.microsoft.com/office/drawing/2014/main" id="{DAFF4A9F-E118-4B39-ABF8-7B16A643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821" y="2637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6" name="path-3543">
            <a:extLst xmlns:a="http://schemas.openxmlformats.org/drawingml/2006/main">
              <a:ext uri="{FF2B5EF4-FFF2-40B4-BE49-F238E27FC236}">
                <a16:creationId xmlns:a16="http://schemas.microsoft.com/office/drawing/2014/main" id="{A74E5A50-BD90-4E45-BACD-136EA85A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646" y="26342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7" name="path-3544">
            <a:extLst xmlns:a="http://schemas.openxmlformats.org/drawingml/2006/main">
              <a:ext uri="{FF2B5EF4-FFF2-40B4-BE49-F238E27FC236}">
                <a16:creationId xmlns:a16="http://schemas.microsoft.com/office/drawing/2014/main" id="{EEADF83C-0EFB-4879-9D8E-6CAF9D7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922" y="2635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8" name="path-3545">
            <a:extLst xmlns:a="http://schemas.openxmlformats.org/drawingml/2006/main">
              <a:ext uri="{FF2B5EF4-FFF2-40B4-BE49-F238E27FC236}">
                <a16:creationId xmlns:a16="http://schemas.microsoft.com/office/drawing/2014/main" id="{92585342-3D8C-4A0A-BCE0-2F7A7CD8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880" y="2638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9" name="path-3546">
            <a:extLst xmlns:a="http://schemas.openxmlformats.org/drawingml/2006/main">
              <a:ext uri="{FF2B5EF4-FFF2-40B4-BE49-F238E27FC236}">
                <a16:creationId xmlns:a16="http://schemas.microsoft.com/office/drawing/2014/main" id="{55D25FBB-2F66-4A2D-A500-16E6141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731" y="2640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0" name="path-3547">
            <a:extLst xmlns:a="http://schemas.openxmlformats.org/drawingml/2006/main">
              <a:ext uri="{FF2B5EF4-FFF2-40B4-BE49-F238E27FC236}">
                <a16:creationId xmlns:a16="http://schemas.microsoft.com/office/drawing/2014/main" id="{01AD5958-0B07-475C-BAE1-ABC14362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662" y="2644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1" name="path-3548">
            <a:extLst xmlns:a="http://schemas.openxmlformats.org/drawingml/2006/main">
              <a:ext uri="{FF2B5EF4-FFF2-40B4-BE49-F238E27FC236}">
                <a16:creationId xmlns:a16="http://schemas.microsoft.com/office/drawing/2014/main" id="{046CEFC4-EEEB-469C-BD37-E64D4BB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737" y="2643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2" name="path-3549">
            <a:extLst xmlns:a="http://schemas.openxmlformats.org/drawingml/2006/main">
              <a:ext uri="{FF2B5EF4-FFF2-40B4-BE49-F238E27FC236}">
                <a16:creationId xmlns:a16="http://schemas.microsoft.com/office/drawing/2014/main" id="{06B437E1-1D82-45AB-9A28-51CE0D71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349" y="2636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3" name="path-3550">
            <a:extLst xmlns:a="http://schemas.openxmlformats.org/drawingml/2006/main">
              <a:ext uri="{FF2B5EF4-FFF2-40B4-BE49-F238E27FC236}">
                <a16:creationId xmlns:a16="http://schemas.microsoft.com/office/drawing/2014/main" id="{C84E3FCC-C94E-45CB-A0AC-F2607FA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554" y="2628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4" name="path-3551">
            <a:extLst xmlns:a="http://schemas.openxmlformats.org/drawingml/2006/main">
              <a:ext uri="{FF2B5EF4-FFF2-40B4-BE49-F238E27FC236}">
                <a16:creationId xmlns:a16="http://schemas.microsoft.com/office/drawing/2014/main" id="{4E7A3DC2-EBFF-448F-8B51-FD0665CF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786" y="26333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5" name="path-3552">
            <a:extLst xmlns:a="http://schemas.openxmlformats.org/drawingml/2006/main">
              <a:ext uri="{FF2B5EF4-FFF2-40B4-BE49-F238E27FC236}">
                <a16:creationId xmlns:a16="http://schemas.microsoft.com/office/drawing/2014/main" id="{C2F8DE51-5FCB-4450-8D72-6C5E93CD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42" y="2637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6" name="path-3553">
            <a:extLst xmlns:a="http://schemas.openxmlformats.org/drawingml/2006/main">
              <a:ext uri="{FF2B5EF4-FFF2-40B4-BE49-F238E27FC236}">
                <a16:creationId xmlns:a16="http://schemas.microsoft.com/office/drawing/2014/main" id="{03B8A7BF-3016-4598-8C24-67A26A3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615" y="2640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7" name="path-3554">
            <a:extLst xmlns:a="http://schemas.openxmlformats.org/drawingml/2006/main">
              <a:ext uri="{FF2B5EF4-FFF2-40B4-BE49-F238E27FC236}">
                <a16:creationId xmlns:a16="http://schemas.microsoft.com/office/drawing/2014/main" id="{E75B1C00-CF7A-4BB4-B3D5-D394684F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904" y="2642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8" name="path-3555">
            <a:extLst xmlns:a="http://schemas.openxmlformats.org/drawingml/2006/main">
              <a:ext uri="{FF2B5EF4-FFF2-40B4-BE49-F238E27FC236}">
                <a16:creationId xmlns:a16="http://schemas.microsoft.com/office/drawing/2014/main" id="{A29EEB50-490E-4F39-A7EF-D570795E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119" y="2617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9" name="path-3556">
            <a:extLst xmlns:a="http://schemas.openxmlformats.org/drawingml/2006/main">
              <a:ext uri="{FF2B5EF4-FFF2-40B4-BE49-F238E27FC236}">
                <a16:creationId xmlns:a16="http://schemas.microsoft.com/office/drawing/2014/main" id="{A835D6AF-DBEE-4E71-B150-405187A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574" y="2610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0" name="path-3557">
            <a:extLst xmlns:a="http://schemas.openxmlformats.org/drawingml/2006/main">
              <a:ext uri="{FF2B5EF4-FFF2-40B4-BE49-F238E27FC236}">
                <a16:creationId xmlns:a16="http://schemas.microsoft.com/office/drawing/2014/main" id="{9D071895-2A94-4060-B528-D389532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052" y="2639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1" name="path-3558">
            <a:extLst xmlns:a="http://schemas.openxmlformats.org/drawingml/2006/main">
              <a:ext uri="{FF2B5EF4-FFF2-40B4-BE49-F238E27FC236}">
                <a16:creationId xmlns:a16="http://schemas.microsoft.com/office/drawing/2014/main" id="{E9AD03A2-0338-4BFC-B03D-64946ABE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304" y="26553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2" name="path-3559">
            <a:extLst xmlns:a="http://schemas.openxmlformats.org/drawingml/2006/main">
              <a:ext uri="{FF2B5EF4-FFF2-40B4-BE49-F238E27FC236}">
                <a16:creationId xmlns:a16="http://schemas.microsoft.com/office/drawing/2014/main" id="{C2F32162-9636-4BAD-990E-FF5141D3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77" y="26345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3" name="path-3560">
            <a:extLst xmlns:a="http://schemas.openxmlformats.org/drawingml/2006/main">
              <a:ext uri="{FF2B5EF4-FFF2-40B4-BE49-F238E27FC236}">
                <a16:creationId xmlns:a16="http://schemas.microsoft.com/office/drawing/2014/main" id="{E6508821-32AA-47C4-87F7-44739FEE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644" y="26396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4" name="path-3561">
            <a:extLst xmlns:a="http://schemas.openxmlformats.org/drawingml/2006/main">
              <a:ext uri="{FF2B5EF4-FFF2-40B4-BE49-F238E27FC236}">
                <a16:creationId xmlns:a16="http://schemas.microsoft.com/office/drawing/2014/main" id="{E9044BB5-D0E8-4943-A00A-AA3CBDA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620" y="2643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5" name="path-3562">
            <a:extLst xmlns:a="http://schemas.openxmlformats.org/drawingml/2006/main">
              <a:ext uri="{FF2B5EF4-FFF2-40B4-BE49-F238E27FC236}">
                <a16:creationId xmlns:a16="http://schemas.microsoft.com/office/drawing/2014/main" id="{29526E67-DF7D-4BDD-8025-BD06133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880" y="26101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6" name="path-3563">
            <a:extLst xmlns:a="http://schemas.openxmlformats.org/drawingml/2006/main">
              <a:ext uri="{FF2B5EF4-FFF2-40B4-BE49-F238E27FC236}">
                <a16:creationId xmlns:a16="http://schemas.microsoft.com/office/drawing/2014/main" id="{AC6DA8CF-1564-409C-9D04-5845ECE8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632" y="26385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7" name="path-3564">
            <a:extLst xmlns:a="http://schemas.openxmlformats.org/drawingml/2006/main">
              <a:ext uri="{FF2B5EF4-FFF2-40B4-BE49-F238E27FC236}">
                <a16:creationId xmlns:a16="http://schemas.microsoft.com/office/drawing/2014/main" id="{76561FC0-59F6-426F-A92D-2B20323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041" y="2625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8" name="path-3565">
            <a:extLst xmlns:a="http://schemas.openxmlformats.org/drawingml/2006/main">
              <a:ext uri="{FF2B5EF4-FFF2-40B4-BE49-F238E27FC236}">
                <a16:creationId xmlns:a16="http://schemas.microsoft.com/office/drawing/2014/main" id="{1BC2363E-B5E6-498C-BF1E-A30876E1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374" y="2639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9" name="path-3566">
            <a:extLst xmlns:a="http://schemas.openxmlformats.org/drawingml/2006/main">
              <a:ext uri="{FF2B5EF4-FFF2-40B4-BE49-F238E27FC236}">
                <a16:creationId xmlns:a16="http://schemas.microsoft.com/office/drawing/2014/main" id="{0D337DAC-D7BE-4F3D-B506-94BD6994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693" y="2633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0" name="path-3567">
            <a:extLst xmlns:a="http://schemas.openxmlformats.org/drawingml/2006/main">
              <a:ext uri="{FF2B5EF4-FFF2-40B4-BE49-F238E27FC236}">
                <a16:creationId xmlns:a16="http://schemas.microsoft.com/office/drawing/2014/main" id="{4BB7787C-5204-4AC9-947D-C2A3D5B1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85" y="2639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1" name="path-3568">
            <a:extLst xmlns:a="http://schemas.openxmlformats.org/drawingml/2006/main">
              <a:ext uri="{FF2B5EF4-FFF2-40B4-BE49-F238E27FC236}">
                <a16:creationId xmlns:a16="http://schemas.microsoft.com/office/drawing/2014/main" id="{932BCEC9-1BFF-47A3-BFD5-238CE3E0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540" y="26428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2" name="path-3569">
            <a:extLst xmlns:a="http://schemas.openxmlformats.org/drawingml/2006/main">
              <a:ext uri="{FF2B5EF4-FFF2-40B4-BE49-F238E27FC236}">
                <a16:creationId xmlns:a16="http://schemas.microsoft.com/office/drawing/2014/main" id="{D1529696-7401-428D-BA0F-1559B81B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741" y="2644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3" name="path-3570">
            <a:extLst xmlns:a="http://schemas.openxmlformats.org/drawingml/2006/main">
              <a:ext uri="{FF2B5EF4-FFF2-40B4-BE49-F238E27FC236}">
                <a16:creationId xmlns:a16="http://schemas.microsoft.com/office/drawing/2014/main" id="{FDA3E011-9857-4929-B29D-37AF071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21" y="2637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4" name="path-3571">
            <a:extLst xmlns:a="http://schemas.openxmlformats.org/drawingml/2006/main">
              <a:ext uri="{FF2B5EF4-FFF2-40B4-BE49-F238E27FC236}">
                <a16:creationId xmlns:a16="http://schemas.microsoft.com/office/drawing/2014/main" id="{7D583839-9889-4172-8A25-0EA2B2A2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760" y="26409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5" name="path-3572">
            <a:extLst xmlns:a="http://schemas.openxmlformats.org/drawingml/2006/main">
              <a:ext uri="{FF2B5EF4-FFF2-40B4-BE49-F238E27FC236}">
                <a16:creationId xmlns:a16="http://schemas.microsoft.com/office/drawing/2014/main" id="{04F0BD66-07C4-428A-9032-858F899A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31" y="26395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6" name="path-3573">
            <a:extLst xmlns:a="http://schemas.openxmlformats.org/drawingml/2006/main">
              <a:ext uri="{FF2B5EF4-FFF2-40B4-BE49-F238E27FC236}">
                <a16:creationId xmlns:a16="http://schemas.microsoft.com/office/drawing/2014/main" id="{AEB62A3D-E0F5-480D-8FB7-F5B869AE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484" y="2642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7" name="path-3574">
            <a:extLst xmlns:a="http://schemas.openxmlformats.org/drawingml/2006/main">
              <a:ext uri="{FF2B5EF4-FFF2-40B4-BE49-F238E27FC236}">
                <a16:creationId xmlns:a16="http://schemas.microsoft.com/office/drawing/2014/main" id="{C7DDB946-8F09-402B-AC76-F08A809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003" y="26376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8" name="path-3575">
            <a:extLst xmlns:a="http://schemas.openxmlformats.org/drawingml/2006/main">
              <a:ext uri="{FF2B5EF4-FFF2-40B4-BE49-F238E27FC236}">
                <a16:creationId xmlns:a16="http://schemas.microsoft.com/office/drawing/2014/main" id="{429A0B7C-C2F2-4E82-B799-6A6ACE9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986" y="2639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9" name="path-3576">
            <a:extLst xmlns:a="http://schemas.openxmlformats.org/drawingml/2006/main">
              <a:ext uri="{FF2B5EF4-FFF2-40B4-BE49-F238E27FC236}">
                <a16:creationId xmlns:a16="http://schemas.microsoft.com/office/drawing/2014/main" id="{FFD64051-3EAF-4053-B089-2306EAC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975" y="26382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0" name="path-3577">
            <a:extLst xmlns:a="http://schemas.openxmlformats.org/drawingml/2006/main">
              <a:ext uri="{FF2B5EF4-FFF2-40B4-BE49-F238E27FC236}">
                <a16:creationId xmlns:a16="http://schemas.microsoft.com/office/drawing/2014/main" id="{47C00128-5810-4CB5-9E71-1A8D9DA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740" y="2612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1" name="path-3578">
            <a:extLst xmlns:a="http://schemas.openxmlformats.org/drawingml/2006/main">
              <a:ext uri="{FF2B5EF4-FFF2-40B4-BE49-F238E27FC236}">
                <a16:creationId xmlns:a16="http://schemas.microsoft.com/office/drawing/2014/main" id="{B5DF7F64-D05A-4B1F-B979-5BF9389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026" y="2620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2" name="path-3579">
            <a:extLst xmlns:a="http://schemas.openxmlformats.org/drawingml/2006/main">
              <a:ext uri="{FF2B5EF4-FFF2-40B4-BE49-F238E27FC236}">
                <a16:creationId xmlns:a16="http://schemas.microsoft.com/office/drawing/2014/main" id="{046DF6A4-9442-4E71-8AE9-B82207B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0973" y="2656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3" name="path-3580">
            <a:extLst xmlns:a="http://schemas.openxmlformats.org/drawingml/2006/main">
              <a:ext uri="{FF2B5EF4-FFF2-40B4-BE49-F238E27FC236}">
                <a16:creationId xmlns:a16="http://schemas.microsoft.com/office/drawing/2014/main" id="{452023C0-F5B6-43F7-A7D1-8A524D20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145" y="2636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4" name="path-3581">
            <a:extLst xmlns:a="http://schemas.openxmlformats.org/drawingml/2006/main">
              <a:ext uri="{FF2B5EF4-FFF2-40B4-BE49-F238E27FC236}">
                <a16:creationId xmlns:a16="http://schemas.microsoft.com/office/drawing/2014/main" id="{C844CC00-5C83-4746-BCAA-0A8E501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048" y="2645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5" name="path-3582">
            <a:extLst xmlns:a="http://schemas.openxmlformats.org/drawingml/2006/main">
              <a:ext uri="{FF2B5EF4-FFF2-40B4-BE49-F238E27FC236}">
                <a16:creationId xmlns:a16="http://schemas.microsoft.com/office/drawing/2014/main" id="{103F374F-8601-4194-9BD1-2C715FA7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720" y="26551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6" name="path-3583">
            <a:extLst xmlns:a="http://schemas.openxmlformats.org/drawingml/2006/main">
              <a:ext uri="{FF2B5EF4-FFF2-40B4-BE49-F238E27FC236}">
                <a16:creationId xmlns:a16="http://schemas.microsoft.com/office/drawing/2014/main" id="{0176150C-E4A5-4039-9C95-5891843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175" y="2625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7" name="path-3584">
            <a:extLst xmlns:a="http://schemas.openxmlformats.org/drawingml/2006/main">
              <a:ext uri="{FF2B5EF4-FFF2-40B4-BE49-F238E27FC236}">
                <a16:creationId xmlns:a16="http://schemas.microsoft.com/office/drawing/2014/main" id="{F3931923-5D9F-4623-AE2F-4925139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637" y="2638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8" name="path-3585">
            <a:extLst xmlns:a="http://schemas.openxmlformats.org/drawingml/2006/main">
              <a:ext uri="{FF2B5EF4-FFF2-40B4-BE49-F238E27FC236}">
                <a16:creationId xmlns:a16="http://schemas.microsoft.com/office/drawing/2014/main" id="{7EB8100E-274C-4B6F-B1BB-70DA90E6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150" y="2636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9" name="path-3586">
            <a:extLst xmlns:a="http://schemas.openxmlformats.org/drawingml/2006/main">
              <a:ext uri="{FF2B5EF4-FFF2-40B4-BE49-F238E27FC236}">
                <a16:creationId xmlns:a16="http://schemas.microsoft.com/office/drawing/2014/main" id="{D0AB9235-6924-4B69-A966-71835B2C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478" y="2654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0" name="path-3587">
            <a:extLst xmlns:a="http://schemas.openxmlformats.org/drawingml/2006/main">
              <a:ext uri="{FF2B5EF4-FFF2-40B4-BE49-F238E27FC236}">
                <a16:creationId xmlns:a16="http://schemas.microsoft.com/office/drawing/2014/main" id="{4741E7AE-50BA-4ECE-87B9-693E6D0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779" y="2611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1" name="path-3588">
            <a:extLst xmlns:a="http://schemas.openxmlformats.org/drawingml/2006/main">
              <a:ext uri="{FF2B5EF4-FFF2-40B4-BE49-F238E27FC236}">
                <a16:creationId xmlns:a16="http://schemas.microsoft.com/office/drawing/2014/main" id="{A40AA865-519E-453E-9716-02911981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219" y="2638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2" name="path-3589">
            <a:extLst xmlns:a="http://schemas.openxmlformats.org/drawingml/2006/main">
              <a:ext uri="{FF2B5EF4-FFF2-40B4-BE49-F238E27FC236}">
                <a16:creationId xmlns:a16="http://schemas.microsoft.com/office/drawing/2014/main" id="{76A7695C-FDA6-4488-A12C-9A44E4B1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112" y="2637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3" name="path-3590">
            <a:extLst xmlns:a="http://schemas.openxmlformats.org/drawingml/2006/main">
              <a:ext uri="{FF2B5EF4-FFF2-40B4-BE49-F238E27FC236}">
                <a16:creationId xmlns:a16="http://schemas.microsoft.com/office/drawing/2014/main" id="{7693D705-10C1-4A30-A58D-DFCCC691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410" y="2639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4" name="path-3591">
            <a:extLst xmlns:a="http://schemas.openxmlformats.org/drawingml/2006/main">
              <a:ext uri="{FF2B5EF4-FFF2-40B4-BE49-F238E27FC236}">
                <a16:creationId xmlns:a16="http://schemas.microsoft.com/office/drawing/2014/main" id="{A6DE89FE-CF47-43B8-867E-58934E8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64" y="26383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5" name="path-3592">
            <a:extLst xmlns:a="http://schemas.openxmlformats.org/drawingml/2006/main">
              <a:ext uri="{FF2B5EF4-FFF2-40B4-BE49-F238E27FC236}">
                <a16:creationId xmlns:a16="http://schemas.microsoft.com/office/drawing/2014/main" id="{27134704-37F7-4ABB-BECD-81CA312E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178" y="2633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6" name="path-3593">
            <a:extLst xmlns:a="http://schemas.openxmlformats.org/drawingml/2006/main">
              <a:ext uri="{FF2B5EF4-FFF2-40B4-BE49-F238E27FC236}">
                <a16:creationId xmlns:a16="http://schemas.microsoft.com/office/drawing/2014/main" id="{66E54B14-85B6-4E93-A8BC-F6F6F659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718" y="26484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7" name="path-3594">
            <a:extLst xmlns:a="http://schemas.openxmlformats.org/drawingml/2006/main">
              <a:ext uri="{FF2B5EF4-FFF2-40B4-BE49-F238E27FC236}">
                <a16:creationId xmlns:a16="http://schemas.microsoft.com/office/drawing/2014/main" id="{121A09E3-0E48-4979-A2C2-9BBBE636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546" y="2639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8" name="path-3595">
            <a:extLst xmlns:a="http://schemas.openxmlformats.org/drawingml/2006/main">
              <a:ext uri="{FF2B5EF4-FFF2-40B4-BE49-F238E27FC236}">
                <a16:creationId xmlns:a16="http://schemas.microsoft.com/office/drawing/2014/main" id="{D4416FB7-F4D8-44B4-B2D5-36FE018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073" y="2634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9" name="path-3596">
            <a:extLst xmlns:a="http://schemas.openxmlformats.org/drawingml/2006/main">
              <a:ext uri="{FF2B5EF4-FFF2-40B4-BE49-F238E27FC236}">
                <a16:creationId xmlns:a16="http://schemas.microsoft.com/office/drawing/2014/main" id="{2E37B2F3-705C-4CE8-B6DD-22B35545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062" y="2639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0" name="path-3597">
            <a:extLst xmlns:a="http://schemas.openxmlformats.org/drawingml/2006/main">
              <a:ext uri="{FF2B5EF4-FFF2-40B4-BE49-F238E27FC236}">
                <a16:creationId xmlns:a16="http://schemas.microsoft.com/office/drawing/2014/main" id="{86C45A06-65D0-40F2-BC3B-B9D11F63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634" y="26432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1" name="path-3598">
            <a:extLst xmlns:a="http://schemas.openxmlformats.org/drawingml/2006/main">
              <a:ext uri="{FF2B5EF4-FFF2-40B4-BE49-F238E27FC236}">
                <a16:creationId xmlns:a16="http://schemas.microsoft.com/office/drawing/2014/main" id="{2DA9C2A5-1DEF-45CE-9E48-B48094F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838" y="2641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2" name="path-3599">
            <a:extLst xmlns:a="http://schemas.openxmlformats.org/drawingml/2006/main">
              <a:ext uri="{FF2B5EF4-FFF2-40B4-BE49-F238E27FC236}">
                <a16:creationId xmlns:a16="http://schemas.microsoft.com/office/drawing/2014/main" id="{CB54E548-82A3-4094-B9D2-00141F8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475" y="2633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3" name="path-3600">
            <a:extLst xmlns:a="http://schemas.openxmlformats.org/drawingml/2006/main">
              <a:ext uri="{FF2B5EF4-FFF2-40B4-BE49-F238E27FC236}">
                <a16:creationId xmlns:a16="http://schemas.microsoft.com/office/drawing/2014/main" id="{16061E8D-B569-473B-894E-125AC779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964" y="2627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4" name="path-3601">
            <a:extLst xmlns:a="http://schemas.openxmlformats.org/drawingml/2006/main">
              <a:ext uri="{FF2B5EF4-FFF2-40B4-BE49-F238E27FC236}">
                <a16:creationId xmlns:a16="http://schemas.microsoft.com/office/drawing/2014/main" id="{38A2695A-0B9C-40F1-A6F3-931094C5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050" y="2673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5" name="path-3602">
            <a:extLst xmlns:a="http://schemas.openxmlformats.org/drawingml/2006/main">
              <a:ext uri="{FF2B5EF4-FFF2-40B4-BE49-F238E27FC236}">
                <a16:creationId xmlns:a16="http://schemas.microsoft.com/office/drawing/2014/main" id="{AD08CDE5-62CE-4D77-ABF1-E8B111F1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010" y="26354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6" name="path-3603">
            <a:extLst xmlns:a="http://schemas.openxmlformats.org/drawingml/2006/main">
              <a:ext uri="{FF2B5EF4-FFF2-40B4-BE49-F238E27FC236}">
                <a16:creationId xmlns:a16="http://schemas.microsoft.com/office/drawing/2014/main" id="{20FB872D-1163-400B-839D-742D8667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599" y="2638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7" name="path-3604">
            <a:extLst xmlns:a="http://schemas.openxmlformats.org/drawingml/2006/main">
              <a:ext uri="{FF2B5EF4-FFF2-40B4-BE49-F238E27FC236}">
                <a16:creationId xmlns:a16="http://schemas.microsoft.com/office/drawing/2014/main" id="{ACD72BC1-5747-40C3-9A9F-DFFB87D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913" y="2638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8" name="path-3605">
            <a:extLst xmlns:a="http://schemas.openxmlformats.org/drawingml/2006/main">
              <a:ext uri="{FF2B5EF4-FFF2-40B4-BE49-F238E27FC236}">
                <a16:creationId xmlns:a16="http://schemas.microsoft.com/office/drawing/2014/main" id="{D07FC53D-0943-4D4A-BE6A-6151D90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801" y="2641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9" name="path-3606">
            <a:extLst xmlns:a="http://schemas.openxmlformats.org/drawingml/2006/main">
              <a:ext uri="{FF2B5EF4-FFF2-40B4-BE49-F238E27FC236}">
                <a16:creationId xmlns:a16="http://schemas.microsoft.com/office/drawing/2014/main" id="{8861FADF-7701-460B-9C7D-88A999BD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076" y="26351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0" name="path-3607">
            <a:extLst xmlns:a="http://schemas.openxmlformats.org/drawingml/2006/main">
              <a:ext uri="{FF2B5EF4-FFF2-40B4-BE49-F238E27FC236}">
                <a16:creationId xmlns:a16="http://schemas.microsoft.com/office/drawing/2014/main" id="{2D9A1798-30C8-4A9F-9508-70C4467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769" y="2664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1" name="path-3608">
            <a:extLst xmlns:a="http://schemas.openxmlformats.org/drawingml/2006/main">
              <a:ext uri="{FF2B5EF4-FFF2-40B4-BE49-F238E27FC236}">
                <a16:creationId xmlns:a16="http://schemas.microsoft.com/office/drawing/2014/main" id="{F7B9BCA4-C13F-48AE-AFD9-47C429A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053" y="2641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2" name="path-3609">
            <a:extLst xmlns:a="http://schemas.openxmlformats.org/drawingml/2006/main">
              <a:ext uri="{FF2B5EF4-FFF2-40B4-BE49-F238E27FC236}">
                <a16:creationId xmlns:a16="http://schemas.microsoft.com/office/drawing/2014/main" id="{C702306D-A38B-492B-8E60-082F70AB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818" y="26155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3" name="path-3610">
            <a:extLst xmlns:a="http://schemas.openxmlformats.org/drawingml/2006/main">
              <a:ext uri="{FF2B5EF4-FFF2-40B4-BE49-F238E27FC236}">
                <a16:creationId xmlns:a16="http://schemas.microsoft.com/office/drawing/2014/main" id="{31AF17A0-A362-4741-9816-27E9162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895" y="26386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4" name="path-3611">
            <a:extLst xmlns:a="http://schemas.openxmlformats.org/drawingml/2006/main">
              <a:ext uri="{FF2B5EF4-FFF2-40B4-BE49-F238E27FC236}">
                <a16:creationId xmlns:a16="http://schemas.microsoft.com/office/drawing/2014/main" id="{E76FF8E7-EB7A-409F-A335-DD57C3C7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535" y="26358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5" name="path-3612">
            <a:extLst xmlns:a="http://schemas.openxmlformats.org/drawingml/2006/main">
              <a:ext uri="{FF2B5EF4-FFF2-40B4-BE49-F238E27FC236}">
                <a16:creationId xmlns:a16="http://schemas.microsoft.com/office/drawing/2014/main" id="{832A9D27-4B9D-4067-BD8F-C28BD5F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086" y="2671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6" name="path-3613">
            <a:extLst xmlns:a="http://schemas.openxmlformats.org/drawingml/2006/main">
              <a:ext uri="{FF2B5EF4-FFF2-40B4-BE49-F238E27FC236}">
                <a16:creationId xmlns:a16="http://schemas.microsoft.com/office/drawing/2014/main" id="{295A83E7-D418-4FC2-A661-26D85510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717" y="26369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7" name="path-3614">
            <a:extLst xmlns:a="http://schemas.openxmlformats.org/drawingml/2006/main">
              <a:ext uri="{FF2B5EF4-FFF2-40B4-BE49-F238E27FC236}">
                <a16:creationId xmlns:a16="http://schemas.microsoft.com/office/drawing/2014/main" id="{CCDFF630-828E-4610-976F-DFA291ED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938" y="26599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8" name="path-3615">
            <a:extLst xmlns:a="http://schemas.openxmlformats.org/drawingml/2006/main">
              <a:ext uri="{FF2B5EF4-FFF2-40B4-BE49-F238E27FC236}">
                <a16:creationId xmlns:a16="http://schemas.microsoft.com/office/drawing/2014/main" id="{74B48A8D-39C3-490A-A7C9-21206C9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053" y="2637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9" name="path-3616">
            <a:extLst xmlns:a="http://schemas.openxmlformats.org/drawingml/2006/main">
              <a:ext uri="{FF2B5EF4-FFF2-40B4-BE49-F238E27FC236}">
                <a16:creationId xmlns:a16="http://schemas.microsoft.com/office/drawing/2014/main" id="{1E1CE0B8-7A19-4132-A248-6862DB4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765" y="26203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0" name="path-3617">
            <a:extLst xmlns:a="http://schemas.openxmlformats.org/drawingml/2006/main">
              <a:ext uri="{FF2B5EF4-FFF2-40B4-BE49-F238E27FC236}">
                <a16:creationId xmlns:a16="http://schemas.microsoft.com/office/drawing/2014/main" id="{60A864BD-DE76-47CD-A033-DF9BEB31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288" y="2635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1" name="path-3618">
            <a:extLst xmlns:a="http://schemas.openxmlformats.org/drawingml/2006/main">
              <a:ext uri="{FF2B5EF4-FFF2-40B4-BE49-F238E27FC236}">
                <a16:creationId xmlns:a16="http://schemas.microsoft.com/office/drawing/2014/main" id="{D4B91BAA-1689-4B81-9268-9F349C1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704" y="2624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2" name="path-3619">
            <a:extLst xmlns:a="http://schemas.openxmlformats.org/drawingml/2006/main">
              <a:ext uri="{FF2B5EF4-FFF2-40B4-BE49-F238E27FC236}">
                <a16:creationId xmlns:a16="http://schemas.microsoft.com/office/drawing/2014/main" id="{DC2C57BC-0F5F-4195-97B9-96E75374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435" y="26343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3" name="path-3620">
            <a:extLst xmlns:a="http://schemas.openxmlformats.org/drawingml/2006/main">
              <a:ext uri="{FF2B5EF4-FFF2-40B4-BE49-F238E27FC236}">
                <a16:creationId xmlns:a16="http://schemas.microsoft.com/office/drawing/2014/main" id="{70A24166-8509-49E8-91C5-38ADE05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453" y="26595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4" name="path-3621">
            <a:extLst xmlns:a="http://schemas.openxmlformats.org/drawingml/2006/main">
              <a:ext uri="{FF2B5EF4-FFF2-40B4-BE49-F238E27FC236}">
                <a16:creationId xmlns:a16="http://schemas.microsoft.com/office/drawing/2014/main" id="{E4ED71A1-F8B4-4D37-AEBA-5C4E54E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696" y="2636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5" name="path-3622">
            <a:extLst xmlns:a="http://schemas.openxmlformats.org/drawingml/2006/main">
              <a:ext uri="{FF2B5EF4-FFF2-40B4-BE49-F238E27FC236}">
                <a16:creationId xmlns:a16="http://schemas.microsoft.com/office/drawing/2014/main" id="{C40691E4-2244-4761-9FB7-7707E3E1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976" y="2641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6" name="path-3623">
            <a:extLst xmlns:a="http://schemas.openxmlformats.org/drawingml/2006/main">
              <a:ext uri="{FF2B5EF4-FFF2-40B4-BE49-F238E27FC236}">
                <a16:creationId xmlns:a16="http://schemas.microsoft.com/office/drawing/2014/main" id="{A577E1E3-4857-4C38-8F61-C79DF91D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872" y="2632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7" name="path-3624">
            <a:extLst xmlns:a="http://schemas.openxmlformats.org/drawingml/2006/main">
              <a:ext uri="{FF2B5EF4-FFF2-40B4-BE49-F238E27FC236}">
                <a16:creationId xmlns:a16="http://schemas.microsoft.com/office/drawing/2014/main" id="{D30B54F3-90B2-48A7-AA49-DD4F8EA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760" y="2647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8" name="path-3625">
            <a:extLst xmlns:a="http://schemas.openxmlformats.org/drawingml/2006/main">
              <a:ext uri="{FF2B5EF4-FFF2-40B4-BE49-F238E27FC236}">
                <a16:creationId xmlns:a16="http://schemas.microsoft.com/office/drawing/2014/main" id="{9D77CE80-F34C-493F-BDC2-813D8D5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784" y="2661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9" name="path-3626">
            <a:extLst xmlns:a="http://schemas.openxmlformats.org/drawingml/2006/main">
              <a:ext uri="{FF2B5EF4-FFF2-40B4-BE49-F238E27FC236}">
                <a16:creationId xmlns:a16="http://schemas.microsoft.com/office/drawing/2014/main" id="{8FA6B1F3-9C8B-44DE-A5C2-3AEEB07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514" y="2634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0" name="path-3627">
            <a:extLst xmlns:a="http://schemas.openxmlformats.org/drawingml/2006/main">
              <a:ext uri="{FF2B5EF4-FFF2-40B4-BE49-F238E27FC236}">
                <a16:creationId xmlns:a16="http://schemas.microsoft.com/office/drawing/2014/main" id="{A581AC6E-83B6-47AA-AFE3-43400AB1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736" y="26393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1" name="path-3628">
            <a:extLst xmlns:a="http://schemas.openxmlformats.org/drawingml/2006/main">
              <a:ext uri="{FF2B5EF4-FFF2-40B4-BE49-F238E27FC236}">
                <a16:creationId xmlns:a16="http://schemas.microsoft.com/office/drawing/2014/main" id="{3718F8C6-03CD-4B0D-9C8C-9599E842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181" y="2647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2" name="path-3629">
            <a:extLst xmlns:a="http://schemas.openxmlformats.org/drawingml/2006/main">
              <a:ext uri="{FF2B5EF4-FFF2-40B4-BE49-F238E27FC236}">
                <a16:creationId xmlns:a16="http://schemas.microsoft.com/office/drawing/2014/main" id="{9AF1E757-481F-4E5E-BE15-1398E6D6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496" y="2636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3" name="path-3630">
            <a:extLst xmlns:a="http://schemas.openxmlformats.org/drawingml/2006/main">
              <a:ext uri="{FF2B5EF4-FFF2-40B4-BE49-F238E27FC236}">
                <a16:creationId xmlns:a16="http://schemas.microsoft.com/office/drawing/2014/main" id="{A9C03A91-9847-4DF1-9297-AF7A4889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562" y="26297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4" name="path-3631">
            <a:extLst xmlns:a="http://schemas.openxmlformats.org/drawingml/2006/main">
              <a:ext uri="{FF2B5EF4-FFF2-40B4-BE49-F238E27FC236}">
                <a16:creationId xmlns:a16="http://schemas.microsoft.com/office/drawing/2014/main" id="{FF5F6FE3-C478-42CE-AA5B-2DF3A79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551" y="2677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5" name="path-3632">
            <a:extLst xmlns:a="http://schemas.openxmlformats.org/drawingml/2006/main">
              <a:ext uri="{FF2B5EF4-FFF2-40B4-BE49-F238E27FC236}">
                <a16:creationId xmlns:a16="http://schemas.microsoft.com/office/drawing/2014/main" id="{0EB8F772-F03B-4F91-A0DF-D76B1D07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341" y="2648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6" name="path-3633">
            <a:extLst xmlns:a="http://schemas.openxmlformats.org/drawingml/2006/main">
              <a:ext uri="{FF2B5EF4-FFF2-40B4-BE49-F238E27FC236}">
                <a16:creationId xmlns:a16="http://schemas.microsoft.com/office/drawing/2014/main" id="{BCFF961D-26C3-4E4B-AB51-787F963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456" y="2627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7" name="path-3634">
            <a:extLst xmlns:a="http://schemas.openxmlformats.org/drawingml/2006/main">
              <a:ext uri="{FF2B5EF4-FFF2-40B4-BE49-F238E27FC236}">
                <a16:creationId xmlns:a16="http://schemas.microsoft.com/office/drawing/2014/main" id="{6A7A8BAF-C0FF-4328-B34E-2A41E9AC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298" y="2638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8" name="path-3635">
            <a:extLst xmlns:a="http://schemas.openxmlformats.org/drawingml/2006/main">
              <a:ext uri="{FF2B5EF4-FFF2-40B4-BE49-F238E27FC236}">
                <a16:creationId xmlns:a16="http://schemas.microsoft.com/office/drawing/2014/main" id="{DEAA1CAC-FC9B-41BF-871C-FDC747B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284" y="2640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9" name="path-3636">
            <a:extLst xmlns:a="http://schemas.openxmlformats.org/drawingml/2006/main">
              <a:ext uri="{FF2B5EF4-FFF2-40B4-BE49-F238E27FC236}">
                <a16:creationId xmlns:a16="http://schemas.microsoft.com/office/drawing/2014/main" id="{5999042F-FF23-49C2-A6A3-7A9705E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185" y="26376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0" name="path-3637">
            <a:extLst xmlns:a="http://schemas.openxmlformats.org/drawingml/2006/main">
              <a:ext uri="{FF2B5EF4-FFF2-40B4-BE49-F238E27FC236}">
                <a16:creationId xmlns:a16="http://schemas.microsoft.com/office/drawing/2014/main" id="{2553AC5F-1ED4-4200-9A60-D06BF97A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731" y="2637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1" name="path-3638">
            <a:extLst xmlns:a="http://schemas.openxmlformats.org/drawingml/2006/main">
              <a:ext uri="{FF2B5EF4-FFF2-40B4-BE49-F238E27FC236}">
                <a16:creationId xmlns:a16="http://schemas.microsoft.com/office/drawing/2014/main" id="{36893C47-C74F-479C-8454-4EF5A48A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141" y="2624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2" name="path-3639">
            <a:extLst xmlns:a="http://schemas.openxmlformats.org/drawingml/2006/main">
              <a:ext uri="{FF2B5EF4-FFF2-40B4-BE49-F238E27FC236}">
                <a16:creationId xmlns:a16="http://schemas.microsoft.com/office/drawing/2014/main" id="{54100F39-304D-4E15-A5F6-E134D6AC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275" y="2667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3" name="path-3640">
            <a:extLst xmlns:a="http://schemas.openxmlformats.org/drawingml/2006/main">
              <a:ext uri="{FF2B5EF4-FFF2-40B4-BE49-F238E27FC236}">
                <a16:creationId xmlns:a16="http://schemas.microsoft.com/office/drawing/2014/main" id="{5C9A2D04-5456-49D8-90A9-548B93A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350" y="26343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4" name="path-3641">
            <a:extLst xmlns:a="http://schemas.openxmlformats.org/drawingml/2006/main">
              <a:ext uri="{FF2B5EF4-FFF2-40B4-BE49-F238E27FC236}">
                <a16:creationId xmlns:a16="http://schemas.microsoft.com/office/drawing/2014/main" id="{C237E28D-C971-4487-8D59-B30A712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595" y="2629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5" name="path-3642">
            <a:extLst xmlns:a="http://schemas.openxmlformats.org/drawingml/2006/main">
              <a:ext uri="{FF2B5EF4-FFF2-40B4-BE49-F238E27FC236}">
                <a16:creationId xmlns:a16="http://schemas.microsoft.com/office/drawing/2014/main" id="{2F4B0D71-306A-4BBC-8535-AA71770B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489" y="26347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6" name="path-3643">
            <a:extLst xmlns:a="http://schemas.openxmlformats.org/drawingml/2006/main">
              <a:ext uri="{FF2B5EF4-FFF2-40B4-BE49-F238E27FC236}">
                <a16:creationId xmlns:a16="http://schemas.microsoft.com/office/drawing/2014/main" id="{9A60261C-3637-4009-AC78-52F1917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393" y="2641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7" name="path-3644">
            <a:extLst xmlns:a="http://schemas.openxmlformats.org/drawingml/2006/main">
              <a:ext uri="{FF2B5EF4-FFF2-40B4-BE49-F238E27FC236}">
                <a16:creationId xmlns:a16="http://schemas.microsoft.com/office/drawing/2014/main" id="{80100DE3-1517-4966-ACC2-3DC036D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175" y="2647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8" name="path-3645">
            <a:extLst xmlns:a="http://schemas.openxmlformats.org/drawingml/2006/main">
              <a:ext uri="{FF2B5EF4-FFF2-40B4-BE49-F238E27FC236}">
                <a16:creationId xmlns:a16="http://schemas.microsoft.com/office/drawing/2014/main" id="{79E7D616-9295-4748-8DDC-9633E6E6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474" y="2636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9" name="path-3646">
            <a:extLst xmlns:a="http://schemas.openxmlformats.org/drawingml/2006/main">
              <a:ext uri="{FF2B5EF4-FFF2-40B4-BE49-F238E27FC236}">
                <a16:creationId xmlns:a16="http://schemas.microsoft.com/office/drawing/2014/main" id="{1B786E3E-974B-4E48-9152-D0C751A2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92" y="260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0" name="path-3647">
            <a:extLst xmlns:a="http://schemas.openxmlformats.org/drawingml/2006/main">
              <a:ext uri="{FF2B5EF4-FFF2-40B4-BE49-F238E27FC236}">
                <a16:creationId xmlns:a16="http://schemas.microsoft.com/office/drawing/2014/main" id="{27657684-0C75-479D-9D23-BB1CFC0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0304" y="2630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1" name="path-3648">
            <a:extLst xmlns:a="http://schemas.openxmlformats.org/drawingml/2006/main">
              <a:ext uri="{FF2B5EF4-FFF2-40B4-BE49-F238E27FC236}">
                <a16:creationId xmlns:a16="http://schemas.microsoft.com/office/drawing/2014/main" id="{F071A6D2-00C5-41B4-BBF7-932E1D09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720" y="26437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2" name="path-3649">
            <a:extLst xmlns:a="http://schemas.openxmlformats.org/drawingml/2006/main">
              <a:ext uri="{FF2B5EF4-FFF2-40B4-BE49-F238E27FC236}">
                <a16:creationId xmlns:a16="http://schemas.microsoft.com/office/drawing/2014/main" id="{4703CCF4-5B13-4ED3-8E8B-02A8E5F7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1645" y="26533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3" name="path-3650">
            <a:extLst xmlns:a="http://schemas.openxmlformats.org/drawingml/2006/main">
              <a:ext uri="{FF2B5EF4-FFF2-40B4-BE49-F238E27FC236}">
                <a16:creationId xmlns:a16="http://schemas.microsoft.com/office/drawing/2014/main" id="{9E532FA7-83F1-476E-BE88-06E78408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67" y="26365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4" name="path-3651">
            <a:extLst xmlns:a="http://schemas.openxmlformats.org/drawingml/2006/main">
              <a:ext uri="{FF2B5EF4-FFF2-40B4-BE49-F238E27FC236}">
                <a16:creationId xmlns:a16="http://schemas.microsoft.com/office/drawing/2014/main" id="{92CCF057-97B6-441A-AA80-22B104B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126" y="2631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5" name="path-3652">
            <a:extLst xmlns:a="http://schemas.openxmlformats.org/drawingml/2006/main">
              <a:ext uri="{FF2B5EF4-FFF2-40B4-BE49-F238E27FC236}">
                <a16:creationId xmlns:a16="http://schemas.microsoft.com/office/drawing/2014/main" id="{3A7441A5-7508-4F24-B17F-B1A1B86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736" y="2652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6" name="path-3653">
            <a:extLst xmlns:a="http://schemas.openxmlformats.org/drawingml/2006/main">
              <a:ext uri="{FF2B5EF4-FFF2-40B4-BE49-F238E27FC236}">
                <a16:creationId xmlns:a16="http://schemas.microsoft.com/office/drawing/2014/main" id="{D8B06132-2505-4011-BA81-34EB826A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818" y="2636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7" name="path-3654">
            <a:extLst xmlns:a="http://schemas.openxmlformats.org/drawingml/2006/main">
              <a:ext uri="{FF2B5EF4-FFF2-40B4-BE49-F238E27FC236}">
                <a16:creationId xmlns:a16="http://schemas.microsoft.com/office/drawing/2014/main" id="{C0369DF3-CE47-4CC0-A4F8-5B4ED73D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508" y="2635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8" name="path-3655">
            <a:extLst xmlns:a="http://schemas.openxmlformats.org/drawingml/2006/main">
              <a:ext uri="{FF2B5EF4-FFF2-40B4-BE49-F238E27FC236}">
                <a16:creationId xmlns:a16="http://schemas.microsoft.com/office/drawing/2014/main" id="{23496284-F429-41C3-8828-004E553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216" y="26244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9" name="path-3656">
            <a:extLst xmlns:a="http://schemas.openxmlformats.org/drawingml/2006/main">
              <a:ext uri="{FF2B5EF4-FFF2-40B4-BE49-F238E27FC236}">
                <a16:creationId xmlns:a16="http://schemas.microsoft.com/office/drawing/2014/main" id="{8919E12B-0261-4828-B54D-7252BD4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379" y="2637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0" name="path-3657">
            <a:extLst xmlns:a="http://schemas.openxmlformats.org/drawingml/2006/main">
              <a:ext uri="{FF2B5EF4-FFF2-40B4-BE49-F238E27FC236}">
                <a16:creationId xmlns:a16="http://schemas.microsoft.com/office/drawing/2014/main" id="{8CB49FD3-8580-4A90-A7BD-A81DA267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251" y="26321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1" name="path-3658">
            <a:extLst xmlns:a="http://schemas.openxmlformats.org/drawingml/2006/main">
              <a:ext uri="{FF2B5EF4-FFF2-40B4-BE49-F238E27FC236}">
                <a16:creationId xmlns:a16="http://schemas.microsoft.com/office/drawing/2014/main" id="{0F917611-1F06-4EE3-AFC2-48FA0D0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664" y="2624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2" name="path-3659">
            <a:extLst xmlns:a="http://schemas.openxmlformats.org/drawingml/2006/main">
              <a:ext uri="{FF2B5EF4-FFF2-40B4-BE49-F238E27FC236}">
                <a16:creationId xmlns:a16="http://schemas.microsoft.com/office/drawing/2014/main" id="{8CF9038A-EAC3-4537-985E-0DB033DA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982" y="2621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3" name="path-3660">
            <a:extLst xmlns:a="http://schemas.openxmlformats.org/drawingml/2006/main">
              <a:ext uri="{FF2B5EF4-FFF2-40B4-BE49-F238E27FC236}">
                <a16:creationId xmlns:a16="http://schemas.microsoft.com/office/drawing/2014/main" id="{60B40588-9109-4589-944E-FB7E55D1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937" y="2635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4" name="path-3661">
            <a:extLst xmlns:a="http://schemas.openxmlformats.org/drawingml/2006/main">
              <a:ext uri="{FF2B5EF4-FFF2-40B4-BE49-F238E27FC236}">
                <a16:creationId xmlns:a16="http://schemas.microsoft.com/office/drawing/2014/main" id="{AA8B7105-F5CB-4EF1-BED2-7BBE65F8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802" y="2660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5" name="path-3662">
            <a:extLst xmlns:a="http://schemas.openxmlformats.org/drawingml/2006/main">
              <a:ext uri="{FF2B5EF4-FFF2-40B4-BE49-F238E27FC236}">
                <a16:creationId xmlns:a16="http://schemas.microsoft.com/office/drawing/2014/main" id="{FEF612B6-31C1-4D7B-B67B-3A0227A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765" y="26272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6" name="path-3663">
            <a:extLst xmlns:a="http://schemas.openxmlformats.org/drawingml/2006/main">
              <a:ext uri="{FF2B5EF4-FFF2-40B4-BE49-F238E27FC236}">
                <a16:creationId xmlns:a16="http://schemas.microsoft.com/office/drawing/2014/main" id="{EB57CF46-BB35-4445-ADE6-B8A4C04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81" y="2634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7" name="path-3664">
            <a:extLst xmlns:a="http://schemas.openxmlformats.org/drawingml/2006/main">
              <a:ext uri="{FF2B5EF4-FFF2-40B4-BE49-F238E27FC236}">
                <a16:creationId xmlns:a16="http://schemas.microsoft.com/office/drawing/2014/main" id="{A0042BF3-17B0-4FB1-A78A-ACBBC9FF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147" y="26299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8" name="path-3665">
            <a:extLst xmlns:a="http://schemas.openxmlformats.org/drawingml/2006/main">
              <a:ext uri="{FF2B5EF4-FFF2-40B4-BE49-F238E27FC236}">
                <a16:creationId xmlns:a16="http://schemas.microsoft.com/office/drawing/2014/main" id="{CBC840D6-F61A-49CA-8735-ACBAEDC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170" y="26522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9" name="path-3666">
            <a:extLst xmlns:a="http://schemas.openxmlformats.org/drawingml/2006/main">
              <a:ext uri="{FF2B5EF4-FFF2-40B4-BE49-F238E27FC236}">
                <a16:creationId xmlns:a16="http://schemas.microsoft.com/office/drawing/2014/main" id="{1C9C8C82-2EE6-4125-B1C5-A0861719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070" y="2638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0" name="path-3667">
            <a:extLst xmlns:a="http://schemas.openxmlformats.org/drawingml/2006/main">
              <a:ext uri="{FF2B5EF4-FFF2-40B4-BE49-F238E27FC236}">
                <a16:creationId xmlns:a16="http://schemas.microsoft.com/office/drawing/2014/main" id="{1A56BFCD-2A84-4CE5-B589-87FD97B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554" y="26415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1" name="path-3668">
            <a:extLst xmlns:a="http://schemas.openxmlformats.org/drawingml/2006/main">
              <a:ext uri="{FF2B5EF4-FFF2-40B4-BE49-F238E27FC236}">
                <a16:creationId xmlns:a16="http://schemas.microsoft.com/office/drawing/2014/main" id="{901EC00C-C3D6-45D8-904C-24D38076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699" y="2646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2" name="path-3669">
            <a:extLst xmlns:a="http://schemas.openxmlformats.org/drawingml/2006/main">
              <a:ext uri="{FF2B5EF4-FFF2-40B4-BE49-F238E27FC236}">
                <a16:creationId xmlns:a16="http://schemas.microsoft.com/office/drawing/2014/main" id="{4CFF67EB-62CC-4D97-B24F-5E14E00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157" y="2645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3" name="path-3670">
            <a:extLst xmlns:a="http://schemas.openxmlformats.org/drawingml/2006/main">
              <a:ext uri="{FF2B5EF4-FFF2-40B4-BE49-F238E27FC236}">
                <a16:creationId xmlns:a16="http://schemas.microsoft.com/office/drawing/2014/main" id="{8DB8E0B7-A74B-4404-866A-FC5F3B77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602" y="2641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4" name="path-3671">
            <a:extLst xmlns:a="http://schemas.openxmlformats.org/drawingml/2006/main">
              <a:ext uri="{FF2B5EF4-FFF2-40B4-BE49-F238E27FC236}">
                <a16:creationId xmlns:a16="http://schemas.microsoft.com/office/drawing/2014/main" id="{165F0206-B104-4748-BACF-C5AB0D7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213" y="2623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5" name="path-3672">
            <a:extLst xmlns:a="http://schemas.openxmlformats.org/drawingml/2006/main">
              <a:ext uri="{FF2B5EF4-FFF2-40B4-BE49-F238E27FC236}">
                <a16:creationId xmlns:a16="http://schemas.microsoft.com/office/drawing/2014/main" id="{852E4A4E-C6D6-4382-B395-F7F30C6E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402" y="26282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6" name="path-3673">
            <a:extLst xmlns:a="http://schemas.openxmlformats.org/drawingml/2006/main">
              <a:ext uri="{FF2B5EF4-FFF2-40B4-BE49-F238E27FC236}">
                <a16:creationId xmlns:a16="http://schemas.microsoft.com/office/drawing/2014/main" id="{5E8F43B6-4259-4616-A1E8-6216A39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825" y="2638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7" name="path-3674">
            <a:extLst xmlns:a="http://schemas.openxmlformats.org/drawingml/2006/main">
              <a:ext uri="{FF2B5EF4-FFF2-40B4-BE49-F238E27FC236}">
                <a16:creationId xmlns:a16="http://schemas.microsoft.com/office/drawing/2014/main" id="{0CC362D1-A557-49BB-AEED-53CFFE4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030" y="2637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8" name="path-3675">
            <a:extLst xmlns:a="http://schemas.openxmlformats.org/drawingml/2006/main">
              <a:ext uri="{FF2B5EF4-FFF2-40B4-BE49-F238E27FC236}">
                <a16:creationId xmlns:a16="http://schemas.microsoft.com/office/drawing/2014/main" id="{8BCFCFB8-EC42-4996-9B39-4A6C462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876" y="2632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9" name="path-3676">
            <a:extLst xmlns:a="http://schemas.openxmlformats.org/drawingml/2006/main">
              <a:ext uri="{FF2B5EF4-FFF2-40B4-BE49-F238E27FC236}">
                <a16:creationId xmlns:a16="http://schemas.microsoft.com/office/drawing/2014/main" id="{15476BC7-1E13-476C-BC2F-F1E36404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672" y="2635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0" name="path-3677">
            <a:extLst xmlns:a="http://schemas.openxmlformats.org/drawingml/2006/main">
              <a:ext uri="{FF2B5EF4-FFF2-40B4-BE49-F238E27FC236}">
                <a16:creationId xmlns:a16="http://schemas.microsoft.com/office/drawing/2014/main" id="{8F3E62C1-3BD0-4C5A-8843-BD5DDAC5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300" y="26518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1" name="path-3678">
            <a:extLst xmlns:a="http://schemas.openxmlformats.org/drawingml/2006/main">
              <a:ext uri="{FF2B5EF4-FFF2-40B4-BE49-F238E27FC236}">
                <a16:creationId xmlns:a16="http://schemas.microsoft.com/office/drawing/2014/main" id="{07974727-5239-4BF0-9E9C-79DE40CC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393" y="2633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2" name="path-3679">
            <a:extLst xmlns:a="http://schemas.openxmlformats.org/drawingml/2006/main">
              <a:ext uri="{FF2B5EF4-FFF2-40B4-BE49-F238E27FC236}">
                <a16:creationId xmlns:a16="http://schemas.microsoft.com/office/drawing/2014/main" id="{C81CDB24-34C9-4457-846A-F839CA07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182" y="26128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3" name="path-3680">
            <a:extLst xmlns:a="http://schemas.openxmlformats.org/drawingml/2006/main">
              <a:ext uri="{FF2B5EF4-FFF2-40B4-BE49-F238E27FC236}">
                <a16:creationId xmlns:a16="http://schemas.microsoft.com/office/drawing/2014/main" id="{84D6B30E-682C-419D-8ADE-F4DEDFF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286" y="26237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4" name="path-3681">
            <a:extLst xmlns:a="http://schemas.openxmlformats.org/drawingml/2006/main">
              <a:ext uri="{FF2B5EF4-FFF2-40B4-BE49-F238E27FC236}">
                <a16:creationId xmlns:a16="http://schemas.microsoft.com/office/drawing/2014/main" id="{DA9D68CA-DAFF-4D03-ACB1-AA71AC73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209" y="2620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5" name="path-3682">
            <a:extLst xmlns:a="http://schemas.openxmlformats.org/drawingml/2006/main">
              <a:ext uri="{FF2B5EF4-FFF2-40B4-BE49-F238E27FC236}">
                <a16:creationId xmlns:a16="http://schemas.microsoft.com/office/drawing/2014/main" id="{CD0F6615-723E-405C-879B-0EF082B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685" y="26336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6" name="path-3683">
            <a:extLst xmlns:a="http://schemas.openxmlformats.org/drawingml/2006/main">
              <a:ext uri="{FF2B5EF4-FFF2-40B4-BE49-F238E27FC236}">
                <a16:creationId xmlns:a16="http://schemas.microsoft.com/office/drawing/2014/main" id="{0327B49E-12E2-4273-B935-4A3C741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738" y="26457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7" name="path-3684">
            <a:extLst xmlns:a="http://schemas.openxmlformats.org/drawingml/2006/main">
              <a:ext uri="{FF2B5EF4-FFF2-40B4-BE49-F238E27FC236}">
                <a16:creationId xmlns:a16="http://schemas.microsoft.com/office/drawing/2014/main" id="{5E7E0ECD-9751-47BF-A51D-FFBCE2F4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159" y="26349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8" name="path-3685">
            <a:extLst xmlns:a="http://schemas.openxmlformats.org/drawingml/2006/main">
              <a:ext uri="{FF2B5EF4-FFF2-40B4-BE49-F238E27FC236}">
                <a16:creationId xmlns:a16="http://schemas.microsoft.com/office/drawing/2014/main" id="{1B1D7CEA-FEB7-4F40-B436-48B227E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496" y="26320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9" name="path-3686">
            <a:extLst xmlns:a="http://schemas.openxmlformats.org/drawingml/2006/main">
              <a:ext uri="{FF2B5EF4-FFF2-40B4-BE49-F238E27FC236}">
                <a16:creationId xmlns:a16="http://schemas.microsoft.com/office/drawing/2014/main" id="{2A69E99F-E802-4CB8-8EAA-4A88B6A4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080" y="2628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0" name="path-3687">
            <a:extLst xmlns:a="http://schemas.openxmlformats.org/drawingml/2006/main">
              <a:ext uri="{FF2B5EF4-FFF2-40B4-BE49-F238E27FC236}">
                <a16:creationId xmlns:a16="http://schemas.microsoft.com/office/drawing/2014/main" id="{F78FA6AD-D254-4464-B8EE-359C8B9B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388" y="26555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1" name="path-3688">
            <a:extLst xmlns:a="http://schemas.openxmlformats.org/drawingml/2006/main">
              <a:ext uri="{FF2B5EF4-FFF2-40B4-BE49-F238E27FC236}">
                <a16:creationId xmlns:a16="http://schemas.microsoft.com/office/drawing/2014/main" id="{EE30A5B8-F545-4714-B895-0FEB10A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359" y="26408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2" name="path-3689">
            <a:extLst xmlns:a="http://schemas.openxmlformats.org/drawingml/2006/main">
              <a:ext uri="{FF2B5EF4-FFF2-40B4-BE49-F238E27FC236}">
                <a16:creationId xmlns:a16="http://schemas.microsoft.com/office/drawing/2014/main" id="{5CDE5A99-EBA9-4B95-AFD3-350DD3B8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421" y="2654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3" name="path-3690">
            <a:extLst xmlns:a="http://schemas.openxmlformats.org/drawingml/2006/main">
              <a:ext uri="{FF2B5EF4-FFF2-40B4-BE49-F238E27FC236}">
                <a16:creationId xmlns:a16="http://schemas.microsoft.com/office/drawing/2014/main" id="{3327F77A-C049-4208-B9AC-8576EE74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267" y="2644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4" name="path-3691">
            <a:extLst xmlns:a="http://schemas.openxmlformats.org/drawingml/2006/main">
              <a:ext uri="{FF2B5EF4-FFF2-40B4-BE49-F238E27FC236}">
                <a16:creationId xmlns:a16="http://schemas.microsoft.com/office/drawing/2014/main" id="{45FC2DB0-82A5-4B6A-A5FA-ACFDD233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3051" y="26138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5" name="path-3692">
            <a:extLst xmlns:a="http://schemas.openxmlformats.org/drawingml/2006/main">
              <a:ext uri="{FF2B5EF4-FFF2-40B4-BE49-F238E27FC236}">
                <a16:creationId xmlns:a16="http://schemas.microsoft.com/office/drawing/2014/main" id="{24908F7E-285F-4BAB-BD5E-2542143C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037" y="2639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6" name="path-3693">
            <a:extLst xmlns:a="http://schemas.openxmlformats.org/drawingml/2006/main">
              <a:ext uri="{FF2B5EF4-FFF2-40B4-BE49-F238E27FC236}">
                <a16:creationId xmlns:a16="http://schemas.microsoft.com/office/drawing/2014/main" id="{C23F55D9-2F15-4744-B879-BA5F3CC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202" y="26391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7" name="path-3694">
            <a:extLst xmlns:a="http://schemas.openxmlformats.org/drawingml/2006/main">
              <a:ext uri="{FF2B5EF4-FFF2-40B4-BE49-F238E27FC236}">
                <a16:creationId xmlns:a16="http://schemas.microsoft.com/office/drawing/2014/main" id="{6C018D29-76DC-4E11-A522-614A8C0B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660" y="2639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8" name="path-3695">
            <a:extLst xmlns:a="http://schemas.openxmlformats.org/drawingml/2006/main">
              <a:ext uri="{FF2B5EF4-FFF2-40B4-BE49-F238E27FC236}">
                <a16:creationId xmlns:a16="http://schemas.microsoft.com/office/drawing/2014/main" id="{6827DC99-D89D-4CB2-AC44-017E1B94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928" y="26112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9" name="path-3696">
            <a:extLst xmlns:a="http://schemas.openxmlformats.org/drawingml/2006/main">
              <a:ext uri="{FF2B5EF4-FFF2-40B4-BE49-F238E27FC236}">
                <a16:creationId xmlns:a16="http://schemas.microsoft.com/office/drawing/2014/main" id="{A9355566-E066-4E46-A2D6-2B81EA9F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553" y="26405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0" name="path-3697">
            <a:extLst xmlns:a="http://schemas.openxmlformats.org/drawingml/2006/main">
              <a:ext uri="{FF2B5EF4-FFF2-40B4-BE49-F238E27FC236}">
                <a16:creationId xmlns:a16="http://schemas.microsoft.com/office/drawing/2014/main" id="{E5820133-0F5E-4E73-B611-885F8ED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621" y="26191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1" name="path-3698">
            <a:extLst xmlns:a="http://schemas.openxmlformats.org/drawingml/2006/main">
              <a:ext uri="{FF2B5EF4-FFF2-40B4-BE49-F238E27FC236}">
                <a16:creationId xmlns:a16="http://schemas.microsoft.com/office/drawing/2014/main" id="{C0FA44CC-DAD5-4686-A920-B47E6971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825" y="2640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2" name="path-3699">
            <a:extLst xmlns:a="http://schemas.openxmlformats.org/drawingml/2006/main">
              <a:ext uri="{FF2B5EF4-FFF2-40B4-BE49-F238E27FC236}">
                <a16:creationId xmlns:a16="http://schemas.microsoft.com/office/drawing/2014/main" id="{A6C36EAC-6CF8-4070-9BB3-9197C84E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448" y="2635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3" name="path-3700">
            <a:extLst xmlns:a="http://schemas.openxmlformats.org/drawingml/2006/main">
              <a:ext uri="{FF2B5EF4-FFF2-40B4-BE49-F238E27FC236}">
                <a16:creationId xmlns:a16="http://schemas.microsoft.com/office/drawing/2014/main" id="{D45EC1C7-0F9C-4958-9859-AAA70E5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615" y="26154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4" name="path-3701">
            <a:extLst xmlns:a="http://schemas.openxmlformats.org/drawingml/2006/main">
              <a:ext uri="{FF2B5EF4-FFF2-40B4-BE49-F238E27FC236}">
                <a16:creationId xmlns:a16="http://schemas.microsoft.com/office/drawing/2014/main" id="{B443E479-228F-4F6E-A1F1-74B4413D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719" y="2637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5" name="path-3702">
            <a:extLst xmlns:a="http://schemas.openxmlformats.org/drawingml/2006/main">
              <a:ext uri="{FF2B5EF4-FFF2-40B4-BE49-F238E27FC236}">
                <a16:creationId xmlns:a16="http://schemas.microsoft.com/office/drawing/2014/main" id="{9A1388A8-4D52-4991-B202-D731B748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195" y="2655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6" name="path-3703">
            <a:extLst xmlns:a="http://schemas.openxmlformats.org/drawingml/2006/main">
              <a:ext uri="{FF2B5EF4-FFF2-40B4-BE49-F238E27FC236}">
                <a16:creationId xmlns:a16="http://schemas.microsoft.com/office/drawing/2014/main" id="{D13E0795-73F7-4317-AA69-D6F660C5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120" y="26366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7" name="path-3704">
            <a:extLst xmlns:a="http://schemas.openxmlformats.org/drawingml/2006/main">
              <a:ext uri="{FF2B5EF4-FFF2-40B4-BE49-F238E27FC236}">
                <a16:creationId xmlns:a16="http://schemas.microsoft.com/office/drawing/2014/main" id="{D29D2555-93F4-4B60-8BCF-94F4582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731" y="2642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8" name="path-3705">
            <a:extLst xmlns:a="http://schemas.openxmlformats.org/drawingml/2006/main">
              <a:ext uri="{FF2B5EF4-FFF2-40B4-BE49-F238E27FC236}">
                <a16:creationId xmlns:a16="http://schemas.microsoft.com/office/drawing/2014/main" id="{ABAA5827-E324-4DAE-A259-1F94A0A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806" y="2641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9" name="path-3706">
            <a:extLst xmlns:a="http://schemas.openxmlformats.org/drawingml/2006/main">
              <a:ext uri="{FF2B5EF4-FFF2-40B4-BE49-F238E27FC236}">
                <a16:creationId xmlns:a16="http://schemas.microsoft.com/office/drawing/2014/main" id="{F09B3BC6-491F-4E16-8D2C-F40D22BD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983" y="2639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0" name="path-3707">
            <a:extLst xmlns:a="http://schemas.openxmlformats.org/drawingml/2006/main">
              <a:ext uri="{FF2B5EF4-FFF2-40B4-BE49-F238E27FC236}">
                <a16:creationId xmlns:a16="http://schemas.microsoft.com/office/drawing/2014/main" id="{C9D87F05-8106-4095-A1BD-D535FD5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805" y="2636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1" name="path-3708">
            <a:extLst xmlns:a="http://schemas.openxmlformats.org/drawingml/2006/main">
              <a:ext uri="{FF2B5EF4-FFF2-40B4-BE49-F238E27FC236}">
                <a16:creationId xmlns:a16="http://schemas.microsoft.com/office/drawing/2014/main" id="{601802AA-945F-4F70-8253-C81235A2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114" y="26451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2" name="path-3709">
            <a:extLst xmlns:a="http://schemas.openxmlformats.org/drawingml/2006/main">
              <a:ext uri="{FF2B5EF4-FFF2-40B4-BE49-F238E27FC236}">
                <a16:creationId xmlns:a16="http://schemas.microsoft.com/office/drawing/2014/main" id="{68546D98-7458-4798-A0FE-ABF002F9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624" y="2637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3" name="path-3710">
            <a:extLst xmlns:a="http://schemas.openxmlformats.org/drawingml/2006/main">
              <a:ext uri="{FF2B5EF4-FFF2-40B4-BE49-F238E27FC236}">
                <a16:creationId xmlns:a16="http://schemas.microsoft.com/office/drawing/2014/main" id="{DF4D2B7C-0D09-4CA4-83AB-36FAD0C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354" y="2628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4" name="path-3711">
            <a:extLst xmlns:a="http://schemas.openxmlformats.org/drawingml/2006/main">
              <a:ext uri="{FF2B5EF4-FFF2-40B4-BE49-F238E27FC236}">
                <a16:creationId xmlns:a16="http://schemas.microsoft.com/office/drawing/2014/main" id="{6CACDB8E-0E54-4C9A-8F7D-ACC38F3C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736" y="2642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5" name="path-3712">
            <a:extLst xmlns:a="http://schemas.openxmlformats.org/drawingml/2006/main">
              <a:ext uri="{FF2B5EF4-FFF2-40B4-BE49-F238E27FC236}">
                <a16:creationId xmlns:a16="http://schemas.microsoft.com/office/drawing/2014/main" id="{43AE25C5-F9FC-43F2-99DC-719EA53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037" y="2646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6" name="path-3713">
            <a:extLst xmlns:a="http://schemas.openxmlformats.org/drawingml/2006/main">
              <a:ext uri="{FF2B5EF4-FFF2-40B4-BE49-F238E27FC236}">
                <a16:creationId xmlns:a16="http://schemas.microsoft.com/office/drawing/2014/main" id="{BE30D219-45F7-46BA-8C79-63349F17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92" y="2651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7" name="path-3714">
            <a:extLst xmlns:a="http://schemas.openxmlformats.org/drawingml/2006/main">
              <a:ext uri="{FF2B5EF4-FFF2-40B4-BE49-F238E27FC236}">
                <a16:creationId xmlns:a16="http://schemas.microsoft.com/office/drawing/2014/main" id="{B5997FB6-DFC8-4B99-B3DB-05F05CA9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353" y="2614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8" name="path-3715">
            <a:extLst xmlns:a="http://schemas.openxmlformats.org/drawingml/2006/main">
              <a:ext uri="{FF2B5EF4-FFF2-40B4-BE49-F238E27FC236}">
                <a16:creationId xmlns:a16="http://schemas.microsoft.com/office/drawing/2014/main" id="{5D498EEA-864B-42FE-8CB1-3C9BAF2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611" y="26422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9" name="path-3716">
            <a:extLst xmlns:a="http://schemas.openxmlformats.org/drawingml/2006/main">
              <a:ext uri="{FF2B5EF4-FFF2-40B4-BE49-F238E27FC236}">
                <a16:creationId xmlns:a16="http://schemas.microsoft.com/office/drawing/2014/main" id="{EE6EE329-FCD3-49B6-92B8-295B1EA7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765" y="2637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0" name="path-3717">
            <a:extLst xmlns:a="http://schemas.openxmlformats.org/drawingml/2006/main">
              <a:ext uri="{FF2B5EF4-FFF2-40B4-BE49-F238E27FC236}">
                <a16:creationId xmlns:a16="http://schemas.microsoft.com/office/drawing/2014/main" id="{A6E7F345-A8C9-4CB5-A095-9E677D1C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1123" y="2642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1" name="path-3718">
            <a:extLst xmlns:a="http://schemas.openxmlformats.org/drawingml/2006/main">
              <a:ext uri="{FF2B5EF4-FFF2-40B4-BE49-F238E27FC236}">
                <a16:creationId xmlns:a16="http://schemas.microsoft.com/office/drawing/2014/main" id="{D621FDA7-E809-4C11-8E03-32A30DF6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237" y="26370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2" name="path-3719">
            <a:extLst xmlns:a="http://schemas.openxmlformats.org/drawingml/2006/main">
              <a:ext uri="{FF2B5EF4-FFF2-40B4-BE49-F238E27FC236}">
                <a16:creationId xmlns:a16="http://schemas.microsoft.com/office/drawing/2014/main" id="{22BC3909-41FD-4D99-8564-6D3B6724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260" y="26345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3" name="path-3720">
            <a:extLst xmlns:a="http://schemas.openxmlformats.org/drawingml/2006/main">
              <a:ext uri="{FF2B5EF4-FFF2-40B4-BE49-F238E27FC236}">
                <a16:creationId xmlns:a16="http://schemas.microsoft.com/office/drawing/2014/main" id="{E2FA200E-BEE7-449B-BAA6-0333EE2D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487" y="26343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4" name="path-3721">
            <a:extLst xmlns:a="http://schemas.openxmlformats.org/drawingml/2006/main">
              <a:ext uri="{FF2B5EF4-FFF2-40B4-BE49-F238E27FC236}">
                <a16:creationId xmlns:a16="http://schemas.microsoft.com/office/drawing/2014/main" id="{0C5767F2-6514-46BD-8025-F6E55ABA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269" y="2635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5" name="path-3722">
            <a:extLst xmlns:a="http://schemas.openxmlformats.org/drawingml/2006/main">
              <a:ext uri="{FF2B5EF4-FFF2-40B4-BE49-F238E27FC236}">
                <a16:creationId xmlns:a16="http://schemas.microsoft.com/office/drawing/2014/main" id="{AAEDCEEA-EE8D-4866-806F-135F8803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796" y="2636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6" name="path-3723">
            <a:extLst xmlns:a="http://schemas.openxmlformats.org/drawingml/2006/main">
              <a:ext uri="{FF2B5EF4-FFF2-40B4-BE49-F238E27FC236}">
                <a16:creationId xmlns:a16="http://schemas.microsoft.com/office/drawing/2014/main" id="{D4A62888-7BC8-438C-8F38-AD52D20D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178" y="263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7" name="path-3724">
            <a:extLst xmlns:a="http://schemas.openxmlformats.org/drawingml/2006/main">
              <a:ext uri="{FF2B5EF4-FFF2-40B4-BE49-F238E27FC236}">
                <a16:creationId xmlns:a16="http://schemas.microsoft.com/office/drawing/2014/main" id="{CA60444E-E9C8-4591-92C9-88594930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5747" y="2635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8" name="path-3725">
            <a:extLst xmlns:a="http://schemas.openxmlformats.org/drawingml/2006/main">
              <a:ext uri="{FF2B5EF4-FFF2-40B4-BE49-F238E27FC236}">
                <a16:creationId xmlns:a16="http://schemas.microsoft.com/office/drawing/2014/main" id="{E94BF6A5-5501-42A0-AE4F-0A776FD2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058" y="26191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9" name="path-3726">
            <a:extLst xmlns:a="http://schemas.openxmlformats.org/drawingml/2006/main">
              <a:ext uri="{FF2B5EF4-FFF2-40B4-BE49-F238E27FC236}">
                <a16:creationId xmlns:a16="http://schemas.microsoft.com/office/drawing/2014/main" id="{3303186C-B4A4-4CF2-BB5B-14579B4E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83" y="2636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0" name="path-3727">
            <a:extLst xmlns:a="http://schemas.openxmlformats.org/drawingml/2006/main">
              <a:ext uri="{FF2B5EF4-FFF2-40B4-BE49-F238E27FC236}">
                <a16:creationId xmlns:a16="http://schemas.microsoft.com/office/drawing/2014/main" id="{4621B978-99FC-47F7-879C-77CC710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501" y="2650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1" name="path-3728">
            <a:extLst xmlns:a="http://schemas.openxmlformats.org/drawingml/2006/main">
              <a:ext uri="{FF2B5EF4-FFF2-40B4-BE49-F238E27FC236}">
                <a16:creationId xmlns:a16="http://schemas.microsoft.com/office/drawing/2014/main" id="{D2E0F3A1-EB8D-4B56-8E99-3BFCF0B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92" y="2641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2" name="path-3729">
            <a:extLst xmlns:a="http://schemas.openxmlformats.org/drawingml/2006/main">
              <a:ext uri="{FF2B5EF4-FFF2-40B4-BE49-F238E27FC236}">
                <a16:creationId xmlns:a16="http://schemas.microsoft.com/office/drawing/2014/main" id="{F6155E2E-9385-4DF9-8133-E3B344D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9368" y="2662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3" name="path-3730">
            <a:extLst xmlns:a="http://schemas.openxmlformats.org/drawingml/2006/main">
              <a:ext uri="{FF2B5EF4-FFF2-40B4-BE49-F238E27FC236}">
                <a16:creationId xmlns:a16="http://schemas.microsoft.com/office/drawing/2014/main" id="{1C9BD689-B196-4CD4-A14B-81C1253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595" y="26349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4" name="path-3731">
            <a:extLst xmlns:a="http://schemas.openxmlformats.org/drawingml/2006/main">
              <a:ext uri="{FF2B5EF4-FFF2-40B4-BE49-F238E27FC236}">
                <a16:creationId xmlns:a16="http://schemas.microsoft.com/office/drawing/2014/main" id="{CD6B9483-5BC2-45F7-BAE3-20016098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390" y="26373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5" name="path-3732">
            <a:extLst xmlns:a="http://schemas.openxmlformats.org/drawingml/2006/main">
              <a:ext uri="{FF2B5EF4-FFF2-40B4-BE49-F238E27FC236}">
                <a16:creationId xmlns:a16="http://schemas.microsoft.com/office/drawing/2014/main" id="{2251D13C-3F40-469E-9C64-D89C172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107" y="26320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6" name="path-3733">
            <a:extLst xmlns:a="http://schemas.openxmlformats.org/drawingml/2006/main">
              <a:ext uri="{FF2B5EF4-FFF2-40B4-BE49-F238E27FC236}">
                <a16:creationId xmlns:a16="http://schemas.microsoft.com/office/drawing/2014/main" id="{40F99DBC-3396-4C66-860C-96B7B7F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361" y="26288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7" name="path-3734">
            <a:extLst xmlns:a="http://schemas.openxmlformats.org/drawingml/2006/main">
              <a:ext uri="{FF2B5EF4-FFF2-40B4-BE49-F238E27FC236}">
                <a16:creationId xmlns:a16="http://schemas.microsoft.com/office/drawing/2014/main" id="{9A7C9533-0FE2-4CA2-B80A-3470373B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7466" y="2634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8" name="path-3735">
            <a:extLst xmlns:a="http://schemas.openxmlformats.org/drawingml/2006/main">
              <a:ext uri="{FF2B5EF4-FFF2-40B4-BE49-F238E27FC236}">
                <a16:creationId xmlns:a16="http://schemas.microsoft.com/office/drawing/2014/main" id="{08269246-D0C8-4E99-A3E1-E92FB33E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95" y="2638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9" name="path-3736">
            <a:extLst xmlns:a="http://schemas.openxmlformats.org/drawingml/2006/main">
              <a:ext uri="{FF2B5EF4-FFF2-40B4-BE49-F238E27FC236}">
                <a16:creationId xmlns:a16="http://schemas.microsoft.com/office/drawing/2014/main" id="{5FA80983-1B63-49A5-9AD6-F9E57D20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313" y="2639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0" name="path-3737">
            <a:extLst xmlns:a="http://schemas.openxmlformats.org/drawingml/2006/main">
              <a:ext uri="{FF2B5EF4-FFF2-40B4-BE49-F238E27FC236}">
                <a16:creationId xmlns:a16="http://schemas.microsoft.com/office/drawing/2014/main" id="{CCC11C89-A0E7-4B09-B525-8B0E197D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600" y="2636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1" name="path-3738">
            <a:extLst xmlns:a="http://schemas.openxmlformats.org/drawingml/2006/main">
              <a:ext uri="{FF2B5EF4-FFF2-40B4-BE49-F238E27FC236}">
                <a16:creationId xmlns:a16="http://schemas.microsoft.com/office/drawing/2014/main" id="{E230D728-B83F-4B6F-AF4F-62991950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222" y="26397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2" name="path-3739">
            <a:extLst xmlns:a="http://schemas.openxmlformats.org/drawingml/2006/main">
              <a:ext uri="{FF2B5EF4-FFF2-40B4-BE49-F238E27FC236}">
                <a16:creationId xmlns:a16="http://schemas.microsoft.com/office/drawing/2014/main" id="{A38195D8-8917-44F5-9059-FA282426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285" y="26338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3" name="path-3740">
            <a:extLst xmlns:a="http://schemas.openxmlformats.org/drawingml/2006/main">
              <a:ext uri="{FF2B5EF4-FFF2-40B4-BE49-F238E27FC236}">
                <a16:creationId xmlns:a16="http://schemas.microsoft.com/office/drawing/2014/main" id="{76EE8D15-30F3-49F7-A478-0D5E799A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167" y="2639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4" name="path-3741">
            <a:extLst xmlns:a="http://schemas.openxmlformats.org/drawingml/2006/main">
              <a:ext uri="{FF2B5EF4-FFF2-40B4-BE49-F238E27FC236}">
                <a16:creationId xmlns:a16="http://schemas.microsoft.com/office/drawing/2014/main" id="{773309E6-E40F-49E7-B20B-3723486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573" y="2624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5" name="path-3742">
            <a:extLst xmlns:a="http://schemas.openxmlformats.org/drawingml/2006/main">
              <a:ext uri="{FF2B5EF4-FFF2-40B4-BE49-F238E27FC236}">
                <a16:creationId xmlns:a16="http://schemas.microsoft.com/office/drawing/2014/main" id="{1AD5A331-56DA-4CAD-98FB-FC73647D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8571" y="2636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6" name="path-3743">
            <a:extLst xmlns:a="http://schemas.openxmlformats.org/drawingml/2006/main">
              <a:ext uri="{FF2B5EF4-FFF2-40B4-BE49-F238E27FC236}">
                <a16:creationId xmlns:a16="http://schemas.microsoft.com/office/drawing/2014/main" id="{A01791CD-0732-4E72-B728-05301CC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9035" y="2652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7" name="path-3744">
            <a:extLst xmlns:a="http://schemas.openxmlformats.org/drawingml/2006/main">
              <a:ext uri="{FF2B5EF4-FFF2-40B4-BE49-F238E27FC236}">
                <a16:creationId xmlns:a16="http://schemas.microsoft.com/office/drawing/2014/main" id="{D10D0FA3-760F-4E32-A5F2-B0C9DC07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661" y="26404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8" name="path-3745">
            <a:extLst xmlns:a="http://schemas.openxmlformats.org/drawingml/2006/main">
              <a:ext uri="{FF2B5EF4-FFF2-40B4-BE49-F238E27FC236}">
                <a16:creationId xmlns:a16="http://schemas.microsoft.com/office/drawing/2014/main" id="{B83BF4BC-F623-4995-9A54-502A022C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280" y="264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9" name="path-3746">
            <a:extLst xmlns:a="http://schemas.openxmlformats.org/drawingml/2006/main">
              <a:ext uri="{FF2B5EF4-FFF2-40B4-BE49-F238E27FC236}">
                <a16:creationId xmlns:a16="http://schemas.microsoft.com/office/drawing/2014/main" id="{AE9A0065-C2D6-4DC3-A3AA-CF2A29C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8953" y="2612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0" name="path-3747">
            <a:extLst xmlns:a="http://schemas.openxmlformats.org/drawingml/2006/main">
              <a:ext uri="{FF2B5EF4-FFF2-40B4-BE49-F238E27FC236}">
                <a16:creationId xmlns:a16="http://schemas.microsoft.com/office/drawing/2014/main" id="{42DC42C0-BA33-4AE3-8798-0D3CEBCA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264" y="2618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1" name="path-3748">
            <a:extLst xmlns:a="http://schemas.openxmlformats.org/drawingml/2006/main">
              <a:ext uri="{FF2B5EF4-FFF2-40B4-BE49-F238E27FC236}">
                <a16:creationId xmlns:a16="http://schemas.microsoft.com/office/drawing/2014/main" id="{A180E7C0-85EA-4166-BB6E-E4DE5B9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061" y="2643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2" name="path-3749">
            <a:extLst xmlns:a="http://schemas.openxmlformats.org/drawingml/2006/main">
              <a:ext uri="{FF2B5EF4-FFF2-40B4-BE49-F238E27FC236}">
                <a16:creationId xmlns:a16="http://schemas.microsoft.com/office/drawing/2014/main" id="{F3C83B82-8F44-41F7-9FF8-994C80F2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830" y="26337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3" name="path-3750">
            <a:extLst xmlns:a="http://schemas.openxmlformats.org/drawingml/2006/main">
              <a:ext uri="{FF2B5EF4-FFF2-40B4-BE49-F238E27FC236}">
                <a16:creationId xmlns:a16="http://schemas.microsoft.com/office/drawing/2014/main" id="{698AA106-6550-40E9-BF5E-0B970D01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683" y="2613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4" name="path-3751">
            <a:extLst xmlns:a="http://schemas.openxmlformats.org/drawingml/2006/main">
              <a:ext uri="{FF2B5EF4-FFF2-40B4-BE49-F238E27FC236}">
                <a16:creationId xmlns:a16="http://schemas.microsoft.com/office/drawing/2014/main" id="{C2271BDA-E1A2-4FC4-9648-5FF1881A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326" y="26364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5" name="path-3752">
            <a:extLst xmlns:a="http://schemas.openxmlformats.org/drawingml/2006/main">
              <a:ext uri="{FF2B5EF4-FFF2-40B4-BE49-F238E27FC236}">
                <a16:creationId xmlns:a16="http://schemas.microsoft.com/office/drawing/2014/main" id="{BDC1C6B5-4DA0-4AE7-A7F3-D5D02860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186" y="2636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6" name="path-3753">
            <a:extLst xmlns:a="http://schemas.openxmlformats.org/drawingml/2006/main">
              <a:ext uri="{FF2B5EF4-FFF2-40B4-BE49-F238E27FC236}">
                <a16:creationId xmlns:a16="http://schemas.microsoft.com/office/drawing/2014/main" id="{F87A9E76-7464-44B5-B4BB-78661E3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718" y="2639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7" name="path-3754">
            <a:extLst xmlns:a="http://schemas.openxmlformats.org/drawingml/2006/main">
              <a:ext uri="{FF2B5EF4-FFF2-40B4-BE49-F238E27FC236}">
                <a16:creationId xmlns:a16="http://schemas.microsoft.com/office/drawing/2014/main" id="{6A7154AA-23CD-4C68-9AD8-A2AE005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962" y="2620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8" name="path-3755">
            <a:extLst xmlns:a="http://schemas.openxmlformats.org/drawingml/2006/main">
              <a:ext uri="{FF2B5EF4-FFF2-40B4-BE49-F238E27FC236}">
                <a16:creationId xmlns:a16="http://schemas.microsoft.com/office/drawing/2014/main" id="{65AC2AA8-87C9-47A1-8067-D64B052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422" y="26356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9" name="path-3756">
            <a:extLst xmlns:a="http://schemas.openxmlformats.org/drawingml/2006/main">
              <a:ext uri="{FF2B5EF4-FFF2-40B4-BE49-F238E27FC236}">
                <a16:creationId xmlns:a16="http://schemas.microsoft.com/office/drawing/2014/main" id="{73DAFD32-E3A8-4F6F-9496-3F5EB48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077" y="2649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0" name="path-3757">
            <a:extLst xmlns:a="http://schemas.openxmlformats.org/drawingml/2006/main">
              <a:ext uri="{FF2B5EF4-FFF2-40B4-BE49-F238E27FC236}">
                <a16:creationId xmlns:a16="http://schemas.microsoft.com/office/drawing/2014/main" id="{471FE780-8838-408A-817F-203EBAD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012" y="2640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1" name="path-3758">
            <a:extLst xmlns:a="http://schemas.openxmlformats.org/drawingml/2006/main">
              <a:ext uri="{FF2B5EF4-FFF2-40B4-BE49-F238E27FC236}">
                <a16:creationId xmlns:a16="http://schemas.microsoft.com/office/drawing/2014/main" id="{E5C6B8A5-F7BA-4313-8328-1B78C1C6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920" y="2634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2" name="path-3759">
            <a:extLst xmlns:a="http://schemas.openxmlformats.org/drawingml/2006/main">
              <a:ext uri="{FF2B5EF4-FFF2-40B4-BE49-F238E27FC236}">
                <a16:creationId xmlns:a16="http://schemas.microsoft.com/office/drawing/2014/main" id="{D5BFF052-9C71-400E-B300-028586C9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993" y="2636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3" name="path-3760">
            <a:extLst xmlns:a="http://schemas.openxmlformats.org/drawingml/2006/main">
              <a:ext uri="{FF2B5EF4-FFF2-40B4-BE49-F238E27FC236}">
                <a16:creationId xmlns:a16="http://schemas.microsoft.com/office/drawing/2014/main" id="{25E23EF5-CD47-4D91-B3E2-CF630C9D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580" y="26331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4" name="path-3761">
            <a:extLst xmlns:a="http://schemas.openxmlformats.org/drawingml/2006/main">
              <a:ext uri="{FF2B5EF4-FFF2-40B4-BE49-F238E27FC236}">
                <a16:creationId xmlns:a16="http://schemas.microsoft.com/office/drawing/2014/main" id="{BB05ED56-8978-4DB1-B73E-09608483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403" y="2637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5" name="path-3762">
            <a:extLst xmlns:a="http://schemas.openxmlformats.org/drawingml/2006/main">
              <a:ext uri="{FF2B5EF4-FFF2-40B4-BE49-F238E27FC236}">
                <a16:creationId xmlns:a16="http://schemas.microsoft.com/office/drawing/2014/main" id="{FD10A4F7-1A03-4C4F-871C-C8FEC132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490" y="26339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6" name="path-3763">
            <a:extLst xmlns:a="http://schemas.openxmlformats.org/drawingml/2006/main">
              <a:ext uri="{FF2B5EF4-FFF2-40B4-BE49-F238E27FC236}">
                <a16:creationId xmlns:a16="http://schemas.microsoft.com/office/drawing/2014/main" id="{3481A87D-BC89-44AC-AAD7-A32A925C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722" y="26330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7" name="path-3764">
            <a:extLst xmlns:a="http://schemas.openxmlformats.org/drawingml/2006/main">
              <a:ext uri="{FF2B5EF4-FFF2-40B4-BE49-F238E27FC236}">
                <a16:creationId xmlns:a16="http://schemas.microsoft.com/office/drawing/2014/main" id="{F26F620A-3C51-477F-B30E-AEBB971F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959" y="26374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8" name="path-3765">
            <a:extLst xmlns:a="http://schemas.openxmlformats.org/drawingml/2006/main">
              <a:ext uri="{FF2B5EF4-FFF2-40B4-BE49-F238E27FC236}">
                <a16:creationId xmlns:a16="http://schemas.microsoft.com/office/drawing/2014/main" id="{8501F56D-D701-4BBF-BCE6-C7A206D4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302" y="2641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9" name="path-3766">
            <a:extLst xmlns:a="http://schemas.openxmlformats.org/drawingml/2006/main">
              <a:ext uri="{FF2B5EF4-FFF2-40B4-BE49-F238E27FC236}">
                <a16:creationId xmlns:a16="http://schemas.microsoft.com/office/drawing/2014/main" id="{CEC85F99-8030-4F64-9B28-3E5B2478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370" y="26303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0" name="path-3767">
            <a:extLst xmlns:a="http://schemas.openxmlformats.org/drawingml/2006/main">
              <a:ext uri="{FF2B5EF4-FFF2-40B4-BE49-F238E27FC236}">
                <a16:creationId xmlns:a16="http://schemas.microsoft.com/office/drawing/2014/main" id="{63B10E2D-8B97-4A10-ADE4-79ED8428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704" y="26429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1" name="path-3768">
            <a:extLst xmlns:a="http://schemas.openxmlformats.org/drawingml/2006/main">
              <a:ext uri="{FF2B5EF4-FFF2-40B4-BE49-F238E27FC236}">
                <a16:creationId xmlns:a16="http://schemas.microsoft.com/office/drawing/2014/main" id="{7F013637-65C5-4715-810B-E9EF0952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869" y="26394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2" name="path-3769">
            <a:extLst xmlns:a="http://schemas.openxmlformats.org/drawingml/2006/main">
              <a:ext uri="{FF2B5EF4-FFF2-40B4-BE49-F238E27FC236}">
                <a16:creationId xmlns:a16="http://schemas.microsoft.com/office/drawing/2014/main" id="{B3755D74-5D3D-4747-8B97-D2DB2647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172" y="2616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3" name="path-3770">
            <a:extLst xmlns:a="http://schemas.openxmlformats.org/drawingml/2006/main">
              <a:ext uri="{FF2B5EF4-FFF2-40B4-BE49-F238E27FC236}">
                <a16:creationId xmlns:a16="http://schemas.microsoft.com/office/drawing/2014/main" id="{90B5D723-64C6-4C82-B3BD-226D969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673" y="26321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4" name="path-3771">
            <a:extLst xmlns:a="http://schemas.openxmlformats.org/drawingml/2006/main">
              <a:ext uri="{FF2B5EF4-FFF2-40B4-BE49-F238E27FC236}">
                <a16:creationId xmlns:a16="http://schemas.microsoft.com/office/drawing/2014/main" id="{F98799A7-4E11-467B-B3A4-A2DD04C3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520" y="2626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5" name="path-3772">
            <a:extLst xmlns:a="http://schemas.openxmlformats.org/drawingml/2006/main">
              <a:ext uri="{FF2B5EF4-FFF2-40B4-BE49-F238E27FC236}">
                <a16:creationId xmlns:a16="http://schemas.microsoft.com/office/drawing/2014/main" id="{42152E19-3A98-4969-BAE7-70468384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566" y="2638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6" name="path-3773">
            <a:extLst xmlns:a="http://schemas.openxmlformats.org/drawingml/2006/main">
              <a:ext uri="{FF2B5EF4-FFF2-40B4-BE49-F238E27FC236}">
                <a16:creationId xmlns:a16="http://schemas.microsoft.com/office/drawing/2014/main" id="{C41B9BBF-9684-4116-9F7E-E47797C3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394" y="26398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7" name="path-3774">
            <a:extLst xmlns:a="http://schemas.openxmlformats.org/drawingml/2006/main">
              <a:ext uri="{FF2B5EF4-FFF2-40B4-BE49-F238E27FC236}">
                <a16:creationId xmlns:a16="http://schemas.microsoft.com/office/drawing/2014/main" id="{E174DEE9-1EE5-4BAC-9CC4-D2BCDD0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29" y="2642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8" name="path-3775">
            <a:extLst xmlns:a="http://schemas.openxmlformats.org/drawingml/2006/main">
              <a:ext uri="{FF2B5EF4-FFF2-40B4-BE49-F238E27FC236}">
                <a16:creationId xmlns:a16="http://schemas.microsoft.com/office/drawing/2014/main" id="{CE7F0588-6512-4599-A0CE-C19C753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428" y="2639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9" name="path-3776">
            <a:extLst xmlns:a="http://schemas.openxmlformats.org/drawingml/2006/main">
              <a:ext uri="{FF2B5EF4-FFF2-40B4-BE49-F238E27FC236}">
                <a16:creationId xmlns:a16="http://schemas.microsoft.com/office/drawing/2014/main" id="{7D48B3C2-C4CE-4CE0-BB53-6B04E656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299" y="2654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0" name="path-3777">
            <a:extLst xmlns:a="http://schemas.openxmlformats.org/drawingml/2006/main">
              <a:ext uri="{FF2B5EF4-FFF2-40B4-BE49-F238E27FC236}">
                <a16:creationId xmlns:a16="http://schemas.microsoft.com/office/drawing/2014/main" id="{3B298F11-4882-4D0F-9F93-999B1383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919" y="26398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1" name="path-3778">
            <a:extLst xmlns:a="http://schemas.openxmlformats.org/drawingml/2006/main">
              <a:ext uri="{FF2B5EF4-FFF2-40B4-BE49-F238E27FC236}">
                <a16:creationId xmlns:a16="http://schemas.microsoft.com/office/drawing/2014/main" id="{CA833C03-CA8C-4379-879A-85191471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340" y="26417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2" name="path-3779">
            <a:extLst xmlns:a="http://schemas.openxmlformats.org/drawingml/2006/main">
              <a:ext uri="{FF2B5EF4-FFF2-40B4-BE49-F238E27FC236}">
                <a16:creationId xmlns:a16="http://schemas.microsoft.com/office/drawing/2014/main" id="{FE2D0358-615C-4FCE-AE52-C9056C3D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063" y="2635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3" name="path-3780">
            <a:extLst xmlns:a="http://schemas.openxmlformats.org/drawingml/2006/main">
              <a:ext uri="{FF2B5EF4-FFF2-40B4-BE49-F238E27FC236}">
                <a16:creationId xmlns:a16="http://schemas.microsoft.com/office/drawing/2014/main" id="{17CBB72E-64CF-47C0-97E3-A7517694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026" y="2643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4" name="path-3781">
            <a:extLst xmlns:a="http://schemas.openxmlformats.org/drawingml/2006/main">
              <a:ext uri="{FF2B5EF4-FFF2-40B4-BE49-F238E27FC236}">
                <a16:creationId xmlns:a16="http://schemas.microsoft.com/office/drawing/2014/main" id="{923EDB6F-EEC7-4811-B75A-4F60E902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196" y="2630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5" name="path-3782">
            <a:extLst xmlns:a="http://schemas.openxmlformats.org/drawingml/2006/main">
              <a:ext uri="{FF2B5EF4-FFF2-40B4-BE49-F238E27FC236}">
                <a16:creationId xmlns:a16="http://schemas.microsoft.com/office/drawing/2014/main" id="{D565CBFB-EEC2-4344-99B2-83D7A67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662" y="2638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6" name="path-3783">
            <a:extLst xmlns:a="http://schemas.openxmlformats.org/drawingml/2006/main">
              <a:ext uri="{FF2B5EF4-FFF2-40B4-BE49-F238E27FC236}">
                <a16:creationId xmlns:a16="http://schemas.microsoft.com/office/drawing/2014/main" id="{D89CEC90-B526-4284-A4CA-14CE371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907" y="26362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7" name="path-3784">
            <a:extLst xmlns:a="http://schemas.openxmlformats.org/drawingml/2006/main">
              <a:ext uri="{FF2B5EF4-FFF2-40B4-BE49-F238E27FC236}">
                <a16:creationId xmlns:a16="http://schemas.microsoft.com/office/drawing/2014/main" id="{DA5549F3-EAC3-4789-82CF-E10C209D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341" y="2628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8" name="path-3785">
            <a:extLst xmlns:a="http://schemas.openxmlformats.org/drawingml/2006/main">
              <a:ext uri="{FF2B5EF4-FFF2-40B4-BE49-F238E27FC236}">
                <a16:creationId xmlns:a16="http://schemas.microsoft.com/office/drawing/2014/main" id="{99341868-D513-4476-B9D7-A289AEBE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989" y="2630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9" name="path-3786">
            <a:extLst xmlns:a="http://schemas.openxmlformats.org/drawingml/2006/main">
              <a:ext uri="{FF2B5EF4-FFF2-40B4-BE49-F238E27FC236}">
                <a16:creationId xmlns:a16="http://schemas.microsoft.com/office/drawing/2014/main" id="{8056CA68-C012-4144-8B81-F19B9763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748" y="26385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0" name="path-3787">
            <a:extLst xmlns:a="http://schemas.openxmlformats.org/drawingml/2006/main">
              <a:ext uri="{FF2B5EF4-FFF2-40B4-BE49-F238E27FC236}">
                <a16:creationId xmlns:a16="http://schemas.microsoft.com/office/drawing/2014/main" id="{4C449A58-18A9-4476-95F2-491E0EC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959" y="2636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1" name="path-3788">
            <a:extLst xmlns:a="http://schemas.openxmlformats.org/drawingml/2006/main">
              <a:ext uri="{FF2B5EF4-FFF2-40B4-BE49-F238E27FC236}">
                <a16:creationId xmlns:a16="http://schemas.microsoft.com/office/drawing/2014/main" id="{246A0FD8-5754-4B22-A13D-F2FE777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498" y="2637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2" name="path-3789">
            <a:extLst xmlns:a="http://schemas.openxmlformats.org/drawingml/2006/main">
              <a:ext uri="{FF2B5EF4-FFF2-40B4-BE49-F238E27FC236}">
                <a16:creationId xmlns:a16="http://schemas.microsoft.com/office/drawing/2014/main" id="{A7941A2D-1CF8-4463-8912-DE494B6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241" y="2652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3" name="path-3790">
            <a:extLst xmlns:a="http://schemas.openxmlformats.org/drawingml/2006/main">
              <a:ext uri="{FF2B5EF4-FFF2-40B4-BE49-F238E27FC236}">
                <a16:creationId xmlns:a16="http://schemas.microsoft.com/office/drawing/2014/main" id="{8CAE992F-1315-403E-BA3C-222B0D2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841" y="2618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4" name="path-3791">
            <a:extLst xmlns:a="http://schemas.openxmlformats.org/drawingml/2006/main">
              <a:ext uri="{FF2B5EF4-FFF2-40B4-BE49-F238E27FC236}">
                <a16:creationId xmlns:a16="http://schemas.microsoft.com/office/drawing/2014/main" id="{A2B4B349-45E6-4848-B353-0EB08A3F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80" y="26367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5" name="path-3792">
            <a:extLst xmlns:a="http://schemas.openxmlformats.org/drawingml/2006/main">
              <a:ext uri="{FF2B5EF4-FFF2-40B4-BE49-F238E27FC236}">
                <a16:creationId xmlns:a16="http://schemas.microsoft.com/office/drawing/2014/main" id="{D07F3FC1-E893-40D3-ADDE-62716556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846" y="2638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6" name="path-3793">
            <a:extLst xmlns:a="http://schemas.openxmlformats.org/drawingml/2006/main">
              <a:ext uri="{FF2B5EF4-FFF2-40B4-BE49-F238E27FC236}">
                <a16:creationId xmlns:a16="http://schemas.microsoft.com/office/drawing/2014/main" id="{176C92D9-DF63-42BF-9D55-2B86F7E9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036" y="2639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7" name="path-3794">
            <a:extLst xmlns:a="http://schemas.openxmlformats.org/drawingml/2006/main">
              <a:ext uri="{FF2B5EF4-FFF2-40B4-BE49-F238E27FC236}">
                <a16:creationId xmlns:a16="http://schemas.microsoft.com/office/drawing/2014/main" id="{DB979266-6337-4B98-9E54-4767016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284" y="2605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8" name="path-3795">
            <a:extLst xmlns:a="http://schemas.openxmlformats.org/drawingml/2006/main">
              <a:ext uri="{FF2B5EF4-FFF2-40B4-BE49-F238E27FC236}">
                <a16:creationId xmlns:a16="http://schemas.microsoft.com/office/drawing/2014/main" id="{6A5BE416-EEB5-4667-BF19-7CBD712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414" y="2622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9" name="path-3796">
            <a:extLst xmlns:a="http://schemas.openxmlformats.org/drawingml/2006/main">
              <a:ext uri="{FF2B5EF4-FFF2-40B4-BE49-F238E27FC236}">
                <a16:creationId xmlns:a16="http://schemas.microsoft.com/office/drawing/2014/main" id="{B8A1A441-79C6-4572-87E9-51897EF3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457" y="2633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0" name="path-3797">
            <a:extLst xmlns:a="http://schemas.openxmlformats.org/drawingml/2006/main">
              <a:ext uri="{FF2B5EF4-FFF2-40B4-BE49-F238E27FC236}">
                <a16:creationId xmlns:a16="http://schemas.microsoft.com/office/drawing/2014/main" id="{AE666E52-14A4-4742-AC5D-0138361C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655" y="2613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1" name="path-3798">
            <a:extLst xmlns:a="http://schemas.openxmlformats.org/drawingml/2006/main">
              <a:ext uri="{FF2B5EF4-FFF2-40B4-BE49-F238E27FC236}">
                <a16:creationId xmlns:a16="http://schemas.microsoft.com/office/drawing/2014/main" id="{11A6E033-5E7B-4AFC-A495-A56F78F1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1360" y="2635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2" name="path-3799">
            <a:extLst xmlns:a="http://schemas.openxmlformats.org/drawingml/2006/main">
              <a:ext uri="{FF2B5EF4-FFF2-40B4-BE49-F238E27FC236}">
                <a16:creationId xmlns:a16="http://schemas.microsoft.com/office/drawing/2014/main" id="{1146F9E1-0635-4327-916E-66D429A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796" y="26529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3" name="path-3800">
            <a:extLst xmlns:a="http://schemas.openxmlformats.org/drawingml/2006/main">
              <a:ext uri="{FF2B5EF4-FFF2-40B4-BE49-F238E27FC236}">
                <a16:creationId xmlns:a16="http://schemas.microsoft.com/office/drawing/2014/main" id="{8538396D-9698-4C6A-8BDF-E4DEF6A7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426" y="2627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4" name="path-3801">
            <a:extLst xmlns:a="http://schemas.openxmlformats.org/drawingml/2006/main">
              <a:ext uri="{FF2B5EF4-FFF2-40B4-BE49-F238E27FC236}">
                <a16:creationId xmlns:a16="http://schemas.microsoft.com/office/drawing/2014/main" id="{B7350520-3DF3-432B-AA2D-826CA52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580" y="2636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5" name="path-3802">
            <a:extLst xmlns:a="http://schemas.openxmlformats.org/drawingml/2006/main">
              <a:ext uri="{FF2B5EF4-FFF2-40B4-BE49-F238E27FC236}">
                <a16:creationId xmlns:a16="http://schemas.microsoft.com/office/drawing/2014/main" id="{62B1782A-21CA-4AA6-9005-E3A9570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661" y="26303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6" name="path-3803">
            <a:extLst xmlns:a="http://schemas.openxmlformats.org/drawingml/2006/main">
              <a:ext uri="{FF2B5EF4-FFF2-40B4-BE49-F238E27FC236}">
                <a16:creationId xmlns:a16="http://schemas.microsoft.com/office/drawing/2014/main" id="{DF077146-34EA-41C0-9616-F0105E4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493" y="2632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7" name="path-3804">
            <a:extLst xmlns:a="http://schemas.openxmlformats.org/drawingml/2006/main">
              <a:ext uri="{FF2B5EF4-FFF2-40B4-BE49-F238E27FC236}">
                <a16:creationId xmlns:a16="http://schemas.microsoft.com/office/drawing/2014/main" id="{72834032-85FE-4FD6-A3CA-6CFDBEE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633" y="26444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8" name="path-3805">
            <a:extLst xmlns:a="http://schemas.openxmlformats.org/drawingml/2006/main">
              <a:ext uri="{FF2B5EF4-FFF2-40B4-BE49-F238E27FC236}">
                <a16:creationId xmlns:a16="http://schemas.microsoft.com/office/drawing/2014/main" id="{1F96D2FA-6247-4509-A3B2-E9728E70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820" y="2635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9" name="path-3806">
            <a:extLst xmlns:a="http://schemas.openxmlformats.org/drawingml/2006/main">
              <a:ext uri="{FF2B5EF4-FFF2-40B4-BE49-F238E27FC236}">
                <a16:creationId xmlns:a16="http://schemas.microsoft.com/office/drawing/2014/main" id="{BB4C4CAE-77BB-4AD3-A488-6B902448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151" y="26372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0" name="path-3807">
            <a:extLst xmlns:a="http://schemas.openxmlformats.org/drawingml/2006/main">
              <a:ext uri="{FF2B5EF4-FFF2-40B4-BE49-F238E27FC236}">
                <a16:creationId xmlns:a16="http://schemas.microsoft.com/office/drawing/2014/main" id="{6AD6B20D-D3A1-44A6-B631-21AC01AF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510" y="2634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1" name="path-3808">
            <a:extLst xmlns:a="http://schemas.openxmlformats.org/drawingml/2006/main">
              <a:ext uri="{FF2B5EF4-FFF2-40B4-BE49-F238E27FC236}">
                <a16:creationId xmlns:a16="http://schemas.microsoft.com/office/drawing/2014/main" id="{2294440E-8C72-4C1E-BAC9-453292E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50" y="26368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2" name="path-3809">
            <a:extLst xmlns:a="http://schemas.openxmlformats.org/drawingml/2006/main">
              <a:ext uri="{FF2B5EF4-FFF2-40B4-BE49-F238E27FC236}">
                <a16:creationId xmlns:a16="http://schemas.microsoft.com/office/drawing/2014/main" id="{0DAD4139-2DEE-4854-A4CB-4C14FFEF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499" y="2639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3" name="path-3810">
            <a:extLst xmlns:a="http://schemas.openxmlformats.org/drawingml/2006/main">
              <a:ext uri="{FF2B5EF4-FFF2-40B4-BE49-F238E27FC236}">
                <a16:creationId xmlns:a16="http://schemas.microsoft.com/office/drawing/2014/main" id="{4A47BAB6-2A13-4C9C-93EE-76E1E71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29" y="26393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4" name="path-3811">
            <a:extLst xmlns:a="http://schemas.openxmlformats.org/drawingml/2006/main">
              <a:ext uri="{FF2B5EF4-FFF2-40B4-BE49-F238E27FC236}">
                <a16:creationId xmlns:a16="http://schemas.microsoft.com/office/drawing/2014/main" id="{85861F36-4258-4AD5-ABD3-7E1B37C5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390" y="2637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5" name="path-3812">
            <a:extLst xmlns:a="http://schemas.openxmlformats.org/drawingml/2006/main">
              <a:ext uri="{FF2B5EF4-FFF2-40B4-BE49-F238E27FC236}">
                <a16:creationId xmlns:a16="http://schemas.microsoft.com/office/drawing/2014/main" id="{6CADE032-20B9-44B2-8AF8-D318C19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927" y="26614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6" name="path-3813">
            <a:extLst xmlns:a="http://schemas.openxmlformats.org/drawingml/2006/main">
              <a:ext uri="{FF2B5EF4-FFF2-40B4-BE49-F238E27FC236}">
                <a16:creationId xmlns:a16="http://schemas.microsoft.com/office/drawing/2014/main" id="{32076367-D6A7-4F2C-9015-FD727092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684" y="26368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7" name="path-3814">
            <a:extLst xmlns:a="http://schemas.openxmlformats.org/drawingml/2006/main">
              <a:ext uri="{FF2B5EF4-FFF2-40B4-BE49-F238E27FC236}">
                <a16:creationId xmlns:a16="http://schemas.microsoft.com/office/drawing/2014/main" id="{6C0754BC-384D-4AA1-9F8B-DA0DCBD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105" y="2634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8" name="path-3815">
            <a:extLst xmlns:a="http://schemas.openxmlformats.org/drawingml/2006/main">
              <a:ext uri="{FF2B5EF4-FFF2-40B4-BE49-F238E27FC236}">
                <a16:creationId xmlns:a16="http://schemas.microsoft.com/office/drawing/2014/main" id="{E20B27F6-00DA-4E4F-945D-59109DC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953" y="26349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9" name="path-3816">
            <a:extLst xmlns:a="http://schemas.openxmlformats.org/drawingml/2006/main">
              <a:ext uri="{FF2B5EF4-FFF2-40B4-BE49-F238E27FC236}">
                <a16:creationId xmlns:a16="http://schemas.microsoft.com/office/drawing/2014/main" id="{8ECED6EF-E22D-47BF-B339-08F9E26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897" y="2635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0" name="path-3817">
            <a:extLst xmlns:a="http://schemas.openxmlformats.org/drawingml/2006/main">
              <a:ext uri="{FF2B5EF4-FFF2-40B4-BE49-F238E27FC236}">
                <a16:creationId xmlns:a16="http://schemas.microsoft.com/office/drawing/2014/main" id="{7EE021F7-8FED-49B3-A456-F9669C3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501" y="2626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1" name="path-3818">
            <a:extLst xmlns:a="http://schemas.openxmlformats.org/drawingml/2006/main">
              <a:ext uri="{FF2B5EF4-FFF2-40B4-BE49-F238E27FC236}">
                <a16:creationId xmlns:a16="http://schemas.microsoft.com/office/drawing/2014/main" id="{F9E3AB3B-C7B8-4697-A38E-23425D44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589" y="2621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2" name="path-3819">
            <a:extLst xmlns:a="http://schemas.openxmlformats.org/drawingml/2006/main">
              <a:ext uri="{FF2B5EF4-FFF2-40B4-BE49-F238E27FC236}">
                <a16:creationId xmlns:a16="http://schemas.microsoft.com/office/drawing/2014/main" id="{1B946220-31CE-44DF-9E82-58020F44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8955" y="2618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3" name="path-3820">
            <a:extLst xmlns:a="http://schemas.openxmlformats.org/drawingml/2006/main">
              <a:ext uri="{FF2B5EF4-FFF2-40B4-BE49-F238E27FC236}">
                <a16:creationId xmlns:a16="http://schemas.microsoft.com/office/drawing/2014/main" id="{49780BB1-3BD6-4CD5-B577-952933F6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361" y="2637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4" name="path-3821">
            <a:extLst xmlns:a="http://schemas.openxmlformats.org/drawingml/2006/main">
              <a:ext uri="{FF2B5EF4-FFF2-40B4-BE49-F238E27FC236}">
                <a16:creationId xmlns:a16="http://schemas.microsoft.com/office/drawing/2014/main" id="{9A2BF708-6C20-4B80-BEE9-DB11109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647" y="2638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5" name="path-3822">
            <a:extLst xmlns:a="http://schemas.openxmlformats.org/drawingml/2006/main">
              <a:ext uri="{FF2B5EF4-FFF2-40B4-BE49-F238E27FC236}">
                <a16:creationId xmlns:a16="http://schemas.microsoft.com/office/drawing/2014/main" id="{7FCA0B32-BB16-4364-BAA1-5252223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0592" y="2618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6" name="path-3823">
            <a:extLst xmlns:a="http://schemas.openxmlformats.org/drawingml/2006/main">
              <a:ext uri="{FF2B5EF4-FFF2-40B4-BE49-F238E27FC236}">
                <a16:creationId xmlns:a16="http://schemas.microsoft.com/office/drawing/2014/main" id="{286D58FE-BCA0-41ED-9CE3-1C437CC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355" y="26388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7" name="path-3824">
            <a:extLst xmlns:a="http://schemas.openxmlformats.org/drawingml/2006/main">
              <a:ext uri="{FF2B5EF4-FFF2-40B4-BE49-F238E27FC236}">
                <a16:creationId xmlns:a16="http://schemas.microsoft.com/office/drawing/2014/main" id="{16F9F6F0-9D6E-4A60-9E66-8020B4D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448" y="26303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8" name="path-3825">
            <a:extLst xmlns:a="http://schemas.openxmlformats.org/drawingml/2006/main">
              <a:ext uri="{FF2B5EF4-FFF2-40B4-BE49-F238E27FC236}">
                <a16:creationId xmlns:a16="http://schemas.microsoft.com/office/drawing/2014/main" id="{3C02936D-ED51-4097-850C-4AD4DA9B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998" y="2640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9" name="path-3826">
            <a:extLst xmlns:a="http://schemas.openxmlformats.org/drawingml/2006/main">
              <a:ext uri="{FF2B5EF4-FFF2-40B4-BE49-F238E27FC236}">
                <a16:creationId xmlns:a16="http://schemas.microsoft.com/office/drawing/2014/main" id="{AE351A66-7FAD-4ACA-A944-0517EDA4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617" y="2636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0" name="path-3827">
            <a:extLst xmlns:a="http://schemas.openxmlformats.org/drawingml/2006/main">
              <a:ext uri="{FF2B5EF4-FFF2-40B4-BE49-F238E27FC236}">
                <a16:creationId xmlns:a16="http://schemas.microsoft.com/office/drawing/2014/main" id="{1B8EBC60-28FE-4BE4-9196-9B778F2C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088" y="26342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1" name="path-3828">
            <a:extLst xmlns:a="http://schemas.openxmlformats.org/drawingml/2006/main">
              <a:ext uri="{FF2B5EF4-FFF2-40B4-BE49-F238E27FC236}">
                <a16:creationId xmlns:a16="http://schemas.microsoft.com/office/drawing/2014/main" id="{7173BB56-7357-4FE2-90C4-FCCDD5E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753" y="26391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2" name="path-3829">
            <a:extLst xmlns:a="http://schemas.openxmlformats.org/drawingml/2006/main">
              <a:ext uri="{FF2B5EF4-FFF2-40B4-BE49-F238E27FC236}">
                <a16:creationId xmlns:a16="http://schemas.microsoft.com/office/drawing/2014/main" id="{CB9ECA19-EE52-4E77-A6E0-462A939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643" y="26303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3" name="path-3830">
            <a:extLst xmlns:a="http://schemas.openxmlformats.org/drawingml/2006/main">
              <a:ext uri="{FF2B5EF4-FFF2-40B4-BE49-F238E27FC236}">
                <a16:creationId xmlns:a16="http://schemas.microsoft.com/office/drawing/2014/main" id="{472B61CA-D036-49E8-B59C-F9BB797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963" y="26472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4" name="path-3831">
            <a:extLst xmlns:a="http://schemas.openxmlformats.org/drawingml/2006/main">
              <a:ext uri="{FF2B5EF4-FFF2-40B4-BE49-F238E27FC236}">
                <a16:creationId xmlns:a16="http://schemas.microsoft.com/office/drawing/2014/main" id="{0F0F1563-CBB0-4EBF-87EC-5E5F90BD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6844" y="2629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5" name="path-3832">
            <a:extLst xmlns:a="http://schemas.openxmlformats.org/drawingml/2006/main">
              <a:ext uri="{FF2B5EF4-FFF2-40B4-BE49-F238E27FC236}">
                <a16:creationId xmlns:a16="http://schemas.microsoft.com/office/drawing/2014/main" id="{33ED2105-358B-41AB-9848-1C5F6AC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245" y="2611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6" name="path-3833">
            <a:extLst xmlns:a="http://schemas.openxmlformats.org/drawingml/2006/main">
              <a:ext uri="{FF2B5EF4-FFF2-40B4-BE49-F238E27FC236}">
                <a16:creationId xmlns:a16="http://schemas.microsoft.com/office/drawing/2014/main" id="{44D8B280-4DDD-4661-8141-A37EC9A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969" y="26322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7" name="path-3834">
            <a:extLst xmlns:a="http://schemas.openxmlformats.org/drawingml/2006/main">
              <a:ext uri="{FF2B5EF4-FFF2-40B4-BE49-F238E27FC236}">
                <a16:creationId xmlns:a16="http://schemas.microsoft.com/office/drawing/2014/main" id="{282860DC-BFF9-4BB3-91FE-7E25AD9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099" y="26411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8" name="path-3835">
            <a:extLst xmlns:a="http://schemas.openxmlformats.org/drawingml/2006/main">
              <a:ext uri="{FF2B5EF4-FFF2-40B4-BE49-F238E27FC236}">
                <a16:creationId xmlns:a16="http://schemas.microsoft.com/office/drawing/2014/main" id="{E94C0763-ADA1-437C-99B3-B04471A3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211" y="2640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9" name="path-3836">
            <a:extLst xmlns:a="http://schemas.openxmlformats.org/drawingml/2006/main">
              <a:ext uri="{FF2B5EF4-FFF2-40B4-BE49-F238E27FC236}">
                <a16:creationId xmlns:a16="http://schemas.microsoft.com/office/drawing/2014/main" id="{2C3685BA-ED73-4D4A-A3B7-5B93CC67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058" y="2635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0" name="path-3837">
            <a:extLst xmlns:a="http://schemas.openxmlformats.org/drawingml/2006/main">
              <a:ext uri="{FF2B5EF4-FFF2-40B4-BE49-F238E27FC236}">
                <a16:creationId xmlns:a16="http://schemas.microsoft.com/office/drawing/2014/main" id="{76B7CD73-C089-46D1-B212-93CDC005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735" y="2637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1" name="path-3838">
            <a:extLst xmlns:a="http://schemas.openxmlformats.org/drawingml/2006/main">
              <a:ext uri="{FF2B5EF4-FFF2-40B4-BE49-F238E27FC236}">
                <a16:creationId xmlns:a16="http://schemas.microsoft.com/office/drawing/2014/main" id="{6275FB10-C627-46EF-A875-2E307055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816" y="26483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2" name="path-3839">
            <a:extLst xmlns:a="http://schemas.openxmlformats.org/drawingml/2006/main">
              <a:ext uri="{FF2B5EF4-FFF2-40B4-BE49-F238E27FC236}">
                <a16:creationId xmlns:a16="http://schemas.microsoft.com/office/drawing/2014/main" id="{BB4BF9E6-C396-43A7-9DE0-6CF3F83D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734" y="2634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3" name="path-3840">
            <a:extLst xmlns:a="http://schemas.openxmlformats.org/drawingml/2006/main">
              <a:ext uri="{FF2B5EF4-FFF2-40B4-BE49-F238E27FC236}">
                <a16:creationId xmlns:a16="http://schemas.microsoft.com/office/drawing/2014/main" id="{F497E37B-D4D3-4D85-A736-1B5E125D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552" y="26440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4" name="path-3841">
            <a:extLst xmlns:a="http://schemas.openxmlformats.org/drawingml/2006/main">
              <a:ext uri="{FF2B5EF4-FFF2-40B4-BE49-F238E27FC236}">
                <a16:creationId xmlns:a16="http://schemas.microsoft.com/office/drawing/2014/main" id="{302C37AB-F46C-41C6-9A12-462627E8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74" y="26355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5" name="path-3842">
            <a:extLst xmlns:a="http://schemas.openxmlformats.org/drawingml/2006/main">
              <a:ext uri="{FF2B5EF4-FFF2-40B4-BE49-F238E27FC236}">
                <a16:creationId xmlns:a16="http://schemas.microsoft.com/office/drawing/2014/main" id="{CEA3DA14-7AD0-4C0C-A4F4-83DFEDC5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122" y="2636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6" name="path-3843">
            <a:extLst xmlns:a="http://schemas.openxmlformats.org/drawingml/2006/main">
              <a:ext uri="{FF2B5EF4-FFF2-40B4-BE49-F238E27FC236}">
                <a16:creationId xmlns:a16="http://schemas.microsoft.com/office/drawing/2014/main" id="{23142145-F360-4D30-89C4-7D00B5AC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737" y="26609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7" name="path-3844">
            <a:extLst xmlns:a="http://schemas.openxmlformats.org/drawingml/2006/main">
              <a:ext uri="{FF2B5EF4-FFF2-40B4-BE49-F238E27FC236}">
                <a16:creationId xmlns:a16="http://schemas.microsoft.com/office/drawing/2014/main" id="{D5EDD84E-DC1F-476F-BBEE-548BD3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330" y="2640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8" name="path-3845">
            <a:extLst xmlns:a="http://schemas.openxmlformats.org/drawingml/2006/main">
              <a:ext uri="{FF2B5EF4-FFF2-40B4-BE49-F238E27FC236}">
                <a16:creationId xmlns:a16="http://schemas.microsoft.com/office/drawing/2014/main" id="{1A4FA46D-565E-4D24-A95C-26425C0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376" y="2632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9" name="path-3846">
            <a:extLst xmlns:a="http://schemas.openxmlformats.org/drawingml/2006/main">
              <a:ext uri="{FF2B5EF4-FFF2-40B4-BE49-F238E27FC236}">
                <a16:creationId xmlns:a16="http://schemas.microsoft.com/office/drawing/2014/main" id="{AA260255-4C41-45DB-B756-F2C9CE74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436" y="2634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0" name="path-3847">
            <a:extLst xmlns:a="http://schemas.openxmlformats.org/drawingml/2006/main">
              <a:ext uri="{FF2B5EF4-FFF2-40B4-BE49-F238E27FC236}">
                <a16:creationId xmlns:a16="http://schemas.microsoft.com/office/drawing/2014/main" id="{505EDF90-94AD-4CB2-9DDD-BACD5051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11" y="2636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1" name="path-3848">
            <a:extLst xmlns:a="http://schemas.openxmlformats.org/drawingml/2006/main">
              <a:ext uri="{FF2B5EF4-FFF2-40B4-BE49-F238E27FC236}">
                <a16:creationId xmlns:a16="http://schemas.microsoft.com/office/drawing/2014/main" id="{08CBE591-38DA-4DBD-8FFA-B3AED143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40" y="26669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2" name="path-3849">
            <a:extLst xmlns:a="http://schemas.openxmlformats.org/drawingml/2006/main">
              <a:ext uri="{FF2B5EF4-FFF2-40B4-BE49-F238E27FC236}">
                <a16:creationId xmlns:a16="http://schemas.microsoft.com/office/drawing/2014/main" id="{97A79BB3-3472-4815-9523-65F3227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089" y="26347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3" name="path-3850">
            <a:extLst xmlns:a="http://schemas.openxmlformats.org/drawingml/2006/main">
              <a:ext uri="{FF2B5EF4-FFF2-40B4-BE49-F238E27FC236}">
                <a16:creationId xmlns:a16="http://schemas.microsoft.com/office/drawing/2014/main" id="{F4CB6285-2A8B-49E3-BB74-66CC92B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867" y="26386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4" name="path-3851">
            <a:extLst xmlns:a="http://schemas.openxmlformats.org/drawingml/2006/main">
              <a:ext uri="{FF2B5EF4-FFF2-40B4-BE49-F238E27FC236}">
                <a16:creationId xmlns:a16="http://schemas.microsoft.com/office/drawing/2014/main" id="{1782F080-A022-4CC7-AB0B-E6DC304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75" y="2630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5" name="path-3852">
            <a:extLst xmlns:a="http://schemas.openxmlformats.org/drawingml/2006/main">
              <a:ext uri="{FF2B5EF4-FFF2-40B4-BE49-F238E27FC236}">
                <a16:creationId xmlns:a16="http://schemas.microsoft.com/office/drawing/2014/main" id="{96250043-986E-4C35-8E39-A6D230CF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958" y="26280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6" name="path-3853">
            <a:extLst xmlns:a="http://schemas.openxmlformats.org/drawingml/2006/main">
              <a:ext uri="{FF2B5EF4-FFF2-40B4-BE49-F238E27FC236}">
                <a16:creationId xmlns:a16="http://schemas.microsoft.com/office/drawing/2014/main" id="{F1282271-7B30-4851-8B9D-4867DD75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8721" y="2644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7" name="path-3854">
            <a:extLst xmlns:a="http://schemas.openxmlformats.org/drawingml/2006/main">
              <a:ext uri="{FF2B5EF4-FFF2-40B4-BE49-F238E27FC236}">
                <a16:creationId xmlns:a16="http://schemas.microsoft.com/office/drawing/2014/main" id="{5EC0C958-0236-402F-9CE7-98EE97B2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0830" y="26520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8" name="path-3855">
            <a:extLst xmlns:a="http://schemas.openxmlformats.org/drawingml/2006/main">
              <a:ext uri="{FF2B5EF4-FFF2-40B4-BE49-F238E27FC236}">
                <a16:creationId xmlns:a16="http://schemas.microsoft.com/office/drawing/2014/main" id="{14092916-9596-4D0B-955A-0A21CB0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909" y="26382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9" name="path-3856">
            <a:extLst xmlns:a="http://schemas.openxmlformats.org/drawingml/2006/main">
              <a:ext uri="{FF2B5EF4-FFF2-40B4-BE49-F238E27FC236}">
                <a16:creationId xmlns:a16="http://schemas.microsoft.com/office/drawing/2014/main" id="{7FF58480-E47C-457B-9008-85E64588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319" y="2642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0" name="path-3857">
            <a:extLst xmlns:a="http://schemas.openxmlformats.org/drawingml/2006/main">
              <a:ext uri="{FF2B5EF4-FFF2-40B4-BE49-F238E27FC236}">
                <a16:creationId xmlns:a16="http://schemas.microsoft.com/office/drawing/2014/main" id="{E2406FF3-BDC2-4E19-AB2A-3461291B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192" y="2635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1" name="path-3858">
            <a:extLst xmlns:a="http://schemas.openxmlformats.org/drawingml/2006/main">
              <a:ext uri="{FF2B5EF4-FFF2-40B4-BE49-F238E27FC236}">
                <a16:creationId xmlns:a16="http://schemas.microsoft.com/office/drawing/2014/main" id="{ED8BC2C7-2779-4C0F-915E-8FF851B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967" y="2634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2" name="path-3859">
            <a:extLst xmlns:a="http://schemas.openxmlformats.org/drawingml/2006/main">
              <a:ext uri="{FF2B5EF4-FFF2-40B4-BE49-F238E27FC236}">
                <a16:creationId xmlns:a16="http://schemas.microsoft.com/office/drawing/2014/main" id="{5BA8B200-DBCC-40F1-87C4-1179299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054" y="26756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3" name="path-3860">
            <a:extLst xmlns:a="http://schemas.openxmlformats.org/drawingml/2006/main">
              <a:ext uri="{FF2B5EF4-FFF2-40B4-BE49-F238E27FC236}">
                <a16:creationId xmlns:a16="http://schemas.microsoft.com/office/drawing/2014/main" id="{F7A1C3C7-9FB2-42B4-BEE3-925F8F03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952" y="2639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4" name="path-3861">
            <a:extLst xmlns:a="http://schemas.openxmlformats.org/drawingml/2006/main">
              <a:ext uri="{FF2B5EF4-FFF2-40B4-BE49-F238E27FC236}">
                <a16:creationId xmlns:a16="http://schemas.microsoft.com/office/drawing/2014/main" id="{BDFD16E4-B3CA-4501-AC62-01106854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242" y="2638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5" name="path-3862">
            <a:extLst xmlns:a="http://schemas.openxmlformats.org/drawingml/2006/main">
              <a:ext uri="{FF2B5EF4-FFF2-40B4-BE49-F238E27FC236}">
                <a16:creationId xmlns:a16="http://schemas.microsoft.com/office/drawing/2014/main" id="{FDF35E01-DE0F-4CF9-85FD-68B6E1B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62" y="2638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6" name="path-3863">
            <a:extLst xmlns:a="http://schemas.openxmlformats.org/drawingml/2006/main">
              <a:ext uri="{FF2B5EF4-FFF2-40B4-BE49-F238E27FC236}">
                <a16:creationId xmlns:a16="http://schemas.microsoft.com/office/drawing/2014/main" id="{F7A39BB0-D413-4A4D-B463-1BCCBC0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769" y="26431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7" name="path-3864">
            <a:extLst xmlns:a="http://schemas.openxmlformats.org/drawingml/2006/main">
              <a:ext uri="{FF2B5EF4-FFF2-40B4-BE49-F238E27FC236}">
                <a16:creationId xmlns:a16="http://schemas.microsoft.com/office/drawing/2014/main" id="{DE4794E3-F844-4DC8-817E-D5140A35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88" y="26394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8" name="path-3865">
            <a:extLst xmlns:a="http://schemas.openxmlformats.org/drawingml/2006/main">
              <a:ext uri="{FF2B5EF4-FFF2-40B4-BE49-F238E27FC236}">
                <a16:creationId xmlns:a16="http://schemas.microsoft.com/office/drawing/2014/main" id="{7308C978-C698-4CE3-BEF3-3DDDF35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270" y="2637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9" name="path-3866">
            <a:extLst xmlns:a="http://schemas.openxmlformats.org/drawingml/2006/main">
              <a:ext uri="{FF2B5EF4-FFF2-40B4-BE49-F238E27FC236}">
                <a16:creationId xmlns:a16="http://schemas.microsoft.com/office/drawing/2014/main" id="{663E6403-7490-47E7-B7C3-B90AED1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334" y="2659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0" name="path-3867">
            <a:extLst xmlns:a="http://schemas.openxmlformats.org/drawingml/2006/main">
              <a:ext uri="{FF2B5EF4-FFF2-40B4-BE49-F238E27FC236}">
                <a16:creationId xmlns:a16="http://schemas.microsoft.com/office/drawing/2014/main" id="{11EB96AD-8BBB-4244-81EC-8959804A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300" y="2639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1" name="path-3868">
            <a:extLst xmlns:a="http://schemas.openxmlformats.org/drawingml/2006/main">
              <a:ext uri="{FF2B5EF4-FFF2-40B4-BE49-F238E27FC236}">
                <a16:creationId xmlns:a16="http://schemas.microsoft.com/office/drawing/2014/main" id="{995A9027-989F-4048-84F2-B934A2F0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145" y="2636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2" name="path-3869">
            <a:extLst xmlns:a="http://schemas.openxmlformats.org/drawingml/2006/main">
              <a:ext uri="{FF2B5EF4-FFF2-40B4-BE49-F238E27FC236}">
                <a16:creationId xmlns:a16="http://schemas.microsoft.com/office/drawing/2014/main" id="{57DC875D-FF3C-475D-81D9-CA2E0477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718" y="2636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3" name="path-3870">
            <a:extLst xmlns:a="http://schemas.openxmlformats.org/drawingml/2006/main">
              <a:ext uri="{FF2B5EF4-FFF2-40B4-BE49-F238E27FC236}">
                <a16:creationId xmlns:a16="http://schemas.microsoft.com/office/drawing/2014/main" id="{19D14773-E3E3-41C8-9CBC-E08E79BD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640" y="2634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4" name="path-3871">
            <a:extLst xmlns:a="http://schemas.openxmlformats.org/drawingml/2006/main">
              <a:ext uri="{FF2B5EF4-FFF2-40B4-BE49-F238E27FC236}">
                <a16:creationId xmlns:a16="http://schemas.microsoft.com/office/drawing/2014/main" id="{178DF643-9A4C-4D77-B6DB-FDC99996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144" y="2656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5" name="path-3872">
            <a:extLst xmlns:a="http://schemas.openxmlformats.org/drawingml/2006/main">
              <a:ext uri="{FF2B5EF4-FFF2-40B4-BE49-F238E27FC236}">
                <a16:creationId xmlns:a16="http://schemas.microsoft.com/office/drawing/2014/main" id="{F5E92F81-F3BE-4437-B40F-2B87E5A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124" y="2633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6" name="path-3873">
            <a:extLst xmlns:a="http://schemas.openxmlformats.org/drawingml/2006/main">
              <a:ext uri="{FF2B5EF4-FFF2-40B4-BE49-F238E27FC236}">
                <a16:creationId xmlns:a16="http://schemas.microsoft.com/office/drawing/2014/main" id="{52921179-09DD-40DF-8348-86B6439F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449" y="26127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7" name="path-3874">
            <a:extLst xmlns:a="http://schemas.openxmlformats.org/drawingml/2006/main">
              <a:ext uri="{FF2B5EF4-FFF2-40B4-BE49-F238E27FC236}">
                <a16:creationId xmlns:a16="http://schemas.microsoft.com/office/drawing/2014/main" id="{0644FB8B-AA99-4773-90DD-4AC92D4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954" y="26399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8" name="path-3875">
            <a:extLst xmlns:a="http://schemas.openxmlformats.org/drawingml/2006/main">
              <a:ext uri="{FF2B5EF4-FFF2-40B4-BE49-F238E27FC236}">
                <a16:creationId xmlns:a16="http://schemas.microsoft.com/office/drawing/2014/main" id="{2E2E4867-8BD8-4E35-985C-F63EBA0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255" y="26318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9" name="path-3876">
            <a:extLst xmlns:a="http://schemas.openxmlformats.org/drawingml/2006/main">
              <a:ext uri="{FF2B5EF4-FFF2-40B4-BE49-F238E27FC236}">
                <a16:creationId xmlns:a16="http://schemas.microsoft.com/office/drawing/2014/main" id="{7EE6F099-0359-44E6-95E3-7BCDFD43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364" y="26364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0" name="path-3877">
            <a:extLst xmlns:a="http://schemas.openxmlformats.org/drawingml/2006/main">
              <a:ext uri="{FF2B5EF4-FFF2-40B4-BE49-F238E27FC236}">
                <a16:creationId xmlns:a16="http://schemas.microsoft.com/office/drawing/2014/main" id="{3D912026-1A84-4D2B-A45B-892B937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442" y="2637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1" name="path-3878">
            <a:extLst xmlns:a="http://schemas.openxmlformats.org/drawingml/2006/main">
              <a:ext uri="{FF2B5EF4-FFF2-40B4-BE49-F238E27FC236}">
                <a16:creationId xmlns:a16="http://schemas.microsoft.com/office/drawing/2014/main" id="{D3BC383D-9932-4F8C-BB40-2BA241EC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112" y="2639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2" name="path-3879">
            <a:extLst xmlns:a="http://schemas.openxmlformats.org/drawingml/2006/main">
              <a:ext uri="{FF2B5EF4-FFF2-40B4-BE49-F238E27FC236}">
                <a16:creationId xmlns:a16="http://schemas.microsoft.com/office/drawing/2014/main" id="{0F5F6DF6-6550-44E9-9D14-64AAE67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120" y="2641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3" name="path-3880">
            <a:extLst xmlns:a="http://schemas.openxmlformats.org/drawingml/2006/main">
              <a:ext uri="{FF2B5EF4-FFF2-40B4-BE49-F238E27FC236}">
                <a16:creationId xmlns:a16="http://schemas.microsoft.com/office/drawing/2014/main" id="{F9C0D6A7-F112-4241-BB0A-BA3425B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979" y="26395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4" name="path-3881">
            <a:extLst xmlns:a="http://schemas.openxmlformats.org/drawingml/2006/main">
              <a:ext uri="{FF2B5EF4-FFF2-40B4-BE49-F238E27FC236}">
                <a16:creationId xmlns:a16="http://schemas.microsoft.com/office/drawing/2014/main" id="{9CC0CFD9-B6DF-4330-B737-FC64FC1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306" y="26316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5" name="path-3882">
            <a:extLst xmlns:a="http://schemas.openxmlformats.org/drawingml/2006/main">
              <a:ext uri="{FF2B5EF4-FFF2-40B4-BE49-F238E27FC236}">
                <a16:creationId xmlns:a16="http://schemas.microsoft.com/office/drawing/2014/main" id="{9611058A-01A3-4990-AE4B-FEB23B6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136" y="2639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6" name="path-3883">
            <a:extLst xmlns:a="http://schemas.openxmlformats.org/drawingml/2006/main">
              <a:ext uri="{FF2B5EF4-FFF2-40B4-BE49-F238E27FC236}">
                <a16:creationId xmlns:a16="http://schemas.microsoft.com/office/drawing/2014/main" id="{2F3C4FB0-8867-4F11-932C-64E1B36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354" y="2638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7" name="path-3884">
            <a:extLst xmlns:a="http://schemas.openxmlformats.org/drawingml/2006/main">
              <a:ext uri="{FF2B5EF4-FFF2-40B4-BE49-F238E27FC236}">
                <a16:creationId xmlns:a16="http://schemas.microsoft.com/office/drawing/2014/main" id="{FF2C6AA9-8620-497A-87AB-74B1D17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862" y="26384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8" name="path-3885">
            <a:extLst xmlns:a="http://schemas.openxmlformats.org/drawingml/2006/main">
              <a:ext uri="{FF2B5EF4-FFF2-40B4-BE49-F238E27FC236}">
                <a16:creationId xmlns:a16="http://schemas.microsoft.com/office/drawing/2014/main" id="{3493F164-16FE-4CCE-8772-4B81E3B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136" y="2643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9" name="path-3886">
            <a:extLst xmlns:a="http://schemas.openxmlformats.org/drawingml/2006/main">
              <a:ext uri="{FF2B5EF4-FFF2-40B4-BE49-F238E27FC236}">
                <a16:creationId xmlns:a16="http://schemas.microsoft.com/office/drawing/2014/main" id="{D61788C7-2E92-49BB-9EE5-29DB7DC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270" y="26353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0" name="path-3887">
            <a:extLst xmlns:a="http://schemas.openxmlformats.org/drawingml/2006/main">
              <a:ext uri="{FF2B5EF4-FFF2-40B4-BE49-F238E27FC236}">
                <a16:creationId xmlns:a16="http://schemas.microsoft.com/office/drawing/2014/main" id="{36DAD2F4-CE4D-4932-8AFB-6E37A49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773" y="2636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1" name="path-3888">
            <a:extLst xmlns:a="http://schemas.openxmlformats.org/drawingml/2006/main">
              <a:ext uri="{FF2B5EF4-FFF2-40B4-BE49-F238E27FC236}">
                <a16:creationId xmlns:a16="http://schemas.microsoft.com/office/drawing/2014/main" id="{75244D89-3630-4EDA-8B9C-12B5A91B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722" y="2629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2" name="path-3889">
            <a:extLst xmlns:a="http://schemas.openxmlformats.org/drawingml/2006/main">
              <a:ext uri="{FF2B5EF4-FFF2-40B4-BE49-F238E27FC236}">
                <a16:creationId xmlns:a16="http://schemas.microsoft.com/office/drawing/2014/main" id="{EF1AE62F-4937-41B6-8737-382FAD0E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093" y="2642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3" name="path-3890">
            <a:extLst xmlns:a="http://schemas.openxmlformats.org/drawingml/2006/main">
              <a:ext uri="{FF2B5EF4-FFF2-40B4-BE49-F238E27FC236}">
                <a16:creationId xmlns:a16="http://schemas.microsoft.com/office/drawing/2014/main" id="{E385F6E0-FE21-4A09-9729-DA579FE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714" y="2611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4" name="path-3891">
            <a:extLst xmlns:a="http://schemas.openxmlformats.org/drawingml/2006/main">
              <a:ext uri="{FF2B5EF4-FFF2-40B4-BE49-F238E27FC236}">
                <a16:creationId xmlns:a16="http://schemas.microsoft.com/office/drawing/2014/main" id="{1FEE0B46-98A7-40AD-A1ED-96877A2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756" y="26205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5" name="path-3892">
            <a:extLst xmlns:a="http://schemas.openxmlformats.org/drawingml/2006/main">
              <a:ext uri="{FF2B5EF4-FFF2-40B4-BE49-F238E27FC236}">
                <a16:creationId xmlns:a16="http://schemas.microsoft.com/office/drawing/2014/main" id="{3D84B0EE-9C16-4FBB-8947-33AA80F7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796" y="26336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6" name="path-3893">
            <a:extLst xmlns:a="http://schemas.openxmlformats.org/drawingml/2006/main">
              <a:ext uri="{FF2B5EF4-FFF2-40B4-BE49-F238E27FC236}">
                <a16:creationId xmlns:a16="http://schemas.microsoft.com/office/drawing/2014/main" id="{011F15D1-E39A-43E1-97EA-E95926D5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129" y="2635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7" name="path-3894">
            <a:extLst xmlns:a="http://schemas.openxmlformats.org/drawingml/2006/main">
              <a:ext uri="{FF2B5EF4-FFF2-40B4-BE49-F238E27FC236}">
                <a16:creationId xmlns:a16="http://schemas.microsoft.com/office/drawing/2014/main" id="{20A94A13-F847-47B7-B299-7CCCB00A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015" y="2641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8" name="path-3895">
            <a:extLst xmlns:a="http://schemas.openxmlformats.org/drawingml/2006/main">
              <a:ext uri="{FF2B5EF4-FFF2-40B4-BE49-F238E27FC236}">
                <a16:creationId xmlns:a16="http://schemas.microsoft.com/office/drawing/2014/main" id="{50E343DF-4FA5-4D93-A21D-15E363A9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1383" y="2636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9" name="path-3896">
            <a:extLst xmlns:a="http://schemas.openxmlformats.org/drawingml/2006/main">
              <a:ext uri="{FF2B5EF4-FFF2-40B4-BE49-F238E27FC236}">
                <a16:creationId xmlns:a16="http://schemas.microsoft.com/office/drawing/2014/main" id="{99B140E9-CDC4-4DE7-96CC-519FF61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839" y="2633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0" name="path-3897">
            <a:extLst xmlns:a="http://schemas.openxmlformats.org/drawingml/2006/main">
              <a:ext uri="{FF2B5EF4-FFF2-40B4-BE49-F238E27FC236}">
                <a16:creationId xmlns:a16="http://schemas.microsoft.com/office/drawing/2014/main" id="{D19B3F58-066A-48A8-B85F-E0B971CA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137" y="2641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1" name="path-3898">
            <a:extLst xmlns:a="http://schemas.openxmlformats.org/drawingml/2006/main">
              <a:ext uri="{FF2B5EF4-FFF2-40B4-BE49-F238E27FC236}">
                <a16:creationId xmlns:a16="http://schemas.microsoft.com/office/drawing/2014/main" id="{140202A0-9E95-468B-A9B7-F50DFF4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007" y="2622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2" name="path-3899">
            <a:extLst xmlns:a="http://schemas.openxmlformats.org/drawingml/2006/main">
              <a:ext uri="{FF2B5EF4-FFF2-40B4-BE49-F238E27FC236}">
                <a16:creationId xmlns:a16="http://schemas.microsoft.com/office/drawing/2014/main" id="{CA64F533-F803-469A-A205-3C6EECF1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568" y="2643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3" name="path-3900">
            <a:extLst xmlns:a="http://schemas.openxmlformats.org/drawingml/2006/main">
              <a:ext uri="{FF2B5EF4-FFF2-40B4-BE49-F238E27FC236}">
                <a16:creationId xmlns:a16="http://schemas.microsoft.com/office/drawing/2014/main" id="{7E43653B-2A5C-4C3D-853D-6FE1D80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420" y="26404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4" name="path-3901">
            <a:extLst xmlns:a="http://schemas.openxmlformats.org/drawingml/2006/main">
              <a:ext uri="{FF2B5EF4-FFF2-40B4-BE49-F238E27FC236}">
                <a16:creationId xmlns:a16="http://schemas.microsoft.com/office/drawing/2014/main" id="{EC527A43-F046-4A11-A144-F22A7654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851" y="2635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5" name="path-3902">
            <a:extLst xmlns:a="http://schemas.openxmlformats.org/drawingml/2006/main">
              <a:ext uri="{FF2B5EF4-FFF2-40B4-BE49-F238E27FC236}">
                <a16:creationId xmlns:a16="http://schemas.microsoft.com/office/drawing/2014/main" id="{538E4506-A97D-4198-9502-58C91109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859" y="2642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6" name="path-3903">
            <a:extLst xmlns:a="http://schemas.openxmlformats.org/drawingml/2006/main">
              <a:ext uri="{FF2B5EF4-FFF2-40B4-BE49-F238E27FC236}">
                <a16:creationId xmlns:a16="http://schemas.microsoft.com/office/drawing/2014/main" id="{5F5BC027-FD27-4DCD-BFCE-0C644FFF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383" y="2636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7" name="path-3904">
            <a:extLst xmlns:a="http://schemas.openxmlformats.org/drawingml/2006/main">
              <a:ext uri="{FF2B5EF4-FFF2-40B4-BE49-F238E27FC236}">
                <a16:creationId xmlns:a16="http://schemas.microsoft.com/office/drawing/2014/main" id="{EBA887AD-A0E2-4366-935B-F4D371E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3101" y="2636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8" name="path-3905">
            <a:extLst xmlns:a="http://schemas.openxmlformats.org/drawingml/2006/main">
              <a:ext uri="{FF2B5EF4-FFF2-40B4-BE49-F238E27FC236}">
                <a16:creationId xmlns:a16="http://schemas.microsoft.com/office/drawing/2014/main" id="{991CB81C-FE56-421D-8AB1-2A17FAEE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454" y="2640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9" name="path-3906">
            <a:extLst xmlns:a="http://schemas.openxmlformats.org/drawingml/2006/main">
              <a:ext uri="{FF2B5EF4-FFF2-40B4-BE49-F238E27FC236}">
                <a16:creationId xmlns:a16="http://schemas.microsoft.com/office/drawing/2014/main" id="{2AC28256-8CF3-432B-B279-04256E1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825" y="2639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0" name="path-3907">
            <a:extLst xmlns:a="http://schemas.openxmlformats.org/drawingml/2006/main">
              <a:ext uri="{FF2B5EF4-FFF2-40B4-BE49-F238E27FC236}">
                <a16:creationId xmlns:a16="http://schemas.microsoft.com/office/drawing/2014/main" id="{721224ED-6783-48B7-8B7F-F8396F3C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9759" y="26425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1" name="path-3908">
            <a:extLst xmlns:a="http://schemas.openxmlformats.org/drawingml/2006/main">
              <a:ext uri="{FF2B5EF4-FFF2-40B4-BE49-F238E27FC236}">
                <a16:creationId xmlns:a16="http://schemas.microsoft.com/office/drawing/2014/main" id="{827DF1C3-B800-446C-82B5-499C8EE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41" y="26398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2" name="path-3909">
            <a:extLst xmlns:a="http://schemas.openxmlformats.org/drawingml/2006/main">
              <a:ext uri="{FF2B5EF4-FFF2-40B4-BE49-F238E27FC236}">
                <a16:creationId xmlns:a16="http://schemas.microsoft.com/office/drawing/2014/main" id="{830F56F6-CB0A-47A9-AC2B-80242069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407" y="2633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3" name="path-3910">
            <a:extLst xmlns:a="http://schemas.openxmlformats.org/drawingml/2006/main">
              <a:ext uri="{FF2B5EF4-FFF2-40B4-BE49-F238E27FC236}">
                <a16:creationId xmlns:a16="http://schemas.microsoft.com/office/drawing/2014/main" id="{FF749C2C-610C-41A6-AC2A-1895A391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542" y="26410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4" name="path-3911">
            <a:extLst xmlns:a="http://schemas.openxmlformats.org/drawingml/2006/main">
              <a:ext uri="{FF2B5EF4-FFF2-40B4-BE49-F238E27FC236}">
                <a16:creationId xmlns:a16="http://schemas.microsoft.com/office/drawing/2014/main" id="{9742E3AD-F48A-4E76-8426-242F34B4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915" y="26721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5" name="path-3912">
            <a:extLst xmlns:a="http://schemas.openxmlformats.org/drawingml/2006/main">
              <a:ext uri="{FF2B5EF4-FFF2-40B4-BE49-F238E27FC236}">
                <a16:creationId xmlns:a16="http://schemas.microsoft.com/office/drawing/2014/main" id="{D7DA1BE5-3CCD-4F8A-89CA-DBDC449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101" y="26372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6" name="path-3913">
            <a:extLst xmlns:a="http://schemas.openxmlformats.org/drawingml/2006/main">
              <a:ext uri="{FF2B5EF4-FFF2-40B4-BE49-F238E27FC236}">
                <a16:creationId xmlns:a16="http://schemas.microsoft.com/office/drawing/2014/main" id="{1A1F88B9-5BF4-49AB-B2CE-40C7CC81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7124" y="2645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7" name="path-3914">
            <a:extLst xmlns:a="http://schemas.openxmlformats.org/drawingml/2006/main">
              <a:ext uri="{FF2B5EF4-FFF2-40B4-BE49-F238E27FC236}">
                <a16:creationId xmlns:a16="http://schemas.microsoft.com/office/drawing/2014/main" id="{F76AD193-19AA-4E0D-9B2E-9B86252D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478" y="2635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8" name="path-3915">
            <a:extLst xmlns:a="http://schemas.openxmlformats.org/drawingml/2006/main">
              <a:ext uri="{FF2B5EF4-FFF2-40B4-BE49-F238E27FC236}">
                <a16:creationId xmlns:a16="http://schemas.microsoft.com/office/drawing/2014/main" id="{301E24C1-9750-451F-A751-4DFC8DE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718" y="2649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9" name="path-3916">
            <a:extLst xmlns:a="http://schemas.openxmlformats.org/drawingml/2006/main">
              <a:ext uri="{FF2B5EF4-FFF2-40B4-BE49-F238E27FC236}">
                <a16:creationId xmlns:a16="http://schemas.microsoft.com/office/drawing/2014/main" id="{A81764CF-7405-4F1B-B8BA-E0318D8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025" y="2643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0" name="path-3917">
            <a:extLst xmlns:a="http://schemas.openxmlformats.org/drawingml/2006/main">
              <a:ext uri="{FF2B5EF4-FFF2-40B4-BE49-F238E27FC236}">
                <a16:creationId xmlns:a16="http://schemas.microsoft.com/office/drawing/2014/main" id="{4B351DAD-B5BC-47EB-A5C3-D20BDBE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406" y="2631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1" name="path-3918">
            <a:extLst xmlns:a="http://schemas.openxmlformats.org/drawingml/2006/main">
              <a:ext uri="{FF2B5EF4-FFF2-40B4-BE49-F238E27FC236}">
                <a16:creationId xmlns:a16="http://schemas.microsoft.com/office/drawing/2014/main" id="{ACD52C67-EA9F-45B3-B465-DA2601B2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123" y="2628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2" name="path-3919">
            <a:extLst xmlns:a="http://schemas.openxmlformats.org/drawingml/2006/main">
              <a:ext uri="{FF2B5EF4-FFF2-40B4-BE49-F238E27FC236}">
                <a16:creationId xmlns:a16="http://schemas.microsoft.com/office/drawing/2014/main" id="{10F69A5F-D38A-4A92-B6CE-B013DA8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842" y="2633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3" name="path-3920">
            <a:extLst xmlns:a="http://schemas.openxmlformats.org/drawingml/2006/main">
              <a:ext uri="{FF2B5EF4-FFF2-40B4-BE49-F238E27FC236}">
                <a16:creationId xmlns:a16="http://schemas.microsoft.com/office/drawing/2014/main" id="{0E5DA222-92BF-477F-B0DC-487CB6A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026" y="2638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4" name="path-3921">
            <a:extLst xmlns:a="http://schemas.openxmlformats.org/drawingml/2006/main">
              <a:ext uri="{FF2B5EF4-FFF2-40B4-BE49-F238E27FC236}">
                <a16:creationId xmlns:a16="http://schemas.microsoft.com/office/drawing/2014/main" id="{36DA1E8A-9425-4189-B3F0-005F83BE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503" y="2642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5" name="path-3922">
            <a:extLst xmlns:a="http://schemas.openxmlformats.org/drawingml/2006/main">
              <a:ext uri="{FF2B5EF4-FFF2-40B4-BE49-F238E27FC236}">
                <a16:creationId xmlns:a16="http://schemas.microsoft.com/office/drawing/2014/main" id="{A14D43F7-94A6-4A2A-B81B-CA93D34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384" y="2609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6" name="path-3923">
            <a:extLst xmlns:a="http://schemas.openxmlformats.org/drawingml/2006/main">
              <a:ext uri="{FF2B5EF4-FFF2-40B4-BE49-F238E27FC236}">
                <a16:creationId xmlns:a16="http://schemas.microsoft.com/office/drawing/2014/main" id="{B8C27947-78C8-4CA2-9FF7-BC6120FB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003" y="2640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7" name="path-3924">
            <a:extLst xmlns:a="http://schemas.openxmlformats.org/drawingml/2006/main">
              <a:ext uri="{FF2B5EF4-FFF2-40B4-BE49-F238E27FC236}">
                <a16:creationId xmlns:a16="http://schemas.microsoft.com/office/drawing/2014/main" id="{C16571B2-68F8-415B-B84B-20772BBD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016" y="2640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8" name="path-3925">
            <a:extLst xmlns:a="http://schemas.openxmlformats.org/drawingml/2006/main">
              <a:ext uri="{FF2B5EF4-FFF2-40B4-BE49-F238E27FC236}">
                <a16:creationId xmlns:a16="http://schemas.microsoft.com/office/drawing/2014/main" id="{EA13CFD4-C4B6-4FE0-AEC5-2A03B13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636" y="26308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9" name="path-3926">
            <a:extLst xmlns:a="http://schemas.openxmlformats.org/drawingml/2006/main">
              <a:ext uri="{FF2B5EF4-FFF2-40B4-BE49-F238E27FC236}">
                <a16:creationId xmlns:a16="http://schemas.microsoft.com/office/drawing/2014/main" id="{6FCB2DFA-2717-40AC-B8D5-4A75E850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03" y="2635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0" name="path-3927">
            <a:extLst xmlns:a="http://schemas.openxmlformats.org/drawingml/2006/main">
              <a:ext uri="{FF2B5EF4-FFF2-40B4-BE49-F238E27FC236}">
                <a16:creationId xmlns:a16="http://schemas.microsoft.com/office/drawing/2014/main" id="{950599BF-D79B-419D-8330-2D3BDDF9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585" y="2634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1" name="path-3928">
            <a:extLst xmlns:a="http://schemas.openxmlformats.org/drawingml/2006/main">
              <a:ext uri="{FF2B5EF4-FFF2-40B4-BE49-F238E27FC236}">
                <a16:creationId xmlns:a16="http://schemas.microsoft.com/office/drawing/2014/main" id="{B76998CA-1EDC-4A5B-AB97-2D7A3C48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2019" y="2624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2" name="path-3929">
            <a:extLst xmlns:a="http://schemas.openxmlformats.org/drawingml/2006/main">
              <a:ext uri="{FF2B5EF4-FFF2-40B4-BE49-F238E27FC236}">
                <a16:creationId xmlns:a16="http://schemas.microsoft.com/office/drawing/2014/main" id="{886C2131-671C-4E5C-9628-BCFA19A0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247" y="26247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3" name="path-3930">
            <a:extLst xmlns:a="http://schemas.openxmlformats.org/drawingml/2006/main">
              <a:ext uri="{FF2B5EF4-FFF2-40B4-BE49-F238E27FC236}">
                <a16:creationId xmlns:a16="http://schemas.microsoft.com/office/drawing/2014/main" id="{ED686F49-9A29-4CFC-82A9-E607353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417" y="26394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4" name="path-3931">
            <a:extLst xmlns:a="http://schemas.openxmlformats.org/drawingml/2006/main">
              <a:ext uri="{FF2B5EF4-FFF2-40B4-BE49-F238E27FC236}">
                <a16:creationId xmlns:a16="http://schemas.microsoft.com/office/drawing/2014/main" id="{95E0F212-4022-4416-8BCB-9CC9FFFA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119" y="26280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5" name="path-3932">
            <a:extLst xmlns:a="http://schemas.openxmlformats.org/drawingml/2006/main">
              <a:ext uri="{FF2B5EF4-FFF2-40B4-BE49-F238E27FC236}">
                <a16:creationId xmlns:a16="http://schemas.microsoft.com/office/drawing/2014/main" id="{966F35FD-BC57-4044-9BFA-CC186F90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284" y="2631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6" name="path-3933">
            <a:extLst xmlns:a="http://schemas.openxmlformats.org/drawingml/2006/main">
              <a:ext uri="{FF2B5EF4-FFF2-40B4-BE49-F238E27FC236}">
                <a16:creationId xmlns:a16="http://schemas.microsoft.com/office/drawing/2014/main" id="{BC51F1E6-6C66-4CA5-97E1-A54D6EE4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11" y="2643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7" name="path-3934">
            <a:extLst xmlns:a="http://schemas.openxmlformats.org/drawingml/2006/main">
              <a:ext uri="{FF2B5EF4-FFF2-40B4-BE49-F238E27FC236}">
                <a16:creationId xmlns:a16="http://schemas.microsoft.com/office/drawing/2014/main" id="{014ACD47-04C7-4915-A7D9-7C9A4C7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858" y="26410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8" name="path-3935">
            <a:extLst xmlns:a="http://schemas.openxmlformats.org/drawingml/2006/main">
              <a:ext uri="{FF2B5EF4-FFF2-40B4-BE49-F238E27FC236}">
                <a16:creationId xmlns:a16="http://schemas.microsoft.com/office/drawing/2014/main" id="{2DA9CE6A-5EA4-4A19-A295-619ACEA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509" y="2668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9" name="path-3936">
            <a:extLst xmlns:a="http://schemas.openxmlformats.org/drawingml/2006/main">
              <a:ext uri="{FF2B5EF4-FFF2-40B4-BE49-F238E27FC236}">
                <a16:creationId xmlns:a16="http://schemas.microsoft.com/office/drawing/2014/main" id="{85B63B80-3326-49FF-80D2-7C72641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906" y="2636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0" name="path-3937">
            <a:extLst xmlns:a="http://schemas.openxmlformats.org/drawingml/2006/main">
              <a:ext uri="{FF2B5EF4-FFF2-40B4-BE49-F238E27FC236}">
                <a16:creationId xmlns:a16="http://schemas.microsoft.com/office/drawing/2014/main" id="{488A53BD-729C-4830-8E1B-4CAF6239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188" y="2615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1" name="path-3938">
            <a:extLst xmlns:a="http://schemas.openxmlformats.org/drawingml/2006/main">
              <a:ext uri="{FF2B5EF4-FFF2-40B4-BE49-F238E27FC236}">
                <a16:creationId xmlns:a16="http://schemas.microsoft.com/office/drawing/2014/main" id="{98AB0F34-6A38-467B-9B77-0051F810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510" y="2621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2" name="path-3939">
            <a:extLst xmlns:a="http://schemas.openxmlformats.org/drawingml/2006/main">
              <a:ext uri="{FF2B5EF4-FFF2-40B4-BE49-F238E27FC236}">
                <a16:creationId xmlns:a16="http://schemas.microsoft.com/office/drawing/2014/main" id="{06BF6D2B-6140-40D6-B248-E6C4391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143" y="2634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3" name="path-3940">
            <a:extLst xmlns:a="http://schemas.openxmlformats.org/drawingml/2006/main">
              <a:ext uri="{FF2B5EF4-FFF2-40B4-BE49-F238E27FC236}">
                <a16:creationId xmlns:a16="http://schemas.microsoft.com/office/drawing/2014/main" id="{526B08D0-6423-4481-A880-043AB99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982" y="2628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4" name="path-3941">
            <a:extLst xmlns:a="http://schemas.openxmlformats.org/drawingml/2006/main">
              <a:ext uri="{FF2B5EF4-FFF2-40B4-BE49-F238E27FC236}">
                <a16:creationId xmlns:a16="http://schemas.microsoft.com/office/drawing/2014/main" id="{6764674A-BDDF-4380-8455-60B943ED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512" y="2644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5" name="path-3942">
            <a:extLst xmlns:a="http://schemas.openxmlformats.org/drawingml/2006/main">
              <a:ext uri="{FF2B5EF4-FFF2-40B4-BE49-F238E27FC236}">
                <a16:creationId xmlns:a16="http://schemas.microsoft.com/office/drawing/2014/main" id="{06492133-16AE-4D76-9607-95D135E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267" y="26482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6" name="path-3943">
            <a:extLst xmlns:a="http://schemas.openxmlformats.org/drawingml/2006/main">
              <a:ext uri="{FF2B5EF4-FFF2-40B4-BE49-F238E27FC236}">
                <a16:creationId xmlns:a16="http://schemas.microsoft.com/office/drawing/2014/main" id="{CE4E9581-C3F8-47EE-BF36-46CD620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886" y="26392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7" name="path-3944">
            <a:extLst xmlns:a="http://schemas.openxmlformats.org/drawingml/2006/main">
              <a:ext uri="{FF2B5EF4-FFF2-40B4-BE49-F238E27FC236}">
                <a16:creationId xmlns:a16="http://schemas.microsoft.com/office/drawing/2014/main" id="{F9C9B715-8B44-41B3-8071-E0E8BA8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9054" y="26459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8" name="path-3945">
            <a:extLst xmlns:a="http://schemas.openxmlformats.org/drawingml/2006/main">
              <a:ext uri="{FF2B5EF4-FFF2-40B4-BE49-F238E27FC236}">
                <a16:creationId xmlns:a16="http://schemas.microsoft.com/office/drawing/2014/main" id="{BCC71DBA-9D71-4846-9ADE-00266C9C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307" y="2636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9" name="path-3946">
            <a:extLst xmlns:a="http://schemas.openxmlformats.org/drawingml/2006/main">
              <a:ext uri="{FF2B5EF4-FFF2-40B4-BE49-F238E27FC236}">
                <a16:creationId xmlns:a16="http://schemas.microsoft.com/office/drawing/2014/main" id="{E0C94D50-2BDE-4D65-9564-0CEC71A5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964" y="2640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0" name="path-3947">
            <a:extLst xmlns:a="http://schemas.openxmlformats.org/drawingml/2006/main">
              <a:ext uri="{FF2B5EF4-FFF2-40B4-BE49-F238E27FC236}">
                <a16:creationId xmlns:a16="http://schemas.microsoft.com/office/drawing/2014/main" id="{E7BD9EF9-4E23-4E0D-A31A-51A531C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111" y="2654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1" name="path-3948">
            <a:extLst xmlns:a="http://schemas.openxmlformats.org/drawingml/2006/main">
              <a:ext uri="{FF2B5EF4-FFF2-40B4-BE49-F238E27FC236}">
                <a16:creationId xmlns:a16="http://schemas.microsoft.com/office/drawing/2014/main" id="{5E069405-3F1C-4281-BCB2-2E28DC72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451" y="2648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2" name="path-3949">
            <a:extLst xmlns:a="http://schemas.openxmlformats.org/drawingml/2006/main">
              <a:ext uri="{FF2B5EF4-FFF2-40B4-BE49-F238E27FC236}">
                <a16:creationId xmlns:a16="http://schemas.microsoft.com/office/drawing/2014/main" id="{DD10164B-572A-4D28-A866-30606DE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181" y="2639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3" name="path-3950">
            <a:extLst xmlns:a="http://schemas.openxmlformats.org/drawingml/2006/main">
              <a:ext uri="{FF2B5EF4-FFF2-40B4-BE49-F238E27FC236}">
                <a16:creationId xmlns:a16="http://schemas.microsoft.com/office/drawing/2014/main" id="{C1DB78AD-D01C-477D-B358-BF9B54C2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960" y="2644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4" name="path-3951">
            <a:extLst xmlns:a="http://schemas.openxmlformats.org/drawingml/2006/main">
              <a:ext uri="{FF2B5EF4-FFF2-40B4-BE49-F238E27FC236}">
                <a16:creationId xmlns:a16="http://schemas.microsoft.com/office/drawing/2014/main" id="{D3B298FC-241B-41D5-9DDD-ED7FCE22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311" y="2635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5" name="path-3952">
            <a:extLst xmlns:a="http://schemas.openxmlformats.org/drawingml/2006/main">
              <a:ext uri="{FF2B5EF4-FFF2-40B4-BE49-F238E27FC236}">
                <a16:creationId xmlns:a16="http://schemas.microsoft.com/office/drawing/2014/main" id="{26B10760-84F1-4B8D-933E-C0A21AE6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075" y="26355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6" name="path-3953">
            <a:extLst xmlns:a="http://schemas.openxmlformats.org/drawingml/2006/main">
              <a:ext uri="{FF2B5EF4-FFF2-40B4-BE49-F238E27FC236}">
                <a16:creationId xmlns:a16="http://schemas.microsoft.com/office/drawing/2014/main" id="{81412BB4-4DB2-4D8A-BFD9-ED14274F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8734" y="26306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7" name="path-3954">
            <a:extLst xmlns:a="http://schemas.openxmlformats.org/drawingml/2006/main">
              <a:ext uri="{FF2B5EF4-FFF2-40B4-BE49-F238E27FC236}">
                <a16:creationId xmlns:a16="http://schemas.microsoft.com/office/drawing/2014/main" id="{D93DD6FB-8805-4644-8E86-452572DC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515" y="2630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8" name="path-3955">
            <a:extLst xmlns:a="http://schemas.openxmlformats.org/drawingml/2006/main">
              <a:ext uri="{FF2B5EF4-FFF2-40B4-BE49-F238E27FC236}">
                <a16:creationId xmlns:a16="http://schemas.microsoft.com/office/drawing/2014/main" id="{8FDFC570-7273-46A9-960A-6F3C7DE9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389" y="2642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9" name="path-3956">
            <a:extLst xmlns:a="http://schemas.openxmlformats.org/drawingml/2006/main">
              <a:ext uri="{FF2B5EF4-FFF2-40B4-BE49-F238E27FC236}">
                <a16:creationId xmlns:a16="http://schemas.microsoft.com/office/drawing/2014/main" id="{E1B7D50B-C50C-41DB-B9C6-91670705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709" y="26475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0" name="path-3957">
            <a:extLst xmlns:a="http://schemas.openxmlformats.org/drawingml/2006/main">
              <a:ext uri="{FF2B5EF4-FFF2-40B4-BE49-F238E27FC236}">
                <a16:creationId xmlns:a16="http://schemas.microsoft.com/office/drawing/2014/main" id="{2B55A465-7F41-44B1-AE5B-8E3A85BF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062" y="2635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1" name="path-3958">
            <a:extLst xmlns:a="http://schemas.openxmlformats.org/drawingml/2006/main">
              <a:ext uri="{FF2B5EF4-FFF2-40B4-BE49-F238E27FC236}">
                <a16:creationId xmlns:a16="http://schemas.microsoft.com/office/drawing/2014/main" id="{99771192-4DBD-4C3B-9AB5-9DE3883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053" y="26253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2" name="path-3959">
            <a:extLst xmlns:a="http://schemas.openxmlformats.org/drawingml/2006/main">
              <a:ext uri="{FF2B5EF4-FFF2-40B4-BE49-F238E27FC236}">
                <a16:creationId xmlns:a16="http://schemas.microsoft.com/office/drawing/2014/main" id="{B366E8E2-CA48-44F8-9F8E-3C33B3B9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083" y="26414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3" name="path-3960">
            <a:extLst xmlns:a="http://schemas.openxmlformats.org/drawingml/2006/main">
              <a:ext uri="{FF2B5EF4-FFF2-40B4-BE49-F238E27FC236}">
                <a16:creationId xmlns:a16="http://schemas.microsoft.com/office/drawing/2014/main" id="{C061782F-C841-40B7-8387-4F64634F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88" y="26380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4" name="path-3961">
            <a:extLst xmlns:a="http://schemas.openxmlformats.org/drawingml/2006/main">
              <a:ext uri="{FF2B5EF4-FFF2-40B4-BE49-F238E27FC236}">
                <a16:creationId xmlns:a16="http://schemas.microsoft.com/office/drawing/2014/main" id="{FB3329CF-2D62-4783-B04E-40F6CA85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5616" y="2632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5" name="path-3962">
            <a:extLst xmlns:a="http://schemas.openxmlformats.org/drawingml/2006/main">
              <a:ext uri="{FF2B5EF4-FFF2-40B4-BE49-F238E27FC236}">
                <a16:creationId xmlns:a16="http://schemas.microsoft.com/office/drawing/2014/main" id="{64BC3DCF-BD16-4605-8B8A-0A849C0E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776" y="2623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6" name="path-3963">
            <a:extLst xmlns:a="http://schemas.openxmlformats.org/drawingml/2006/main">
              <a:ext uri="{FF2B5EF4-FFF2-40B4-BE49-F238E27FC236}">
                <a16:creationId xmlns:a16="http://schemas.microsoft.com/office/drawing/2014/main" id="{0089B95D-9697-4185-981C-8807383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070" y="2638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7" name="path-3964">
            <a:extLst xmlns:a="http://schemas.openxmlformats.org/drawingml/2006/main">
              <a:ext uri="{FF2B5EF4-FFF2-40B4-BE49-F238E27FC236}">
                <a16:creationId xmlns:a16="http://schemas.microsoft.com/office/drawing/2014/main" id="{4D26D4D4-3AE4-4C81-9921-14E578E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450" y="2635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8" name="path-3965">
            <a:extLst xmlns:a="http://schemas.openxmlformats.org/drawingml/2006/main">
              <a:ext uri="{FF2B5EF4-FFF2-40B4-BE49-F238E27FC236}">
                <a16:creationId xmlns:a16="http://schemas.microsoft.com/office/drawing/2014/main" id="{6C7A8614-DD5B-428F-952B-398281E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127" y="2623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9" name="path-3966">
            <a:extLst xmlns:a="http://schemas.openxmlformats.org/drawingml/2006/main">
              <a:ext uri="{FF2B5EF4-FFF2-40B4-BE49-F238E27FC236}">
                <a16:creationId xmlns:a16="http://schemas.microsoft.com/office/drawing/2014/main" id="{A6D0B5C0-F2D6-46A0-9BF1-6132523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944" y="2635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0" name="path-3967">
            <a:extLst xmlns:a="http://schemas.openxmlformats.org/drawingml/2006/main">
              <a:ext uri="{FF2B5EF4-FFF2-40B4-BE49-F238E27FC236}">
                <a16:creationId xmlns:a16="http://schemas.microsoft.com/office/drawing/2014/main" id="{77A5CAD6-AC24-47FC-9AE8-80C973A2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666" y="26321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1" name="path-3968">
            <a:extLst xmlns:a="http://schemas.openxmlformats.org/drawingml/2006/main">
              <a:ext uri="{FF2B5EF4-FFF2-40B4-BE49-F238E27FC236}">
                <a16:creationId xmlns:a16="http://schemas.microsoft.com/office/drawing/2014/main" id="{8F36259A-9AA9-42AF-9F0C-E6DD7412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419" y="2632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2" name="path-3969">
            <a:extLst xmlns:a="http://schemas.openxmlformats.org/drawingml/2006/main">
              <a:ext uri="{FF2B5EF4-FFF2-40B4-BE49-F238E27FC236}">
                <a16:creationId xmlns:a16="http://schemas.microsoft.com/office/drawing/2014/main" id="{C12B6777-7A93-45F3-88C6-627F4207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975" y="2639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3" name="path-3970">
            <a:extLst xmlns:a="http://schemas.openxmlformats.org/drawingml/2006/main">
              <a:ext uri="{FF2B5EF4-FFF2-40B4-BE49-F238E27FC236}">
                <a16:creationId xmlns:a16="http://schemas.microsoft.com/office/drawing/2014/main" id="{17A2A061-2DE9-42E5-AE84-77457384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772" y="26376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4" name="path-3971">
            <a:extLst xmlns:a="http://schemas.openxmlformats.org/drawingml/2006/main">
              <a:ext uri="{FF2B5EF4-FFF2-40B4-BE49-F238E27FC236}">
                <a16:creationId xmlns:a16="http://schemas.microsoft.com/office/drawing/2014/main" id="{5F7FEFFA-7F50-4169-98D3-AC08D55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234" y="2637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5" name="path-3972">
            <a:extLst xmlns:a="http://schemas.openxmlformats.org/drawingml/2006/main">
              <a:ext uri="{FF2B5EF4-FFF2-40B4-BE49-F238E27FC236}">
                <a16:creationId xmlns:a16="http://schemas.microsoft.com/office/drawing/2014/main" id="{EE8B3AD5-A59D-4B8F-A869-D8AF443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375" y="26544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6" name="path-3973">
            <a:extLst xmlns:a="http://schemas.openxmlformats.org/drawingml/2006/main">
              <a:ext uri="{FF2B5EF4-FFF2-40B4-BE49-F238E27FC236}">
                <a16:creationId xmlns:a16="http://schemas.microsoft.com/office/drawing/2014/main" id="{994DB484-F952-41C8-8A27-6C23E384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0011" y="2651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7" name="path-3974">
            <a:extLst xmlns:a="http://schemas.openxmlformats.org/drawingml/2006/main">
              <a:ext uri="{FF2B5EF4-FFF2-40B4-BE49-F238E27FC236}">
                <a16:creationId xmlns:a16="http://schemas.microsoft.com/office/drawing/2014/main" id="{F174D307-F2D6-43B3-8655-F83A2CD2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674" y="2636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8" name="path-3975">
            <a:extLst xmlns:a="http://schemas.openxmlformats.org/drawingml/2006/main">
              <a:ext uri="{FF2B5EF4-FFF2-40B4-BE49-F238E27FC236}">
                <a16:creationId xmlns:a16="http://schemas.microsoft.com/office/drawing/2014/main" id="{2AB2EF9D-E693-41BB-B70F-FEA638CE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873" y="26271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9" name="path-3976">
            <a:extLst xmlns:a="http://schemas.openxmlformats.org/drawingml/2006/main">
              <a:ext uri="{FF2B5EF4-FFF2-40B4-BE49-F238E27FC236}">
                <a16:creationId xmlns:a16="http://schemas.microsoft.com/office/drawing/2014/main" id="{A721A2DF-5421-4FBD-B203-5346F388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6266" y="2637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0" name="path-3977">
            <a:extLst xmlns:a="http://schemas.openxmlformats.org/drawingml/2006/main">
              <a:ext uri="{FF2B5EF4-FFF2-40B4-BE49-F238E27FC236}">
                <a16:creationId xmlns:a16="http://schemas.microsoft.com/office/drawing/2014/main" id="{9F80EF6C-930D-4ABF-A7B9-8587E86D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343" y="2637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1" name="path-3978">
            <a:extLst xmlns:a="http://schemas.openxmlformats.org/drawingml/2006/main">
              <a:ext uri="{FF2B5EF4-FFF2-40B4-BE49-F238E27FC236}">
                <a16:creationId xmlns:a16="http://schemas.microsoft.com/office/drawing/2014/main" id="{EFBF086B-75EA-4060-A940-0145E5AD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862" y="26396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2" name="path-3979">
            <a:extLst xmlns:a="http://schemas.openxmlformats.org/drawingml/2006/main">
              <a:ext uri="{FF2B5EF4-FFF2-40B4-BE49-F238E27FC236}">
                <a16:creationId xmlns:a16="http://schemas.microsoft.com/office/drawing/2014/main" id="{386A7E93-1139-4828-8C81-84EA337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289" y="2632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3" name="path-3980">
            <a:extLst xmlns:a="http://schemas.openxmlformats.org/drawingml/2006/main">
              <a:ext uri="{FF2B5EF4-FFF2-40B4-BE49-F238E27FC236}">
                <a16:creationId xmlns:a16="http://schemas.microsoft.com/office/drawing/2014/main" id="{ACE86AA9-8C31-43B6-A9F3-7F4B374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876" y="2637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4" name="path-3981">
            <a:extLst xmlns:a="http://schemas.openxmlformats.org/drawingml/2006/main">
              <a:ext uri="{FF2B5EF4-FFF2-40B4-BE49-F238E27FC236}">
                <a16:creationId xmlns:a16="http://schemas.microsoft.com/office/drawing/2014/main" id="{7F5480E9-9323-425A-A91B-4412503F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267" y="26241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5" name="path-3982">
            <a:extLst xmlns:a="http://schemas.openxmlformats.org/drawingml/2006/main">
              <a:ext uri="{FF2B5EF4-FFF2-40B4-BE49-F238E27FC236}">
                <a16:creationId xmlns:a16="http://schemas.microsoft.com/office/drawing/2014/main" id="{C3F55545-2AD7-43A3-9517-FFCF7445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177" y="2613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6" name="path-3983">
            <a:extLst xmlns:a="http://schemas.openxmlformats.org/drawingml/2006/main">
              <a:ext uri="{FF2B5EF4-FFF2-40B4-BE49-F238E27FC236}">
                <a16:creationId xmlns:a16="http://schemas.microsoft.com/office/drawing/2014/main" id="{6128E706-2005-409E-A4FF-3A9D4C4B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03" y="26429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7" name="path-3984">
            <a:extLst xmlns:a="http://schemas.openxmlformats.org/drawingml/2006/main">
              <a:ext uri="{FF2B5EF4-FFF2-40B4-BE49-F238E27FC236}">
                <a16:creationId xmlns:a16="http://schemas.microsoft.com/office/drawing/2014/main" id="{B3E1945B-775D-4210-A343-8CFA6C3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434" y="2616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8" name="path-3985">
            <a:extLst xmlns:a="http://schemas.openxmlformats.org/drawingml/2006/main">
              <a:ext uri="{FF2B5EF4-FFF2-40B4-BE49-F238E27FC236}">
                <a16:creationId xmlns:a16="http://schemas.microsoft.com/office/drawing/2014/main" id="{5BCED11D-9C96-4D25-9BDA-99FD421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10" y="2644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9" name="path-3986">
            <a:extLst xmlns:a="http://schemas.openxmlformats.org/drawingml/2006/main">
              <a:ext uri="{FF2B5EF4-FFF2-40B4-BE49-F238E27FC236}">
                <a16:creationId xmlns:a16="http://schemas.microsoft.com/office/drawing/2014/main" id="{9095417D-EAF7-4FBF-833F-EB843A04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042" y="26370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0" name="path-3987">
            <a:extLst xmlns:a="http://schemas.openxmlformats.org/drawingml/2006/main">
              <a:ext uri="{FF2B5EF4-FFF2-40B4-BE49-F238E27FC236}">
                <a16:creationId xmlns:a16="http://schemas.microsoft.com/office/drawing/2014/main" id="{783CF948-E9D2-4C16-85C8-1C213B2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598" y="2633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1" name="path-3988">
            <a:extLst xmlns:a="http://schemas.openxmlformats.org/drawingml/2006/main">
              <a:ext uri="{FF2B5EF4-FFF2-40B4-BE49-F238E27FC236}">
                <a16:creationId xmlns:a16="http://schemas.microsoft.com/office/drawing/2014/main" id="{34858767-1C65-4A19-ADE1-1AF439A7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7244" y="2622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2" name="path-3989">
            <a:extLst xmlns:a="http://schemas.openxmlformats.org/drawingml/2006/main">
              <a:ext uri="{FF2B5EF4-FFF2-40B4-BE49-F238E27FC236}">
                <a16:creationId xmlns:a16="http://schemas.microsoft.com/office/drawing/2014/main" id="{8300E216-DA03-4302-AF16-F7398735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00" y="2641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3" name="path-3990">
            <a:extLst xmlns:a="http://schemas.openxmlformats.org/drawingml/2006/main">
              <a:ext uri="{FF2B5EF4-FFF2-40B4-BE49-F238E27FC236}">
                <a16:creationId xmlns:a16="http://schemas.microsoft.com/office/drawing/2014/main" id="{42DD963A-1162-4718-B2D3-3F2811E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151" y="2664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4" name="path-3991">
            <a:extLst xmlns:a="http://schemas.openxmlformats.org/drawingml/2006/main">
              <a:ext uri="{FF2B5EF4-FFF2-40B4-BE49-F238E27FC236}">
                <a16:creationId xmlns:a16="http://schemas.microsoft.com/office/drawing/2014/main" id="{457E99C7-9B49-49F3-A5AC-2F69F119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502" y="26546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5" name="path-3992">
            <a:extLst xmlns:a="http://schemas.openxmlformats.org/drawingml/2006/main">
              <a:ext uri="{FF2B5EF4-FFF2-40B4-BE49-F238E27FC236}">
                <a16:creationId xmlns:a16="http://schemas.microsoft.com/office/drawing/2014/main" id="{8D0013D3-BDB9-41A0-926D-2D2B8EB3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649" y="2635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6" name="path-3993">
            <a:extLst xmlns:a="http://schemas.openxmlformats.org/drawingml/2006/main">
              <a:ext uri="{FF2B5EF4-FFF2-40B4-BE49-F238E27FC236}">
                <a16:creationId xmlns:a16="http://schemas.microsoft.com/office/drawing/2014/main" id="{9D1FC03A-E325-4A88-B5AB-7F1780E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225" y="26286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7" name="path-3994">
            <a:extLst xmlns:a="http://schemas.openxmlformats.org/drawingml/2006/main">
              <a:ext uri="{FF2B5EF4-FFF2-40B4-BE49-F238E27FC236}">
                <a16:creationId xmlns:a16="http://schemas.microsoft.com/office/drawing/2014/main" id="{D0585DDB-5C57-45EE-A956-D8A0A4E3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469" y="2640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8" name="path-3995">
            <a:extLst xmlns:a="http://schemas.openxmlformats.org/drawingml/2006/main">
              <a:ext uri="{FF2B5EF4-FFF2-40B4-BE49-F238E27FC236}">
                <a16:creationId xmlns:a16="http://schemas.microsoft.com/office/drawing/2014/main" id="{69A3A173-1FCE-4B26-9460-4012C30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845" y="2637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9" name="path-3996">
            <a:extLst xmlns:a="http://schemas.openxmlformats.org/drawingml/2006/main">
              <a:ext uri="{FF2B5EF4-FFF2-40B4-BE49-F238E27FC236}">
                <a16:creationId xmlns:a16="http://schemas.microsoft.com/office/drawing/2014/main" id="{259A3056-7C58-4AF2-BF07-A9FBC45F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769" y="2627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0" name="path-3997">
            <a:extLst xmlns:a="http://schemas.openxmlformats.org/drawingml/2006/main">
              <a:ext uri="{FF2B5EF4-FFF2-40B4-BE49-F238E27FC236}">
                <a16:creationId xmlns:a16="http://schemas.microsoft.com/office/drawing/2014/main" id="{13CFE34E-84B8-4361-A2C3-E12DB7F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062" y="2636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1" name="path-3998">
            <a:extLst xmlns:a="http://schemas.openxmlformats.org/drawingml/2006/main">
              <a:ext uri="{FF2B5EF4-FFF2-40B4-BE49-F238E27FC236}">
                <a16:creationId xmlns:a16="http://schemas.microsoft.com/office/drawing/2014/main" id="{5BDECE89-C61D-4E57-9C7A-B55CAAC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778" y="2627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2" name="path-3999">
            <a:extLst xmlns:a="http://schemas.openxmlformats.org/drawingml/2006/main">
              <a:ext uri="{FF2B5EF4-FFF2-40B4-BE49-F238E27FC236}">
                <a16:creationId xmlns:a16="http://schemas.microsoft.com/office/drawing/2014/main" id="{5B388508-0622-4D1F-83E5-BF0BCB22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993" y="2636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3" name="path-4000">
            <a:extLst xmlns:a="http://schemas.openxmlformats.org/drawingml/2006/main">
              <a:ext uri="{FF2B5EF4-FFF2-40B4-BE49-F238E27FC236}">
                <a16:creationId xmlns:a16="http://schemas.microsoft.com/office/drawing/2014/main" id="{2C344A64-FCA8-4BD9-8418-301A12BA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462" y="2634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4" name="path-4001">
            <a:extLst xmlns:a="http://schemas.openxmlformats.org/drawingml/2006/main">
              <a:ext uri="{FF2B5EF4-FFF2-40B4-BE49-F238E27FC236}">
                <a16:creationId xmlns:a16="http://schemas.microsoft.com/office/drawing/2014/main" id="{288D992D-DBFB-4AB6-8D54-111BE7E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354" y="2639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5" name="path-4002">
            <a:extLst xmlns:a="http://schemas.openxmlformats.org/drawingml/2006/main">
              <a:ext uri="{FF2B5EF4-FFF2-40B4-BE49-F238E27FC236}">
                <a16:creationId xmlns:a16="http://schemas.microsoft.com/office/drawing/2014/main" id="{A78611EA-B889-4741-83D8-DA0235A6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41" y="2636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6" name="path-4003">
            <a:extLst xmlns:a="http://schemas.openxmlformats.org/drawingml/2006/main">
              <a:ext uri="{FF2B5EF4-FFF2-40B4-BE49-F238E27FC236}">
                <a16:creationId xmlns:a16="http://schemas.microsoft.com/office/drawing/2014/main" id="{E41E7DE2-CDB7-47A0-9A41-9B5A2EC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422" y="2650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7" name="path-4004">
            <a:extLst xmlns:a="http://schemas.openxmlformats.org/drawingml/2006/main">
              <a:ext uri="{FF2B5EF4-FFF2-40B4-BE49-F238E27FC236}">
                <a16:creationId xmlns:a16="http://schemas.microsoft.com/office/drawing/2014/main" id="{92BCB7A3-E75E-4C8F-BAE1-2D6E70EE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038" y="2640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8" name="path-4005">
            <a:extLst xmlns:a="http://schemas.openxmlformats.org/drawingml/2006/main">
              <a:ext uri="{FF2B5EF4-FFF2-40B4-BE49-F238E27FC236}">
                <a16:creationId xmlns:a16="http://schemas.microsoft.com/office/drawing/2014/main" id="{F200A36B-68C3-4C2D-B9BB-BAE6B14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507" y="2656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9" name="path-4006">
            <a:extLst xmlns:a="http://schemas.openxmlformats.org/drawingml/2006/main">
              <a:ext uri="{FF2B5EF4-FFF2-40B4-BE49-F238E27FC236}">
                <a16:creationId xmlns:a16="http://schemas.microsoft.com/office/drawing/2014/main" id="{1E25D4DB-0575-4EBF-96D6-8A462CFB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249" y="2636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0" name="path-4007">
            <a:extLst xmlns:a="http://schemas.openxmlformats.org/drawingml/2006/main">
              <a:ext uri="{FF2B5EF4-FFF2-40B4-BE49-F238E27FC236}">
                <a16:creationId xmlns:a16="http://schemas.microsoft.com/office/drawing/2014/main" id="{1A6571FC-627A-4A29-9AF1-878F8F3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260" y="2627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1" name="path-4008">
            <a:extLst xmlns:a="http://schemas.openxmlformats.org/drawingml/2006/main">
              <a:ext uri="{FF2B5EF4-FFF2-40B4-BE49-F238E27FC236}">
                <a16:creationId xmlns:a16="http://schemas.microsoft.com/office/drawing/2014/main" id="{BC116499-A82C-4364-9F94-454D2FF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6279" y="2656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2" name="path-4009">
            <a:extLst xmlns:a="http://schemas.openxmlformats.org/drawingml/2006/main">
              <a:ext uri="{FF2B5EF4-FFF2-40B4-BE49-F238E27FC236}">
                <a16:creationId xmlns:a16="http://schemas.microsoft.com/office/drawing/2014/main" id="{DFE4A90E-845F-4D02-8BD7-DA6D161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830" y="26333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3" name="path-4010">
            <a:extLst xmlns:a="http://schemas.openxmlformats.org/drawingml/2006/main">
              <a:ext uri="{FF2B5EF4-FFF2-40B4-BE49-F238E27FC236}">
                <a16:creationId xmlns:a16="http://schemas.microsoft.com/office/drawing/2014/main" id="{F90EA788-B2E2-4F60-A003-C2E8DF8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073" y="26355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4" name="path-4011">
            <a:extLst xmlns:a="http://schemas.openxmlformats.org/drawingml/2006/main">
              <a:ext uri="{FF2B5EF4-FFF2-40B4-BE49-F238E27FC236}">
                <a16:creationId xmlns:a16="http://schemas.microsoft.com/office/drawing/2014/main" id="{384A348B-9A59-456A-B680-48A090A1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7341" y="26406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5" name="path-4012">
            <a:extLst xmlns:a="http://schemas.openxmlformats.org/drawingml/2006/main">
              <a:ext uri="{FF2B5EF4-FFF2-40B4-BE49-F238E27FC236}">
                <a16:creationId xmlns:a16="http://schemas.microsoft.com/office/drawing/2014/main" id="{1DF3018D-C2DC-447D-A5B1-9C58DCF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945" y="26295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6" name="path-4013">
            <a:extLst xmlns:a="http://schemas.openxmlformats.org/drawingml/2006/main">
              <a:ext uri="{FF2B5EF4-FFF2-40B4-BE49-F238E27FC236}">
                <a16:creationId xmlns:a16="http://schemas.microsoft.com/office/drawing/2014/main" id="{A13FD691-B4B2-4655-B088-6044270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771" y="26406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7" name="path-4014">
            <a:extLst xmlns:a="http://schemas.openxmlformats.org/drawingml/2006/main">
              <a:ext uri="{FF2B5EF4-FFF2-40B4-BE49-F238E27FC236}">
                <a16:creationId xmlns:a16="http://schemas.microsoft.com/office/drawing/2014/main" id="{B5B781DA-E9F9-44B3-9683-DCEC683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057" y="2619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8" name="path-4015">
            <a:extLst xmlns:a="http://schemas.openxmlformats.org/drawingml/2006/main">
              <a:ext uri="{FF2B5EF4-FFF2-40B4-BE49-F238E27FC236}">
                <a16:creationId xmlns:a16="http://schemas.microsoft.com/office/drawing/2014/main" id="{3A4CEF0F-5EF2-4F04-82F0-BC75C4D7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652" y="2638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9" name="path-4016">
            <a:extLst xmlns:a="http://schemas.openxmlformats.org/drawingml/2006/main">
              <a:ext uri="{FF2B5EF4-FFF2-40B4-BE49-F238E27FC236}">
                <a16:creationId xmlns:a16="http://schemas.microsoft.com/office/drawing/2014/main" id="{1DA394EB-8B15-48E5-A8D9-3A63094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520" y="26184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0" name="path-4017">
            <a:extLst xmlns:a="http://schemas.openxmlformats.org/drawingml/2006/main">
              <a:ext uri="{FF2B5EF4-FFF2-40B4-BE49-F238E27FC236}">
                <a16:creationId xmlns:a16="http://schemas.microsoft.com/office/drawing/2014/main" id="{33450463-B748-4C1B-9C7B-00587CE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314" y="2635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1" name="path-4018">
            <a:extLst xmlns:a="http://schemas.openxmlformats.org/drawingml/2006/main">
              <a:ext uri="{FF2B5EF4-FFF2-40B4-BE49-F238E27FC236}">
                <a16:creationId xmlns:a16="http://schemas.microsoft.com/office/drawing/2014/main" id="{3E32E4EE-4B1A-4C78-979B-63B26FB5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55" y="26379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2" name="path-4019">
            <a:extLst xmlns:a="http://schemas.openxmlformats.org/drawingml/2006/main">
              <a:ext uri="{FF2B5EF4-FFF2-40B4-BE49-F238E27FC236}">
                <a16:creationId xmlns:a16="http://schemas.microsoft.com/office/drawing/2014/main" id="{3F112D85-64BB-4674-B7F9-588853F5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816" y="2636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3" name="path-4020">
            <a:extLst xmlns:a="http://schemas.openxmlformats.org/drawingml/2006/main">
              <a:ext uri="{FF2B5EF4-FFF2-40B4-BE49-F238E27FC236}">
                <a16:creationId xmlns:a16="http://schemas.microsoft.com/office/drawing/2014/main" id="{11E97524-F25D-4DA2-8FFE-B250448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387" y="2633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4" name="path-4021">
            <a:extLst xmlns:a="http://schemas.openxmlformats.org/drawingml/2006/main">
              <a:ext uri="{FF2B5EF4-FFF2-40B4-BE49-F238E27FC236}">
                <a16:creationId xmlns:a16="http://schemas.microsoft.com/office/drawing/2014/main" id="{84F53D97-EC6F-4A7D-A18F-5D590CB7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35" y="2636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5" name="path-4022">
            <a:extLst xmlns:a="http://schemas.openxmlformats.org/drawingml/2006/main">
              <a:ext uri="{FF2B5EF4-FFF2-40B4-BE49-F238E27FC236}">
                <a16:creationId xmlns:a16="http://schemas.microsoft.com/office/drawing/2014/main" id="{AC41B445-A61C-4291-9F81-9E69010E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06" y="2639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6" name="path-4023">
            <a:extLst xmlns:a="http://schemas.openxmlformats.org/drawingml/2006/main">
              <a:ext uri="{FF2B5EF4-FFF2-40B4-BE49-F238E27FC236}">
                <a16:creationId xmlns:a16="http://schemas.microsoft.com/office/drawing/2014/main" id="{7BE478E1-609B-4C40-B8C9-EC675436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699" y="2638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7" name="path-4024">
            <a:extLst xmlns:a="http://schemas.openxmlformats.org/drawingml/2006/main">
              <a:ext uri="{FF2B5EF4-FFF2-40B4-BE49-F238E27FC236}">
                <a16:creationId xmlns:a16="http://schemas.microsoft.com/office/drawing/2014/main" id="{FB98E38A-DE2B-4069-A602-AEC2806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941" y="2633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8" name="path-4025">
            <a:extLst xmlns:a="http://schemas.openxmlformats.org/drawingml/2006/main">
              <a:ext uri="{FF2B5EF4-FFF2-40B4-BE49-F238E27FC236}">
                <a16:creationId xmlns:a16="http://schemas.microsoft.com/office/drawing/2014/main" id="{5E9CFF9A-DF72-4D82-BCFF-5C850FE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004" y="2639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9" name="path-4026">
            <a:extLst xmlns:a="http://schemas.openxmlformats.org/drawingml/2006/main">
              <a:ext uri="{FF2B5EF4-FFF2-40B4-BE49-F238E27FC236}">
                <a16:creationId xmlns:a16="http://schemas.microsoft.com/office/drawing/2014/main" id="{62ECF246-79C2-4C09-AF01-92231081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15" y="2633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0" name="path-4027">
            <a:extLst xmlns:a="http://schemas.openxmlformats.org/drawingml/2006/main">
              <a:ext uri="{FF2B5EF4-FFF2-40B4-BE49-F238E27FC236}">
                <a16:creationId xmlns:a16="http://schemas.microsoft.com/office/drawing/2014/main" id="{25577DE9-FD84-4FD0-8AAD-96038E00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476" y="26255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1" name="path-4028">
            <a:extLst xmlns:a="http://schemas.openxmlformats.org/drawingml/2006/main">
              <a:ext uri="{FF2B5EF4-FFF2-40B4-BE49-F238E27FC236}">
                <a16:creationId xmlns:a16="http://schemas.microsoft.com/office/drawing/2014/main" id="{AFA8DE4C-F10E-4BD5-BC0C-5C4A58E7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592" y="2633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2" name="path-4029">
            <a:extLst xmlns:a="http://schemas.openxmlformats.org/drawingml/2006/main">
              <a:ext uri="{FF2B5EF4-FFF2-40B4-BE49-F238E27FC236}">
                <a16:creationId xmlns:a16="http://schemas.microsoft.com/office/drawing/2014/main" id="{7EDF92CC-1104-424E-9A74-F4AD078A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924" y="26294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3" name="path-4030">
            <a:extLst xmlns:a="http://schemas.openxmlformats.org/drawingml/2006/main">
              <a:ext uri="{FF2B5EF4-FFF2-40B4-BE49-F238E27FC236}">
                <a16:creationId xmlns:a16="http://schemas.microsoft.com/office/drawing/2014/main" id="{AE4B8B27-F522-4EB5-8B38-C56C2935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707" y="26344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4" name="path-4031">
            <a:extLst xmlns:a="http://schemas.openxmlformats.org/drawingml/2006/main">
              <a:ext uri="{FF2B5EF4-FFF2-40B4-BE49-F238E27FC236}">
                <a16:creationId xmlns:a16="http://schemas.microsoft.com/office/drawing/2014/main" id="{8B2D3A5C-DE72-4705-ABD6-B666362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932" y="2637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5" name="path-4032">
            <a:extLst xmlns:a="http://schemas.openxmlformats.org/drawingml/2006/main">
              <a:ext uri="{FF2B5EF4-FFF2-40B4-BE49-F238E27FC236}">
                <a16:creationId xmlns:a16="http://schemas.microsoft.com/office/drawing/2014/main" id="{3EC68243-1C52-4E92-ACF8-0ABD6C0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019" y="26371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6" name="path-4033">
            <a:extLst xmlns:a="http://schemas.openxmlformats.org/drawingml/2006/main">
              <a:ext uri="{FF2B5EF4-FFF2-40B4-BE49-F238E27FC236}">
                <a16:creationId xmlns:a16="http://schemas.microsoft.com/office/drawing/2014/main" id="{39330F9F-E989-4466-BA7C-5D6F9FFE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641" y="26318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7" name="path-4034">
            <a:extLst xmlns:a="http://schemas.openxmlformats.org/drawingml/2006/main">
              <a:ext uri="{FF2B5EF4-FFF2-40B4-BE49-F238E27FC236}">
                <a16:creationId xmlns:a16="http://schemas.microsoft.com/office/drawing/2014/main" id="{DDB425C6-41B0-42A6-AABB-680D2499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523" y="2636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8" name="path-4035">
            <a:extLst xmlns:a="http://schemas.openxmlformats.org/drawingml/2006/main">
              <a:ext uri="{FF2B5EF4-FFF2-40B4-BE49-F238E27FC236}">
                <a16:creationId xmlns:a16="http://schemas.microsoft.com/office/drawing/2014/main" id="{B360F47F-D571-4757-A591-2210C44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9438" y="26561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9" name="path-4036">
            <a:extLst xmlns:a="http://schemas.openxmlformats.org/drawingml/2006/main">
              <a:ext uri="{FF2B5EF4-FFF2-40B4-BE49-F238E27FC236}">
                <a16:creationId xmlns:a16="http://schemas.microsoft.com/office/drawing/2014/main" id="{08138B0F-B2F1-4080-96BC-AEB1436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434" y="2643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0" name="path-4037">
            <a:extLst xmlns:a="http://schemas.openxmlformats.org/drawingml/2006/main">
              <a:ext uri="{FF2B5EF4-FFF2-40B4-BE49-F238E27FC236}">
                <a16:creationId xmlns:a16="http://schemas.microsoft.com/office/drawing/2014/main" id="{79FE618D-B174-4100-B8E6-6A27129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135" y="26293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1" name="path-4038">
            <a:extLst xmlns:a="http://schemas.openxmlformats.org/drawingml/2006/main">
              <a:ext uri="{FF2B5EF4-FFF2-40B4-BE49-F238E27FC236}">
                <a16:creationId xmlns:a16="http://schemas.microsoft.com/office/drawing/2014/main" id="{9CFD86A6-D6D7-4BAB-B73F-293B2B51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587" y="2622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2" name="path-4039">
            <a:extLst xmlns:a="http://schemas.openxmlformats.org/drawingml/2006/main">
              <a:ext uri="{FF2B5EF4-FFF2-40B4-BE49-F238E27FC236}">
                <a16:creationId xmlns:a16="http://schemas.microsoft.com/office/drawing/2014/main" id="{F0EE6801-0396-41C4-9D1F-0521653F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700" y="2638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3" name="path-4040">
            <a:extLst xmlns:a="http://schemas.openxmlformats.org/drawingml/2006/main">
              <a:ext uri="{FF2B5EF4-FFF2-40B4-BE49-F238E27FC236}">
                <a16:creationId xmlns:a16="http://schemas.microsoft.com/office/drawing/2014/main" id="{1080F96D-F57E-4A83-84AC-6413584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303" y="2625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4" name="path-4041">
            <a:extLst xmlns:a="http://schemas.openxmlformats.org/drawingml/2006/main">
              <a:ext uri="{FF2B5EF4-FFF2-40B4-BE49-F238E27FC236}">
                <a16:creationId xmlns:a16="http://schemas.microsoft.com/office/drawing/2014/main" id="{73FA2C74-8214-41A7-8BE6-D47FC902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016" y="2649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5" name="path-4042">
            <a:extLst xmlns:a="http://schemas.openxmlformats.org/drawingml/2006/main">
              <a:ext uri="{FF2B5EF4-FFF2-40B4-BE49-F238E27FC236}">
                <a16:creationId xmlns:a16="http://schemas.microsoft.com/office/drawing/2014/main" id="{09357CC3-9360-4EC3-803D-776D30F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571" y="26369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6" name="path-4043">
            <a:extLst xmlns:a="http://schemas.openxmlformats.org/drawingml/2006/main">
              <a:ext uri="{FF2B5EF4-FFF2-40B4-BE49-F238E27FC236}">
                <a16:creationId xmlns:a16="http://schemas.microsoft.com/office/drawing/2014/main" id="{4B915E7A-A287-4EFE-B0C8-8BA9CE25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859" y="2635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7" name="path-4044">
            <a:extLst xmlns:a="http://schemas.openxmlformats.org/drawingml/2006/main">
              <a:ext uri="{FF2B5EF4-FFF2-40B4-BE49-F238E27FC236}">
                <a16:creationId xmlns:a16="http://schemas.microsoft.com/office/drawing/2014/main" id="{5FAC5DC2-32BB-408E-BA4C-9F319D21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872" y="26214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8" name="path-4045">
            <a:extLst xmlns:a="http://schemas.openxmlformats.org/drawingml/2006/main">
              <a:ext uri="{FF2B5EF4-FFF2-40B4-BE49-F238E27FC236}">
                <a16:creationId xmlns:a16="http://schemas.microsoft.com/office/drawing/2014/main" id="{605C0BB3-F39E-44E4-9DFC-C926120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926" y="2634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9" name="path-4046">
            <a:extLst xmlns:a="http://schemas.openxmlformats.org/drawingml/2006/main">
              <a:ext uri="{FF2B5EF4-FFF2-40B4-BE49-F238E27FC236}">
                <a16:creationId xmlns:a16="http://schemas.microsoft.com/office/drawing/2014/main" id="{0F54161B-BD4B-43C3-AA8C-F284F3A2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028" y="2637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0" name="path-4047">
            <a:extLst xmlns:a="http://schemas.openxmlformats.org/drawingml/2006/main">
              <a:ext uri="{FF2B5EF4-FFF2-40B4-BE49-F238E27FC236}">
                <a16:creationId xmlns:a16="http://schemas.microsoft.com/office/drawing/2014/main" id="{3AD7F792-7A82-4226-BD41-7C1EADC0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844" y="2633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1" name="path-4048">
            <a:extLst xmlns:a="http://schemas.openxmlformats.org/drawingml/2006/main">
              <a:ext uri="{FF2B5EF4-FFF2-40B4-BE49-F238E27FC236}">
                <a16:creationId xmlns:a16="http://schemas.microsoft.com/office/drawing/2014/main" id="{1183276D-324A-4310-83AE-8BBA771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614" y="2634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2" name="path-4049">
            <a:extLst xmlns:a="http://schemas.openxmlformats.org/drawingml/2006/main">
              <a:ext uri="{FF2B5EF4-FFF2-40B4-BE49-F238E27FC236}">
                <a16:creationId xmlns:a16="http://schemas.microsoft.com/office/drawing/2014/main" id="{547CB483-FBFA-414F-9264-945804EE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723" y="26389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3" name="path-4050">
            <a:extLst xmlns:a="http://schemas.openxmlformats.org/drawingml/2006/main">
              <a:ext uri="{FF2B5EF4-FFF2-40B4-BE49-F238E27FC236}">
                <a16:creationId xmlns:a16="http://schemas.microsoft.com/office/drawing/2014/main" id="{196BDD0E-1F2C-425C-AA47-32E831FD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914" y="26411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4" name="path-4051">
            <a:extLst xmlns:a="http://schemas.openxmlformats.org/drawingml/2006/main">
              <a:ext uri="{FF2B5EF4-FFF2-40B4-BE49-F238E27FC236}">
                <a16:creationId xmlns:a16="http://schemas.microsoft.com/office/drawing/2014/main" id="{3966E1A1-BC28-4A8E-A194-F7AC94F8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160" y="26358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5" name="path-4052">
            <a:extLst xmlns:a="http://schemas.openxmlformats.org/drawingml/2006/main">
              <a:ext uri="{FF2B5EF4-FFF2-40B4-BE49-F238E27FC236}">
                <a16:creationId xmlns:a16="http://schemas.microsoft.com/office/drawing/2014/main" id="{B6B5E804-C447-45DC-9365-F979EAFC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130" y="26192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6" name="path-4053">
            <a:extLst xmlns:a="http://schemas.openxmlformats.org/drawingml/2006/main">
              <a:ext uri="{FF2B5EF4-FFF2-40B4-BE49-F238E27FC236}">
                <a16:creationId xmlns:a16="http://schemas.microsoft.com/office/drawing/2014/main" id="{9B32FF54-F04B-4398-BCF7-F39D24F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794" y="2637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7" name="path-4054">
            <a:extLst xmlns:a="http://schemas.openxmlformats.org/drawingml/2006/main">
              <a:ext uri="{FF2B5EF4-FFF2-40B4-BE49-F238E27FC236}">
                <a16:creationId xmlns:a16="http://schemas.microsoft.com/office/drawing/2014/main" id="{2DBF58E7-474A-4973-A8F2-2597864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974" y="2636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8" name="path-4055">
            <a:extLst xmlns:a="http://schemas.openxmlformats.org/drawingml/2006/main">
              <a:ext uri="{FF2B5EF4-FFF2-40B4-BE49-F238E27FC236}">
                <a16:creationId xmlns:a16="http://schemas.microsoft.com/office/drawing/2014/main" id="{2347F7B0-6000-49CD-ACCF-2B3388CA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207" y="2668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9" name="path-4056">
            <a:extLst xmlns:a="http://schemas.openxmlformats.org/drawingml/2006/main">
              <a:ext uri="{FF2B5EF4-FFF2-40B4-BE49-F238E27FC236}">
                <a16:creationId xmlns:a16="http://schemas.microsoft.com/office/drawing/2014/main" id="{D6560B34-1180-49AD-9A4B-BFE57A89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5610" y="2646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0" name="path-4057">
            <a:extLst xmlns:a="http://schemas.openxmlformats.org/drawingml/2006/main">
              <a:ext uri="{FF2B5EF4-FFF2-40B4-BE49-F238E27FC236}">
                <a16:creationId xmlns:a16="http://schemas.microsoft.com/office/drawing/2014/main" id="{4B7070D0-BFAD-4F5C-90B5-C5FBD671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984" y="2632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1" name="path-4058">
            <a:extLst xmlns:a="http://schemas.openxmlformats.org/drawingml/2006/main">
              <a:ext uri="{FF2B5EF4-FFF2-40B4-BE49-F238E27FC236}">
                <a16:creationId xmlns:a16="http://schemas.microsoft.com/office/drawing/2014/main" id="{9607A3B1-E7FC-48C6-B05E-3706C1DA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4352" y="26483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2" name="path-4059">
            <a:extLst xmlns:a="http://schemas.openxmlformats.org/drawingml/2006/main">
              <a:ext uri="{FF2B5EF4-FFF2-40B4-BE49-F238E27FC236}">
                <a16:creationId xmlns:a16="http://schemas.microsoft.com/office/drawing/2014/main" id="{7116CA67-AF78-4835-8E65-D5A246EB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287" y="26408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3" name="path-4060">
            <a:extLst xmlns:a="http://schemas.openxmlformats.org/drawingml/2006/main">
              <a:ext uri="{FF2B5EF4-FFF2-40B4-BE49-F238E27FC236}">
                <a16:creationId xmlns:a16="http://schemas.microsoft.com/office/drawing/2014/main" id="{F81A6FA1-1929-44AE-A57A-55D3135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482" y="26363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4" name="path-4061">
            <a:extLst xmlns:a="http://schemas.openxmlformats.org/drawingml/2006/main">
              <a:ext uri="{FF2B5EF4-FFF2-40B4-BE49-F238E27FC236}">
                <a16:creationId xmlns:a16="http://schemas.microsoft.com/office/drawing/2014/main" id="{91549E8D-8DA2-4F7B-93BA-4935EBBC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897" y="2637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5" name="path-4062">
            <a:extLst xmlns:a="http://schemas.openxmlformats.org/drawingml/2006/main">
              <a:ext uri="{FF2B5EF4-FFF2-40B4-BE49-F238E27FC236}">
                <a16:creationId xmlns:a16="http://schemas.microsoft.com/office/drawing/2014/main" id="{B3B43AC2-F9F7-4ED8-A086-FC74B24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426" y="26342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6" name="path-4063">
            <a:extLst xmlns:a="http://schemas.openxmlformats.org/drawingml/2006/main">
              <a:ext uri="{FF2B5EF4-FFF2-40B4-BE49-F238E27FC236}">
                <a16:creationId xmlns:a16="http://schemas.microsoft.com/office/drawing/2014/main" id="{519CC3F3-7CB0-4280-B378-BE18F7D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9359" y="264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7" name="path-4064">
            <a:extLst xmlns:a="http://schemas.openxmlformats.org/drawingml/2006/main">
              <a:ext uri="{FF2B5EF4-FFF2-40B4-BE49-F238E27FC236}">
                <a16:creationId xmlns:a16="http://schemas.microsoft.com/office/drawing/2014/main" id="{C8D253DC-38D5-4714-815F-DED1F47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127" y="2633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8" name="path-4065">
            <a:extLst xmlns:a="http://schemas.openxmlformats.org/drawingml/2006/main">
              <a:ext uri="{FF2B5EF4-FFF2-40B4-BE49-F238E27FC236}">
                <a16:creationId xmlns:a16="http://schemas.microsoft.com/office/drawing/2014/main" id="{AEABAD78-C1F7-4A99-9553-1DC733F6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571" y="2641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9" name="path-4066">
            <a:extLst xmlns:a="http://schemas.openxmlformats.org/drawingml/2006/main">
              <a:ext uri="{FF2B5EF4-FFF2-40B4-BE49-F238E27FC236}">
                <a16:creationId xmlns:a16="http://schemas.microsoft.com/office/drawing/2014/main" id="{CA1B1F8F-420D-4FE1-9932-8773E1BA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969" y="2656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0" name="path-4067">
            <a:extLst xmlns:a="http://schemas.openxmlformats.org/drawingml/2006/main">
              <a:ext uri="{FF2B5EF4-FFF2-40B4-BE49-F238E27FC236}">
                <a16:creationId xmlns:a16="http://schemas.microsoft.com/office/drawing/2014/main" id="{6BBFBE8B-D323-448A-8FAA-2DBE3DB8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080" y="2635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1" name="path-4068">
            <a:extLst xmlns:a="http://schemas.openxmlformats.org/drawingml/2006/main">
              <a:ext uri="{FF2B5EF4-FFF2-40B4-BE49-F238E27FC236}">
                <a16:creationId xmlns:a16="http://schemas.microsoft.com/office/drawing/2014/main" id="{7F3508C6-E3FC-45E9-87B7-032EA854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485" y="26204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2" name="path-4069">
            <a:extLst xmlns:a="http://schemas.openxmlformats.org/drawingml/2006/main">
              <a:ext uri="{FF2B5EF4-FFF2-40B4-BE49-F238E27FC236}">
                <a16:creationId xmlns:a16="http://schemas.microsoft.com/office/drawing/2014/main" id="{269776A8-ABCF-4ADB-BBFE-1187F48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257" y="26345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3" name="path-4070">
            <a:extLst xmlns:a="http://schemas.openxmlformats.org/drawingml/2006/main">
              <a:ext uri="{FF2B5EF4-FFF2-40B4-BE49-F238E27FC236}">
                <a16:creationId xmlns:a16="http://schemas.microsoft.com/office/drawing/2014/main" id="{4D83B0C7-EF0E-4C23-BC7B-C83737CB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765" y="26517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4" name="path-4071">
            <a:extLst xmlns:a="http://schemas.openxmlformats.org/drawingml/2006/main">
              <a:ext uri="{FF2B5EF4-FFF2-40B4-BE49-F238E27FC236}">
                <a16:creationId xmlns:a16="http://schemas.microsoft.com/office/drawing/2014/main" id="{6B17C2E0-11A7-4690-80D0-E27EFC18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947" y="26356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5" name="path-4072">
            <a:extLst xmlns:a="http://schemas.openxmlformats.org/drawingml/2006/main">
              <a:ext uri="{FF2B5EF4-FFF2-40B4-BE49-F238E27FC236}">
                <a16:creationId xmlns:a16="http://schemas.microsoft.com/office/drawing/2014/main" id="{704DB484-6932-417A-9622-10D7C958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917" y="26522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6" name="path-4073">
            <a:extLst xmlns:a="http://schemas.openxmlformats.org/drawingml/2006/main">
              <a:ext uri="{FF2B5EF4-FFF2-40B4-BE49-F238E27FC236}">
                <a16:creationId xmlns:a16="http://schemas.microsoft.com/office/drawing/2014/main" id="{3D2570A9-2459-4C5D-A27B-3679CE8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50" y="2640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7" name="path-4074">
            <a:extLst xmlns:a="http://schemas.openxmlformats.org/drawingml/2006/main">
              <a:ext uri="{FF2B5EF4-FFF2-40B4-BE49-F238E27FC236}">
                <a16:creationId xmlns:a16="http://schemas.microsoft.com/office/drawing/2014/main" id="{FC1D053A-6E62-4AFF-8686-2005BA4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644" y="2615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8" name="path-4075">
            <a:extLst xmlns:a="http://schemas.openxmlformats.org/drawingml/2006/main">
              <a:ext uri="{FF2B5EF4-FFF2-40B4-BE49-F238E27FC236}">
                <a16:creationId xmlns:a16="http://schemas.microsoft.com/office/drawing/2014/main" id="{8AEEC9A6-8DA9-46B9-8B7D-BA4F21FF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455" y="2656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9" name="path-4076">
            <a:extLst xmlns:a="http://schemas.openxmlformats.org/drawingml/2006/main">
              <a:ext uri="{FF2B5EF4-FFF2-40B4-BE49-F238E27FC236}">
                <a16:creationId xmlns:a16="http://schemas.microsoft.com/office/drawing/2014/main" id="{2780FB45-CD92-43AF-89A1-422D73D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983" y="2636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0" name="path-4077">
            <a:extLst xmlns:a="http://schemas.openxmlformats.org/drawingml/2006/main">
              <a:ext uri="{FF2B5EF4-FFF2-40B4-BE49-F238E27FC236}">
                <a16:creationId xmlns:a16="http://schemas.microsoft.com/office/drawing/2014/main" id="{C1544A61-62BA-48B9-8A01-E2DD0EC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7011" y="2608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1" name="path-4078">
            <a:extLst xmlns:a="http://schemas.openxmlformats.org/drawingml/2006/main">
              <a:ext uri="{FF2B5EF4-FFF2-40B4-BE49-F238E27FC236}">
                <a16:creationId xmlns:a16="http://schemas.microsoft.com/office/drawing/2014/main" id="{6A93781D-54A7-4FA4-829E-D4401BF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460" y="2640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2" name="path-4079">
            <a:extLst xmlns:a="http://schemas.openxmlformats.org/drawingml/2006/main">
              <a:ext uri="{FF2B5EF4-FFF2-40B4-BE49-F238E27FC236}">
                <a16:creationId xmlns:a16="http://schemas.microsoft.com/office/drawing/2014/main" id="{57380030-A7A0-4EE4-8B65-B6E6B02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419" y="2643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3" name="path-4080">
            <a:extLst xmlns:a="http://schemas.openxmlformats.org/drawingml/2006/main">
              <a:ext uri="{FF2B5EF4-FFF2-40B4-BE49-F238E27FC236}">
                <a16:creationId xmlns:a16="http://schemas.microsoft.com/office/drawing/2014/main" id="{32C0E968-B928-4F1E-B8AC-9CF54751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301" y="2639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4" name="path-4081">
            <a:extLst xmlns:a="http://schemas.openxmlformats.org/drawingml/2006/main">
              <a:ext uri="{FF2B5EF4-FFF2-40B4-BE49-F238E27FC236}">
                <a16:creationId xmlns:a16="http://schemas.microsoft.com/office/drawing/2014/main" id="{E6F704BF-5ED5-41C0-8E91-1F4DC110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784" y="26360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5" name="path-4082">
            <a:extLst xmlns:a="http://schemas.openxmlformats.org/drawingml/2006/main">
              <a:ext uri="{FF2B5EF4-FFF2-40B4-BE49-F238E27FC236}">
                <a16:creationId xmlns:a16="http://schemas.microsoft.com/office/drawing/2014/main" id="{A529A440-7C41-49F5-88A2-1BC4D33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599" y="2620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6" name="path-4083">
            <a:extLst xmlns:a="http://schemas.openxmlformats.org/drawingml/2006/main">
              <a:ext uri="{FF2B5EF4-FFF2-40B4-BE49-F238E27FC236}">
                <a16:creationId xmlns:a16="http://schemas.microsoft.com/office/drawing/2014/main" id="{58F41266-3C58-498E-93A6-2BAE63D3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8689" y="2611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7" name="path-4084">
            <a:extLst xmlns:a="http://schemas.openxmlformats.org/drawingml/2006/main">
              <a:ext uri="{FF2B5EF4-FFF2-40B4-BE49-F238E27FC236}">
                <a16:creationId xmlns:a16="http://schemas.microsoft.com/office/drawing/2014/main" id="{2A60D89C-1953-435E-B325-5B578077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0034" y="26328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8" name="path-4085">
            <a:extLst xmlns:a="http://schemas.openxmlformats.org/drawingml/2006/main">
              <a:ext uri="{FF2B5EF4-FFF2-40B4-BE49-F238E27FC236}">
                <a16:creationId xmlns:a16="http://schemas.microsoft.com/office/drawing/2014/main" id="{DDD2A5E5-D3D2-4B09-A4CD-392FD683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352" y="2640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9" name="path-4086">
            <a:extLst xmlns:a="http://schemas.openxmlformats.org/drawingml/2006/main">
              <a:ext uri="{FF2B5EF4-FFF2-40B4-BE49-F238E27FC236}">
                <a16:creationId xmlns:a16="http://schemas.microsoft.com/office/drawing/2014/main" id="{EDB0F2B1-8EAF-4A30-A63C-D724DC95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767" y="2669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0" name="path-4087">
            <a:extLst xmlns:a="http://schemas.openxmlformats.org/drawingml/2006/main">
              <a:ext uri="{FF2B5EF4-FFF2-40B4-BE49-F238E27FC236}">
                <a16:creationId xmlns:a16="http://schemas.microsoft.com/office/drawing/2014/main" id="{4CAE10B7-2F07-4732-B35E-AE226BA9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829" y="2638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1" name="path-4088">
            <a:extLst xmlns:a="http://schemas.openxmlformats.org/drawingml/2006/main">
              <a:ext uri="{FF2B5EF4-FFF2-40B4-BE49-F238E27FC236}">
                <a16:creationId xmlns:a16="http://schemas.microsoft.com/office/drawing/2014/main" id="{9CF9DB7E-F76A-4DCE-A202-2ECC9E3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509" y="2638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2" name="path-4089">
            <a:extLst xmlns:a="http://schemas.openxmlformats.org/drawingml/2006/main">
              <a:ext uri="{FF2B5EF4-FFF2-40B4-BE49-F238E27FC236}">
                <a16:creationId xmlns:a16="http://schemas.microsoft.com/office/drawing/2014/main" id="{FFA90595-846C-40C9-BB83-0E07C60C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831" y="2631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3" name="path-4090">
            <a:extLst xmlns:a="http://schemas.openxmlformats.org/drawingml/2006/main">
              <a:ext uri="{FF2B5EF4-FFF2-40B4-BE49-F238E27FC236}">
                <a16:creationId xmlns:a16="http://schemas.microsoft.com/office/drawing/2014/main" id="{412D991D-0925-4A8C-938E-5EF64BB7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281" y="2622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4" name="path-4091">
            <a:extLst xmlns:a="http://schemas.openxmlformats.org/drawingml/2006/main">
              <a:ext uri="{FF2B5EF4-FFF2-40B4-BE49-F238E27FC236}">
                <a16:creationId xmlns:a16="http://schemas.microsoft.com/office/drawing/2014/main" id="{2B4899CE-49B6-4B11-B9A0-7573C44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873" y="26418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5" name="path-4092">
            <a:extLst xmlns:a="http://schemas.openxmlformats.org/drawingml/2006/main">
              <a:ext uri="{FF2B5EF4-FFF2-40B4-BE49-F238E27FC236}">
                <a16:creationId xmlns:a16="http://schemas.microsoft.com/office/drawing/2014/main" id="{FCC7CA19-0588-4D62-AE0E-E759FE55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102" y="2657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6" name="path-4093">
            <a:extLst xmlns:a="http://schemas.openxmlformats.org/drawingml/2006/main">
              <a:ext uri="{FF2B5EF4-FFF2-40B4-BE49-F238E27FC236}">
                <a16:creationId xmlns:a16="http://schemas.microsoft.com/office/drawing/2014/main" id="{78C9FE76-0B52-447B-9774-403EC42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393" y="2640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7" name="path-4094">
            <a:extLst xmlns:a="http://schemas.openxmlformats.org/drawingml/2006/main">
              <a:ext uri="{FF2B5EF4-FFF2-40B4-BE49-F238E27FC236}">
                <a16:creationId xmlns:a16="http://schemas.microsoft.com/office/drawing/2014/main" id="{9BB1926A-742D-41E4-9D22-A0A9B6F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774" y="2639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8" name="path-4095">
            <a:extLst xmlns:a="http://schemas.openxmlformats.org/drawingml/2006/main">
              <a:ext uri="{FF2B5EF4-FFF2-40B4-BE49-F238E27FC236}">
                <a16:creationId xmlns:a16="http://schemas.microsoft.com/office/drawing/2014/main" id="{0FFACCB8-A902-400D-9339-D27F049B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830" y="2635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9" name="path-4096">
            <a:extLst xmlns:a="http://schemas.openxmlformats.org/drawingml/2006/main">
              <a:ext uri="{FF2B5EF4-FFF2-40B4-BE49-F238E27FC236}">
                <a16:creationId xmlns:a16="http://schemas.microsoft.com/office/drawing/2014/main" id="{EF78B040-4524-46E4-AC55-C081CBE4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731" y="26206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0" name="path-4097">
            <a:extLst xmlns:a="http://schemas.openxmlformats.org/drawingml/2006/main">
              <a:ext uri="{FF2B5EF4-FFF2-40B4-BE49-F238E27FC236}">
                <a16:creationId xmlns:a16="http://schemas.microsoft.com/office/drawing/2014/main" id="{04CCFB34-62E0-406F-B1BB-78097CFF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19" y="2635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1" name="path-4098">
            <a:extLst xmlns:a="http://schemas.openxmlformats.org/drawingml/2006/main">
              <a:ext uri="{FF2B5EF4-FFF2-40B4-BE49-F238E27FC236}">
                <a16:creationId xmlns:a16="http://schemas.microsoft.com/office/drawing/2014/main" id="{73916E88-A19B-4EA1-8BA3-15EE20FA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055" y="26292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2" name="path-4099">
            <a:extLst xmlns:a="http://schemas.openxmlformats.org/drawingml/2006/main">
              <a:ext uri="{FF2B5EF4-FFF2-40B4-BE49-F238E27FC236}">
                <a16:creationId xmlns:a16="http://schemas.microsoft.com/office/drawing/2014/main" id="{C3683433-7B48-4FBF-94E4-F5ACF43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584" y="2627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3" name="path-4100">
            <a:extLst xmlns:a="http://schemas.openxmlformats.org/drawingml/2006/main">
              <a:ext uri="{FF2B5EF4-FFF2-40B4-BE49-F238E27FC236}">
                <a16:creationId xmlns:a16="http://schemas.microsoft.com/office/drawing/2014/main" id="{49A9F662-6854-4CB5-8446-3E1142F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733" y="2638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4" name="path-4101">
            <a:extLst xmlns:a="http://schemas.openxmlformats.org/drawingml/2006/main">
              <a:ext uri="{FF2B5EF4-FFF2-40B4-BE49-F238E27FC236}">
                <a16:creationId xmlns:a16="http://schemas.microsoft.com/office/drawing/2014/main" id="{D9AB9CC7-5C5D-4BE1-B599-BB1F91C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088" y="2638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5" name="path-4102">
            <a:extLst xmlns:a="http://schemas.openxmlformats.org/drawingml/2006/main">
              <a:ext uri="{FF2B5EF4-FFF2-40B4-BE49-F238E27FC236}">
                <a16:creationId xmlns:a16="http://schemas.microsoft.com/office/drawing/2014/main" id="{DEF1B1CA-8441-4C8C-9A5E-B7879A4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1293" y="2657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6" name="path-4103">
            <a:extLst xmlns:a="http://schemas.openxmlformats.org/drawingml/2006/main">
              <a:ext uri="{FF2B5EF4-FFF2-40B4-BE49-F238E27FC236}">
                <a16:creationId xmlns:a16="http://schemas.microsoft.com/office/drawing/2014/main" id="{B8648298-C94E-41DA-82C6-67DD8B79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596" y="2635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7" name="path-4104">
            <a:extLst xmlns:a="http://schemas.openxmlformats.org/drawingml/2006/main">
              <a:ext uri="{FF2B5EF4-FFF2-40B4-BE49-F238E27FC236}">
                <a16:creationId xmlns:a16="http://schemas.microsoft.com/office/drawing/2014/main" id="{A3DF918E-48EC-429E-9584-624640F0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514" y="26534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8" name="path-4105">
            <a:extLst xmlns:a="http://schemas.openxmlformats.org/drawingml/2006/main">
              <a:ext uri="{FF2B5EF4-FFF2-40B4-BE49-F238E27FC236}">
                <a16:creationId xmlns:a16="http://schemas.microsoft.com/office/drawing/2014/main" id="{4E3DB65A-CEB5-4142-B7CD-747A2BE6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667" y="2645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9" name="path-4106">
            <a:extLst xmlns:a="http://schemas.openxmlformats.org/drawingml/2006/main">
              <a:ext uri="{FF2B5EF4-FFF2-40B4-BE49-F238E27FC236}">
                <a16:creationId xmlns:a16="http://schemas.microsoft.com/office/drawing/2014/main" id="{182359D0-2DEA-4C82-9DA3-BAC3A92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302" y="2638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0" name="path-4107">
            <a:extLst xmlns:a="http://schemas.openxmlformats.org/drawingml/2006/main">
              <a:ext uri="{FF2B5EF4-FFF2-40B4-BE49-F238E27FC236}">
                <a16:creationId xmlns:a16="http://schemas.microsoft.com/office/drawing/2014/main" id="{3907C273-33C2-46B5-9B6C-D198AD9E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402" y="26379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1" name="path-4108">
            <a:extLst xmlns:a="http://schemas.openxmlformats.org/drawingml/2006/main">
              <a:ext uri="{FF2B5EF4-FFF2-40B4-BE49-F238E27FC236}">
                <a16:creationId xmlns:a16="http://schemas.microsoft.com/office/drawing/2014/main" id="{5C1F3976-34B8-4615-A230-C0F2F8D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148" y="2637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2" name="path-4109">
            <a:extLst xmlns:a="http://schemas.openxmlformats.org/drawingml/2006/main">
              <a:ext uri="{FF2B5EF4-FFF2-40B4-BE49-F238E27FC236}">
                <a16:creationId xmlns:a16="http://schemas.microsoft.com/office/drawing/2014/main" id="{01B8EA7E-FADA-4C60-9ADC-4C8EB6AA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5114" y="2646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3" name="path-4110">
            <a:extLst xmlns:a="http://schemas.openxmlformats.org/drawingml/2006/main">
              <a:ext uri="{FF2B5EF4-FFF2-40B4-BE49-F238E27FC236}">
                <a16:creationId xmlns:a16="http://schemas.microsoft.com/office/drawing/2014/main" id="{2582FFFC-C8A9-4831-AEC9-32FF842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4341" y="26166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4" name="path-4111">
            <a:extLst xmlns:a="http://schemas.openxmlformats.org/drawingml/2006/main">
              <a:ext uri="{FF2B5EF4-FFF2-40B4-BE49-F238E27FC236}">
                <a16:creationId xmlns:a16="http://schemas.microsoft.com/office/drawing/2014/main" id="{18C87DA6-B533-4733-A8DA-4C44CB0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154" y="2642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5" name="path-4112">
            <a:extLst xmlns:a="http://schemas.openxmlformats.org/drawingml/2006/main">
              <a:ext uri="{FF2B5EF4-FFF2-40B4-BE49-F238E27FC236}">
                <a16:creationId xmlns:a16="http://schemas.microsoft.com/office/drawing/2014/main" id="{97CC378F-9ECF-4694-8D3D-CAF93D97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580" y="26420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6" name="path-4113">
            <a:extLst xmlns:a="http://schemas.openxmlformats.org/drawingml/2006/main">
              <a:ext uri="{FF2B5EF4-FFF2-40B4-BE49-F238E27FC236}">
                <a16:creationId xmlns:a16="http://schemas.microsoft.com/office/drawing/2014/main" id="{862F4EE1-4CF2-4B5A-839F-12F1502D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434" y="2641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7" name="path-4114">
            <a:extLst xmlns:a="http://schemas.openxmlformats.org/drawingml/2006/main">
              <a:ext uri="{FF2B5EF4-FFF2-40B4-BE49-F238E27FC236}">
                <a16:creationId xmlns:a16="http://schemas.microsoft.com/office/drawing/2014/main" id="{E4F2F423-B98D-4506-AFCB-4FD10883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721" y="2632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8" name="path-4115">
            <a:extLst xmlns:a="http://schemas.openxmlformats.org/drawingml/2006/main">
              <a:ext uri="{FF2B5EF4-FFF2-40B4-BE49-F238E27FC236}">
                <a16:creationId xmlns:a16="http://schemas.microsoft.com/office/drawing/2014/main" id="{EBFB5025-542C-4F87-9DB7-92E38953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995" y="26116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9" name="path-4116">
            <a:extLst xmlns:a="http://schemas.openxmlformats.org/drawingml/2006/main">
              <a:ext uri="{FF2B5EF4-FFF2-40B4-BE49-F238E27FC236}">
                <a16:creationId xmlns:a16="http://schemas.microsoft.com/office/drawing/2014/main" id="{85BB0C93-1C47-4F50-B8F9-B1A13297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254" y="2610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0" name="path-4117">
            <a:extLst xmlns:a="http://schemas.openxmlformats.org/drawingml/2006/main">
              <a:ext uri="{FF2B5EF4-FFF2-40B4-BE49-F238E27FC236}">
                <a16:creationId xmlns:a16="http://schemas.microsoft.com/office/drawing/2014/main" id="{686DAE73-989C-438A-A49F-0362668E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987" y="2626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1" name="path-4118">
            <a:extLst xmlns:a="http://schemas.openxmlformats.org/drawingml/2006/main">
              <a:ext uri="{FF2B5EF4-FFF2-40B4-BE49-F238E27FC236}">
                <a16:creationId xmlns:a16="http://schemas.microsoft.com/office/drawing/2014/main" id="{2B08B81C-1CF7-42C9-AB86-A0B62EC0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543" y="26321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2" name="path-4119">
            <a:extLst xmlns:a="http://schemas.openxmlformats.org/drawingml/2006/main">
              <a:ext uri="{FF2B5EF4-FFF2-40B4-BE49-F238E27FC236}">
                <a16:creationId xmlns:a16="http://schemas.microsoft.com/office/drawing/2014/main" id="{22D1DF2C-402D-442A-80A5-80AE7AB2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894" y="2645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3" name="path-4120">
            <a:extLst xmlns:a="http://schemas.openxmlformats.org/drawingml/2006/main">
              <a:ext uri="{FF2B5EF4-FFF2-40B4-BE49-F238E27FC236}">
                <a16:creationId xmlns:a16="http://schemas.microsoft.com/office/drawing/2014/main" id="{A48B69FE-7F28-4DDC-A645-2CCCEF97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723" y="2625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4" name="path-4121">
            <a:extLst xmlns:a="http://schemas.openxmlformats.org/drawingml/2006/main">
              <a:ext uri="{FF2B5EF4-FFF2-40B4-BE49-F238E27FC236}">
                <a16:creationId xmlns:a16="http://schemas.microsoft.com/office/drawing/2014/main" id="{74CE8FB8-EF27-487C-8840-68EAC02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026" y="26380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5" name="path-4122">
            <a:extLst xmlns:a="http://schemas.openxmlformats.org/drawingml/2006/main">
              <a:ext uri="{FF2B5EF4-FFF2-40B4-BE49-F238E27FC236}">
                <a16:creationId xmlns:a16="http://schemas.microsoft.com/office/drawing/2014/main" id="{85E64B6F-08FD-4C51-B34D-0DBEEA5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2986" y="2641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6" name="path-4123">
            <a:extLst xmlns:a="http://schemas.openxmlformats.org/drawingml/2006/main">
              <a:ext uri="{FF2B5EF4-FFF2-40B4-BE49-F238E27FC236}">
                <a16:creationId xmlns:a16="http://schemas.microsoft.com/office/drawing/2014/main" id="{54EBCFB9-A4AC-4981-9D99-23080BA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684" y="2640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7" name="path-4124">
            <a:extLst xmlns:a="http://schemas.openxmlformats.org/drawingml/2006/main">
              <a:ext uri="{FF2B5EF4-FFF2-40B4-BE49-F238E27FC236}">
                <a16:creationId xmlns:a16="http://schemas.microsoft.com/office/drawing/2014/main" id="{C1E0D083-E396-4E28-8A7A-15A65E44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7861" y="2638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8" name="path-4125">
            <a:extLst xmlns:a="http://schemas.openxmlformats.org/drawingml/2006/main">
              <a:ext uri="{FF2B5EF4-FFF2-40B4-BE49-F238E27FC236}">
                <a16:creationId xmlns:a16="http://schemas.microsoft.com/office/drawing/2014/main" id="{B90B1264-CFD0-4FCE-BBBA-6D5D672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0687" y="2618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9" name="path-4126">
            <a:extLst xmlns:a="http://schemas.openxmlformats.org/drawingml/2006/main">
              <a:ext uri="{FF2B5EF4-FFF2-40B4-BE49-F238E27FC236}">
                <a16:creationId xmlns:a16="http://schemas.microsoft.com/office/drawing/2014/main" id="{FA4C0677-0598-44F7-8756-CF73AD31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650" y="2663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0" name="path-4127">
            <a:extLst xmlns:a="http://schemas.openxmlformats.org/drawingml/2006/main">
              <a:ext uri="{FF2B5EF4-FFF2-40B4-BE49-F238E27FC236}">
                <a16:creationId xmlns:a16="http://schemas.microsoft.com/office/drawing/2014/main" id="{2CFC702A-C71B-467E-A770-475B7742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344" y="26334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1" name="path-4128">
            <a:extLst xmlns:a="http://schemas.openxmlformats.org/drawingml/2006/main">
              <a:ext uri="{FF2B5EF4-FFF2-40B4-BE49-F238E27FC236}">
                <a16:creationId xmlns:a16="http://schemas.microsoft.com/office/drawing/2014/main" id="{875558B1-019E-413B-A28E-1FB6B4E4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359" y="26482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2" name="path-4129">
            <a:extLst xmlns:a="http://schemas.openxmlformats.org/drawingml/2006/main">
              <a:ext uri="{FF2B5EF4-FFF2-40B4-BE49-F238E27FC236}">
                <a16:creationId xmlns:a16="http://schemas.microsoft.com/office/drawing/2014/main" id="{C5168CCF-D22B-4EC0-B73B-3FD61D72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6" y="26379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3" name="path-4130">
            <a:extLst xmlns:a="http://schemas.openxmlformats.org/drawingml/2006/main">
              <a:ext uri="{FF2B5EF4-FFF2-40B4-BE49-F238E27FC236}">
                <a16:creationId xmlns:a16="http://schemas.microsoft.com/office/drawing/2014/main" id="{392ED7D1-EBE4-46AB-BAAD-34AAF981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240" y="2634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4" name="path-4131">
            <a:extLst xmlns:a="http://schemas.openxmlformats.org/drawingml/2006/main">
              <a:ext uri="{FF2B5EF4-FFF2-40B4-BE49-F238E27FC236}">
                <a16:creationId xmlns:a16="http://schemas.microsoft.com/office/drawing/2014/main" id="{3CF6819E-1A84-492C-9693-C7F4D29F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437" y="26394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5" name="path-4132">
            <a:extLst xmlns:a="http://schemas.openxmlformats.org/drawingml/2006/main">
              <a:ext uri="{FF2B5EF4-FFF2-40B4-BE49-F238E27FC236}">
                <a16:creationId xmlns:a16="http://schemas.microsoft.com/office/drawing/2014/main" id="{59358C12-8F77-43AD-95F3-5071B42D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336" y="2618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6" name="path-4133">
            <a:extLst xmlns:a="http://schemas.openxmlformats.org/drawingml/2006/main">
              <a:ext uri="{FF2B5EF4-FFF2-40B4-BE49-F238E27FC236}">
                <a16:creationId xmlns:a16="http://schemas.microsoft.com/office/drawing/2014/main" id="{8DFE74FC-6A98-4072-9152-7799CF74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2269" y="26433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7" name="path-4134">
            <a:extLst xmlns:a="http://schemas.openxmlformats.org/drawingml/2006/main">
              <a:ext uri="{FF2B5EF4-FFF2-40B4-BE49-F238E27FC236}">
                <a16:creationId xmlns:a16="http://schemas.microsoft.com/office/drawing/2014/main" id="{B6E6CB9B-CA26-4290-9FEC-25D6642A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115" y="2622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8" name="path-4135">
            <a:extLst xmlns:a="http://schemas.openxmlformats.org/drawingml/2006/main">
              <a:ext uri="{FF2B5EF4-FFF2-40B4-BE49-F238E27FC236}">
                <a16:creationId xmlns:a16="http://schemas.microsoft.com/office/drawing/2014/main" id="{4FB0D192-2B22-4CB3-B7C3-7F8D9545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679" y="2652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9" name="path-4136">
            <a:extLst xmlns:a="http://schemas.openxmlformats.org/drawingml/2006/main">
              <a:ext uri="{FF2B5EF4-FFF2-40B4-BE49-F238E27FC236}">
                <a16:creationId xmlns:a16="http://schemas.microsoft.com/office/drawing/2014/main" id="{CB6556C4-CD8F-4542-8839-EEB63523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947" y="26346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0" name="path-4137">
            <a:extLst xmlns:a="http://schemas.openxmlformats.org/drawingml/2006/main">
              <a:ext uri="{FF2B5EF4-FFF2-40B4-BE49-F238E27FC236}">
                <a16:creationId xmlns:a16="http://schemas.microsoft.com/office/drawing/2014/main" id="{F4F13988-E6D4-43C3-B02B-65E9AF2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937" y="26666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1" name="path-4138">
            <a:extLst xmlns:a="http://schemas.openxmlformats.org/drawingml/2006/main">
              <a:ext uri="{FF2B5EF4-FFF2-40B4-BE49-F238E27FC236}">
                <a16:creationId xmlns:a16="http://schemas.microsoft.com/office/drawing/2014/main" id="{2E7790F5-E818-4E0E-9E45-D3C0B0F0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688" y="26368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2" name="path-4139">
            <a:extLst xmlns:a="http://schemas.openxmlformats.org/drawingml/2006/main">
              <a:ext uri="{FF2B5EF4-FFF2-40B4-BE49-F238E27FC236}">
                <a16:creationId xmlns:a16="http://schemas.microsoft.com/office/drawing/2014/main" id="{2D997060-C4A6-4E1B-AFF8-B4B09C2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733" y="2669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3" name="path-4140">
            <a:extLst xmlns:a="http://schemas.openxmlformats.org/drawingml/2006/main">
              <a:ext uri="{FF2B5EF4-FFF2-40B4-BE49-F238E27FC236}">
                <a16:creationId xmlns:a16="http://schemas.microsoft.com/office/drawing/2014/main" id="{C1189FF7-BA9D-4B34-BF99-96AABA7A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837" y="2646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4" name="path-4141">
            <a:extLst xmlns:a="http://schemas.openxmlformats.org/drawingml/2006/main">
              <a:ext uri="{FF2B5EF4-FFF2-40B4-BE49-F238E27FC236}">
                <a16:creationId xmlns:a16="http://schemas.microsoft.com/office/drawing/2014/main" id="{C206111F-A79A-48EE-9558-FAE282CC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763" y="26499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5" name="path-4142">
            <a:extLst xmlns:a="http://schemas.openxmlformats.org/drawingml/2006/main">
              <a:ext uri="{FF2B5EF4-FFF2-40B4-BE49-F238E27FC236}">
                <a16:creationId xmlns:a16="http://schemas.microsoft.com/office/drawing/2014/main" id="{1F35AFC2-5165-4A71-BBB9-7B762313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236" y="26372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6" name="path-4143">
            <a:extLst xmlns:a="http://schemas.openxmlformats.org/drawingml/2006/main">
              <a:ext uri="{FF2B5EF4-FFF2-40B4-BE49-F238E27FC236}">
                <a16:creationId xmlns:a16="http://schemas.microsoft.com/office/drawing/2014/main" id="{C402B0FF-8FBA-41D4-88A1-D8FBD76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548" y="2640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7" name="path-4144">
            <a:extLst xmlns:a="http://schemas.openxmlformats.org/drawingml/2006/main">
              <a:ext uri="{FF2B5EF4-FFF2-40B4-BE49-F238E27FC236}">
                <a16:creationId xmlns:a16="http://schemas.microsoft.com/office/drawing/2014/main" id="{37625313-D2E6-45B8-9A69-2B6B98A7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967" y="26430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8" name="path-4145">
            <a:extLst xmlns:a="http://schemas.openxmlformats.org/drawingml/2006/main">
              <a:ext uri="{FF2B5EF4-FFF2-40B4-BE49-F238E27FC236}">
                <a16:creationId xmlns:a16="http://schemas.microsoft.com/office/drawing/2014/main" id="{3D7E7154-49FC-435F-95CE-846BDFEE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819" y="26460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9" name="path-4146">
            <a:extLst xmlns:a="http://schemas.openxmlformats.org/drawingml/2006/main">
              <a:ext uri="{FF2B5EF4-FFF2-40B4-BE49-F238E27FC236}">
                <a16:creationId xmlns:a16="http://schemas.microsoft.com/office/drawing/2014/main" id="{B461DEEB-B6C8-4B9C-A4C9-3F13E591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276" y="2623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0" name="path-4147">
            <a:extLst xmlns:a="http://schemas.openxmlformats.org/drawingml/2006/main">
              <a:ext uri="{FF2B5EF4-FFF2-40B4-BE49-F238E27FC236}">
                <a16:creationId xmlns:a16="http://schemas.microsoft.com/office/drawing/2014/main" id="{A7D3FF47-FD9F-424C-8D0D-A89DF31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574" y="2635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1" name="path-4148">
            <a:extLst xmlns:a="http://schemas.openxmlformats.org/drawingml/2006/main">
              <a:ext uri="{FF2B5EF4-FFF2-40B4-BE49-F238E27FC236}">
                <a16:creationId xmlns:a16="http://schemas.microsoft.com/office/drawing/2014/main" id="{C4FF91E3-FFA6-46F1-87E3-6BB608C7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7478" y="26204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2" name="path-4149">
            <a:extLst xmlns:a="http://schemas.openxmlformats.org/drawingml/2006/main">
              <a:ext uri="{FF2B5EF4-FFF2-40B4-BE49-F238E27FC236}">
                <a16:creationId xmlns:a16="http://schemas.microsoft.com/office/drawing/2014/main" id="{293E7509-3392-4AE2-BC0E-DB83FE3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975" y="2634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3" name="path-4150">
            <a:extLst xmlns:a="http://schemas.openxmlformats.org/drawingml/2006/main">
              <a:ext uri="{FF2B5EF4-FFF2-40B4-BE49-F238E27FC236}">
                <a16:creationId xmlns:a16="http://schemas.microsoft.com/office/drawing/2014/main" id="{8EB9FC62-D458-4E62-8B9B-B74BE99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703" y="26356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4" name="path-4151">
            <a:extLst xmlns:a="http://schemas.openxmlformats.org/drawingml/2006/main">
              <a:ext uri="{FF2B5EF4-FFF2-40B4-BE49-F238E27FC236}">
                <a16:creationId xmlns:a16="http://schemas.microsoft.com/office/drawing/2014/main" id="{42805271-C871-412B-969F-11154A8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998" y="26314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5" name="path-4152">
            <a:extLst xmlns:a="http://schemas.openxmlformats.org/drawingml/2006/main">
              <a:ext uri="{FF2B5EF4-FFF2-40B4-BE49-F238E27FC236}">
                <a16:creationId xmlns:a16="http://schemas.microsoft.com/office/drawing/2014/main" id="{86F61C0A-7E10-4E4E-BFAA-4A36DD9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422" y="26357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6" name="path-4153">
            <a:extLst xmlns:a="http://schemas.openxmlformats.org/drawingml/2006/main">
              <a:ext uri="{FF2B5EF4-FFF2-40B4-BE49-F238E27FC236}">
                <a16:creationId xmlns:a16="http://schemas.microsoft.com/office/drawing/2014/main" id="{A63E73A5-575D-4A04-B9D8-CE2FA419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415" y="2637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7" name="path-4154">
            <a:extLst xmlns:a="http://schemas.openxmlformats.org/drawingml/2006/main">
              <a:ext uri="{FF2B5EF4-FFF2-40B4-BE49-F238E27FC236}">
                <a16:creationId xmlns:a16="http://schemas.microsoft.com/office/drawing/2014/main" id="{31B65FEB-309C-44B4-BF8D-EE2BB06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773" y="2631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8" name="path-4155">
            <a:extLst xmlns:a="http://schemas.openxmlformats.org/drawingml/2006/main">
              <a:ext uri="{FF2B5EF4-FFF2-40B4-BE49-F238E27FC236}">
                <a16:creationId xmlns:a16="http://schemas.microsoft.com/office/drawing/2014/main" id="{73BCECC7-CE20-43BA-8E6E-F3F6F6A3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300" y="2636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9" name="path-4156">
            <a:extLst xmlns:a="http://schemas.openxmlformats.org/drawingml/2006/main">
              <a:ext uri="{FF2B5EF4-FFF2-40B4-BE49-F238E27FC236}">
                <a16:creationId xmlns:a16="http://schemas.microsoft.com/office/drawing/2014/main" id="{32B2F345-DD32-4039-821A-65FE2851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961" y="2633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0" name="path-4157">
            <a:extLst xmlns:a="http://schemas.openxmlformats.org/drawingml/2006/main">
              <a:ext uri="{FF2B5EF4-FFF2-40B4-BE49-F238E27FC236}">
                <a16:creationId xmlns:a16="http://schemas.microsoft.com/office/drawing/2014/main" id="{5EAD9B37-5AD4-43EE-BF48-AFD84FC0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469" y="26391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1" name="path-4158">
            <a:extLst xmlns:a="http://schemas.openxmlformats.org/drawingml/2006/main">
              <a:ext uri="{FF2B5EF4-FFF2-40B4-BE49-F238E27FC236}">
                <a16:creationId xmlns:a16="http://schemas.microsoft.com/office/drawing/2014/main" id="{02EB5AF3-FF24-4AAF-AD07-F94B1E9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422" y="2641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2" name="path-4159">
            <a:extLst xmlns:a="http://schemas.openxmlformats.org/drawingml/2006/main">
              <a:ext uri="{FF2B5EF4-FFF2-40B4-BE49-F238E27FC236}">
                <a16:creationId xmlns:a16="http://schemas.microsoft.com/office/drawing/2014/main" id="{7F29EB0F-2DA1-47D4-AE65-BB141CFC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8866" y="26401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3" name="path-4160">
            <a:extLst xmlns:a="http://schemas.openxmlformats.org/drawingml/2006/main">
              <a:ext uri="{FF2B5EF4-FFF2-40B4-BE49-F238E27FC236}">
                <a16:creationId xmlns:a16="http://schemas.microsoft.com/office/drawing/2014/main" id="{8A928DDB-A9AD-4543-B176-96E855A9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53" y="2640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4" name="path-4161">
            <a:extLst xmlns:a="http://schemas.openxmlformats.org/drawingml/2006/main">
              <a:ext uri="{FF2B5EF4-FFF2-40B4-BE49-F238E27FC236}">
                <a16:creationId xmlns:a16="http://schemas.microsoft.com/office/drawing/2014/main" id="{18B48422-C1A6-4CB9-B4E3-2F6A853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422" y="2636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5" name="path-4162">
            <a:extLst xmlns:a="http://schemas.openxmlformats.org/drawingml/2006/main">
              <a:ext uri="{FF2B5EF4-FFF2-40B4-BE49-F238E27FC236}">
                <a16:creationId xmlns:a16="http://schemas.microsoft.com/office/drawing/2014/main" id="{AF25D032-5C5B-4DE7-A6AF-874485BF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635" y="2652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6" name="path-4163">
            <a:extLst xmlns:a="http://schemas.openxmlformats.org/drawingml/2006/main">
              <a:ext uri="{FF2B5EF4-FFF2-40B4-BE49-F238E27FC236}">
                <a16:creationId xmlns:a16="http://schemas.microsoft.com/office/drawing/2014/main" id="{605CAD56-0C43-4E88-A653-76999DB8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037" y="26359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7" name="path-4164">
            <a:extLst xmlns:a="http://schemas.openxmlformats.org/drawingml/2006/main">
              <a:ext uri="{FF2B5EF4-FFF2-40B4-BE49-F238E27FC236}">
                <a16:creationId xmlns:a16="http://schemas.microsoft.com/office/drawing/2014/main" id="{A7826EA4-B9B0-4103-8B51-72A3C5B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7041" y="2650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8" name="path-4165">
            <a:extLst xmlns:a="http://schemas.openxmlformats.org/drawingml/2006/main">
              <a:ext uri="{FF2B5EF4-FFF2-40B4-BE49-F238E27FC236}">
                <a16:creationId xmlns:a16="http://schemas.microsoft.com/office/drawing/2014/main" id="{0C54942C-3F68-43F5-908D-F94D3DAD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731" y="26424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9" name="path-4166">
            <a:extLst xmlns:a="http://schemas.openxmlformats.org/drawingml/2006/main">
              <a:ext uri="{FF2B5EF4-FFF2-40B4-BE49-F238E27FC236}">
                <a16:creationId xmlns:a16="http://schemas.microsoft.com/office/drawing/2014/main" id="{419D75EF-084A-4B2D-BAF1-9DB26A58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228" y="2634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0" name="path-4167">
            <a:extLst xmlns:a="http://schemas.openxmlformats.org/drawingml/2006/main">
              <a:ext uri="{FF2B5EF4-FFF2-40B4-BE49-F238E27FC236}">
                <a16:creationId xmlns:a16="http://schemas.microsoft.com/office/drawing/2014/main" id="{8A14B233-767C-4612-BF2D-3BA300D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945" y="26428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1" name="path-4168">
            <a:extLst xmlns:a="http://schemas.openxmlformats.org/drawingml/2006/main">
              <a:ext uri="{FF2B5EF4-FFF2-40B4-BE49-F238E27FC236}">
                <a16:creationId xmlns:a16="http://schemas.microsoft.com/office/drawing/2014/main" id="{18D19763-CFBA-4CBD-84C5-60DE8D6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938" y="2659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2" name="path-4169">
            <a:extLst xmlns:a="http://schemas.openxmlformats.org/drawingml/2006/main">
              <a:ext uri="{FF2B5EF4-FFF2-40B4-BE49-F238E27FC236}">
                <a16:creationId xmlns:a16="http://schemas.microsoft.com/office/drawing/2014/main" id="{31F4E1F4-7183-42B6-A4E2-95FBE78E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507" y="26350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3" name="path-4170">
            <a:extLst xmlns:a="http://schemas.openxmlformats.org/drawingml/2006/main">
              <a:ext uri="{FF2B5EF4-FFF2-40B4-BE49-F238E27FC236}">
                <a16:creationId xmlns:a16="http://schemas.microsoft.com/office/drawing/2014/main" id="{9E7DEDE3-E642-4F07-AFBC-AB2920A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514" y="2619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4" name="path-4171">
            <a:extLst xmlns:a="http://schemas.openxmlformats.org/drawingml/2006/main">
              <a:ext uri="{FF2B5EF4-FFF2-40B4-BE49-F238E27FC236}">
                <a16:creationId xmlns:a16="http://schemas.microsoft.com/office/drawing/2014/main" id="{FF38BC60-79CF-48EC-939F-0390AAFE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765" y="2633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5" name="path-4172">
            <a:extLst xmlns:a="http://schemas.openxmlformats.org/drawingml/2006/main">
              <a:ext uri="{FF2B5EF4-FFF2-40B4-BE49-F238E27FC236}">
                <a16:creationId xmlns:a16="http://schemas.microsoft.com/office/drawing/2014/main" id="{7C28E635-C83B-4196-8D47-DC4B724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986" y="26880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6" name="path-4173">
            <a:extLst xmlns:a="http://schemas.openxmlformats.org/drawingml/2006/main">
              <a:ext uri="{FF2B5EF4-FFF2-40B4-BE49-F238E27FC236}">
                <a16:creationId xmlns:a16="http://schemas.microsoft.com/office/drawing/2014/main" id="{4A67AD03-68E7-44C0-974F-DC13D98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644" y="2636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7" name="path-4174">
            <a:extLst xmlns:a="http://schemas.openxmlformats.org/drawingml/2006/main">
              <a:ext uri="{FF2B5EF4-FFF2-40B4-BE49-F238E27FC236}">
                <a16:creationId xmlns:a16="http://schemas.microsoft.com/office/drawing/2014/main" id="{4599619E-5BB1-4165-B7DE-6F9519CD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7" y="2636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8" name="path-4175">
            <a:extLst xmlns:a="http://schemas.openxmlformats.org/drawingml/2006/main">
              <a:ext uri="{FF2B5EF4-FFF2-40B4-BE49-F238E27FC236}">
                <a16:creationId xmlns:a16="http://schemas.microsoft.com/office/drawing/2014/main" id="{AA94669D-9B08-4E80-9EDE-EBD5138E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941" y="2646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9" name="path-4176">
            <a:extLst xmlns:a="http://schemas.openxmlformats.org/drawingml/2006/main">
              <a:ext uri="{FF2B5EF4-FFF2-40B4-BE49-F238E27FC236}">
                <a16:creationId xmlns:a16="http://schemas.microsoft.com/office/drawing/2014/main" id="{EBBF8CDB-9EE0-49EB-8EEA-3BAD755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330" y="2629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0" name="path-4177">
            <a:extLst xmlns:a="http://schemas.openxmlformats.org/drawingml/2006/main">
              <a:ext uri="{FF2B5EF4-FFF2-40B4-BE49-F238E27FC236}">
                <a16:creationId xmlns:a16="http://schemas.microsoft.com/office/drawing/2014/main" id="{54BF728C-A03F-49B9-95AD-2D1D1FCA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795" y="26308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1" name="path-4178">
            <a:extLst xmlns:a="http://schemas.openxmlformats.org/drawingml/2006/main">
              <a:ext uri="{FF2B5EF4-FFF2-40B4-BE49-F238E27FC236}">
                <a16:creationId xmlns:a16="http://schemas.microsoft.com/office/drawing/2014/main" id="{EC25926D-ED1C-4CC1-9D77-4274D30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79" y="2625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2" name="path-4179">
            <a:extLst xmlns:a="http://schemas.openxmlformats.org/drawingml/2006/main">
              <a:ext uri="{FF2B5EF4-FFF2-40B4-BE49-F238E27FC236}">
                <a16:creationId xmlns:a16="http://schemas.microsoft.com/office/drawing/2014/main" id="{87954199-A4D0-4AA7-8DFF-443E555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492" y="2631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3" name="path-4180">
            <a:extLst xmlns:a="http://schemas.openxmlformats.org/drawingml/2006/main">
              <a:ext uri="{FF2B5EF4-FFF2-40B4-BE49-F238E27FC236}">
                <a16:creationId xmlns:a16="http://schemas.microsoft.com/office/drawing/2014/main" id="{16E28C10-F5DD-4486-BDF5-63FD5941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449" y="2621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4" name="path-4181">
            <a:extLst xmlns:a="http://schemas.openxmlformats.org/drawingml/2006/main">
              <a:ext uri="{FF2B5EF4-FFF2-40B4-BE49-F238E27FC236}">
                <a16:creationId xmlns:a16="http://schemas.microsoft.com/office/drawing/2014/main" id="{19E944F7-A59C-4956-BA7A-4281541F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807" y="2639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5" name="path-4182">
            <a:extLst xmlns:a="http://schemas.openxmlformats.org/drawingml/2006/main">
              <a:ext uri="{FF2B5EF4-FFF2-40B4-BE49-F238E27FC236}">
                <a16:creationId xmlns:a16="http://schemas.microsoft.com/office/drawing/2014/main" id="{706280AC-D101-4848-A2FE-C1A435CB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891" y="26382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6" name="path-4183">
            <a:extLst xmlns:a="http://schemas.openxmlformats.org/drawingml/2006/main">
              <a:ext uri="{FF2B5EF4-FFF2-40B4-BE49-F238E27FC236}">
                <a16:creationId xmlns:a16="http://schemas.microsoft.com/office/drawing/2014/main" id="{8F92749E-8953-4D01-BB53-8FF506D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687" y="26458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7" name="path-4184">
            <a:extLst xmlns:a="http://schemas.openxmlformats.org/drawingml/2006/main">
              <a:ext uri="{FF2B5EF4-FFF2-40B4-BE49-F238E27FC236}">
                <a16:creationId xmlns:a16="http://schemas.microsoft.com/office/drawing/2014/main" id="{F5E0E6D1-8FDD-427C-895F-479B7DA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72" y="2641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8" name="path-4185">
            <a:extLst xmlns:a="http://schemas.openxmlformats.org/drawingml/2006/main">
              <a:ext uri="{FF2B5EF4-FFF2-40B4-BE49-F238E27FC236}">
                <a16:creationId xmlns:a16="http://schemas.microsoft.com/office/drawing/2014/main" id="{D031C231-6AE4-4AB1-A02F-D1D7D8B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601" y="26647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9" name="path-4186">
            <a:extLst xmlns:a="http://schemas.openxmlformats.org/drawingml/2006/main">
              <a:ext uri="{FF2B5EF4-FFF2-40B4-BE49-F238E27FC236}">
                <a16:creationId xmlns:a16="http://schemas.microsoft.com/office/drawing/2014/main" id="{0C8FF67F-0942-4039-9DF3-15473B1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211" y="2630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0" name="path-4187">
            <a:extLst xmlns:a="http://schemas.openxmlformats.org/drawingml/2006/main">
              <a:ext uri="{FF2B5EF4-FFF2-40B4-BE49-F238E27FC236}">
                <a16:creationId xmlns:a16="http://schemas.microsoft.com/office/drawing/2014/main" id="{8C59CAA3-9F0D-4CD9-877A-3877007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812" y="2637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1" name="path-4188">
            <a:extLst xmlns:a="http://schemas.openxmlformats.org/drawingml/2006/main">
              <a:ext uri="{FF2B5EF4-FFF2-40B4-BE49-F238E27FC236}">
                <a16:creationId xmlns:a16="http://schemas.microsoft.com/office/drawing/2014/main" id="{F0C210EA-1A94-45BB-8D53-B2AF05D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210" y="26308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2" name="path-4189">
            <a:extLst xmlns:a="http://schemas.openxmlformats.org/drawingml/2006/main">
              <a:ext uri="{FF2B5EF4-FFF2-40B4-BE49-F238E27FC236}">
                <a16:creationId xmlns:a16="http://schemas.microsoft.com/office/drawing/2014/main" id="{0C663D73-BD1E-4A37-80D2-CED896C2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765" y="2637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3" name="path-4190">
            <a:extLst xmlns:a="http://schemas.openxmlformats.org/drawingml/2006/main">
              <a:ext uri="{FF2B5EF4-FFF2-40B4-BE49-F238E27FC236}">
                <a16:creationId xmlns:a16="http://schemas.microsoft.com/office/drawing/2014/main" id="{A7770C51-2DA0-4174-922A-33BD8D7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945" y="2634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4" name="path-4191">
            <a:extLst xmlns:a="http://schemas.openxmlformats.org/drawingml/2006/main">
              <a:ext uri="{FF2B5EF4-FFF2-40B4-BE49-F238E27FC236}">
                <a16:creationId xmlns:a16="http://schemas.microsoft.com/office/drawing/2014/main" id="{41C03D8F-B0EB-4CC0-B32E-72365BAD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291" y="2639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5" name="path-4192">
            <a:extLst xmlns:a="http://schemas.openxmlformats.org/drawingml/2006/main">
              <a:ext uri="{FF2B5EF4-FFF2-40B4-BE49-F238E27FC236}">
                <a16:creationId xmlns:a16="http://schemas.microsoft.com/office/drawing/2014/main" id="{DD7D69F0-2087-4487-A1F1-0EC81F9C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508" y="2617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6" name="path-4193">
            <a:extLst xmlns:a="http://schemas.openxmlformats.org/drawingml/2006/main">
              <a:ext uri="{FF2B5EF4-FFF2-40B4-BE49-F238E27FC236}">
                <a16:creationId xmlns:a16="http://schemas.microsoft.com/office/drawing/2014/main" id="{D6D300F1-A4EA-4025-89B0-C95E0EB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916" y="26377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7" name="path-4194">
            <a:extLst xmlns:a="http://schemas.openxmlformats.org/drawingml/2006/main">
              <a:ext uri="{FF2B5EF4-FFF2-40B4-BE49-F238E27FC236}">
                <a16:creationId xmlns:a16="http://schemas.microsoft.com/office/drawing/2014/main" id="{DB7D58FD-0D08-4F4A-A52F-C316DC33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939" y="26291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8" name="path-4195">
            <a:extLst xmlns:a="http://schemas.openxmlformats.org/drawingml/2006/main">
              <a:ext uri="{FF2B5EF4-FFF2-40B4-BE49-F238E27FC236}">
                <a16:creationId xmlns:a16="http://schemas.microsoft.com/office/drawing/2014/main" id="{6550578B-2902-4C6D-A27C-3AABC10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134" y="26438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9" name="path-4196">
            <a:extLst xmlns:a="http://schemas.openxmlformats.org/drawingml/2006/main">
              <a:ext uri="{FF2B5EF4-FFF2-40B4-BE49-F238E27FC236}">
                <a16:creationId xmlns:a16="http://schemas.microsoft.com/office/drawing/2014/main" id="{CA163DB7-D836-4505-A897-FBCB0124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041" y="26413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0" name="path-4197">
            <a:extLst xmlns:a="http://schemas.openxmlformats.org/drawingml/2006/main">
              <a:ext uri="{FF2B5EF4-FFF2-40B4-BE49-F238E27FC236}">
                <a16:creationId xmlns:a16="http://schemas.microsoft.com/office/drawing/2014/main" id="{0DF4DAD7-CB4B-4652-AD89-17CAC27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120" y="26349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1" name="path-4198">
            <a:extLst xmlns:a="http://schemas.openxmlformats.org/drawingml/2006/main">
              <a:ext uri="{FF2B5EF4-FFF2-40B4-BE49-F238E27FC236}">
                <a16:creationId xmlns:a16="http://schemas.microsoft.com/office/drawing/2014/main" id="{7E213321-D086-4CD0-8EC3-81DEC12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182" y="2638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2" name="path-4199">
            <a:extLst xmlns:a="http://schemas.openxmlformats.org/drawingml/2006/main">
              <a:ext uri="{FF2B5EF4-FFF2-40B4-BE49-F238E27FC236}">
                <a16:creationId xmlns:a16="http://schemas.microsoft.com/office/drawing/2014/main" id="{03B7A8B1-1BD8-4795-89D9-F5ED3E93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427" y="2664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3" name="path-4200">
            <a:extLst xmlns:a="http://schemas.openxmlformats.org/drawingml/2006/main">
              <a:ext uri="{FF2B5EF4-FFF2-40B4-BE49-F238E27FC236}">
                <a16:creationId xmlns:a16="http://schemas.microsoft.com/office/drawing/2014/main" id="{E92ACF25-6D94-45F6-ACAD-4B42DF33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136" y="2635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4" name="path-4201">
            <a:extLst xmlns:a="http://schemas.openxmlformats.org/drawingml/2006/main">
              <a:ext uri="{FF2B5EF4-FFF2-40B4-BE49-F238E27FC236}">
                <a16:creationId xmlns:a16="http://schemas.microsoft.com/office/drawing/2014/main" id="{34329BB4-3E0A-46C6-8CAB-EBD1160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055" y="2636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5" name="path-4202">
            <a:extLst xmlns:a="http://schemas.openxmlformats.org/drawingml/2006/main">
              <a:ext uri="{FF2B5EF4-FFF2-40B4-BE49-F238E27FC236}">
                <a16:creationId xmlns:a16="http://schemas.microsoft.com/office/drawing/2014/main" id="{417AEF43-2106-47C1-B72C-360D3F6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12" y="26378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6" name="path-4203">
            <a:extLst xmlns:a="http://schemas.openxmlformats.org/drawingml/2006/main">
              <a:ext uri="{FF2B5EF4-FFF2-40B4-BE49-F238E27FC236}">
                <a16:creationId xmlns:a16="http://schemas.microsoft.com/office/drawing/2014/main" id="{BD9052ED-CABF-403A-9222-CC3A58B0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610" y="26362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7" name="path-4204">
            <a:extLst xmlns:a="http://schemas.openxmlformats.org/drawingml/2006/main">
              <a:ext uri="{FF2B5EF4-FFF2-40B4-BE49-F238E27FC236}">
                <a16:creationId xmlns:a16="http://schemas.microsoft.com/office/drawing/2014/main" id="{43CEEFA1-AC00-41D6-ADB1-B53F665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028" y="2641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8" name="path-4205">
            <a:extLst xmlns:a="http://schemas.openxmlformats.org/drawingml/2006/main">
              <a:ext uri="{FF2B5EF4-FFF2-40B4-BE49-F238E27FC236}">
                <a16:creationId xmlns:a16="http://schemas.microsoft.com/office/drawing/2014/main" id="{60E57523-4B05-49E0-BC24-740CBAB3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677" y="26320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9" name="path-4206">
            <a:extLst xmlns:a="http://schemas.openxmlformats.org/drawingml/2006/main">
              <a:ext uri="{FF2B5EF4-FFF2-40B4-BE49-F238E27FC236}">
                <a16:creationId xmlns:a16="http://schemas.microsoft.com/office/drawing/2014/main" id="{031BDDFE-6D0D-4E3E-B59F-DEBF0635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648" y="2636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0" name="path-4207">
            <a:extLst xmlns:a="http://schemas.openxmlformats.org/drawingml/2006/main">
              <a:ext uri="{FF2B5EF4-FFF2-40B4-BE49-F238E27FC236}">
                <a16:creationId xmlns:a16="http://schemas.microsoft.com/office/drawing/2014/main" id="{812F4D4F-06E0-4FB0-8B6F-3C3D6A6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899" y="2648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1" name="path-4208">
            <a:extLst xmlns:a="http://schemas.openxmlformats.org/drawingml/2006/main">
              <a:ext uri="{FF2B5EF4-FFF2-40B4-BE49-F238E27FC236}">
                <a16:creationId xmlns:a16="http://schemas.microsoft.com/office/drawing/2014/main" id="{2AC26D2B-5364-4988-8BD2-04C4BBD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576" y="2639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2" name="path-4209">
            <a:extLst xmlns:a="http://schemas.openxmlformats.org/drawingml/2006/main">
              <a:ext uri="{FF2B5EF4-FFF2-40B4-BE49-F238E27FC236}">
                <a16:creationId xmlns:a16="http://schemas.microsoft.com/office/drawing/2014/main" id="{92929858-E470-499C-8BA7-24FDE08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710" y="2646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3" name="path-4210">
            <a:extLst xmlns:a="http://schemas.openxmlformats.org/drawingml/2006/main">
              <a:ext uri="{FF2B5EF4-FFF2-40B4-BE49-F238E27FC236}">
                <a16:creationId xmlns:a16="http://schemas.microsoft.com/office/drawing/2014/main" id="{866469AC-EAE2-426B-BC4D-2056972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008" y="2646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4" name="path-4211">
            <a:extLst xmlns:a="http://schemas.openxmlformats.org/drawingml/2006/main">
              <a:ext uri="{FF2B5EF4-FFF2-40B4-BE49-F238E27FC236}">
                <a16:creationId xmlns:a16="http://schemas.microsoft.com/office/drawing/2014/main" id="{5D799F3A-9CA5-4E95-BEB1-EEBE61B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05" y="2650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5" name="path-4212">
            <a:extLst xmlns:a="http://schemas.openxmlformats.org/drawingml/2006/main">
              <a:ext uri="{FF2B5EF4-FFF2-40B4-BE49-F238E27FC236}">
                <a16:creationId xmlns:a16="http://schemas.microsoft.com/office/drawing/2014/main" id="{15E300F5-4964-4774-B6E0-169B0512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384" y="2634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6" name="path-4213">
            <a:extLst xmlns:a="http://schemas.openxmlformats.org/drawingml/2006/main">
              <a:ext uri="{FF2B5EF4-FFF2-40B4-BE49-F238E27FC236}">
                <a16:creationId xmlns:a16="http://schemas.microsoft.com/office/drawing/2014/main" id="{12308532-7EF6-41B7-AAFC-518DE9A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645" y="2632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7" name="path-4214">
            <a:extLst xmlns:a="http://schemas.openxmlformats.org/drawingml/2006/main">
              <a:ext uri="{FF2B5EF4-FFF2-40B4-BE49-F238E27FC236}">
                <a16:creationId xmlns:a16="http://schemas.microsoft.com/office/drawing/2014/main" id="{B9E41A42-3833-409F-9D7F-B85D0FB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564" y="2641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8" name="path-4215">
            <a:extLst xmlns:a="http://schemas.openxmlformats.org/drawingml/2006/main">
              <a:ext uri="{FF2B5EF4-FFF2-40B4-BE49-F238E27FC236}">
                <a16:creationId xmlns:a16="http://schemas.microsoft.com/office/drawing/2014/main" id="{1CA897CE-2F8E-4357-A194-03AD78E6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016" y="2636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9" name="path-4216">
            <a:extLst xmlns:a="http://schemas.openxmlformats.org/drawingml/2006/main">
              <a:ext uri="{FF2B5EF4-FFF2-40B4-BE49-F238E27FC236}">
                <a16:creationId xmlns:a16="http://schemas.microsoft.com/office/drawing/2014/main" id="{F913E409-2234-4BAB-A6DB-08E5F846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489" y="2634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0" name="path-4217">
            <a:extLst xmlns:a="http://schemas.openxmlformats.org/drawingml/2006/main">
              <a:ext uri="{FF2B5EF4-FFF2-40B4-BE49-F238E27FC236}">
                <a16:creationId xmlns:a16="http://schemas.microsoft.com/office/drawing/2014/main" id="{684EC72A-D6F6-45A7-AB49-D94C050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05" y="2640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1" name="path-4218">
            <a:extLst xmlns:a="http://schemas.openxmlformats.org/drawingml/2006/main">
              <a:ext uri="{FF2B5EF4-FFF2-40B4-BE49-F238E27FC236}">
                <a16:creationId xmlns:a16="http://schemas.microsoft.com/office/drawing/2014/main" id="{84C6758E-477B-44C7-83D6-21B21CE9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7910" y="2649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2" name="path-4219">
            <a:extLst xmlns:a="http://schemas.openxmlformats.org/drawingml/2006/main">
              <a:ext uri="{FF2B5EF4-FFF2-40B4-BE49-F238E27FC236}">
                <a16:creationId xmlns:a16="http://schemas.microsoft.com/office/drawing/2014/main" id="{2780FB29-D4B4-47EB-BB8D-5EA62EFC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881" y="2653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3" name="path-4220">
            <a:extLst xmlns:a="http://schemas.openxmlformats.org/drawingml/2006/main">
              <a:ext uri="{FF2B5EF4-FFF2-40B4-BE49-F238E27FC236}">
                <a16:creationId xmlns:a16="http://schemas.microsoft.com/office/drawing/2014/main" id="{94C48341-53C0-4C83-BC7C-F290BFB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325" y="26355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4" name="path-4221">
            <a:extLst xmlns:a="http://schemas.openxmlformats.org/drawingml/2006/main">
              <a:ext uri="{FF2B5EF4-FFF2-40B4-BE49-F238E27FC236}">
                <a16:creationId xmlns:a16="http://schemas.microsoft.com/office/drawing/2014/main" id="{D18E068F-C623-464D-A3AB-5673C35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7448" y="2637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5" name="path-4222">
            <a:extLst xmlns:a="http://schemas.openxmlformats.org/drawingml/2006/main">
              <a:ext uri="{FF2B5EF4-FFF2-40B4-BE49-F238E27FC236}">
                <a16:creationId xmlns:a16="http://schemas.microsoft.com/office/drawing/2014/main" id="{BE638AFD-1929-4D42-BCF1-B14321A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2632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6" name="path-4223">
            <a:extLst xmlns:a="http://schemas.openxmlformats.org/drawingml/2006/main">
              <a:ext uri="{FF2B5EF4-FFF2-40B4-BE49-F238E27FC236}">
                <a16:creationId xmlns:a16="http://schemas.microsoft.com/office/drawing/2014/main" id="{7C0BB348-D3C5-496A-BBD5-C5CE15C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621" y="26321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7" name="path-4224">
            <a:extLst xmlns:a="http://schemas.openxmlformats.org/drawingml/2006/main">
              <a:ext uri="{FF2B5EF4-FFF2-40B4-BE49-F238E27FC236}">
                <a16:creationId xmlns:a16="http://schemas.microsoft.com/office/drawing/2014/main" id="{646D70B4-17FA-473C-B0EA-3106E1E9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151" y="2638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8" name="path-4225">
            <a:extLst xmlns:a="http://schemas.openxmlformats.org/drawingml/2006/main">
              <a:ext uri="{FF2B5EF4-FFF2-40B4-BE49-F238E27FC236}">
                <a16:creationId xmlns:a16="http://schemas.microsoft.com/office/drawing/2014/main" id="{DC456502-5992-4580-853C-0E72134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241" y="26369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9" name="path-4226">
            <a:extLst xmlns:a="http://schemas.openxmlformats.org/drawingml/2006/main">
              <a:ext uri="{FF2B5EF4-FFF2-40B4-BE49-F238E27FC236}">
                <a16:creationId xmlns:a16="http://schemas.microsoft.com/office/drawing/2014/main" id="{8D7491F7-CE36-43AE-AE9E-1D736D10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973" y="2638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0" name="path-4227">
            <a:extLst xmlns:a="http://schemas.openxmlformats.org/drawingml/2006/main">
              <a:ext uri="{FF2B5EF4-FFF2-40B4-BE49-F238E27FC236}">
                <a16:creationId xmlns:a16="http://schemas.microsoft.com/office/drawing/2014/main" id="{7FAE7E4D-9B8B-4D41-9503-E5DE2FE4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252" y="26381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1" name="path-4228">
            <a:extLst xmlns:a="http://schemas.openxmlformats.org/drawingml/2006/main">
              <a:ext uri="{FF2B5EF4-FFF2-40B4-BE49-F238E27FC236}">
                <a16:creationId xmlns:a16="http://schemas.microsoft.com/office/drawing/2014/main" id="{88CE2E8A-D5B6-451B-999B-34CBB120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4046" y="2627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2" name="path-4229">
            <a:extLst xmlns:a="http://schemas.openxmlformats.org/drawingml/2006/main">
              <a:ext uri="{FF2B5EF4-FFF2-40B4-BE49-F238E27FC236}">
                <a16:creationId xmlns:a16="http://schemas.microsoft.com/office/drawing/2014/main" id="{8756634F-4EA8-4A58-BB07-73B1CF84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216" y="2649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3" name="path-4230">
            <a:extLst xmlns:a="http://schemas.openxmlformats.org/drawingml/2006/main">
              <a:ext uri="{FF2B5EF4-FFF2-40B4-BE49-F238E27FC236}">
                <a16:creationId xmlns:a16="http://schemas.microsoft.com/office/drawing/2014/main" id="{ADD9CD65-EF54-45C1-BC6B-7678316C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8888" y="26353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4" name="path-4231">
            <a:extLst xmlns:a="http://schemas.openxmlformats.org/drawingml/2006/main">
              <a:ext uri="{FF2B5EF4-FFF2-40B4-BE49-F238E27FC236}">
                <a16:creationId xmlns:a16="http://schemas.microsoft.com/office/drawing/2014/main" id="{2D2B61F2-A02E-4FDC-B4F1-E092D671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47" y="26367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5" name="path-4232">
            <a:extLst xmlns:a="http://schemas.openxmlformats.org/drawingml/2006/main">
              <a:ext uri="{FF2B5EF4-FFF2-40B4-BE49-F238E27FC236}">
                <a16:creationId xmlns:a16="http://schemas.microsoft.com/office/drawing/2014/main" id="{D97710C1-CB06-409F-A825-56A4587A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0454" y="2619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6" name="path-4233">
            <a:extLst xmlns:a="http://schemas.openxmlformats.org/drawingml/2006/main">
              <a:ext uri="{FF2B5EF4-FFF2-40B4-BE49-F238E27FC236}">
                <a16:creationId xmlns:a16="http://schemas.microsoft.com/office/drawing/2014/main" id="{C261EE78-2BE0-411C-901F-45A8D1C2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128" y="26372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7" name="path-4234">
            <a:extLst xmlns:a="http://schemas.openxmlformats.org/drawingml/2006/main">
              <a:ext uri="{FF2B5EF4-FFF2-40B4-BE49-F238E27FC236}">
                <a16:creationId xmlns:a16="http://schemas.microsoft.com/office/drawing/2014/main" id="{55E0B42E-0E5C-4404-AD56-8E5A27B7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488" y="2634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8" name="path-4235">
            <a:extLst xmlns:a="http://schemas.openxmlformats.org/drawingml/2006/main">
              <a:ext uri="{FF2B5EF4-FFF2-40B4-BE49-F238E27FC236}">
                <a16:creationId xmlns:a16="http://schemas.microsoft.com/office/drawing/2014/main" id="{C457FED5-D76C-43DD-B58E-4643C075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552" y="26537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9" name="path-4236">
            <a:extLst xmlns:a="http://schemas.openxmlformats.org/drawingml/2006/main">
              <a:ext uri="{FF2B5EF4-FFF2-40B4-BE49-F238E27FC236}">
                <a16:creationId xmlns:a16="http://schemas.microsoft.com/office/drawing/2014/main" id="{9C19F3A6-D6BA-4B8F-9EFD-64D7687C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910" y="26375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0" name="path-4237">
            <a:extLst xmlns:a="http://schemas.openxmlformats.org/drawingml/2006/main">
              <a:ext uri="{FF2B5EF4-FFF2-40B4-BE49-F238E27FC236}">
                <a16:creationId xmlns:a16="http://schemas.microsoft.com/office/drawing/2014/main" id="{A6B00986-1275-437A-A0F1-C40BEE6D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954" y="2636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1" name="path-4238">
            <a:extLst xmlns:a="http://schemas.openxmlformats.org/drawingml/2006/main">
              <a:ext uri="{FF2B5EF4-FFF2-40B4-BE49-F238E27FC236}">
                <a16:creationId xmlns:a16="http://schemas.microsoft.com/office/drawing/2014/main" id="{BBE45DF9-219D-442C-828C-CCC6697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678" y="2638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2" name="path-4239">
            <a:extLst xmlns:a="http://schemas.openxmlformats.org/drawingml/2006/main">
              <a:ext uri="{FF2B5EF4-FFF2-40B4-BE49-F238E27FC236}">
                <a16:creationId xmlns:a16="http://schemas.microsoft.com/office/drawing/2014/main" id="{93C421D5-B18E-4F31-871D-B70345C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425" y="26380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3" name="path-4240">
            <a:extLst xmlns:a="http://schemas.openxmlformats.org/drawingml/2006/main">
              <a:ext uri="{FF2B5EF4-FFF2-40B4-BE49-F238E27FC236}">
                <a16:creationId xmlns:a16="http://schemas.microsoft.com/office/drawing/2014/main" id="{DD4C2050-3731-4EB1-BEB5-C8B43AA6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275" y="2635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4" name="path-4241">
            <a:extLst xmlns:a="http://schemas.openxmlformats.org/drawingml/2006/main">
              <a:ext uri="{FF2B5EF4-FFF2-40B4-BE49-F238E27FC236}">
                <a16:creationId xmlns:a16="http://schemas.microsoft.com/office/drawing/2014/main" id="{DC00F6A9-815D-4569-BB5E-EAA5E6F2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7214" y="2644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5" name="path-4242">
            <a:extLst xmlns:a="http://schemas.openxmlformats.org/drawingml/2006/main">
              <a:ext uri="{FF2B5EF4-FFF2-40B4-BE49-F238E27FC236}">
                <a16:creationId xmlns:a16="http://schemas.microsoft.com/office/drawing/2014/main" id="{BD5F089B-5503-4278-85DB-B500F01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18" y="2636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6" name="path-4243">
            <a:extLst xmlns:a="http://schemas.openxmlformats.org/drawingml/2006/main">
              <a:ext uri="{FF2B5EF4-FFF2-40B4-BE49-F238E27FC236}">
                <a16:creationId xmlns:a16="http://schemas.microsoft.com/office/drawing/2014/main" id="{A11E8E34-8E21-4EFB-844E-7928F0EE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7922" y="26418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7" name="path-4244">
            <a:extLst xmlns:a="http://schemas.openxmlformats.org/drawingml/2006/main">
              <a:ext uri="{FF2B5EF4-FFF2-40B4-BE49-F238E27FC236}">
                <a16:creationId xmlns:a16="http://schemas.microsoft.com/office/drawing/2014/main" id="{6B40773A-FE30-412E-9CB0-EA7AB28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7843" y="2649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8" name="path-4245">
            <a:extLst xmlns:a="http://schemas.openxmlformats.org/drawingml/2006/main">
              <a:ext uri="{FF2B5EF4-FFF2-40B4-BE49-F238E27FC236}">
                <a16:creationId xmlns:a16="http://schemas.microsoft.com/office/drawing/2014/main" id="{9A5D633D-3F4C-4345-AE70-54945F6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903" y="26354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9" name="path-4246">
            <a:extLst xmlns:a="http://schemas.openxmlformats.org/drawingml/2006/main">
              <a:ext uri="{FF2B5EF4-FFF2-40B4-BE49-F238E27FC236}">
                <a16:creationId xmlns:a16="http://schemas.microsoft.com/office/drawing/2014/main" id="{32F5C17B-06F3-4614-9D91-B017DA50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043" y="26439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0" name="path-4247">
            <a:extLst xmlns:a="http://schemas.openxmlformats.org/drawingml/2006/main">
              <a:ext uri="{FF2B5EF4-FFF2-40B4-BE49-F238E27FC236}">
                <a16:creationId xmlns:a16="http://schemas.microsoft.com/office/drawing/2014/main" id="{C53DE529-8C71-46C2-8E18-74E15D0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424" y="2632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1" name="path-4248">
            <a:extLst xmlns:a="http://schemas.openxmlformats.org/drawingml/2006/main">
              <a:ext uri="{FF2B5EF4-FFF2-40B4-BE49-F238E27FC236}">
                <a16:creationId xmlns:a16="http://schemas.microsoft.com/office/drawing/2014/main" id="{1CAEE2D0-D834-452B-9047-ED5F105F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001" y="26461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2" name="path-4249">
            <a:extLst xmlns:a="http://schemas.openxmlformats.org/drawingml/2006/main">
              <a:ext uri="{FF2B5EF4-FFF2-40B4-BE49-F238E27FC236}">
                <a16:creationId xmlns:a16="http://schemas.microsoft.com/office/drawing/2014/main" id="{559D7002-0266-4D0C-9B1E-1B423007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284" y="2642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3" name="path-4250">
            <a:extLst xmlns:a="http://schemas.openxmlformats.org/drawingml/2006/main">
              <a:ext uri="{FF2B5EF4-FFF2-40B4-BE49-F238E27FC236}">
                <a16:creationId xmlns:a16="http://schemas.microsoft.com/office/drawing/2014/main" id="{7F70669B-C7B8-40F5-B6FA-77603728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313" y="2627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4" name="path-4251">
            <a:extLst xmlns:a="http://schemas.openxmlformats.org/drawingml/2006/main">
              <a:ext uri="{FF2B5EF4-FFF2-40B4-BE49-F238E27FC236}">
                <a16:creationId xmlns:a16="http://schemas.microsoft.com/office/drawing/2014/main" id="{20B6B300-7E06-43C6-BC72-FE3FF723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083" y="26353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5" name="path-4252">
            <a:extLst xmlns:a="http://schemas.openxmlformats.org/drawingml/2006/main">
              <a:ext uri="{FF2B5EF4-FFF2-40B4-BE49-F238E27FC236}">
                <a16:creationId xmlns:a16="http://schemas.microsoft.com/office/drawing/2014/main" id="{08CCD71F-4B96-4008-B733-17BAD582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353" y="26382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6" name="path-4253">
            <a:extLst xmlns:a="http://schemas.openxmlformats.org/drawingml/2006/main">
              <a:ext uri="{FF2B5EF4-FFF2-40B4-BE49-F238E27FC236}">
                <a16:creationId xmlns:a16="http://schemas.microsoft.com/office/drawing/2014/main" id="{1EFC065D-AED1-48E2-B871-DE31EC6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3387" y="2648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7" name="path-4254">
            <a:extLst xmlns:a="http://schemas.openxmlformats.org/drawingml/2006/main">
              <a:ext uri="{FF2B5EF4-FFF2-40B4-BE49-F238E27FC236}">
                <a16:creationId xmlns:a16="http://schemas.microsoft.com/office/drawing/2014/main" id="{DE838F21-EB4A-4947-AA7A-D1F97B49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735" y="2636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8" name="path-4255">
            <a:extLst xmlns:a="http://schemas.openxmlformats.org/drawingml/2006/main">
              <a:ext uri="{FF2B5EF4-FFF2-40B4-BE49-F238E27FC236}">
                <a16:creationId xmlns:a16="http://schemas.microsoft.com/office/drawing/2014/main" id="{06808AA2-9FF3-457D-AFBD-E5431B65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044" y="26309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9" name="path-4256">
            <a:extLst xmlns:a="http://schemas.openxmlformats.org/drawingml/2006/main">
              <a:ext uri="{FF2B5EF4-FFF2-40B4-BE49-F238E27FC236}">
                <a16:creationId xmlns:a16="http://schemas.microsoft.com/office/drawing/2014/main" id="{4038BB87-E771-4199-BD18-4CE6B9D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657" y="26378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0" name="path-4257">
            <a:extLst xmlns:a="http://schemas.openxmlformats.org/drawingml/2006/main">
              <a:ext uri="{FF2B5EF4-FFF2-40B4-BE49-F238E27FC236}">
                <a16:creationId xmlns:a16="http://schemas.microsoft.com/office/drawing/2014/main" id="{36FFF788-570F-4CDD-BC2B-6A03103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426" y="2665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1" name="path-4258">
            <a:extLst xmlns:a="http://schemas.openxmlformats.org/drawingml/2006/main">
              <a:ext uri="{FF2B5EF4-FFF2-40B4-BE49-F238E27FC236}">
                <a16:creationId xmlns:a16="http://schemas.microsoft.com/office/drawing/2014/main" id="{4AE2996B-D253-4861-9067-D3EF4782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2092" y="26310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2" name="path-4259">
            <a:extLst xmlns:a="http://schemas.openxmlformats.org/drawingml/2006/main">
              <a:ext uri="{FF2B5EF4-FFF2-40B4-BE49-F238E27FC236}">
                <a16:creationId xmlns:a16="http://schemas.microsoft.com/office/drawing/2014/main" id="{7F1DE96A-9068-44C1-A1A8-26A3E73C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410" y="2638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3" name="path-4260">
            <a:extLst xmlns:a="http://schemas.openxmlformats.org/drawingml/2006/main">
              <a:ext uri="{FF2B5EF4-FFF2-40B4-BE49-F238E27FC236}">
                <a16:creationId xmlns:a16="http://schemas.microsoft.com/office/drawing/2014/main" id="{6EB4E8D6-E421-4699-8996-DEC49EF0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752" y="2642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4" name="path-4261">
            <a:extLst xmlns:a="http://schemas.openxmlformats.org/drawingml/2006/main">
              <a:ext uri="{FF2B5EF4-FFF2-40B4-BE49-F238E27FC236}">
                <a16:creationId xmlns:a16="http://schemas.microsoft.com/office/drawing/2014/main" id="{299D859A-8E97-445B-96F9-B2491F1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147" y="26381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5" name="path-4262">
            <a:extLst xmlns:a="http://schemas.openxmlformats.org/drawingml/2006/main">
              <a:ext uri="{FF2B5EF4-FFF2-40B4-BE49-F238E27FC236}">
                <a16:creationId xmlns:a16="http://schemas.microsoft.com/office/drawing/2014/main" id="{72E7BAB2-27F6-4E8F-B52D-9E31FE4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908" y="26377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6" name="path-4263">
            <a:extLst xmlns:a="http://schemas.openxmlformats.org/drawingml/2006/main">
              <a:ext uri="{FF2B5EF4-FFF2-40B4-BE49-F238E27FC236}">
                <a16:creationId xmlns:a16="http://schemas.microsoft.com/office/drawing/2014/main" id="{F6801B49-2908-4239-83FC-20252048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447" y="2649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7" name="path-4264">
            <a:extLst xmlns:a="http://schemas.openxmlformats.org/drawingml/2006/main">
              <a:ext uri="{FF2B5EF4-FFF2-40B4-BE49-F238E27FC236}">
                <a16:creationId xmlns:a16="http://schemas.microsoft.com/office/drawing/2014/main" id="{2AE42CD4-6072-48DF-ADCC-84B2A8B8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946" y="26197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8" name="path-4265">
            <a:extLst xmlns:a="http://schemas.openxmlformats.org/drawingml/2006/main">
              <a:ext uri="{FF2B5EF4-FFF2-40B4-BE49-F238E27FC236}">
                <a16:creationId xmlns:a16="http://schemas.microsoft.com/office/drawing/2014/main" id="{5EF1C357-862A-4F1F-95CF-026C13AF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566" y="26466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9" name="path-4266">
            <a:extLst xmlns:a="http://schemas.openxmlformats.org/drawingml/2006/main">
              <a:ext uri="{FF2B5EF4-FFF2-40B4-BE49-F238E27FC236}">
                <a16:creationId xmlns:a16="http://schemas.microsoft.com/office/drawing/2014/main" id="{9B5252C0-3A1F-4666-BC3D-64783C67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5082" y="26231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0" name="path-4267">
            <a:extLst xmlns:a="http://schemas.openxmlformats.org/drawingml/2006/main">
              <a:ext uri="{FF2B5EF4-FFF2-40B4-BE49-F238E27FC236}">
                <a16:creationId xmlns:a16="http://schemas.microsoft.com/office/drawing/2014/main" id="{99EC5BF6-1212-4D82-956B-FE9E06F0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86" y="2631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1" name="path-4268">
            <a:extLst xmlns:a="http://schemas.openxmlformats.org/drawingml/2006/main">
              <a:ext uri="{FF2B5EF4-FFF2-40B4-BE49-F238E27FC236}">
                <a16:creationId xmlns:a16="http://schemas.microsoft.com/office/drawing/2014/main" id="{7A05F627-D78E-444E-A186-EF7CFD32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2681" y="26436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2" name="path-4269">
            <a:extLst xmlns:a="http://schemas.openxmlformats.org/drawingml/2006/main">
              <a:ext uri="{FF2B5EF4-FFF2-40B4-BE49-F238E27FC236}">
                <a16:creationId xmlns:a16="http://schemas.microsoft.com/office/drawing/2014/main" id="{8E95CB7A-F20E-4FDB-84BD-8096203C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353" y="2636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3" name="path-4270">
            <a:extLst xmlns:a="http://schemas.openxmlformats.org/drawingml/2006/main">
              <a:ext uri="{FF2B5EF4-FFF2-40B4-BE49-F238E27FC236}">
                <a16:creationId xmlns:a16="http://schemas.microsoft.com/office/drawing/2014/main" id="{529C4CFD-2562-4EBB-809C-5B3490A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326" y="2622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4" name="path-4271">
            <a:extLst xmlns:a="http://schemas.openxmlformats.org/drawingml/2006/main">
              <a:ext uri="{FF2B5EF4-FFF2-40B4-BE49-F238E27FC236}">
                <a16:creationId xmlns:a16="http://schemas.microsoft.com/office/drawing/2014/main" id="{A826F3E7-C511-4796-B0CA-9A82771F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927" y="2644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5" name="path-4272">
            <a:extLst xmlns:a="http://schemas.openxmlformats.org/drawingml/2006/main">
              <a:ext uri="{FF2B5EF4-FFF2-40B4-BE49-F238E27FC236}">
                <a16:creationId xmlns:a16="http://schemas.microsoft.com/office/drawing/2014/main" id="{A2E5FA03-67BB-44F3-85B5-59EAB253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2841" y="2651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6" name="path-4273">
            <a:extLst xmlns:a="http://schemas.openxmlformats.org/drawingml/2006/main">
              <a:ext uri="{FF2B5EF4-FFF2-40B4-BE49-F238E27FC236}">
                <a16:creationId xmlns:a16="http://schemas.microsoft.com/office/drawing/2014/main" id="{76F3B37E-982C-4F4A-8FD5-7C71AC1E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587" y="2638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7" name="path-4274">
            <a:extLst xmlns:a="http://schemas.openxmlformats.org/drawingml/2006/main">
              <a:ext uri="{FF2B5EF4-FFF2-40B4-BE49-F238E27FC236}">
                <a16:creationId xmlns:a16="http://schemas.microsoft.com/office/drawing/2014/main" id="{EDA28081-C4A8-4F94-A6E3-3D8ADF9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696" y="2643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8" name="path-4275">
            <a:extLst xmlns:a="http://schemas.openxmlformats.org/drawingml/2006/main">
              <a:ext uri="{FF2B5EF4-FFF2-40B4-BE49-F238E27FC236}">
                <a16:creationId xmlns:a16="http://schemas.microsoft.com/office/drawing/2014/main" id="{0E9FDB6E-9EA1-42E5-8498-5DB1E38B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734" y="26418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9" name="path-4276">
            <a:extLst xmlns:a="http://schemas.openxmlformats.org/drawingml/2006/main">
              <a:ext uri="{FF2B5EF4-FFF2-40B4-BE49-F238E27FC236}">
                <a16:creationId xmlns:a16="http://schemas.microsoft.com/office/drawing/2014/main" id="{086C7027-E376-4A42-8AF5-5BE1146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168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0" name="path-4277">
            <a:extLst xmlns:a="http://schemas.openxmlformats.org/drawingml/2006/main">
              <a:ext uri="{FF2B5EF4-FFF2-40B4-BE49-F238E27FC236}">
                <a16:creationId xmlns:a16="http://schemas.microsoft.com/office/drawing/2014/main" id="{5AA86A6F-745C-4FAE-8852-3525AC35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889" y="2570571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1" name="path-4278">
            <a:extLst xmlns:a="http://schemas.openxmlformats.org/drawingml/2006/main">
              <a:ext uri="{FF2B5EF4-FFF2-40B4-BE49-F238E27FC236}">
                <a16:creationId xmlns:a16="http://schemas.microsoft.com/office/drawing/2014/main" id="{31FAA580-D497-4B90-A906-579EC7AE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895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0" y="186211"/>
                </a:moveTo>
                <a:lnTo>
                  <a:pt x="186211" y="186211"/>
                </a:lnTo>
                <a:lnTo>
                  <a:pt x="186211" y="0"/>
                </a:lnTo>
                <a:lnTo>
                  <a:pt x="0" y="0"/>
                </a:lnTo>
                <a:lnTo>
                  <a:pt x="0" y="186211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2" name="path-4279">
            <a:extLst xmlns:a="http://schemas.openxmlformats.org/drawingml/2006/main">
              <a:ext uri="{FF2B5EF4-FFF2-40B4-BE49-F238E27FC236}">
                <a16:creationId xmlns:a16="http://schemas.microsoft.com/office/drawing/2014/main" id="{0E9E5770-C7C3-4CB5-9D62-DF9FA5A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1616" y="2570571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3" name="path-4280">
            <a:extLst xmlns:a="http://schemas.openxmlformats.org/drawingml/2006/main">
              <a:ext uri="{FF2B5EF4-FFF2-40B4-BE49-F238E27FC236}">
                <a16:creationId xmlns:a16="http://schemas.microsoft.com/office/drawing/2014/main" id="{AB991136-2597-4E10-AB14-FECDB0C1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805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4" name="path-4281">
            <a:extLst xmlns:a="http://schemas.openxmlformats.org/drawingml/2006/main">
              <a:ext uri="{FF2B5EF4-FFF2-40B4-BE49-F238E27FC236}">
                <a16:creationId xmlns:a16="http://schemas.microsoft.com/office/drawing/2014/main" id="{25D1FDED-C07D-4BF3-9210-3812307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37" y="2555394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5" name="path-4282">
            <a:extLst xmlns:a="http://schemas.openxmlformats.org/drawingml/2006/main">
              <a:ext uri="{FF2B5EF4-FFF2-40B4-BE49-F238E27FC236}">
                <a16:creationId xmlns:a16="http://schemas.microsoft.com/office/drawing/2014/main" id="{D7E4D1C1-CD05-4D99-A8C8-4F6EDB7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077" y="2582849"/>
            <a:ext cx="186211" cy="186211"/>
          </a:xfrm>
          <a:custGeom xmlns:a="http://schemas.openxmlformats.org/drawingml/2006/main">
            <a:pathLst>
              <a:path w="186211" h="186211">
                <a:moveTo>
                  <a:pt x="93105" y="0"/>
                </a:moveTo>
                <a:lnTo>
                  <a:pt x="0" y="186211"/>
                </a:lnTo>
                <a:lnTo>
                  <a:pt x="186211" y="186211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6" name="path-4283">
            <a:extLst xmlns:a="http://schemas.openxmlformats.org/drawingml/2006/main">
              <a:ext uri="{FF2B5EF4-FFF2-40B4-BE49-F238E27FC236}">
                <a16:creationId xmlns:a16="http://schemas.microsoft.com/office/drawing/2014/main" id="{7642A895-9255-4F92-83F5-6D23264D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210" y="2555394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8885" y="208175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5"/>
                </a:lnTo>
                <a:lnTo>
                  <a:pt x="206078" y="213666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5"/>
                </a:lnTo>
                <a:lnTo>
                  <a:pt x="19867" y="213666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6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6"/>
                </a:lnTo>
                <a:lnTo>
                  <a:pt x="206078" y="201388"/>
                </a:lnTo>
                <a:lnTo>
                  <a:pt x="19867" y="201388"/>
                </a:lnTo>
                <a:lnTo>
                  <a:pt x="19867" y="213666"/>
                </a:lnTo>
                <a:moveTo>
                  <a:pt x="206078" y="213666"/>
                </a:moveTo>
                <a:lnTo>
                  <a:pt x="217060" y="208175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7" name="path-4284">
            <a:extLst xmlns:a="http://schemas.openxmlformats.org/drawingml/2006/main">
              <a:ext uri="{FF2B5EF4-FFF2-40B4-BE49-F238E27FC236}">
                <a16:creationId xmlns:a16="http://schemas.microsoft.com/office/drawing/2014/main" id="{C5828F2C-B9D2-4125-843E-A332BA85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2869338"/>
            <a:ext cx="90937" cy="101297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8" y="90508"/>
                </a:lnTo>
                <a:lnTo>
                  <a:pt x="22496" y="98402"/>
                </a:lnTo>
                <a:lnTo>
                  <a:pt x="36834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8" name="path-4285">
            <a:extLst xmlns:a="http://schemas.openxmlformats.org/drawingml/2006/main">
              <a:ext uri="{FF2B5EF4-FFF2-40B4-BE49-F238E27FC236}">
                <a16:creationId xmlns:a16="http://schemas.microsoft.com/office/drawing/2014/main" id="{61FE5566-2235-4382-AA7D-982D799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2611491"/>
            <a:ext cx="18417" cy="12892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9" name="path-4286">
            <a:extLst xmlns:a="http://schemas.openxmlformats.org/drawingml/2006/main">
              <a:ext uri="{FF2B5EF4-FFF2-40B4-BE49-F238E27FC236}">
                <a16:creationId xmlns:a16="http://schemas.microsoft.com/office/drawing/2014/main" id="{359139EE-D05C-4196-A075-8C33B6CF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2381271"/>
            <a:ext cx="90937" cy="101297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4" y="0"/>
                </a:lnTo>
                <a:lnTo>
                  <a:pt x="22496" y="2895"/>
                </a:lnTo>
                <a:lnTo>
                  <a:pt x="10788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0" name="path-4287">
            <a:extLst xmlns:a="http://schemas.openxmlformats.org/drawingml/2006/main">
              <a:ext uri="{FF2B5EF4-FFF2-40B4-BE49-F238E27FC236}">
                <a16:creationId xmlns:a16="http://schemas.microsoft.com/office/drawing/2014/main" id="{11A65B24-4B82-4376-A8DB-196F45CE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642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1" name="path-4288">
            <a:extLst xmlns:a="http://schemas.openxmlformats.org/drawingml/2006/main">
              <a:ext uri="{FF2B5EF4-FFF2-40B4-BE49-F238E27FC236}">
                <a16:creationId xmlns:a16="http://schemas.microsoft.com/office/drawing/2014/main" id="{1051C350-3171-4213-97C6-0D2E0417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050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2" name="path-4289">
            <a:extLst xmlns:a="http://schemas.openxmlformats.org/drawingml/2006/main">
              <a:ext uri="{FF2B5EF4-FFF2-40B4-BE49-F238E27FC236}">
                <a16:creationId xmlns:a16="http://schemas.microsoft.com/office/drawing/2014/main" id="{ED8ED77F-C255-45BF-9003-D57677E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456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3" name="path-4290">
            <a:extLst xmlns:a="http://schemas.openxmlformats.org/drawingml/2006/main">
              <a:ext uri="{FF2B5EF4-FFF2-40B4-BE49-F238E27FC236}">
                <a16:creationId xmlns:a16="http://schemas.microsoft.com/office/drawing/2014/main" id="{2A08273C-161C-45AB-9560-1D9695E7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864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4" name="path-4291">
            <a:extLst xmlns:a="http://schemas.openxmlformats.org/drawingml/2006/main">
              <a:ext uri="{FF2B5EF4-FFF2-40B4-BE49-F238E27FC236}">
                <a16:creationId xmlns:a16="http://schemas.microsoft.com/office/drawing/2014/main" id="{948FC06A-19CC-43A9-A330-2C68BBC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270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5" name="path-4292">
            <a:extLst xmlns:a="http://schemas.openxmlformats.org/drawingml/2006/main">
              <a:ext uri="{FF2B5EF4-FFF2-40B4-BE49-F238E27FC236}">
                <a16:creationId xmlns:a16="http://schemas.microsoft.com/office/drawing/2014/main" id="{B350B0A3-DF27-4B83-81B0-3C41CBBC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676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6" name="path-4293">
            <a:extLst xmlns:a="http://schemas.openxmlformats.org/drawingml/2006/main">
              <a:ext uri="{FF2B5EF4-FFF2-40B4-BE49-F238E27FC236}">
                <a16:creationId xmlns:a16="http://schemas.microsoft.com/office/drawing/2014/main" id="{ADABAADC-4EC0-4F0A-8935-B97CEF57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084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7" name="path-4294">
            <a:extLst xmlns:a="http://schemas.openxmlformats.org/drawingml/2006/main">
              <a:ext uri="{FF2B5EF4-FFF2-40B4-BE49-F238E27FC236}">
                <a16:creationId xmlns:a16="http://schemas.microsoft.com/office/drawing/2014/main" id="{F6D5E3F1-273B-48D2-AF73-7750FCB3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490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8" name="path-4295">
            <a:extLst xmlns:a="http://schemas.openxmlformats.org/drawingml/2006/main">
              <a:ext uri="{FF2B5EF4-FFF2-40B4-BE49-F238E27FC236}">
                <a16:creationId xmlns:a16="http://schemas.microsoft.com/office/drawing/2014/main" id="{8A4DD9AB-34CF-411D-8A76-966B6DE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897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9" name="path-4296">
            <a:extLst xmlns:a="http://schemas.openxmlformats.org/drawingml/2006/main">
              <a:ext uri="{FF2B5EF4-FFF2-40B4-BE49-F238E27FC236}">
                <a16:creationId xmlns:a16="http://schemas.microsoft.com/office/drawing/2014/main" id="{EE1CE70C-19B5-4BA5-A2B8-BB9AC20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304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0" name="path-4297">
            <a:extLst xmlns:a="http://schemas.openxmlformats.org/drawingml/2006/main">
              <a:ext uri="{FF2B5EF4-FFF2-40B4-BE49-F238E27FC236}">
                <a16:creationId xmlns:a16="http://schemas.microsoft.com/office/drawing/2014/main" id="{E11AF63F-5B45-4E81-935A-0F13DE99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711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1" name="path-4298">
            <a:extLst xmlns:a="http://schemas.openxmlformats.org/drawingml/2006/main">
              <a:ext uri="{FF2B5EF4-FFF2-40B4-BE49-F238E27FC236}">
                <a16:creationId xmlns:a16="http://schemas.microsoft.com/office/drawing/2014/main" id="{10C8B601-68B9-4542-B6F4-E52130BF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18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2" name="path-4299">
            <a:extLst xmlns:a="http://schemas.openxmlformats.org/drawingml/2006/main">
              <a:ext uri="{FF2B5EF4-FFF2-40B4-BE49-F238E27FC236}">
                <a16:creationId xmlns:a16="http://schemas.microsoft.com/office/drawing/2014/main" id="{D25739AD-8145-4FFE-AA60-4F4AA245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525" y="2381271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3" name="path-4300">
            <a:extLst xmlns:a="http://schemas.openxmlformats.org/drawingml/2006/main">
              <a:ext uri="{FF2B5EF4-FFF2-40B4-BE49-F238E27FC236}">
                <a16:creationId xmlns:a16="http://schemas.microsoft.com/office/drawing/2014/main" id="{5AA2E2F9-C89E-47CC-89EF-5D0854A3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932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4" name="path-4301">
            <a:extLst xmlns:a="http://schemas.openxmlformats.org/drawingml/2006/main">
              <a:ext uri="{FF2B5EF4-FFF2-40B4-BE49-F238E27FC236}">
                <a16:creationId xmlns:a16="http://schemas.microsoft.com/office/drawing/2014/main" id="{A5D72D00-3352-4CA2-8535-87107B4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338" y="2381271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5" name="path-4302">
            <a:extLst xmlns:a="http://schemas.openxmlformats.org/drawingml/2006/main">
              <a:ext uri="{FF2B5EF4-FFF2-40B4-BE49-F238E27FC236}">
                <a16:creationId xmlns:a16="http://schemas.microsoft.com/office/drawing/2014/main" id="{FE4D6D9C-5A4B-4FA3-92B5-B6B63B7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0745" y="2381271"/>
            <a:ext cx="90937" cy="101297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8" y="10789"/>
                </a:lnTo>
                <a:lnTo>
                  <a:pt x="68439" y="2895"/>
                </a:lnTo>
                <a:lnTo>
                  <a:pt x="54101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6" name="path-4303">
            <a:extLst xmlns:a="http://schemas.openxmlformats.org/drawingml/2006/main">
              <a:ext uri="{FF2B5EF4-FFF2-40B4-BE49-F238E27FC236}">
                <a16:creationId xmlns:a16="http://schemas.microsoft.com/office/drawing/2014/main" id="{AA362EEE-836D-44C6-A657-363BB535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3264" y="2611491"/>
            <a:ext cx="18418" cy="12892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7" name="path-4304">
            <a:extLst xmlns:a="http://schemas.openxmlformats.org/drawingml/2006/main">
              <a:ext uri="{FF2B5EF4-FFF2-40B4-BE49-F238E27FC236}">
                <a16:creationId xmlns:a16="http://schemas.microsoft.com/office/drawing/2014/main" id="{518D6785-F0DC-4E34-AE04-FAD2E580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0745" y="2869338"/>
            <a:ext cx="90937" cy="101297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1" y="101297"/>
                </a:lnTo>
                <a:lnTo>
                  <a:pt x="68439" y="98402"/>
                </a:lnTo>
                <a:lnTo>
                  <a:pt x="80148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8" name="path-4305">
            <a:extLst xmlns:a="http://schemas.openxmlformats.org/drawingml/2006/main">
              <a:ext uri="{FF2B5EF4-FFF2-40B4-BE49-F238E27FC236}">
                <a16:creationId xmlns:a16="http://schemas.microsoft.com/office/drawing/2014/main" id="{9F563509-7230-45FF-9043-3BDEBD9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338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9" name="path-4306">
            <a:extLst xmlns:a="http://schemas.openxmlformats.org/drawingml/2006/main">
              <a:ext uri="{FF2B5EF4-FFF2-40B4-BE49-F238E27FC236}">
                <a16:creationId xmlns:a16="http://schemas.microsoft.com/office/drawing/2014/main" id="{B721287F-5A3C-45B8-8C11-F272E0A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932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0" name="path-4307">
            <a:extLst xmlns:a="http://schemas.openxmlformats.org/drawingml/2006/main">
              <a:ext uri="{FF2B5EF4-FFF2-40B4-BE49-F238E27FC236}">
                <a16:creationId xmlns:a16="http://schemas.microsoft.com/office/drawing/2014/main" id="{3B83A294-38F2-40BE-8A7D-911C25A7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525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1" name="path-4308">
            <a:extLst xmlns:a="http://schemas.openxmlformats.org/drawingml/2006/main">
              <a:ext uri="{FF2B5EF4-FFF2-40B4-BE49-F238E27FC236}">
                <a16:creationId xmlns:a16="http://schemas.microsoft.com/office/drawing/2014/main" id="{026F15AF-5742-4118-99D7-1343930C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18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2" name="path-4309">
            <a:extLst xmlns:a="http://schemas.openxmlformats.org/drawingml/2006/main">
              <a:ext uri="{FF2B5EF4-FFF2-40B4-BE49-F238E27FC236}">
                <a16:creationId xmlns:a16="http://schemas.microsoft.com/office/drawing/2014/main" id="{0BF03C3D-81D3-4825-8E58-D1F04CEC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711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3" name="path-4310">
            <a:extLst xmlns:a="http://schemas.openxmlformats.org/drawingml/2006/main">
              <a:ext uri="{FF2B5EF4-FFF2-40B4-BE49-F238E27FC236}">
                <a16:creationId xmlns:a16="http://schemas.microsoft.com/office/drawing/2014/main" id="{BABA3797-7361-4803-A1F0-E3E365D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304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4" name="path-4311">
            <a:extLst xmlns:a="http://schemas.openxmlformats.org/drawingml/2006/main">
              <a:ext uri="{FF2B5EF4-FFF2-40B4-BE49-F238E27FC236}">
                <a16:creationId xmlns:a16="http://schemas.microsoft.com/office/drawing/2014/main" id="{F2612298-A51E-4114-81D1-A7A429C1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897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5" name="path-4312">
            <a:extLst xmlns:a="http://schemas.openxmlformats.org/drawingml/2006/main">
              <a:ext uri="{FF2B5EF4-FFF2-40B4-BE49-F238E27FC236}">
                <a16:creationId xmlns:a16="http://schemas.microsoft.com/office/drawing/2014/main" id="{765A504B-59A1-418F-B857-F6CF3B4D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490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6" name="path-4313">
            <a:extLst xmlns:a="http://schemas.openxmlformats.org/drawingml/2006/main">
              <a:ext uri="{FF2B5EF4-FFF2-40B4-BE49-F238E27FC236}">
                <a16:creationId xmlns:a16="http://schemas.microsoft.com/office/drawing/2014/main" id="{06E44678-625C-4BE6-B417-83E9B43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084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7" name="path-4314">
            <a:extLst xmlns:a="http://schemas.openxmlformats.org/drawingml/2006/main">
              <a:ext uri="{FF2B5EF4-FFF2-40B4-BE49-F238E27FC236}">
                <a16:creationId xmlns:a16="http://schemas.microsoft.com/office/drawing/2014/main" id="{C082D9C8-D108-4A6C-A392-BAFDB5D9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676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8" name="path-4315">
            <a:extLst xmlns:a="http://schemas.openxmlformats.org/drawingml/2006/main">
              <a:ext uri="{FF2B5EF4-FFF2-40B4-BE49-F238E27FC236}">
                <a16:creationId xmlns:a16="http://schemas.microsoft.com/office/drawing/2014/main" id="{C2C9CD00-9AEC-4482-9873-7F1CBD3F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270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9" name="path-4316">
            <a:extLst xmlns:a="http://schemas.openxmlformats.org/drawingml/2006/main">
              <a:ext uri="{FF2B5EF4-FFF2-40B4-BE49-F238E27FC236}">
                <a16:creationId xmlns:a16="http://schemas.microsoft.com/office/drawing/2014/main" id="{6CA57112-888C-43F8-9B71-69EB623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864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0" name="path-4317">
            <a:extLst xmlns:a="http://schemas.openxmlformats.org/drawingml/2006/main">
              <a:ext uri="{FF2B5EF4-FFF2-40B4-BE49-F238E27FC236}">
                <a16:creationId xmlns:a16="http://schemas.microsoft.com/office/drawing/2014/main" id="{8C10819E-5079-4FDC-911E-E20B5422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456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1" name="path-4318">
            <a:extLst xmlns:a="http://schemas.openxmlformats.org/drawingml/2006/main">
              <a:ext uri="{FF2B5EF4-FFF2-40B4-BE49-F238E27FC236}">
                <a16:creationId xmlns:a16="http://schemas.microsoft.com/office/drawing/2014/main" id="{29BBF5CD-EF1B-47AA-8F40-650858DC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050" y="2952217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2" name="path-4319">
            <a:extLst xmlns:a="http://schemas.openxmlformats.org/drawingml/2006/main">
              <a:ext uri="{FF2B5EF4-FFF2-40B4-BE49-F238E27FC236}">
                <a16:creationId xmlns:a16="http://schemas.microsoft.com/office/drawing/2014/main" id="{3803D961-97F3-4C30-94F1-0CE8A362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642" y="2952217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3" name="path-4320">
            <a:extLst xmlns:a="http://schemas.openxmlformats.org/drawingml/2006/main">
              <a:ext uri="{FF2B5EF4-FFF2-40B4-BE49-F238E27FC236}">
                <a16:creationId xmlns:a16="http://schemas.microsoft.com/office/drawing/2014/main" id="{512FD987-075D-4038-B123-CDF96636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452" y="293310"/>
            <a:ext cx="2508319" cy="311831"/>
          </a:xfrm>
          <a:custGeom xmlns:a="http://schemas.openxmlformats.org/drawingml/2006/main">
            <a:pathLst>
              <a:path w="2508319" h="311831">
                <a:moveTo>
                  <a:pt x="109695" y="130542"/>
                </a:moveTo>
                <a:lnTo>
                  <a:pt x="90901" y="195130"/>
                </a:lnTo>
                <a:cubicBezTo>
                  <a:pt x="88281" y="204243"/>
                  <a:pt x="86970" y="210678"/>
                  <a:pt x="86970" y="214438"/>
                </a:cubicBezTo>
                <a:cubicBezTo>
                  <a:pt x="86970" y="219677"/>
                  <a:pt x="88680" y="223664"/>
                  <a:pt x="92097" y="226398"/>
                </a:cubicBezTo>
                <a:cubicBezTo>
                  <a:pt x="95514" y="229018"/>
                  <a:pt x="103260" y="230442"/>
                  <a:pt x="115335" y="230670"/>
                </a:cubicBezTo>
                <a:lnTo>
                  <a:pt x="113114" y="236992"/>
                </a:lnTo>
                <a:lnTo>
                  <a:pt x="0" y="236992"/>
                </a:lnTo>
                <a:lnTo>
                  <a:pt x="1879" y="230670"/>
                </a:lnTo>
                <a:cubicBezTo>
                  <a:pt x="11447" y="230556"/>
                  <a:pt x="18226" y="229645"/>
                  <a:pt x="22212" y="227936"/>
                </a:cubicBezTo>
                <a:cubicBezTo>
                  <a:pt x="26199" y="226114"/>
                  <a:pt x="29502" y="223209"/>
                  <a:pt x="32122" y="219222"/>
                </a:cubicBezTo>
                <a:cubicBezTo>
                  <a:pt x="34058" y="216602"/>
                  <a:pt x="36963" y="208571"/>
                  <a:pt x="40837" y="195130"/>
                </a:cubicBezTo>
                <a:lnTo>
                  <a:pt x="83724" y="48013"/>
                </a:lnTo>
                <a:cubicBezTo>
                  <a:pt x="86685" y="38217"/>
                  <a:pt x="88166" y="31212"/>
                  <a:pt x="88166" y="26997"/>
                </a:cubicBezTo>
                <a:cubicBezTo>
                  <a:pt x="88166" y="22782"/>
                  <a:pt x="86287" y="19251"/>
                  <a:pt x="82528" y="16403"/>
                </a:cubicBezTo>
                <a:cubicBezTo>
                  <a:pt x="78769" y="13441"/>
                  <a:pt x="71935" y="11847"/>
                  <a:pt x="62024" y="11619"/>
                </a:cubicBezTo>
                <a:lnTo>
                  <a:pt x="63904" y="5297"/>
                </a:lnTo>
                <a:lnTo>
                  <a:pt x="155658" y="5297"/>
                </a:lnTo>
                <a:cubicBezTo>
                  <a:pt x="180833" y="5297"/>
                  <a:pt x="198945" y="8487"/>
                  <a:pt x="209994" y="14866"/>
                </a:cubicBezTo>
                <a:cubicBezTo>
                  <a:pt x="227081" y="24890"/>
                  <a:pt x="235624" y="39926"/>
                  <a:pt x="235624" y="59974"/>
                </a:cubicBezTo>
                <a:cubicBezTo>
                  <a:pt x="235624" y="79339"/>
                  <a:pt x="227081" y="96426"/>
                  <a:pt x="209994" y="111234"/>
                </a:cubicBezTo>
                <a:cubicBezTo>
                  <a:pt x="193021" y="125929"/>
                  <a:pt x="170125" y="133276"/>
                  <a:pt x="141306" y="133276"/>
                </a:cubicBezTo>
                <a:cubicBezTo>
                  <a:pt x="132648" y="133276"/>
                  <a:pt x="122112" y="132365"/>
                  <a:pt x="109695" y="130542"/>
                </a:cubicBezTo>
                <a:moveTo>
                  <a:pt x="113114" y="117385"/>
                </a:moveTo>
                <a:cubicBezTo>
                  <a:pt x="120518" y="118297"/>
                  <a:pt x="126668" y="118752"/>
                  <a:pt x="131566" y="118752"/>
                </a:cubicBezTo>
                <a:cubicBezTo>
                  <a:pt x="147287" y="118752"/>
                  <a:pt x="159646" y="111576"/>
                  <a:pt x="168644" y="97223"/>
                </a:cubicBezTo>
                <a:cubicBezTo>
                  <a:pt x="177644" y="82870"/>
                  <a:pt x="182143" y="67891"/>
                  <a:pt x="182143" y="52285"/>
                </a:cubicBezTo>
                <a:cubicBezTo>
                  <a:pt x="182143" y="41691"/>
                  <a:pt x="179238" y="33490"/>
                  <a:pt x="173429" y="27680"/>
                </a:cubicBezTo>
                <a:cubicBezTo>
                  <a:pt x="167620" y="21757"/>
                  <a:pt x="159589" y="18795"/>
                  <a:pt x="149336" y="18795"/>
                </a:cubicBezTo>
                <a:cubicBezTo>
                  <a:pt x="147172" y="18795"/>
                  <a:pt x="144495" y="18909"/>
                  <a:pt x="141306" y="19137"/>
                </a:cubicBezTo>
                <a:lnTo>
                  <a:pt x="113114" y="117385"/>
                </a:lnTo>
                <a:moveTo>
                  <a:pt x="279024" y="172917"/>
                </a:moveTo>
                <a:cubicBezTo>
                  <a:pt x="277999" y="180321"/>
                  <a:pt x="277487" y="186415"/>
                  <a:pt x="277487" y="191200"/>
                </a:cubicBezTo>
                <a:cubicBezTo>
                  <a:pt x="277487" y="199743"/>
                  <a:pt x="279935" y="206578"/>
                  <a:pt x="284834" y="211704"/>
                </a:cubicBezTo>
                <a:cubicBezTo>
                  <a:pt x="289846" y="216830"/>
                  <a:pt x="296509" y="219393"/>
                  <a:pt x="304826" y="219393"/>
                </a:cubicBezTo>
                <a:cubicBezTo>
                  <a:pt x="312799" y="219393"/>
                  <a:pt x="320773" y="217456"/>
                  <a:pt x="328746" y="213583"/>
                </a:cubicBezTo>
                <a:cubicBezTo>
                  <a:pt x="336834" y="209710"/>
                  <a:pt x="346175" y="202932"/>
                  <a:pt x="356769" y="193250"/>
                </a:cubicBezTo>
                <a:lnTo>
                  <a:pt x="361895" y="197864"/>
                </a:lnTo>
                <a:cubicBezTo>
                  <a:pt x="348795" y="213697"/>
                  <a:pt x="336037" y="224974"/>
                  <a:pt x="323620" y="231695"/>
                </a:cubicBezTo>
                <a:cubicBezTo>
                  <a:pt x="311204" y="238416"/>
                  <a:pt x="297478" y="241776"/>
                  <a:pt x="282441" y="241776"/>
                </a:cubicBezTo>
                <a:cubicBezTo>
                  <a:pt x="263419" y="241776"/>
                  <a:pt x="250261" y="237220"/>
                  <a:pt x="242972" y="228107"/>
                </a:cubicBezTo>
                <a:cubicBezTo>
                  <a:pt x="235681" y="218994"/>
                  <a:pt x="232036" y="208457"/>
                  <a:pt x="232036" y="196497"/>
                </a:cubicBezTo>
                <a:cubicBezTo>
                  <a:pt x="232036" y="177815"/>
                  <a:pt x="237447" y="159134"/>
                  <a:pt x="248268" y="140452"/>
                </a:cubicBezTo>
                <a:cubicBezTo>
                  <a:pt x="259204" y="121771"/>
                  <a:pt x="274012" y="106792"/>
                  <a:pt x="292694" y="95515"/>
                </a:cubicBezTo>
                <a:cubicBezTo>
                  <a:pt x="311490" y="84237"/>
                  <a:pt x="330341" y="78599"/>
                  <a:pt x="349250" y="78599"/>
                </a:cubicBezTo>
                <a:cubicBezTo>
                  <a:pt x="358819" y="78599"/>
                  <a:pt x="366053" y="80877"/>
                  <a:pt x="370951" y="85433"/>
                </a:cubicBezTo>
                <a:cubicBezTo>
                  <a:pt x="375849" y="89990"/>
                  <a:pt x="378298" y="95742"/>
                  <a:pt x="378298" y="102691"/>
                </a:cubicBezTo>
                <a:cubicBezTo>
                  <a:pt x="378298" y="111006"/>
                  <a:pt x="375905" y="119094"/>
                  <a:pt x="371121" y="126954"/>
                </a:cubicBezTo>
                <a:cubicBezTo>
                  <a:pt x="364515" y="137661"/>
                  <a:pt x="356199" y="146319"/>
                  <a:pt x="346175" y="152926"/>
                </a:cubicBezTo>
                <a:cubicBezTo>
                  <a:pt x="336151" y="159418"/>
                  <a:pt x="324931" y="164374"/>
                  <a:pt x="312514" y="167791"/>
                </a:cubicBezTo>
                <a:cubicBezTo>
                  <a:pt x="304199" y="170069"/>
                  <a:pt x="293036" y="171778"/>
                  <a:pt x="279024" y="172917"/>
                </a:cubicBezTo>
                <a:moveTo>
                  <a:pt x="280562" y="164032"/>
                </a:moveTo>
                <a:cubicBezTo>
                  <a:pt x="290586" y="162551"/>
                  <a:pt x="298332" y="160558"/>
                  <a:pt x="303800" y="158051"/>
                </a:cubicBezTo>
                <a:cubicBezTo>
                  <a:pt x="309382" y="155432"/>
                  <a:pt x="314792" y="151331"/>
                  <a:pt x="320033" y="145749"/>
                </a:cubicBezTo>
                <a:cubicBezTo>
                  <a:pt x="325386" y="140054"/>
                  <a:pt x="330000" y="132934"/>
                  <a:pt x="333873" y="124391"/>
                </a:cubicBezTo>
                <a:cubicBezTo>
                  <a:pt x="337745" y="115734"/>
                  <a:pt x="339682" y="107646"/>
                  <a:pt x="339682" y="100128"/>
                </a:cubicBezTo>
                <a:cubicBezTo>
                  <a:pt x="339682" y="96938"/>
                  <a:pt x="338770" y="94432"/>
                  <a:pt x="336948" y="92610"/>
                </a:cubicBezTo>
                <a:cubicBezTo>
                  <a:pt x="335240" y="90787"/>
                  <a:pt x="333019" y="89876"/>
                  <a:pt x="330284" y="89876"/>
                </a:cubicBezTo>
                <a:cubicBezTo>
                  <a:pt x="324817" y="89876"/>
                  <a:pt x="318665" y="93692"/>
                  <a:pt x="311830" y="101324"/>
                </a:cubicBezTo>
                <a:cubicBezTo>
                  <a:pt x="299301" y="115221"/>
                  <a:pt x="288878" y="136124"/>
                  <a:pt x="280562" y="164032"/>
                </a:cubicBezTo>
                <a:moveTo>
                  <a:pt x="462705" y="78599"/>
                </a:moveTo>
                <a:lnTo>
                  <a:pt x="436905" y="174626"/>
                </a:lnTo>
                <a:cubicBezTo>
                  <a:pt x="458092" y="127808"/>
                  <a:pt x="474040" y="98989"/>
                  <a:pt x="484748" y="88167"/>
                </a:cubicBezTo>
                <a:cubicBezTo>
                  <a:pt x="491013" y="81788"/>
                  <a:pt x="497620" y="78599"/>
                  <a:pt x="504568" y="78599"/>
                </a:cubicBezTo>
                <a:cubicBezTo>
                  <a:pt x="509352" y="78599"/>
                  <a:pt x="513226" y="80364"/>
                  <a:pt x="516187" y="83895"/>
                </a:cubicBezTo>
                <a:cubicBezTo>
                  <a:pt x="519149" y="87313"/>
                  <a:pt x="520630" y="92211"/>
                  <a:pt x="520630" y="98590"/>
                </a:cubicBezTo>
                <a:cubicBezTo>
                  <a:pt x="520630" y="109639"/>
                  <a:pt x="517952" y="118923"/>
                  <a:pt x="512599" y="126441"/>
                </a:cubicBezTo>
                <a:cubicBezTo>
                  <a:pt x="509182" y="131226"/>
                  <a:pt x="505365" y="133618"/>
                  <a:pt x="501151" y="133618"/>
                </a:cubicBezTo>
                <a:cubicBezTo>
                  <a:pt x="496595" y="133618"/>
                  <a:pt x="493178" y="131510"/>
                  <a:pt x="490898" y="127296"/>
                </a:cubicBezTo>
                <a:cubicBezTo>
                  <a:pt x="488620" y="123081"/>
                  <a:pt x="487026" y="120632"/>
                  <a:pt x="486114" y="119948"/>
                </a:cubicBezTo>
                <a:cubicBezTo>
                  <a:pt x="485203" y="119151"/>
                  <a:pt x="484234" y="118752"/>
                  <a:pt x="483210" y="118752"/>
                </a:cubicBezTo>
                <a:cubicBezTo>
                  <a:pt x="482071" y="118752"/>
                  <a:pt x="480874" y="119094"/>
                  <a:pt x="479622" y="119777"/>
                </a:cubicBezTo>
                <a:cubicBezTo>
                  <a:pt x="477115" y="121144"/>
                  <a:pt x="473812" y="124505"/>
                  <a:pt x="469711" y="129859"/>
                </a:cubicBezTo>
                <a:cubicBezTo>
                  <a:pt x="465725" y="135099"/>
                  <a:pt x="460769" y="143927"/>
                  <a:pt x="454846" y="156343"/>
                </a:cubicBezTo>
                <a:cubicBezTo>
                  <a:pt x="448922" y="168759"/>
                  <a:pt x="444309" y="179296"/>
                  <a:pt x="441006" y="187953"/>
                </a:cubicBezTo>
                <a:cubicBezTo>
                  <a:pt x="437702" y="196497"/>
                  <a:pt x="433090" y="212843"/>
                  <a:pt x="427166" y="236992"/>
                </a:cubicBezTo>
                <a:lnTo>
                  <a:pt x="385816" y="236992"/>
                </a:lnTo>
                <a:lnTo>
                  <a:pt x="414009" y="123707"/>
                </a:lnTo>
                <a:cubicBezTo>
                  <a:pt x="416060" y="115278"/>
                  <a:pt x="417084" y="109696"/>
                  <a:pt x="417084" y="106962"/>
                </a:cubicBezTo>
                <a:cubicBezTo>
                  <a:pt x="417084" y="103887"/>
                  <a:pt x="416515" y="101495"/>
                  <a:pt x="415376" y="99786"/>
                </a:cubicBezTo>
                <a:cubicBezTo>
                  <a:pt x="414351" y="98077"/>
                  <a:pt x="412870" y="96824"/>
                  <a:pt x="410934" y="96027"/>
                </a:cubicBezTo>
                <a:cubicBezTo>
                  <a:pt x="409111" y="95230"/>
                  <a:pt x="405237" y="94831"/>
                  <a:pt x="399314" y="94831"/>
                </a:cubicBezTo>
                <a:lnTo>
                  <a:pt x="400853" y="89876"/>
                </a:lnTo>
                <a:lnTo>
                  <a:pt x="452454" y="78599"/>
                </a:lnTo>
                <a:lnTo>
                  <a:pt x="462705" y="78599"/>
                </a:lnTo>
                <a:moveTo>
                  <a:pt x="647583" y="195813"/>
                </a:moveTo>
                <a:lnTo>
                  <a:pt x="652710" y="200426"/>
                </a:lnTo>
                <a:cubicBezTo>
                  <a:pt x="641660" y="213640"/>
                  <a:pt x="630782" y="223322"/>
                  <a:pt x="620074" y="229474"/>
                </a:cubicBezTo>
                <a:cubicBezTo>
                  <a:pt x="605834" y="237675"/>
                  <a:pt x="591084" y="241776"/>
                  <a:pt x="575819" y="241776"/>
                </a:cubicBezTo>
                <a:cubicBezTo>
                  <a:pt x="565568" y="241776"/>
                  <a:pt x="556454" y="239612"/>
                  <a:pt x="548481" y="235283"/>
                </a:cubicBezTo>
                <a:cubicBezTo>
                  <a:pt x="540621" y="230841"/>
                  <a:pt x="534812" y="224689"/>
                  <a:pt x="531053" y="216830"/>
                </a:cubicBezTo>
                <a:cubicBezTo>
                  <a:pt x="527294" y="208856"/>
                  <a:pt x="525413" y="200711"/>
                  <a:pt x="525413" y="192396"/>
                </a:cubicBezTo>
                <a:cubicBezTo>
                  <a:pt x="525413" y="173714"/>
                  <a:pt x="530483" y="155375"/>
                  <a:pt x="540621" y="137377"/>
                </a:cubicBezTo>
                <a:cubicBezTo>
                  <a:pt x="550759" y="119265"/>
                  <a:pt x="564144" y="104969"/>
                  <a:pt x="580775" y="94489"/>
                </a:cubicBezTo>
                <a:cubicBezTo>
                  <a:pt x="597406" y="83895"/>
                  <a:pt x="613752" y="78599"/>
                  <a:pt x="629813" y="78599"/>
                </a:cubicBezTo>
                <a:cubicBezTo>
                  <a:pt x="642685" y="78599"/>
                  <a:pt x="652368" y="81446"/>
                  <a:pt x="658860" y="87142"/>
                </a:cubicBezTo>
                <a:cubicBezTo>
                  <a:pt x="665354" y="92838"/>
                  <a:pt x="668600" y="99900"/>
                  <a:pt x="668600" y="108329"/>
                </a:cubicBezTo>
                <a:cubicBezTo>
                  <a:pt x="668600" y="115961"/>
                  <a:pt x="666151" y="122454"/>
                  <a:pt x="661253" y="127808"/>
                </a:cubicBezTo>
                <a:cubicBezTo>
                  <a:pt x="656355" y="133162"/>
                  <a:pt x="650887" y="135839"/>
                  <a:pt x="644850" y="135839"/>
                </a:cubicBezTo>
                <a:cubicBezTo>
                  <a:pt x="639609" y="135839"/>
                  <a:pt x="635224" y="134130"/>
                  <a:pt x="631693" y="130713"/>
                </a:cubicBezTo>
                <a:cubicBezTo>
                  <a:pt x="628276" y="127296"/>
                  <a:pt x="626566" y="123252"/>
                  <a:pt x="626566" y="118582"/>
                </a:cubicBezTo>
                <a:cubicBezTo>
                  <a:pt x="626566" y="112430"/>
                  <a:pt x="629643" y="107076"/>
                  <a:pt x="635793" y="102520"/>
                </a:cubicBezTo>
                <a:cubicBezTo>
                  <a:pt x="640009" y="99331"/>
                  <a:pt x="642115" y="96540"/>
                  <a:pt x="642115" y="94148"/>
                </a:cubicBezTo>
                <a:cubicBezTo>
                  <a:pt x="642115" y="92097"/>
                  <a:pt x="641261" y="90445"/>
                  <a:pt x="639552" y="89193"/>
                </a:cubicBezTo>
                <a:cubicBezTo>
                  <a:pt x="637274" y="87370"/>
                  <a:pt x="634312" y="86459"/>
                  <a:pt x="630667" y="86459"/>
                </a:cubicBezTo>
                <a:cubicBezTo>
                  <a:pt x="621100" y="86459"/>
                  <a:pt x="612100" y="90332"/>
                  <a:pt x="603671" y="98077"/>
                </a:cubicBezTo>
                <a:cubicBezTo>
                  <a:pt x="592507" y="108329"/>
                  <a:pt x="583964" y="121315"/>
                  <a:pt x="578040" y="137035"/>
                </a:cubicBezTo>
                <a:cubicBezTo>
                  <a:pt x="572117" y="152755"/>
                  <a:pt x="569155" y="167677"/>
                  <a:pt x="569155" y="181802"/>
                </a:cubicBezTo>
                <a:cubicBezTo>
                  <a:pt x="569155" y="192965"/>
                  <a:pt x="572175" y="201907"/>
                  <a:pt x="578212" y="208628"/>
                </a:cubicBezTo>
                <a:cubicBezTo>
                  <a:pt x="584249" y="215235"/>
                  <a:pt x="591426" y="218538"/>
                  <a:pt x="599741" y="218538"/>
                </a:cubicBezTo>
                <a:cubicBezTo>
                  <a:pt x="607031" y="218538"/>
                  <a:pt x="614891" y="216659"/>
                  <a:pt x="623321" y="212900"/>
                </a:cubicBezTo>
                <a:cubicBezTo>
                  <a:pt x="631864" y="209141"/>
                  <a:pt x="639951" y="203445"/>
                  <a:pt x="647583" y="195813"/>
                </a:cubicBezTo>
                <a:moveTo>
                  <a:pt x="726352" y="172917"/>
                </a:moveTo>
                <a:cubicBezTo>
                  <a:pt x="725328" y="180321"/>
                  <a:pt x="724815" y="186415"/>
                  <a:pt x="724815" y="191200"/>
                </a:cubicBezTo>
                <a:cubicBezTo>
                  <a:pt x="724815" y="199743"/>
                  <a:pt x="727264" y="206578"/>
                  <a:pt x="732162" y="211704"/>
                </a:cubicBezTo>
                <a:cubicBezTo>
                  <a:pt x="737175" y="216830"/>
                  <a:pt x="743839" y="219393"/>
                  <a:pt x="752154" y="219393"/>
                </a:cubicBezTo>
                <a:cubicBezTo>
                  <a:pt x="760128" y="219393"/>
                  <a:pt x="768101" y="217456"/>
                  <a:pt x="776074" y="213583"/>
                </a:cubicBezTo>
                <a:cubicBezTo>
                  <a:pt x="784162" y="209710"/>
                  <a:pt x="793504" y="202932"/>
                  <a:pt x="804097" y="193250"/>
                </a:cubicBezTo>
                <a:lnTo>
                  <a:pt x="809223" y="197864"/>
                </a:lnTo>
                <a:cubicBezTo>
                  <a:pt x="796123" y="213697"/>
                  <a:pt x="783365" y="224974"/>
                  <a:pt x="770949" y="231695"/>
                </a:cubicBezTo>
                <a:cubicBezTo>
                  <a:pt x="758532" y="238416"/>
                  <a:pt x="744806" y="241776"/>
                  <a:pt x="729771" y="241776"/>
                </a:cubicBezTo>
                <a:cubicBezTo>
                  <a:pt x="710747" y="241776"/>
                  <a:pt x="697590" y="237220"/>
                  <a:pt x="690300" y="228107"/>
                </a:cubicBezTo>
                <a:cubicBezTo>
                  <a:pt x="683010" y="218994"/>
                  <a:pt x="679365" y="208457"/>
                  <a:pt x="679365" y="196497"/>
                </a:cubicBezTo>
                <a:cubicBezTo>
                  <a:pt x="679365" y="177815"/>
                  <a:pt x="684775" y="159134"/>
                  <a:pt x="695596" y="140452"/>
                </a:cubicBezTo>
                <a:cubicBezTo>
                  <a:pt x="706532" y="121771"/>
                  <a:pt x="721341" y="106792"/>
                  <a:pt x="740022" y="95515"/>
                </a:cubicBezTo>
                <a:cubicBezTo>
                  <a:pt x="758817" y="84237"/>
                  <a:pt x="777670" y="78599"/>
                  <a:pt x="796579" y="78599"/>
                </a:cubicBezTo>
                <a:cubicBezTo>
                  <a:pt x="806148" y="78599"/>
                  <a:pt x="813381" y="80877"/>
                  <a:pt x="818279" y="85433"/>
                </a:cubicBezTo>
                <a:cubicBezTo>
                  <a:pt x="823178" y="89990"/>
                  <a:pt x="825626" y="95742"/>
                  <a:pt x="825626" y="102691"/>
                </a:cubicBezTo>
                <a:cubicBezTo>
                  <a:pt x="825626" y="111006"/>
                  <a:pt x="823234" y="119094"/>
                  <a:pt x="818450" y="126954"/>
                </a:cubicBezTo>
                <a:cubicBezTo>
                  <a:pt x="811843" y="137661"/>
                  <a:pt x="803528" y="146319"/>
                  <a:pt x="793504" y="152926"/>
                </a:cubicBezTo>
                <a:cubicBezTo>
                  <a:pt x="783479" y="159418"/>
                  <a:pt x="772259" y="164374"/>
                  <a:pt x="759843" y="167791"/>
                </a:cubicBezTo>
                <a:cubicBezTo>
                  <a:pt x="751527" y="170069"/>
                  <a:pt x="740364" y="171778"/>
                  <a:pt x="726352" y="172917"/>
                </a:cubicBezTo>
                <a:moveTo>
                  <a:pt x="727891" y="164032"/>
                </a:moveTo>
                <a:cubicBezTo>
                  <a:pt x="737915" y="162551"/>
                  <a:pt x="745660" y="160558"/>
                  <a:pt x="751128" y="158051"/>
                </a:cubicBezTo>
                <a:cubicBezTo>
                  <a:pt x="756710" y="155432"/>
                  <a:pt x="762121" y="151331"/>
                  <a:pt x="767361" y="145749"/>
                </a:cubicBezTo>
                <a:cubicBezTo>
                  <a:pt x="772714" y="140054"/>
                  <a:pt x="777328" y="132934"/>
                  <a:pt x="781201" y="124391"/>
                </a:cubicBezTo>
                <a:cubicBezTo>
                  <a:pt x="785074" y="115734"/>
                  <a:pt x="787010" y="107646"/>
                  <a:pt x="787010" y="100128"/>
                </a:cubicBezTo>
                <a:cubicBezTo>
                  <a:pt x="787010" y="96938"/>
                  <a:pt x="786100" y="94432"/>
                  <a:pt x="784277" y="92610"/>
                </a:cubicBezTo>
                <a:cubicBezTo>
                  <a:pt x="782568" y="90787"/>
                  <a:pt x="780347" y="89876"/>
                  <a:pt x="777613" y="89876"/>
                </a:cubicBezTo>
                <a:cubicBezTo>
                  <a:pt x="772145" y="89876"/>
                  <a:pt x="765993" y="93692"/>
                  <a:pt x="759159" y="101324"/>
                </a:cubicBezTo>
                <a:cubicBezTo>
                  <a:pt x="746629" y="115221"/>
                  <a:pt x="736206" y="136124"/>
                  <a:pt x="727891" y="164032"/>
                </a:cubicBezTo>
                <a:moveTo>
                  <a:pt x="848351" y="88167"/>
                </a:moveTo>
                <a:lnTo>
                  <a:pt x="904908" y="78599"/>
                </a:lnTo>
                <a:lnTo>
                  <a:pt x="915161" y="78599"/>
                </a:lnTo>
                <a:lnTo>
                  <a:pt x="907471" y="106450"/>
                </a:lnTo>
                <a:cubicBezTo>
                  <a:pt x="919432" y="95515"/>
                  <a:pt x="929229" y="88167"/>
                  <a:pt x="936860" y="84408"/>
                </a:cubicBezTo>
                <a:cubicBezTo>
                  <a:pt x="944493" y="80535"/>
                  <a:pt x="952067" y="78599"/>
                  <a:pt x="959585" y="78599"/>
                </a:cubicBezTo>
                <a:cubicBezTo>
                  <a:pt x="970293" y="78599"/>
                  <a:pt x="978551" y="82756"/>
                  <a:pt x="984361" y="91072"/>
                </a:cubicBezTo>
                <a:cubicBezTo>
                  <a:pt x="990171" y="99273"/>
                  <a:pt x="993076" y="109355"/>
                  <a:pt x="993076" y="121315"/>
                </a:cubicBezTo>
                <a:cubicBezTo>
                  <a:pt x="993076" y="154008"/>
                  <a:pt x="981741" y="182998"/>
                  <a:pt x="959073" y="208286"/>
                </a:cubicBezTo>
                <a:cubicBezTo>
                  <a:pt x="939025" y="230613"/>
                  <a:pt x="917154" y="241776"/>
                  <a:pt x="893460" y="241776"/>
                </a:cubicBezTo>
                <a:cubicBezTo>
                  <a:pt x="889246" y="241776"/>
                  <a:pt x="885657" y="241377"/>
                  <a:pt x="882696" y="240580"/>
                </a:cubicBezTo>
                <a:cubicBezTo>
                  <a:pt x="879734" y="239783"/>
                  <a:pt x="875576" y="238017"/>
                  <a:pt x="870222" y="235283"/>
                </a:cubicBezTo>
                <a:lnTo>
                  <a:pt x="861337" y="266039"/>
                </a:lnTo>
                <a:cubicBezTo>
                  <a:pt x="858148" y="277203"/>
                  <a:pt x="856554" y="285689"/>
                  <a:pt x="856554" y="291498"/>
                </a:cubicBezTo>
                <a:cubicBezTo>
                  <a:pt x="856554" y="295143"/>
                  <a:pt x="857806" y="297991"/>
                  <a:pt x="860312" y="300042"/>
                </a:cubicBezTo>
                <a:cubicBezTo>
                  <a:pt x="862818" y="302206"/>
                  <a:pt x="868684" y="304028"/>
                  <a:pt x="877911" y="305509"/>
                </a:cubicBezTo>
                <a:lnTo>
                  <a:pt x="876374" y="311831"/>
                </a:lnTo>
                <a:lnTo>
                  <a:pt x="784447" y="311831"/>
                </a:lnTo>
                <a:lnTo>
                  <a:pt x="786156" y="305509"/>
                </a:lnTo>
                <a:cubicBezTo>
                  <a:pt x="793446" y="305282"/>
                  <a:pt x="799541" y="302946"/>
                  <a:pt x="804439" y="298504"/>
                </a:cubicBezTo>
                <a:cubicBezTo>
                  <a:pt x="809223" y="294061"/>
                  <a:pt x="813722" y="284493"/>
                  <a:pt x="817937" y="269798"/>
                </a:cubicBezTo>
                <a:lnTo>
                  <a:pt x="859629" y="126100"/>
                </a:lnTo>
                <a:cubicBezTo>
                  <a:pt x="862704" y="115392"/>
                  <a:pt x="864242" y="107817"/>
                  <a:pt x="864242" y="103374"/>
                </a:cubicBezTo>
                <a:cubicBezTo>
                  <a:pt x="864242" y="101438"/>
                  <a:pt x="863786" y="99843"/>
                  <a:pt x="862876" y="98590"/>
                </a:cubicBezTo>
                <a:cubicBezTo>
                  <a:pt x="861964" y="97223"/>
                  <a:pt x="860596" y="96255"/>
                  <a:pt x="858775" y="95685"/>
                </a:cubicBezTo>
                <a:cubicBezTo>
                  <a:pt x="856952" y="95116"/>
                  <a:pt x="852851" y="94831"/>
                  <a:pt x="846471" y="94831"/>
                </a:cubicBezTo>
                <a:lnTo>
                  <a:pt x="848351" y="88167"/>
                </a:lnTo>
                <a:moveTo>
                  <a:pt x="875006" y="219393"/>
                </a:moveTo>
                <a:cubicBezTo>
                  <a:pt x="878423" y="224974"/>
                  <a:pt x="881500" y="228733"/>
                  <a:pt x="884233" y="230670"/>
                </a:cubicBezTo>
                <a:cubicBezTo>
                  <a:pt x="886968" y="232492"/>
                  <a:pt x="890157" y="233404"/>
                  <a:pt x="893802" y="233404"/>
                </a:cubicBezTo>
                <a:cubicBezTo>
                  <a:pt x="897447" y="233404"/>
                  <a:pt x="900978" y="232436"/>
                  <a:pt x="904395" y="230499"/>
                </a:cubicBezTo>
                <a:cubicBezTo>
                  <a:pt x="907927" y="228449"/>
                  <a:pt x="912256" y="224405"/>
                  <a:pt x="917382" y="218367"/>
                </a:cubicBezTo>
                <a:cubicBezTo>
                  <a:pt x="922507" y="212330"/>
                  <a:pt x="927406" y="204584"/>
                  <a:pt x="932076" y="195130"/>
                </a:cubicBezTo>
                <a:cubicBezTo>
                  <a:pt x="936860" y="185675"/>
                  <a:pt x="940676" y="174967"/>
                  <a:pt x="943524" y="163007"/>
                </a:cubicBezTo>
                <a:cubicBezTo>
                  <a:pt x="946372" y="150932"/>
                  <a:pt x="947796" y="139427"/>
                  <a:pt x="947796" y="128492"/>
                </a:cubicBezTo>
                <a:cubicBezTo>
                  <a:pt x="947796" y="119721"/>
                  <a:pt x="946201" y="113342"/>
                  <a:pt x="943012" y="109355"/>
                </a:cubicBezTo>
                <a:cubicBezTo>
                  <a:pt x="939935" y="105368"/>
                  <a:pt x="936176" y="103374"/>
                  <a:pt x="931734" y="103374"/>
                </a:cubicBezTo>
                <a:cubicBezTo>
                  <a:pt x="927748" y="103374"/>
                  <a:pt x="923988" y="104400"/>
                  <a:pt x="920457" y="106450"/>
                </a:cubicBezTo>
                <a:cubicBezTo>
                  <a:pt x="915331" y="109412"/>
                  <a:pt x="909294" y="114936"/>
                  <a:pt x="902345" y="123024"/>
                </a:cubicBezTo>
                <a:lnTo>
                  <a:pt x="875006" y="219393"/>
                </a:lnTo>
                <a:moveTo>
                  <a:pt x="1102430" y="36907"/>
                </a:moveTo>
                <a:lnTo>
                  <a:pt x="1088761" y="83383"/>
                </a:lnTo>
                <a:lnTo>
                  <a:pt x="1111144" y="83383"/>
                </a:lnTo>
                <a:lnTo>
                  <a:pt x="1105164" y="103033"/>
                </a:lnTo>
                <a:lnTo>
                  <a:pt x="1083121" y="103033"/>
                </a:lnTo>
                <a:lnTo>
                  <a:pt x="1054588" y="202135"/>
                </a:lnTo>
                <a:cubicBezTo>
                  <a:pt x="1052765" y="208286"/>
                  <a:pt x="1051853" y="212957"/>
                  <a:pt x="1051853" y="216146"/>
                </a:cubicBezTo>
                <a:cubicBezTo>
                  <a:pt x="1051853" y="217627"/>
                  <a:pt x="1052366" y="218937"/>
                  <a:pt x="1053391" y="220076"/>
                </a:cubicBezTo>
                <a:cubicBezTo>
                  <a:pt x="1054416" y="221101"/>
                  <a:pt x="1055555" y="221614"/>
                  <a:pt x="1056809" y="221614"/>
                </a:cubicBezTo>
                <a:cubicBezTo>
                  <a:pt x="1058745" y="221614"/>
                  <a:pt x="1060738" y="220816"/>
                  <a:pt x="1062789" y="219222"/>
                </a:cubicBezTo>
                <a:cubicBezTo>
                  <a:pt x="1068029" y="215235"/>
                  <a:pt x="1074123" y="208286"/>
                  <a:pt x="1081071" y="198376"/>
                </a:cubicBezTo>
                <a:lnTo>
                  <a:pt x="1087052" y="202135"/>
                </a:lnTo>
                <a:cubicBezTo>
                  <a:pt x="1079192" y="215804"/>
                  <a:pt x="1070535" y="225829"/>
                  <a:pt x="1061080" y="232208"/>
                </a:cubicBezTo>
                <a:cubicBezTo>
                  <a:pt x="1051626" y="238587"/>
                  <a:pt x="1042341" y="241776"/>
                  <a:pt x="1033229" y="241776"/>
                </a:cubicBezTo>
                <a:cubicBezTo>
                  <a:pt x="1025483" y="241776"/>
                  <a:pt x="1019446" y="239840"/>
                  <a:pt x="1015117" y="235967"/>
                </a:cubicBezTo>
                <a:cubicBezTo>
                  <a:pt x="1010903" y="231980"/>
                  <a:pt x="1008795" y="226968"/>
                  <a:pt x="1008795" y="220931"/>
                </a:cubicBezTo>
                <a:cubicBezTo>
                  <a:pt x="1008795" y="214323"/>
                  <a:pt x="1010276" y="205837"/>
                  <a:pt x="1013237" y="195471"/>
                </a:cubicBezTo>
                <a:lnTo>
                  <a:pt x="1040235" y="103033"/>
                </a:lnTo>
                <a:lnTo>
                  <a:pt x="1016996" y="103033"/>
                </a:lnTo>
                <a:lnTo>
                  <a:pt x="1020413" y="90388"/>
                </a:lnTo>
                <a:cubicBezTo>
                  <a:pt x="1034995" y="85035"/>
                  <a:pt x="1047297" y="78770"/>
                  <a:pt x="1057321" y="71593"/>
                </a:cubicBezTo>
                <a:cubicBezTo>
                  <a:pt x="1067345" y="64417"/>
                  <a:pt x="1079419" y="52855"/>
                  <a:pt x="1093545" y="36907"/>
                </a:cubicBezTo>
                <a:lnTo>
                  <a:pt x="1102430" y="36907"/>
                </a:lnTo>
                <a:moveTo>
                  <a:pt x="1192477" y="78599"/>
                </a:moveTo>
                <a:lnTo>
                  <a:pt x="1159328" y="194788"/>
                </a:lnTo>
                <a:cubicBezTo>
                  <a:pt x="1157734" y="200142"/>
                  <a:pt x="1156937" y="203844"/>
                  <a:pt x="1156937" y="205894"/>
                </a:cubicBezTo>
                <a:cubicBezTo>
                  <a:pt x="1156937" y="206919"/>
                  <a:pt x="1157335" y="207717"/>
                  <a:pt x="1158132" y="208286"/>
                </a:cubicBezTo>
                <a:cubicBezTo>
                  <a:pt x="1159043" y="209198"/>
                  <a:pt x="1160125" y="209653"/>
                  <a:pt x="1161379" y="209653"/>
                </a:cubicBezTo>
                <a:cubicBezTo>
                  <a:pt x="1166619" y="209653"/>
                  <a:pt x="1173625" y="204983"/>
                  <a:pt x="1182395" y="195642"/>
                </a:cubicBezTo>
                <a:cubicBezTo>
                  <a:pt x="1194925" y="182087"/>
                  <a:pt x="1208083" y="162608"/>
                  <a:pt x="1221866" y="137206"/>
                </a:cubicBezTo>
                <a:lnTo>
                  <a:pt x="1237415" y="84921"/>
                </a:lnTo>
                <a:lnTo>
                  <a:pt x="1280643" y="83383"/>
                </a:lnTo>
                <a:lnTo>
                  <a:pt x="1247837" y="196155"/>
                </a:lnTo>
                <a:cubicBezTo>
                  <a:pt x="1245103" y="205723"/>
                  <a:pt x="1243737" y="211191"/>
                  <a:pt x="1243737" y="212558"/>
                </a:cubicBezTo>
                <a:cubicBezTo>
                  <a:pt x="1243737" y="213469"/>
                  <a:pt x="1244135" y="214438"/>
                  <a:pt x="1244933" y="215463"/>
                </a:cubicBezTo>
                <a:cubicBezTo>
                  <a:pt x="1245843" y="216374"/>
                  <a:pt x="1246755" y="216830"/>
                  <a:pt x="1247666" y="216830"/>
                </a:cubicBezTo>
                <a:cubicBezTo>
                  <a:pt x="1249260" y="216830"/>
                  <a:pt x="1250799" y="216146"/>
                  <a:pt x="1252280" y="214779"/>
                </a:cubicBezTo>
                <a:cubicBezTo>
                  <a:pt x="1256381" y="211476"/>
                  <a:pt x="1261791" y="204812"/>
                  <a:pt x="1268511" y="194788"/>
                </a:cubicBezTo>
                <a:lnTo>
                  <a:pt x="1274321" y="198889"/>
                </a:lnTo>
                <a:cubicBezTo>
                  <a:pt x="1258488" y="227480"/>
                  <a:pt x="1241059" y="241776"/>
                  <a:pt x="1222036" y="241776"/>
                </a:cubicBezTo>
                <a:cubicBezTo>
                  <a:pt x="1214974" y="241776"/>
                  <a:pt x="1209392" y="240011"/>
                  <a:pt x="1205291" y="236479"/>
                </a:cubicBezTo>
                <a:cubicBezTo>
                  <a:pt x="1201304" y="232834"/>
                  <a:pt x="1199311" y="228107"/>
                  <a:pt x="1199311" y="222297"/>
                </a:cubicBezTo>
                <a:cubicBezTo>
                  <a:pt x="1199311" y="216146"/>
                  <a:pt x="1200735" y="208343"/>
                  <a:pt x="1203582" y="198889"/>
                </a:cubicBezTo>
                <a:lnTo>
                  <a:pt x="1211955" y="170012"/>
                </a:lnTo>
                <a:cubicBezTo>
                  <a:pt x="1197147" y="191542"/>
                  <a:pt x="1186382" y="206065"/>
                  <a:pt x="1179662" y="213583"/>
                </a:cubicBezTo>
                <a:cubicBezTo>
                  <a:pt x="1169409" y="224860"/>
                  <a:pt x="1160752" y="232378"/>
                  <a:pt x="1153690" y="236138"/>
                </a:cubicBezTo>
                <a:cubicBezTo>
                  <a:pt x="1146741" y="239897"/>
                  <a:pt x="1140077" y="241776"/>
                  <a:pt x="1133698" y="241776"/>
                </a:cubicBezTo>
                <a:cubicBezTo>
                  <a:pt x="1127661" y="241776"/>
                  <a:pt x="1122421" y="239555"/>
                  <a:pt x="1117978" y="235112"/>
                </a:cubicBezTo>
                <a:cubicBezTo>
                  <a:pt x="1113650" y="230670"/>
                  <a:pt x="1111486" y="225031"/>
                  <a:pt x="1111486" y="218197"/>
                </a:cubicBezTo>
                <a:cubicBezTo>
                  <a:pt x="1111486" y="212387"/>
                  <a:pt x="1112910" y="204584"/>
                  <a:pt x="1115757" y="194788"/>
                </a:cubicBezTo>
                <a:lnTo>
                  <a:pt x="1135066" y="126441"/>
                </a:lnTo>
                <a:cubicBezTo>
                  <a:pt x="1138255" y="115278"/>
                  <a:pt x="1139850" y="107760"/>
                  <a:pt x="1139850" y="103887"/>
                </a:cubicBezTo>
                <a:cubicBezTo>
                  <a:pt x="1139850" y="102178"/>
                  <a:pt x="1139394" y="100698"/>
                  <a:pt x="1138483" y="99444"/>
                </a:cubicBezTo>
                <a:cubicBezTo>
                  <a:pt x="1137571" y="98077"/>
                  <a:pt x="1136033" y="97052"/>
                  <a:pt x="1133869" y="96369"/>
                </a:cubicBezTo>
                <a:cubicBezTo>
                  <a:pt x="1131819" y="95571"/>
                  <a:pt x="1127945" y="95173"/>
                  <a:pt x="1122250" y="95173"/>
                </a:cubicBezTo>
                <a:lnTo>
                  <a:pt x="1123959" y="88680"/>
                </a:lnTo>
                <a:lnTo>
                  <a:pt x="1182225" y="78599"/>
                </a:lnTo>
                <a:lnTo>
                  <a:pt x="1192477" y="78599"/>
                </a:lnTo>
                <a:moveTo>
                  <a:pt x="1461933" y="80991"/>
                </a:moveTo>
                <a:lnTo>
                  <a:pt x="1428785" y="194617"/>
                </a:lnTo>
                <a:lnTo>
                  <a:pt x="1425368" y="208457"/>
                </a:lnTo>
                <a:cubicBezTo>
                  <a:pt x="1425026" y="210166"/>
                  <a:pt x="1424855" y="211419"/>
                  <a:pt x="1424855" y="212216"/>
                </a:cubicBezTo>
                <a:cubicBezTo>
                  <a:pt x="1424855" y="213583"/>
                  <a:pt x="1425310" y="214779"/>
                  <a:pt x="1426222" y="215804"/>
                </a:cubicBezTo>
                <a:cubicBezTo>
                  <a:pt x="1427247" y="216830"/>
                  <a:pt x="1428272" y="217342"/>
                  <a:pt x="1429297" y="217342"/>
                </a:cubicBezTo>
                <a:cubicBezTo>
                  <a:pt x="1431690" y="217342"/>
                  <a:pt x="1434993" y="215520"/>
                  <a:pt x="1439208" y="211875"/>
                </a:cubicBezTo>
                <a:cubicBezTo>
                  <a:pt x="1440917" y="210394"/>
                  <a:pt x="1445016" y="205154"/>
                  <a:pt x="1451510" y="196155"/>
                </a:cubicBezTo>
                <a:lnTo>
                  <a:pt x="1457490" y="199231"/>
                </a:lnTo>
                <a:cubicBezTo>
                  <a:pt x="1449402" y="214039"/>
                  <a:pt x="1440745" y="224860"/>
                  <a:pt x="1431518" y="231695"/>
                </a:cubicBezTo>
                <a:cubicBezTo>
                  <a:pt x="1422406" y="238416"/>
                  <a:pt x="1412552" y="241776"/>
                  <a:pt x="1401958" y="241776"/>
                </a:cubicBezTo>
                <a:cubicBezTo>
                  <a:pt x="1395466" y="241776"/>
                  <a:pt x="1390511" y="240125"/>
                  <a:pt x="1387093" y="236821"/>
                </a:cubicBezTo>
                <a:cubicBezTo>
                  <a:pt x="1383676" y="233404"/>
                  <a:pt x="1381967" y="229132"/>
                  <a:pt x="1381967" y="224006"/>
                </a:cubicBezTo>
                <a:cubicBezTo>
                  <a:pt x="1381967" y="219564"/>
                  <a:pt x="1383791" y="211305"/>
                  <a:pt x="1387435" y="199231"/>
                </a:cubicBezTo>
                <a:lnTo>
                  <a:pt x="1391536" y="185390"/>
                </a:lnTo>
                <a:cubicBezTo>
                  <a:pt x="1378323" y="208059"/>
                  <a:pt x="1365621" y="224120"/>
                  <a:pt x="1353433" y="233575"/>
                </a:cubicBezTo>
                <a:cubicBezTo>
                  <a:pt x="1346370" y="239042"/>
                  <a:pt x="1338852" y="241776"/>
                  <a:pt x="1330879" y="241776"/>
                </a:cubicBezTo>
                <a:cubicBezTo>
                  <a:pt x="1320398" y="241776"/>
                  <a:pt x="1312823" y="237504"/>
                  <a:pt x="1308153" y="228961"/>
                </a:cubicBezTo>
                <a:cubicBezTo>
                  <a:pt x="1303483" y="220304"/>
                  <a:pt x="1301147" y="210565"/>
                  <a:pt x="1301147" y="199743"/>
                </a:cubicBezTo>
                <a:cubicBezTo>
                  <a:pt x="1301147" y="183682"/>
                  <a:pt x="1306046" y="165285"/>
                  <a:pt x="1315842" y="144553"/>
                </a:cubicBezTo>
                <a:cubicBezTo>
                  <a:pt x="1325638" y="123707"/>
                  <a:pt x="1338510" y="106962"/>
                  <a:pt x="1354457" y="94318"/>
                </a:cubicBezTo>
                <a:cubicBezTo>
                  <a:pt x="1367558" y="83839"/>
                  <a:pt x="1379860" y="78599"/>
                  <a:pt x="1391365" y="78599"/>
                </a:cubicBezTo>
                <a:cubicBezTo>
                  <a:pt x="1397744" y="78599"/>
                  <a:pt x="1402870" y="80478"/>
                  <a:pt x="1406743" y="84237"/>
                </a:cubicBezTo>
                <a:cubicBezTo>
                  <a:pt x="1410616" y="87882"/>
                  <a:pt x="1413463" y="94603"/>
                  <a:pt x="1415286" y="104400"/>
                </a:cubicBezTo>
                <a:lnTo>
                  <a:pt x="1421438" y="83383"/>
                </a:lnTo>
                <a:lnTo>
                  <a:pt x="1461933" y="80991"/>
                </a:lnTo>
                <a:moveTo>
                  <a:pt x="1407256" y="113455"/>
                </a:moveTo>
                <a:cubicBezTo>
                  <a:pt x="1407256" y="104229"/>
                  <a:pt x="1405832" y="97565"/>
                  <a:pt x="1402984" y="93464"/>
                </a:cubicBezTo>
                <a:cubicBezTo>
                  <a:pt x="1400934" y="90616"/>
                  <a:pt x="1398143" y="89193"/>
                  <a:pt x="1394612" y="89193"/>
                </a:cubicBezTo>
                <a:cubicBezTo>
                  <a:pt x="1391080" y="89193"/>
                  <a:pt x="1387435" y="90901"/>
                  <a:pt x="1383676" y="94318"/>
                </a:cubicBezTo>
                <a:cubicBezTo>
                  <a:pt x="1376043" y="101381"/>
                  <a:pt x="1367785" y="115734"/>
                  <a:pt x="1358900" y="137377"/>
                </a:cubicBezTo>
                <a:cubicBezTo>
                  <a:pt x="1350130" y="158906"/>
                  <a:pt x="1345744" y="177530"/>
                  <a:pt x="1345744" y="193250"/>
                </a:cubicBezTo>
                <a:cubicBezTo>
                  <a:pt x="1345744" y="199287"/>
                  <a:pt x="1346713" y="203673"/>
                  <a:pt x="1348649" y="206407"/>
                </a:cubicBezTo>
                <a:cubicBezTo>
                  <a:pt x="1350699" y="209027"/>
                  <a:pt x="1352920" y="210337"/>
                  <a:pt x="1355313" y="210337"/>
                </a:cubicBezTo>
                <a:cubicBezTo>
                  <a:pt x="1360438" y="210337"/>
                  <a:pt x="1365621" y="207375"/>
                  <a:pt x="1370860" y="201452"/>
                </a:cubicBezTo>
                <a:cubicBezTo>
                  <a:pt x="1378379" y="193022"/>
                  <a:pt x="1385157" y="182713"/>
                  <a:pt x="1391194" y="170525"/>
                </a:cubicBezTo>
                <a:cubicBezTo>
                  <a:pt x="1401901" y="149110"/>
                  <a:pt x="1407256" y="130087"/>
                  <a:pt x="1407256" y="113455"/>
                </a:cubicBezTo>
                <a:moveTo>
                  <a:pt x="1580001" y="0"/>
                </a:moveTo>
                <a:lnTo>
                  <a:pt x="1523445" y="192396"/>
                </a:lnTo>
                <a:cubicBezTo>
                  <a:pt x="1520141" y="203787"/>
                  <a:pt x="1518490" y="210906"/>
                  <a:pt x="1518490" y="213754"/>
                </a:cubicBezTo>
                <a:cubicBezTo>
                  <a:pt x="1518490" y="215235"/>
                  <a:pt x="1518945" y="216488"/>
                  <a:pt x="1519856" y="217513"/>
                </a:cubicBezTo>
                <a:cubicBezTo>
                  <a:pt x="1520882" y="218538"/>
                  <a:pt x="1521964" y="219051"/>
                  <a:pt x="1523103" y="219051"/>
                </a:cubicBezTo>
                <a:cubicBezTo>
                  <a:pt x="1525154" y="219051"/>
                  <a:pt x="1527090" y="218254"/>
                  <a:pt x="1528913" y="216659"/>
                </a:cubicBezTo>
                <a:cubicBezTo>
                  <a:pt x="1534381" y="212216"/>
                  <a:pt x="1540475" y="204698"/>
                  <a:pt x="1547195" y="194104"/>
                </a:cubicBezTo>
                <a:lnTo>
                  <a:pt x="1553859" y="197180"/>
                </a:lnTo>
                <a:cubicBezTo>
                  <a:pt x="1543038" y="214494"/>
                  <a:pt x="1532387" y="226854"/>
                  <a:pt x="1521907" y="234258"/>
                </a:cubicBezTo>
                <a:cubicBezTo>
                  <a:pt x="1514730" y="239270"/>
                  <a:pt x="1507099" y="241776"/>
                  <a:pt x="1499011" y="241776"/>
                </a:cubicBezTo>
                <a:cubicBezTo>
                  <a:pt x="1491493" y="241776"/>
                  <a:pt x="1485513" y="239783"/>
                  <a:pt x="1481070" y="235796"/>
                </a:cubicBezTo>
                <a:cubicBezTo>
                  <a:pt x="1476628" y="231695"/>
                  <a:pt x="1474406" y="226797"/>
                  <a:pt x="1474406" y="221101"/>
                </a:cubicBezTo>
                <a:cubicBezTo>
                  <a:pt x="1474406" y="216887"/>
                  <a:pt x="1475774" y="210109"/>
                  <a:pt x="1478507" y="200768"/>
                </a:cubicBezTo>
                <a:lnTo>
                  <a:pt x="1524641" y="43229"/>
                </a:lnTo>
                <a:cubicBezTo>
                  <a:pt x="1527147" y="34572"/>
                  <a:pt x="1528399" y="28820"/>
                  <a:pt x="1528399" y="25972"/>
                </a:cubicBezTo>
                <a:cubicBezTo>
                  <a:pt x="1528399" y="23238"/>
                  <a:pt x="1527204" y="21074"/>
                  <a:pt x="1524812" y="19479"/>
                </a:cubicBezTo>
                <a:cubicBezTo>
                  <a:pt x="1521622" y="17201"/>
                  <a:pt x="1516781" y="16233"/>
                  <a:pt x="1510287" y="16574"/>
                </a:cubicBezTo>
                <a:lnTo>
                  <a:pt x="1512168" y="10081"/>
                </a:lnTo>
                <a:lnTo>
                  <a:pt x="1569750" y="0"/>
                </a:lnTo>
                <a:lnTo>
                  <a:pt x="1580001" y="0"/>
                </a:lnTo>
                <a:moveTo>
                  <a:pt x="1858343" y="0"/>
                </a:moveTo>
                <a:lnTo>
                  <a:pt x="1839035" y="78599"/>
                </a:lnTo>
                <a:lnTo>
                  <a:pt x="1833397" y="78599"/>
                </a:lnTo>
                <a:cubicBezTo>
                  <a:pt x="1832144" y="66296"/>
                  <a:pt x="1829923" y="56443"/>
                  <a:pt x="1826733" y="49039"/>
                </a:cubicBezTo>
                <a:cubicBezTo>
                  <a:pt x="1821948" y="38331"/>
                  <a:pt x="1815570" y="30073"/>
                  <a:pt x="1807595" y="24263"/>
                </a:cubicBezTo>
                <a:cubicBezTo>
                  <a:pt x="1799736" y="18454"/>
                  <a:pt x="1791192" y="15549"/>
                  <a:pt x="1781965" y="15549"/>
                </a:cubicBezTo>
                <a:cubicBezTo>
                  <a:pt x="1773080" y="15549"/>
                  <a:pt x="1765277" y="18966"/>
                  <a:pt x="1758557" y="25801"/>
                </a:cubicBezTo>
                <a:cubicBezTo>
                  <a:pt x="1751950" y="32522"/>
                  <a:pt x="1748646" y="40154"/>
                  <a:pt x="1748646" y="48697"/>
                </a:cubicBezTo>
                <a:cubicBezTo>
                  <a:pt x="1748646" y="57127"/>
                  <a:pt x="1750926" y="65442"/>
                  <a:pt x="1755482" y="73644"/>
                </a:cubicBezTo>
                <a:cubicBezTo>
                  <a:pt x="1760151" y="81731"/>
                  <a:pt x="1771087" y="93977"/>
                  <a:pt x="1788287" y="110380"/>
                </a:cubicBezTo>
                <a:cubicBezTo>
                  <a:pt x="1802072" y="123479"/>
                  <a:pt x="1811297" y="134757"/>
                  <a:pt x="1815968" y="144211"/>
                </a:cubicBezTo>
                <a:cubicBezTo>
                  <a:pt x="1820753" y="153666"/>
                  <a:pt x="1823144" y="163918"/>
                  <a:pt x="1823144" y="174967"/>
                </a:cubicBezTo>
                <a:cubicBezTo>
                  <a:pt x="1823144" y="187384"/>
                  <a:pt x="1819841" y="198832"/>
                  <a:pt x="1813235" y="209311"/>
                </a:cubicBezTo>
                <a:cubicBezTo>
                  <a:pt x="1806628" y="219791"/>
                  <a:pt x="1797002" y="227936"/>
                  <a:pt x="1784358" y="233745"/>
                </a:cubicBezTo>
                <a:cubicBezTo>
                  <a:pt x="1771828" y="239441"/>
                  <a:pt x="1757589" y="242289"/>
                  <a:pt x="1741641" y="242289"/>
                </a:cubicBezTo>
                <a:cubicBezTo>
                  <a:pt x="1731845" y="242289"/>
                  <a:pt x="1719486" y="240808"/>
                  <a:pt x="1704563" y="237846"/>
                </a:cubicBezTo>
                <a:cubicBezTo>
                  <a:pt x="1689754" y="234998"/>
                  <a:pt x="1679902" y="233575"/>
                  <a:pt x="1675004" y="233575"/>
                </a:cubicBezTo>
                <a:cubicBezTo>
                  <a:pt x="1671130" y="233575"/>
                  <a:pt x="1667656" y="234201"/>
                  <a:pt x="1664581" y="235454"/>
                </a:cubicBezTo>
                <a:cubicBezTo>
                  <a:pt x="1661504" y="236593"/>
                  <a:pt x="1657689" y="238871"/>
                  <a:pt x="1653133" y="242289"/>
                </a:cubicBezTo>
                <a:lnTo>
                  <a:pt x="1646469" y="242289"/>
                </a:lnTo>
                <a:lnTo>
                  <a:pt x="1667144" y="153951"/>
                </a:lnTo>
                <a:lnTo>
                  <a:pt x="1673636" y="153951"/>
                </a:lnTo>
                <a:cubicBezTo>
                  <a:pt x="1675117" y="169443"/>
                  <a:pt x="1678250" y="182656"/>
                  <a:pt x="1683034" y="193592"/>
                </a:cubicBezTo>
                <a:cubicBezTo>
                  <a:pt x="1687818" y="204414"/>
                  <a:pt x="1694653" y="212900"/>
                  <a:pt x="1703538" y="219051"/>
                </a:cubicBezTo>
                <a:cubicBezTo>
                  <a:pt x="1712423" y="225088"/>
                  <a:pt x="1722561" y="228107"/>
                  <a:pt x="1733953" y="228107"/>
                </a:cubicBezTo>
                <a:cubicBezTo>
                  <a:pt x="1745229" y="228107"/>
                  <a:pt x="1754628" y="224405"/>
                  <a:pt x="1762145" y="217000"/>
                </a:cubicBezTo>
                <a:cubicBezTo>
                  <a:pt x="1769777" y="209482"/>
                  <a:pt x="1773594" y="200711"/>
                  <a:pt x="1773594" y="190687"/>
                </a:cubicBezTo>
                <a:cubicBezTo>
                  <a:pt x="1773594" y="182144"/>
                  <a:pt x="1771429" y="173942"/>
                  <a:pt x="1767100" y="166082"/>
                </a:cubicBezTo>
                <a:cubicBezTo>
                  <a:pt x="1762886" y="158222"/>
                  <a:pt x="1753147" y="146774"/>
                  <a:pt x="1737882" y="131738"/>
                </a:cubicBezTo>
                <a:cubicBezTo>
                  <a:pt x="1722731" y="116702"/>
                  <a:pt x="1712252" y="103260"/>
                  <a:pt x="1706443" y="91414"/>
                </a:cubicBezTo>
                <a:cubicBezTo>
                  <a:pt x="1702228" y="82643"/>
                  <a:pt x="1700120" y="73302"/>
                  <a:pt x="1700120" y="63392"/>
                </a:cubicBezTo>
                <a:cubicBezTo>
                  <a:pt x="1700120" y="46191"/>
                  <a:pt x="1706899" y="31326"/>
                  <a:pt x="1720453" y="18795"/>
                </a:cubicBezTo>
                <a:cubicBezTo>
                  <a:pt x="1734009" y="6265"/>
                  <a:pt x="1751723" y="0"/>
                  <a:pt x="1773594" y="0"/>
                </a:cubicBezTo>
                <a:cubicBezTo>
                  <a:pt x="1783503" y="0"/>
                  <a:pt x="1796546" y="2221"/>
                  <a:pt x="1812721" y="6664"/>
                </a:cubicBezTo>
                <a:cubicBezTo>
                  <a:pt x="1822177" y="9284"/>
                  <a:pt x="1828841" y="10594"/>
                  <a:pt x="1832713" y="10594"/>
                </a:cubicBezTo>
                <a:cubicBezTo>
                  <a:pt x="1836016" y="10594"/>
                  <a:pt x="1838978" y="9910"/>
                  <a:pt x="1841598" y="8544"/>
                </a:cubicBezTo>
                <a:cubicBezTo>
                  <a:pt x="1844218" y="7063"/>
                  <a:pt x="1847293" y="4215"/>
                  <a:pt x="1850825" y="0"/>
                </a:cubicBezTo>
                <a:lnTo>
                  <a:pt x="1858343" y="0"/>
                </a:lnTo>
                <a:moveTo>
                  <a:pt x="1870133" y="88167"/>
                </a:moveTo>
                <a:lnTo>
                  <a:pt x="1926690" y="78599"/>
                </a:lnTo>
                <a:lnTo>
                  <a:pt x="1936941" y="78599"/>
                </a:lnTo>
                <a:lnTo>
                  <a:pt x="1929252" y="106450"/>
                </a:lnTo>
                <a:cubicBezTo>
                  <a:pt x="1941214" y="95515"/>
                  <a:pt x="1951009" y="88167"/>
                  <a:pt x="1958642" y="84408"/>
                </a:cubicBezTo>
                <a:cubicBezTo>
                  <a:pt x="1966273" y="80535"/>
                  <a:pt x="1973849" y="78599"/>
                  <a:pt x="1981367" y="78599"/>
                </a:cubicBezTo>
                <a:cubicBezTo>
                  <a:pt x="1992075" y="78599"/>
                  <a:pt x="2000333" y="82756"/>
                  <a:pt x="2006143" y="91072"/>
                </a:cubicBezTo>
                <a:cubicBezTo>
                  <a:pt x="2011953" y="99273"/>
                  <a:pt x="2014856" y="109355"/>
                  <a:pt x="2014856" y="121315"/>
                </a:cubicBezTo>
                <a:cubicBezTo>
                  <a:pt x="2014856" y="154008"/>
                  <a:pt x="2003523" y="182998"/>
                  <a:pt x="1980855" y="208286"/>
                </a:cubicBezTo>
                <a:cubicBezTo>
                  <a:pt x="1960806" y="230613"/>
                  <a:pt x="1938934" y="241776"/>
                  <a:pt x="1915242" y="241776"/>
                </a:cubicBezTo>
                <a:cubicBezTo>
                  <a:pt x="1911027" y="241776"/>
                  <a:pt x="1907439" y="241377"/>
                  <a:pt x="1904477" y="240580"/>
                </a:cubicBezTo>
                <a:cubicBezTo>
                  <a:pt x="1901516" y="239783"/>
                  <a:pt x="1897357" y="238017"/>
                  <a:pt x="1892004" y="235283"/>
                </a:cubicBezTo>
                <a:lnTo>
                  <a:pt x="1883119" y="266039"/>
                </a:lnTo>
                <a:cubicBezTo>
                  <a:pt x="1879930" y="277203"/>
                  <a:pt x="1878334" y="285689"/>
                  <a:pt x="1878334" y="291498"/>
                </a:cubicBezTo>
                <a:cubicBezTo>
                  <a:pt x="1878334" y="295143"/>
                  <a:pt x="1879588" y="297991"/>
                  <a:pt x="1882093" y="300042"/>
                </a:cubicBezTo>
                <a:cubicBezTo>
                  <a:pt x="1884599" y="302206"/>
                  <a:pt x="1890466" y="304028"/>
                  <a:pt x="1899693" y="305509"/>
                </a:cubicBezTo>
                <a:lnTo>
                  <a:pt x="1898154" y="311831"/>
                </a:lnTo>
                <a:lnTo>
                  <a:pt x="1806229" y="311831"/>
                </a:lnTo>
                <a:lnTo>
                  <a:pt x="1807937" y="305509"/>
                </a:lnTo>
                <a:cubicBezTo>
                  <a:pt x="1815228" y="305282"/>
                  <a:pt x="1821322" y="302946"/>
                  <a:pt x="1826221" y="298504"/>
                </a:cubicBezTo>
                <a:cubicBezTo>
                  <a:pt x="1831005" y="294061"/>
                  <a:pt x="1835504" y="284493"/>
                  <a:pt x="1839719" y="269798"/>
                </a:cubicBezTo>
                <a:lnTo>
                  <a:pt x="1881410" y="126100"/>
                </a:lnTo>
                <a:cubicBezTo>
                  <a:pt x="1884486" y="115392"/>
                  <a:pt x="1886024" y="107817"/>
                  <a:pt x="1886024" y="103374"/>
                </a:cubicBezTo>
                <a:cubicBezTo>
                  <a:pt x="1886024" y="101438"/>
                  <a:pt x="1885568" y="99843"/>
                  <a:pt x="1884656" y="98590"/>
                </a:cubicBezTo>
                <a:cubicBezTo>
                  <a:pt x="1883746" y="97223"/>
                  <a:pt x="1882378" y="96255"/>
                  <a:pt x="1880556" y="95685"/>
                </a:cubicBezTo>
                <a:cubicBezTo>
                  <a:pt x="1878733" y="95116"/>
                  <a:pt x="1874632" y="94831"/>
                  <a:pt x="1868253" y="94831"/>
                </a:cubicBezTo>
                <a:lnTo>
                  <a:pt x="1870133" y="88167"/>
                </a:lnTo>
                <a:moveTo>
                  <a:pt x="1896788" y="219393"/>
                </a:moveTo>
                <a:cubicBezTo>
                  <a:pt x="1900205" y="224974"/>
                  <a:pt x="1903280" y="228733"/>
                  <a:pt x="1906015" y="230670"/>
                </a:cubicBezTo>
                <a:cubicBezTo>
                  <a:pt x="1908748" y="232492"/>
                  <a:pt x="1911938" y="233404"/>
                  <a:pt x="1915584" y="233404"/>
                </a:cubicBezTo>
                <a:cubicBezTo>
                  <a:pt x="1919229" y="233404"/>
                  <a:pt x="1922760" y="232436"/>
                  <a:pt x="1926177" y="230499"/>
                </a:cubicBezTo>
                <a:cubicBezTo>
                  <a:pt x="1929709" y="228449"/>
                  <a:pt x="1934036" y="224405"/>
                  <a:pt x="1939163" y="218367"/>
                </a:cubicBezTo>
                <a:cubicBezTo>
                  <a:pt x="1944289" y="212330"/>
                  <a:pt x="1949187" y="204584"/>
                  <a:pt x="1953858" y="195130"/>
                </a:cubicBezTo>
                <a:cubicBezTo>
                  <a:pt x="1958642" y="185675"/>
                  <a:pt x="1962458" y="174967"/>
                  <a:pt x="1965306" y="163007"/>
                </a:cubicBezTo>
                <a:cubicBezTo>
                  <a:pt x="1968153" y="150932"/>
                  <a:pt x="1969577" y="139427"/>
                  <a:pt x="1969577" y="128492"/>
                </a:cubicBezTo>
                <a:cubicBezTo>
                  <a:pt x="1969577" y="119721"/>
                  <a:pt x="1967982" y="113342"/>
                  <a:pt x="1964792" y="109355"/>
                </a:cubicBezTo>
                <a:cubicBezTo>
                  <a:pt x="1961717" y="105368"/>
                  <a:pt x="1957958" y="103374"/>
                  <a:pt x="1953516" y="103374"/>
                </a:cubicBezTo>
                <a:cubicBezTo>
                  <a:pt x="1949529" y="103374"/>
                  <a:pt x="1945770" y="104400"/>
                  <a:pt x="1942239" y="106450"/>
                </a:cubicBezTo>
                <a:cubicBezTo>
                  <a:pt x="1937113" y="109412"/>
                  <a:pt x="1931075" y="114936"/>
                  <a:pt x="1924127" y="123024"/>
                </a:cubicBezTo>
                <a:lnTo>
                  <a:pt x="1896788" y="219393"/>
                </a:lnTo>
                <a:moveTo>
                  <a:pt x="2191533" y="80991"/>
                </a:moveTo>
                <a:lnTo>
                  <a:pt x="2158384" y="194617"/>
                </a:lnTo>
                <a:lnTo>
                  <a:pt x="2154967" y="208457"/>
                </a:lnTo>
                <a:cubicBezTo>
                  <a:pt x="2154625" y="210166"/>
                  <a:pt x="2154455" y="211419"/>
                  <a:pt x="2154455" y="212216"/>
                </a:cubicBezTo>
                <a:cubicBezTo>
                  <a:pt x="2154455" y="213583"/>
                  <a:pt x="2154910" y="214779"/>
                  <a:pt x="2155822" y="215804"/>
                </a:cubicBezTo>
                <a:cubicBezTo>
                  <a:pt x="2156846" y="216830"/>
                  <a:pt x="2157872" y="217342"/>
                  <a:pt x="2158897" y="217342"/>
                </a:cubicBezTo>
                <a:cubicBezTo>
                  <a:pt x="2161289" y="217342"/>
                  <a:pt x="2164593" y="215520"/>
                  <a:pt x="2168807" y="211875"/>
                </a:cubicBezTo>
                <a:cubicBezTo>
                  <a:pt x="2170516" y="210394"/>
                  <a:pt x="2174617" y="205154"/>
                  <a:pt x="2181110" y="196155"/>
                </a:cubicBezTo>
                <a:lnTo>
                  <a:pt x="2187090" y="199231"/>
                </a:lnTo>
                <a:cubicBezTo>
                  <a:pt x="2179002" y="214039"/>
                  <a:pt x="2170344" y="224860"/>
                  <a:pt x="2161119" y="231695"/>
                </a:cubicBezTo>
                <a:cubicBezTo>
                  <a:pt x="2152005" y="238416"/>
                  <a:pt x="2142151" y="241776"/>
                  <a:pt x="2131558" y="241776"/>
                </a:cubicBezTo>
                <a:cubicBezTo>
                  <a:pt x="2125065" y="241776"/>
                  <a:pt x="2120110" y="240125"/>
                  <a:pt x="2116693" y="236821"/>
                </a:cubicBezTo>
                <a:cubicBezTo>
                  <a:pt x="2113276" y="233404"/>
                  <a:pt x="2111567" y="229132"/>
                  <a:pt x="2111567" y="224006"/>
                </a:cubicBezTo>
                <a:cubicBezTo>
                  <a:pt x="2111567" y="219564"/>
                  <a:pt x="2113390" y="211305"/>
                  <a:pt x="2117035" y="199231"/>
                </a:cubicBezTo>
                <a:lnTo>
                  <a:pt x="2121136" y="185390"/>
                </a:lnTo>
                <a:cubicBezTo>
                  <a:pt x="2107922" y="208059"/>
                  <a:pt x="2095221" y="224120"/>
                  <a:pt x="2083032" y="233575"/>
                </a:cubicBezTo>
                <a:cubicBezTo>
                  <a:pt x="2075970" y="239042"/>
                  <a:pt x="2068452" y="241776"/>
                  <a:pt x="2060478" y="241776"/>
                </a:cubicBezTo>
                <a:cubicBezTo>
                  <a:pt x="2049998" y="241776"/>
                  <a:pt x="2042424" y="237504"/>
                  <a:pt x="2037753" y="228961"/>
                </a:cubicBezTo>
                <a:cubicBezTo>
                  <a:pt x="2033082" y="220304"/>
                  <a:pt x="2030747" y="210565"/>
                  <a:pt x="2030747" y="199743"/>
                </a:cubicBezTo>
                <a:cubicBezTo>
                  <a:pt x="2030747" y="183682"/>
                  <a:pt x="2035645" y="165285"/>
                  <a:pt x="2045442" y="144553"/>
                </a:cubicBezTo>
                <a:cubicBezTo>
                  <a:pt x="2055238" y="123707"/>
                  <a:pt x="2068110" y="106962"/>
                  <a:pt x="2084058" y="94318"/>
                </a:cubicBezTo>
                <a:cubicBezTo>
                  <a:pt x="2097157" y="83839"/>
                  <a:pt x="2109459" y="78599"/>
                  <a:pt x="2120965" y="78599"/>
                </a:cubicBezTo>
                <a:cubicBezTo>
                  <a:pt x="2127344" y="78599"/>
                  <a:pt x="2132469" y="80478"/>
                  <a:pt x="2136343" y="84237"/>
                </a:cubicBezTo>
                <a:cubicBezTo>
                  <a:pt x="2140215" y="87882"/>
                  <a:pt x="2143063" y="94603"/>
                  <a:pt x="2144886" y="104400"/>
                </a:cubicBezTo>
                <a:lnTo>
                  <a:pt x="2151037" y="83383"/>
                </a:lnTo>
                <a:lnTo>
                  <a:pt x="2191533" y="80991"/>
                </a:lnTo>
                <a:moveTo>
                  <a:pt x="2136855" y="113455"/>
                </a:moveTo>
                <a:cubicBezTo>
                  <a:pt x="2136855" y="104229"/>
                  <a:pt x="2135431" y="97565"/>
                  <a:pt x="2132584" y="93464"/>
                </a:cubicBezTo>
                <a:cubicBezTo>
                  <a:pt x="2130533" y="90616"/>
                  <a:pt x="2127743" y="89193"/>
                  <a:pt x="2124211" y="89193"/>
                </a:cubicBezTo>
                <a:cubicBezTo>
                  <a:pt x="2120680" y="89193"/>
                  <a:pt x="2117035" y="90901"/>
                  <a:pt x="2113276" y="94318"/>
                </a:cubicBezTo>
                <a:cubicBezTo>
                  <a:pt x="2105644" y="101381"/>
                  <a:pt x="2097385" y="115734"/>
                  <a:pt x="2088500" y="137377"/>
                </a:cubicBezTo>
                <a:cubicBezTo>
                  <a:pt x="2079729" y="158906"/>
                  <a:pt x="2075343" y="177530"/>
                  <a:pt x="2075343" y="193250"/>
                </a:cubicBezTo>
                <a:cubicBezTo>
                  <a:pt x="2075343" y="199287"/>
                  <a:pt x="2076312" y="203673"/>
                  <a:pt x="2078248" y="206407"/>
                </a:cubicBezTo>
                <a:cubicBezTo>
                  <a:pt x="2080299" y="209027"/>
                  <a:pt x="2082520" y="210337"/>
                  <a:pt x="2084912" y="210337"/>
                </a:cubicBezTo>
                <a:cubicBezTo>
                  <a:pt x="2090038" y="210337"/>
                  <a:pt x="2095221" y="207375"/>
                  <a:pt x="2100461" y="201452"/>
                </a:cubicBezTo>
                <a:cubicBezTo>
                  <a:pt x="2107978" y="193022"/>
                  <a:pt x="2114756" y="182713"/>
                  <a:pt x="2120794" y="170525"/>
                </a:cubicBezTo>
                <a:cubicBezTo>
                  <a:pt x="2131502" y="149110"/>
                  <a:pt x="2136855" y="130087"/>
                  <a:pt x="2136855" y="113455"/>
                </a:cubicBezTo>
                <a:moveTo>
                  <a:pt x="2330276" y="195813"/>
                </a:moveTo>
                <a:lnTo>
                  <a:pt x="2335402" y="200426"/>
                </a:lnTo>
                <a:cubicBezTo>
                  <a:pt x="2324353" y="213640"/>
                  <a:pt x="2313474" y="223322"/>
                  <a:pt x="2302767" y="229474"/>
                </a:cubicBezTo>
                <a:cubicBezTo>
                  <a:pt x="2288527" y="237675"/>
                  <a:pt x="2273777" y="241776"/>
                  <a:pt x="2258512" y="241776"/>
                </a:cubicBezTo>
                <a:cubicBezTo>
                  <a:pt x="2248261" y="241776"/>
                  <a:pt x="2239147" y="239612"/>
                  <a:pt x="2231174" y="235283"/>
                </a:cubicBezTo>
                <a:cubicBezTo>
                  <a:pt x="2223314" y="230841"/>
                  <a:pt x="2217505" y="224689"/>
                  <a:pt x="2213746" y="216830"/>
                </a:cubicBezTo>
                <a:cubicBezTo>
                  <a:pt x="2209987" y="208856"/>
                  <a:pt x="2208106" y="200711"/>
                  <a:pt x="2208106" y="192396"/>
                </a:cubicBezTo>
                <a:cubicBezTo>
                  <a:pt x="2208106" y="173714"/>
                  <a:pt x="2213176" y="155375"/>
                  <a:pt x="2223314" y="137377"/>
                </a:cubicBezTo>
                <a:cubicBezTo>
                  <a:pt x="2233452" y="119265"/>
                  <a:pt x="2246836" y="104969"/>
                  <a:pt x="2263468" y="94489"/>
                </a:cubicBezTo>
                <a:cubicBezTo>
                  <a:pt x="2280099" y="83895"/>
                  <a:pt x="2296445" y="78599"/>
                  <a:pt x="2312506" y="78599"/>
                </a:cubicBezTo>
                <a:cubicBezTo>
                  <a:pt x="2325378" y="78599"/>
                  <a:pt x="2335061" y="81446"/>
                  <a:pt x="2341553" y="87142"/>
                </a:cubicBezTo>
                <a:cubicBezTo>
                  <a:pt x="2348046" y="92838"/>
                  <a:pt x="2351292" y="99900"/>
                  <a:pt x="2351292" y="108329"/>
                </a:cubicBezTo>
                <a:cubicBezTo>
                  <a:pt x="2351292" y="115961"/>
                  <a:pt x="2348844" y="122454"/>
                  <a:pt x="2343946" y="127808"/>
                </a:cubicBezTo>
                <a:cubicBezTo>
                  <a:pt x="2339048" y="133162"/>
                  <a:pt x="2333580" y="135839"/>
                  <a:pt x="2327542" y="135839"/>
                </a:cubicBezTo>
                <a:cubicBezTo>
                  <a:pt x="2322302" y="135839"/>
                  <a:pt x="2317916" y="134130"/>
                  <a:pt x="2314385" y="130713"/>
                </a:cubicBezTo>
                <a:cubicBezTo>
                  <a:pt x="2310968" y="127296"/>
                  <a:pt x="2309259" y="123252"/>
                  <a:pt x="2309259" y="118582"/>
                </a:cubicBezTo>
                <a:cubicBezTo>
                  <a:pt x="2309259" y="112430"/>
                  <a:pt x="2312336" y="107076"/>
                  <a:pt x="2318486" y="102520"/>
                </a:cubicBezTo>
                <a:cubicBezTo>
                  <a:pt x="2322702" y="99331"/>
                  <a:pt x="2324808" y="96540"/>
                  <a:pt x="2324808" y="94148"/>
                </a:cubicBezTo>
                <a:cubicBezTo>
                  <a:pt x="2324808" y="92097"/>
                  <a:pt x="2323954" y="90445"/>
                  <a:pt x="2322245" y="89193"/>
                </a:cubicBezTo>
                <a:cubicBezTo>
                  <a:pt x="2319967" y="87370"/>
                  <a:pt x="2317005" y="86459"/>
                  <a:pt x="2313360" y="86459"/>
                </a:cubicBezTo>
                <a:cubicBezTo>
                  <a:pt x="2303791" y="86459"/>
                  <a:pt x="2294793" y="90332"/>
                  <a:pt x="2286364" y="98077"/>
                </a:cubicBezTo>
                <a:cubicBezTo>
                  <a:pt x="2275200" y="108329"/>
                  <a:pt x="2266656" y="121315"/>
                  <a:pt x="2260733" y="137035"/>
                </a:cubicBezTo>
                <a:cubicBezTo>
                  <a:pt x="2254810" y="152755"/>
                  <a:pt x="2251848" y="167677"/>
                  <a:pt x="2251848" y="181802"/>
                </a:cubicBezTo>
                <a:cubicBezTo>
                  <a:pt x="2251848" y="192965"/>
                  <a:pt x="2254866" y="201907"/>
                  <a:pt x="2260905" y="208628"/>
                </a:cubicBezTo>
                <a:cubicBezTo>
                  <a:pt x="2266942" y="215235"/>
                  <a:pt x="2274117" y="218538"/>
                  <a:pt x="2282434" y="218538"/>
                </a:cubicBezTo>
                <a:cubicBezTo>
                  <a:pt x="2289723" y="218538"/>
                  <a:pt x="2297584" y="216659"/>
                  <a:pt x="2306013" y="212900"/>
                </a:cubicBezTo>
                <a:cubicBezTo>
                  <a:pt x="2314557" y="209141"/>
                  <a:pt x="2322645" y="203445"/>
                  <a:pt x="2330276" y="195813"/>
                </a:cubicBezTo>
                <a:moveTo>
                  <a:pt x="2409045" y="172917"/>
                </a:moveTo>
                <a:cubicBezTo>
                  <a:pt x="2408021" y="180321"/>
                  <a:pt x="2407508" y="186415"/>
                  <a:pt x="2407508" y="191200"/>
                </a:cubicBezTo>
                <a:cubicBezTo>
                  <a:pt x="2407508" y="199743"/>
                  <a:pt x="2409957" y="206578"/>
                  <a:pt x="2414855" y="211704"/>
                </a:cubicBezTo>
                <a:cubicBezTo>
                  <a:pt x="2419868" y="216830"/>
                  <a:pt x="2426532" y="219393"/>
                  <a:pt x="2434847" y="219393"/>
                </a:cubicBezTo>
                <a:cubicBezTo>
                  <a:pt x="2442820" y="219393"/>
                  <a:pt x="2450794" y="217456"/>
                  <a:pt x="2458767" y="213583"/>
                </a:cubicBezTo>
                <a:cubicBezTo>
                  <a:pt x="2466855" y="209710"/>
                  <a:pt x="2476197" y="202932"/>
                  <a:pt x="2486790" y="193250"/>
                </a:cubicBezTo>
                <a:lnTo>
                  <a:pt x="2491916" y="197864"/>
                </a:lnTo>
                <a:cubicBezTo>
                  <a:pt x="2478815" y="213697"/>
                  <a:pt x="2466058" y="224974"/>
                  <a:pt x="2453641" y="231695"/>
                </a:cubicBezTo>
                <a:cubicBezTo>
                  <a:pt x="2441225" y="238416"/>
                  <a:pt x="2427499" y="241776"/>
                  <a:pt x="2412463" y="241776"/>
                </a:cubicBezTo>
                <a:cubicBezTo>
                  <a:pt x="2393439" y="241776"/>
                  <a:pt x="2380283" y="237220"/>
                  <a:pt x="2372993" y="228107"/>
                </a:cubicBezTo>
                <a:cubicBezTo>
                  <a:pt x="2365703" y="218994"/>
                  <a:pt x="2362058" y="208457"/>
                  <a:pt x="2362058" y="196497"/>
                </a:cubicBezTo>
                <a:cubicBezTo>
                  <a:pt x="2362058" y="177815"/>
                  <a:pt x="2367468" y="159134"/>
                  <a:pt x="2378290" y="140452"/>
                </a:cubicBezTo>
                <a:cubicBezTo>
                  <a:pt x="2389225" y="121771"/>
                  <a:pt x="2404034" y="106792"/>
                  <a:pt x="2422715" y="95515"/>
                </a:cubicBezTo>
                <a:cubicBezTo>
                  <a:pt x="2441510" y="84237"/>
                  <a:pt x="2460363" y="78599"/>
                  <a:pt x="2479272" y="78599"/>
                </a:cubicBezTo>
                <a:cubicBezTo>
                  <a:pt x="2488841" y="78599"/>
                  <a:pt x="2496074" y="80877"/>
                  <a:pt x="2500971" y="85433"/>
                </a:cubicBezTo>
                <a:cubicBezTo>
                  <a:pt x="2505871" y="89990"/>
                  <a:pt x="2508319" y="95742"/>
                  <a:pt x="2508319" y="102691"/>
                </a:cubicBezTo>
                <a:cubicBezTo>
                  <a:pt x="2508319" y="111006"/>
                  <a:pt x="2505927" y="119094"/>
                  <a:pt x="2501143" y="126954"/>
                </a:cubicBezTo>
                <a:cubicBezTo>
                  <a:pt x="2494536" y="137661"/>
                  <a:pt x="2486220" y="146319"/>
                  <a:pt x="2476197" y="152926"/>
                </a:cubicBezTo>
                <a:cubicBezTo>
                  <a:pt x="2466171" y="159418"/>
                  <a:pt x="2454952" y="164374"/>
                  <a:pt x="2442536" y="167791"/>
                </a:cubicBezTo>
                <a:cubicBezTo>
                  <a:pt x="2434220" y="170069"/>
                  <a:pt x="2423056" y="171778"/>
                  <a:pt x="2409045" y="172917"/>
                </a:cubicBezTo>
                <a:moveTo>
                  <a:pt x="2410583" y="164032"/>
                </a:moveTo>
                <a:cubicBezTo>
                  <a:pt x="2420608" y="162551"/>
                  <a:pt x="2428353" y="160558"/>
                  <a:pt x="2433821" y="158051"/>
                </a:cubicBezTo>
                <a:cubicBezTo>
                  <a:pt x="2439403" y="155432"/>
                  <a:pt x="2444814" y="151331"/>
                  <a:pt x="2450054" y="145749"/>
                </a:cubicBezTo>
                <a:cubicBezTo>
                  <a:pt x="2455408" y="140054"/>
                  <a:pt x="2460021" y="132934"/>
                  <a:pt x="2463893" y="124391"/>
                </a:cubicBezTo>
                <a:cubicBezTo>
                  <a:pt x="2467767" y="115734"/>
                  <a:pt x="2469703" y="107646"/>
                  <a:pt x="2469703" y="100128"/>
                </a:cubicBezTo>
                <a:cubicBezTo>
                  <a:pt x="2469703" y="96938"/>
                  <a:pt x="2468793" y="94432"/>
                  <a:pt x="2466969" y="92610"/>
                </a:cubicBezTo>
                <a:cubicBezTo>
                  <a:pt x="2465261" y="90787"/>
                  <a:pt x="2463039" y="89876"/>
                  <a:pt x="2460305" y="89876"/>
                </a:cubicBezTo>
                <a:cubicBezTo>
                  <a:pt x="2454838" y="89876"/>
                  <a:pt x="2448686" y="93692"/>
                  <a:pt x="2441852" y="101324"/>
                </a:cubicBezTo>
                <a:cubicBezTo>
                  <a:pt x="2429322" y="115221"/>
                  <a:pt x="2418899" y="136124"/>
                  <a:pt x="2410583" y="164032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4" name="path-4322">
            <a:extLst xmlns:a="http://schemas.openxmlformats.org/drawingml/2006/main">
              <a:ext uri="{FF2B5EF4-FFF2-40B4-BE49-F238E27FC236}">
                <a16:creationId xmlns:a16="http://schemas.microsoft.com/office/drawing/2014/main" id="{E2640955-B29B-486E-B1F5-61977479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8183" y="764366"/>
            <a:ext cx="3530818" cy="792718"/>
          </a:xfrm>
          <a:custGeom xmlns:a="http://schemas.openxmlformats.org/drawingml/2006/main">
            <a:pathLst>
              <a:path w="3530818" h="792718">
                <a:moveTo>
                  <a:pt x="96378" y="34233"/>
                </a:moveTo>
                <a:cubicBezTo>
                  <a:pt x="100102" y="13513"/>
                  <a:pt x="120183" y="0"/>
                  <a:pt x="140774" y="4382"/>
                </a:cubicBezTo>
                <a:cubicBezTo>
                  <a:pt x="306161" y="39581"/>
                  <a:pt x="995639" y="175728"/>
                  <a:pt x="1765409" y="175728"/>
                </a:cubicBezTo>
                <a:cubicBezTo>
                  <a:pt x="2535179" y="175728"/>
                  <a:pt x="3224657" y="39580"/>
                  <a:pt x="3390043" y="4382"/>
                </a:cubicBezTo>
                <a:cubicBezTo>
                  <a:pt x="3410635" y="0"/>
                  <a:pt x="3430716" y="13513"/>
                  <a:pt x="3434439" y="34233"/>
                </a:cubicBezTo>
                <a:lnTo>
                  <a:pt x="3527377" y="551449"/>
                </a:lnTo>
                <a:cubicBezTo>
                  <a:pt x="3530818" y="570598"/>
                  <a:pt x="3519199" y="588971"/>
                  <a:pt x="3500231" y="593300"/>
                </a:cubicBezTo>
                <a:cubicBezTo>
                  <a:pt x="3335112" y="630982"/>
                  <a:pt x="2579014" y="792718"/>
                  <a:pt x="1765409" y="792718"/>
                </a:cubicBezTo>
                <a:cubicBezTo>
                  <a:pt x="951803" y="792718"/>
                  <a:pt x="195704" y="630982"/>
                  <a:pt x="30587" y="593300"/>
                </a:cubicBezTo>
                <a:cubicBezTo>
                  <a:pt x="11617" y="588971"/>
                  <a:pt x="0" y="570598"/>
                  <a:pt x="3441" y="551448"/>
                </a:cubicBezTo>
                <a:lnTo>
                  <a:pt x="96378" y="34233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5" name="path-4323">
            <a:extLst xmlns:a="http://schemas.openxmlformats.org/drawingml/2006/main">
              <a:ext uri="{FF2B5EF4-FFF2-40B4-BE49-F238E27FC236}">
                <a16:creationId xmlns:a16="http://schemas.microsoft.com/office/drawing/2014/main" id="{E7460F11-A7AE-448C-9642-DBF1273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624" y="768649"/>
            <a:ext cx="3523936" cy="788434"/>
          </a:xfrm>
          <a:custGeom xmlns:a="http://schemas.openxmlformats.org/drawingml/2006/main">
            <a:pathLst>
              <a:path w="3523936" h="788434">
                <a:moveTo>
                  <a:pt x="122" y="561174"/>
                </a:moveTo>
                <a:lnTo>
                  <a:pt x="5169" y="573648"/>
                </a:lnTo>
                <a:lnTo>
                  <a:pt x="14417" y="583344"/>
                </a:lnTo>
                <a:lnTo>
                  <a:pt x="27145" y="589016"/>
                </a:lnTo>
                <a:lnTo>
                  <a:pt x="32676" y="590274"/>
                </a:lnTo>
                <a:lnTo>
                  <a:pt x="38612" y="591616"/>
                </a:lnTo>
                <a:lnTo>
                  <a:pt x="44951" y="593040"/>
                </a:lnTo>
                <a:lnTo>
                  <a:pt x="51688" y="594544"/>
                </a:lnTo>
                <a:lnTo>
                  <a:pt x="58819" y="596125"/>
                </a:lnTo>
                <a:lnTo>
                  <a:pt x="66339" y="597782"/>
                </a:lnTo>
                <a:lnTo>
                  <a:pt x="74246" y="599511"/>
                </a:lnTo>
                <a:lnTo>
                  <a:pt x="82536" y="601312"/>
                </a:lnTo>
                <a:lnTo>
                  <a:pt x="91203" y="603182"/>
                </a:lnTo>
                <a:lnTo>
                  <a:pt x="100244" y="605119"/>
                </a:lnTo>
                <a:lnTo>
                  <a:pt x="109656" y="607121"/>
                </a:lnTo>
                <a:lnTo>
                  <a:pt x="119434" y="609185"/>
                </a:lnTo>
                <a:lnTo>
                  <a:pt x="129574" y="611310"/>
                </a:lnTo>
                <a:lnTo>
                  <a:pt x="140072" y="613493"/>
                </a:lnTo>
                <a:lnTo>
                  <a:pt x="150924" y="615732"/>
                </a:lnTo>
                <a:lnTo>
                  <a:pt x="162127" y="618025"/>
                </a:lnTo>
                <a:lnTo>
                  <a:pt x="173676" y="620370"/>
                </a:lnTo>
                <a:lnTo>
                  <a:pt x="185568" y="622765"/>
                </a:lnTo>
                <a:lnTo>
                  <a:pt x="197798" y="625208"/>
                </a:lnTo>
                <a:lnTo>
                  <a:pt x="210362" y="627696"/>
                </a:lnTo>
                <a:lnTo>
                  <a:pt x="223256" y="630228"/>
                </a:lnTo>
                <a:lnTo>
                  <a:pt x="236477" y="632801"/>
                </a:lnTo>
                <a:lnTo>
                  <a:pt x="250021" y="635413"/>
                </a:lnTo>
                <a:lnTo>
                  <a:pt x="263883" y="638063"/>
                </a:lnTo>
                <a:lnTo>
                  <a:pt x="278059" y="640747"/>
                </a:lnTo>
                <a:lnTo>
                  <a:pt x="292546" y="643463"/>
                </a:lnTo>
                <a:lnTo>
                  <a:pt x="307339" y="646211"/>
                </a:lnTo>
                <a:lnTo>
                  <a:pt x="322435" y="648987"/>
                </a:lnTo>
                <a:lnTo>
                  <a:pt x="337829" y="651789"/>
                </a:lnTo>
                <a:lnTo>
                  <a:pt x="353518" y="654616"/>
                </a:lnTo>
                <a:lnTo>
                  <a:pt x="369498" y="657465"/>
                </a:lnTo>
                <a:lnTo>
                  <a:pt x="385764" y="660333"/>
                </a:lnTo>
                <a:lnTo>
                  <a:pt x="402313" y="663220"/>
                </a:lnTo>
                <a:lnTo>
                  <a:pt x="419140" y="666122"/>
                </a:lnTo>
                <a:lnTo>
                  <a:pt x="436243" y="669038"/>
                </a:lnTo>
                <a:lnTo>
                  <a:pt x="453615" y="671965"/>
                </a:lnTo>
                <a:lnTo>
                  <a:pt x="471255" y="674902"/>
                </a:lnTo>
                <a:lnTo>
                  <a:pt x="489157" y="677845"/>
                </a:lnTo>
                <a:lnTo>
                  <a:pt x="507318" y="680794"/>
                </a:lnTo>
                <a:lnTo>
                  <a:pt x="525734" y="683746"/>
                </a:lnTo>
                <a:lnTo>
                  <a:pt x="544401" y="686698"/>
                </a:lnTo>
                <a:lnTo>
                  <a:pt x="563315" y="689649"/>
                </a:lnTo>
                <a:lnTo>
                  <a:pt x="582471" y="692597"/>
                </a:lnTo>
                <a:lnTo>
                  <a:pt x="601866" y="695539"/>
                </a:lnTo>
                <a:lnTo>
                  <a:pt x="621496" y="698474"/>
                </a:lnTo>
                <a:lnTo>
                  <a:pt x="641357" y="701398"/>
                </a:lnTo>
                <a:lnTo>
                  <a:pt x="661445" y="704310"/>
                </a:lnTo>
                <a:lnTo>
                  <a:pt x="681756" y="707209"/>
                </a:lnTo>
                <a:lnTo>
                  <a:pt x="702286" y="710091"/>
                </a:lnTo>
                <a:lnTo>
                  <a:pt x="723031" y="712954"/>
                </a:lnTo>
                <a:lnTo>
                  <a:pt x="743986" y="715798"/>
                </a:lnTo>
                <a:lnTo>
                  <a:pt x="765149" y="718618"/>
                </a:lnTo>
                <a:lnTo>
                  <a:pt x="786515" y="721414"/>
                </a:lnTo>
                <a:lnTo>
                  <a:pt x="808080" y="724182"/>
                </a:lnTo>
                <a:lnTo>
                  <a:pt x="829840" y="726922"/>
                </a:lnTo>
                <a:lnTo>
                  <a:pt x="851791" y="729630"/>
                </a:lnTo>
                <a:lnTo>
                  <a:pt x="873930" y="732306"/>
                </a:lnTo>
                <a:lnTo>
                  <a:pt x="896251" y="734945"/>
                </a:lnTo>
                <a:lnTo>
                  <a:pt x="918752" y="737547"/>
                </a:lnTo>
                <a:lnTo>
                  <a:pt x="941428" y="740110"/>
                </a:lnTo>
                <a:lnTo>
                  <a:pt x="964275" y="742630"/>
                </a:lnTo>
                <a:lnTo>
                  <a:pt x="987289" y="745107"/>
                </a:lnTo>
                <a:lnTo>
                  <a:pt x="1010466" y="747537"/>
                </a:lnTo>
                <a:lnTo>
                  <a:pt x="1033803" y="749920"/>
                </a:lnTo>
                <a:lnTo>
                  <a:pt x="1057295" y="752251"/>
                </a:lnTo>
                <a:lnTo>
                  <a:pt x="1080939" y="754531"/>
                </a:lnTo>
                <a:lnTo>
                  <a:pt x="1104730" y="756755"/>
                </a:lnTo>
                <a:lnTo>
                  <a:pt x="1128664" y="758923"/>
                </a:lnTo>
                <a:lnTo>
                  <a:pt x="1152737" y="761032"/>
                </a:lnTo>
                <a:lnTo>
                  <a:pt x="1176946" y="763080"/>
                </a:lnTo>
                <a:lnTo>
                  <a:pt x="1201286" y="765065"/>
                </a:lnTo>
                <a:lnTo>
                  <a:pt x="1225754" y="766984"/>
                </a:lnTo>
                <a:lnTo>
                  <a:pt x="1250345" y="768837"/>
                </a:lnTo>
                <a:lnTo>
                  <a:pt x="1275056" y="770619"/>
                </a:lnTo>
                <a:lnTo>
                  <a:pt x="1299882" y="772330"/>
                </a:lnTo>
                <a:lnTo>
                  <a:pt x="1324820" y="773967"/>
                </a:lnTo>
                <a:lnTo>
                  <a:pt x="1349865" y="775528"/>
                </a:lnTo>
                <a:lnTo>
                  <a:pt x="1375014" y="777011"/>
                </a:lnTo>
                <a:lnTo>
                  <a:pt x="1400262" y="778413"/>
                </a:lnTo>
                <a:lnTo>
                  <a:pt x="1425606" y="779734"/>
                </a:lnTo>
                <a:lnTo>
                  <a:pt x="1451042" y="780970"/>
                </a:lnTo>
                <a:lnTo>
                  <a:pt x="1476565" y="782119"/>
                </a:lnTo>
                <a:lnTo>
                  <a:pt x="1502172" y="783179"/>
                </a:lnTo>
                <a:lnTo>
                  <a:pt x="1527859" y="784149"/>
                </a:lnTo>
                <a:lnTo>
                  <a:pt x="1553621" y="785026"/>
                </a:lnTo>
                <a:lnTo>
                  <a:pt x="1579455" y="785807"/>
                </a:lnTo>
                <a:lnTo>
                  <a:pt x="1605357" y="786491"/>
                </a:lnTo>
                <a:lnTo>
                  <a:pt x="1631323" y="787076"/>
                </a:lnTo>
                <a:lnTo>
                  <a:pt x="1657348" y="787559"/>
                </a:lnTo>
                <a:lnTo>
                  <a:pt x="1683429" y="787939"/>
                </a:lnTo>
                <a:lnTo>
                  <a:pt x="1709562" y="788212"/>
                </a:lnTo>
                <a:lnTo>
                  <a:pt x="1735743" y="788378"/>
                </a:lnTo>
                <a:lnTo>
                  <a:pt x="1761968" y="788434"/>
                </a:lnTo>
                <a:lnTo>
                  <a:pt x="1788193" y="788378"/>
                </a:lnTo>
                <a:lnTo>
                  <a:pt x="1814374" y="788212"/>
                </a:lnTo>
                <a:lnTo>
                  <a:pt x="1840507" y="787939"/>
                </a:lnTo>
                <a:lnTo>
                  <a:pt x="1866588" y="787559"/>
                </a:lnTo>
                <a:lnTo>
                  <a:pt x="1892613" y="787076"/>
                </a:lnTo>
                <a:lnTo>
                  <a:pt x="1918579" y="786491"/>
                </a:lnTo>
                <a:lnTo>
                  <a:pt x="1944480" y="785807"/>
                </a:lnTo>
                <a:lnTo>
                  <a:pt x="1970314" y="785026"/>
                </a:lnTo>
                <a:lnTo>
                  <a:pt x="1996077" y="784149"/>
                </a:lnTo>
                <a:lnTo>
                  <a:pt x="2021763" y="783179"/>
                </a:lnTo>
                <a:lnTo>
                  <a:pt x="2047370" y="782119"/>
                </a:lnTo>
                <a:lnTo>
                  <a:pt x="2072893" y="780970"/>
                </a:lnTo>
                <a:lnTo>
                  <a:pt x="2098329" y="779734"/>
                </a:lnTo>
                <a:lnTo>
                  <a:pt x="2123673" y="778413"/>
                </a:lnTo>
                <a:lnTo>
                  <a:pt x="2148921" y="777011"/>
                </a:lnTo>
                <a:lnTo>
                  <a:pt x="2174070" y="775528"/>
                </a:lnTo>
                <a:lnTo>
                  <a:pt x="2199115" y="773967"/>
                </a:lnTo>
                <a:lnTo>
                  <a:pt x="2224053" y="772330"/>
                </a:lnTo>
                <a:lnTo>
                  <a:pt x="2248879" y="770619"/>
                </a:lnTo>
                <a:lnTo>
                  <a:pt x="2273590" y="768837"/>
                </a:lnTo>
                <a:lnTo>
                  <a:pt x="2298181" y="766984"/>
                </a:lnTo>
                <a:lnTo>
                  <a:pt x="2322649" y="765065"/>
                </a:lnTo>
                <a:lnTo>
                  <a:pt x="2346989" y="763080"/>
                </a:lnTo>
                <a:lnTo>
                  <a:pt x="2371198" y="761032"/>
                </a:lnTo>
                <a:lnTo>
                  <a:pt x="2395271" y="758923"/>
                </a:lnTo>
                <a:lnTo>
                  <a:pt x="2419205" y="756755"/>
                </a:lnTo>
                <a:lnTo>
                  <a:pt x="2442996" y="754531"/>
                </a:lnTo>
                <a:lnTo>
                  <a:pt x="2466639" y="752251"/>
                </a:lnTo>
                <a:lnTo>
                  <a:pt x="2490131" y="749920"/>
                </a:lnTo>
                <a:lnTo>
                  <a:pt x="2513468" y="747537"/>
                </a:lnTo>
                <a:lnTo>
                  <a:pt x="2536646" y="745107"/>
                </a:lnTo>
                <a:lnTo>
                  <a:pt x="2559660" y="742630"/>
                </a:lnTo>
                <a:lnTo>
                  <a:pt x="2582507" y="740110"/>
                </a:lnTo>
                <a:lnTo>
                  <a:pt x="2605183" y="737547"/>
                </a:lnTo>
                <a:lnTo>
                  <a:pt x="2627683" y="734945"/>
                </a:lnTo>
                <a:lnTo>
                  <a:pt x="2650005" y="732306"/>
                </a:lnTo>
                <a:lnTo>
                  <a:pt x="2672143" y="729630"/>
                </a:lnTo>
                <a:lnTo>
                  <a:pt x="2694094" y="726922"/>
                </a:lnTo>
                <a:lnTo>
                  <a:pt x="2715854" y="724182"/>
                </a:lnTo>
                <a:lnTo>
                  <a:pt x="2737419" y="721414"/>
                </a:lnTo>
                <a:lnTo>
                  <a:pt x="2758785" y="718618"/>
                </a:lnTo>
                <a:lnTo>
                  <a:pt x="2779948" y="715798"/>
                </a:lnTo>
                <a:lnTo>
                  <a:pt x="2800904" y="712954"/>
                </a:lnTo>
                <a:lnTo>
                  <a:pt x="2821648" y="710091"/>
                </a:lnTo>
                <a:lnTo>
                  <a:pt x="2842178" y="707209"/>
                </a:lnTo>
                <a:lnTo>
                  <a:pt x="2862489" y="704310"/>
                </a:lnTo>
                <a:lnTo>
                  <a:pt x="2882577" y="701398"/>
                </a:lnTo>
                <a:lnTo>
                  <a:pt x="2902438" y="698474"/>
                </a:lnTo>
                <a:lnTo>
                  <a:pt x="2922068" y="695539"/>
                </a:lnTo>
                <a:lnTo>
                  <a:pt x="2941463" y="692597"/>
                </a:lnTo>
                <a:lnTo>
                  <a:pt x="2960620" y="689650"/>
                </a:lnTo>
                <a:lnTo>
                  <a:pt x="2979533" y="686698"/>
                </a:lnTo>
                <a:lnTo>
                  <a:pt x="2998200" y="683746"/>
                </a:lnTo>
                <a:lnTo>
                  <a:pt x="3016616" y="680794"/>
                </a:lnTo>
                <a:lnTo>
                  <a:pt x="3034777" y="677845"/>
                </a:lnTo>
                <a:lnTo>
                  <a:pt x="3052679" y="674902"/>
                </a:lnTo>
                <a:lnTo>
                  <a:pt x="3070319" y="671965"/>
                </a:lnTo>
                <a:lnTo>
                  <a:pt x="3087692" y="669038"/>
                </a:lnTo>
                <a:lnTo>
                  <a:pt x="3104794" y="666122"/>
                </a:lnTo>
                <a:lnTo>
                  <a:pt x="3121621" y="663220"/>
                </a:lnTo>
                <a:lnTo>
                  <a:pt x="3138170" y="660333"/>
                </a:lnTo>
                <a:lnTo>
                  <a:pt x="3154436" y="657465"/>
                </a:lnTo>
                <a:lnTo>
                  <a:pt x="3170416" y="654616"/>
                </a:lnTo>
                <a:lnTo>
                  <a:pt x="3186105" y="651789"/>
                </a:lnTo>
                <a:lnTo>
                  <a:pt x="3201499" y="648987"/>
                </a:lnTo>
                <a:lnTo>
                  <a:pt x="3216595" y="646211"/>
                </a:lnTo>
                <a:lnTo>
                  <a:pt x="3231389" y="643464"/>
                </a:lnTo>
                <a:lnTo>
                  <a:pt x="3245875" y="640747"/>
                </a:lnTo>
                <a:lnTo>
                  <a:pt x="3260052" y="638063"/>
                </a:lnTo>
                <a:lnTo>
                  <a:pt x="3273914" y="635413"/>
                </a:lnTo>
                <a:lnTo>
                  <a:pt x="3287457" y="632801"/>
                </a:lnTo>
                <a:lnTo>
                  <a:pt x="3300678" y="630228"/>
                </a:lnTo>
                <a:lnTo>
                  <a:pt x="3313573" y="627697"/>
                </a:lnTo>
                <a:lnTo>
                  <a:pt x="3326137" y="625208"/>
                </a:lnTo>
                <a:lnTo>
                  <a:pt x="3338367" y="622766"/>
                </a:lnTo>
                <a:lnTo>
                  <a:pt x="3350258" y="620370"/>
                </a:lnTo>
                <a:lnTo>
                  <a:pt x="3361807" y="618025"/>
                </a:lnTo>
                <a:lnTo>
                  <a:pt x="3373010" y="615732"/>
                </a:lnTo>
                <a:lnTo>
                  <a:pt x="3383863" y="613493"/>
                </a:lnTo>
                <a:lnTo>
                  <a:pt x="3394361" y="611310"/>
                </a:lnTo>
                <a:lnTo>
                  <a:pt x="3404501" y="609185"/>
                </a:lnTo>
                <a:lnTo>
                  <a:pt x="3414279" y="607121"/>
                </a:lnTo>
                <a:lnTo>
                  <a:pt x="3423690" y="605119"/>
                </a:lnTo>
                <a:lnTo>
                  <a:pt x="3432732" y="603183"/>
                </a:lnTo>
                <a:lnTo>
                  <a:pt x="3441399" y="601313"/>
                </a:lnTo>
                <a:lnTo>
                  <a:pt x="3449688" y="599512"/>
                </a:lnTo>
                <a:lnTo>
                  <a:pt x="3457595" y="597782"/>
                </a:lnTo>
                <a:lnTo>
                  <a:pt x="3465116" y="596125"/>
                </a:lnTo>
                <a:lnTo>
                  <a:pt x="3472247" y="594544"/>
                </a:lnTo>
                <a:lnTo>
                  <a:pt x="3478984" y="593041"/>
                </a:lnTo>
                <a:lnTo>
                  <a:pt x="3485323" y="591617"/>
                </a:lnTo>
                <a:lnTo>
                  <a:pt x="3491259" y="590275"/>
                </a:lnTo>
                <a:lnTo>
                  <a:pt x="3496790" y="589016"/>
                </a:lnTo>
                <a:lnTo>
                  <a:pt x="3509518" y="583344"/>
                </a:lnTo>
                <a:lnTo>
                  <a:pt x="3518766" y="573648"/>
                </a:lnTo>
                <a:lnTo>
                  <a:pt x="3523813" y="561174"/>
                </a:lnTo>
                <a:lnTo>
                  <a:pt x="3523936" y="547165"/>
                </a:lnTo>
                <a:lnTo>
                  <a:pt x="3430997" y="29949"/>
                </a:lnTo>
                <a:lnTo>
                  <a:pt x="3425385" y="15927"/>
                </a:lnTo>
                <a:lnTo>
                  <a:pt x="3415125" y="5610"/>
                </a:lnTo>
                <a:lnTo>
                  <a:pt x="3401702" y="0"/>
                </a:lnTo>
                <a:lnTo>
                  <a:pt x="3386601" y="98"/>
                </a:lnTo>
                <a:lnTo>
                  <a:pt x="3380691" y="1352"/>
                </a:lnTo>
                <a:lnTo>
                  <a:pt x="3374370" y="2683"/>
                </a:lnTo>
                <a:lnTo>
                  <a:pt x="3367641" y="4090"/>
                </a:lnTo>
                <a:lnTo>
                  <a:pt x="3360509" y="5570"/>
                </a:lnTo>
                <a:lnTo>
                  <a:pt x="3352978" y="7122"/>
                </a:lnTo>
                <a:lnTo>
                  <a:pt x="3345051" y="8743"/>
                </a:lnTo>
                <a:lnTo>
                  <a:pt x="3336733" y="10432"/>
                </a:lnTo>
                <a:lnTo>
                  <a:pt x="3328028" y="12185"/>
                </a:lnTo>
                <a:lnTo>
                  <a:pt x="3318940" y="14000"/>
                </a:lnTo>
                <a:lnTo>
                  <a:pt x="3309473" y="15877"/>
                </a:lnTo>
                <a:lnTo>
                  <a:pt x="3299631" y="17812"/>
                </a:lnTo>
                <a:lnTo>
                  <a:pt x="3289418" y="19803"/>
                </a:lnTo>
                <a:lnTo>
                  <a:pt x="3278838" y="21848"/>
                </a:lnTo>
                <a:lnTo>
                  <a:pt x="3267895" y="23945"/>
                </a:lnTo>
                <a:lnTo>
                  <a:pt x="3256593" y="26092"/>
                </a:lnTo>
                <a:lnTo>
                  <a:pt x="3244937" y="28286"/>
                </a:lnTo>
                <a:lnTo>
                  <a:pt x="3232930" y="30526"/>
                </a:lnTo>
                <a:lnTo>
                  <a:pt x="3220576" y="32809"/>
                </a:lnTo>
                <a:lnTo>
                  <a:pt x="3207879" y="35134"/>
                </a:lnTo>
                <a:lnTo>
                  <a:pt x="3194844" y="37497"/>
                </a:lnTo>
                <a:lnTo>
                  <a:pt x="3181474" y="39897"/>
                </a:lnTo>
                <a:lnTo>
                  <a:pt x="3167773" y="42332"/>
                </a:lnTo>
                <a:lnTo>
                  <a:pt x="3153747" y="44799"/>
                </a:lnTo>
                <a:lnTo>
                  <a:pt x="3139397" y="47297"/>
                </a:lnTo>
                <a:lnTo>
                  <a:pt x="3124730" y="49823"/>
                </a:lnTo>
                <a:lnTo>
                  <a:pt x="3109747" y="52375"/>
                </a:lnTo>
                <a:lnTo>
                  <a:pt x="3094455" y="54951"/>
                </a:lnTo>
                <a:lnTo>
                  <a:pt x="3078856" y="57548"/>
                </a:lnTo>
                <a:lnTo>
                  <a:pt x="3062955" y="60165"/>
                </a:lnTo>
                <a:lnTo>
                  <a:pt x="3046756" y="62799"/>
                </a:lnTo>
                <a:lnTo>
                  <a:pt x="3030263" y="65449"/>
                </a:lnTo>
                <a:lnTo>
                  <a:pt x="3013480" y="68111"/>
                </a:lnTo>
                <a:lnTo>
                  <a:pt x="2996410" y="70785"/>
                </a:lnTo>
                <a:lnTo>
                  <a:pt x="2979059" y="73467"/>
                </a:lnTo>
                <a:lnTo>
                  <a:pt x="2961430" y="76156"/>
                </a:lnTo>
                <a:lnTo>
                  <a:pt x="2943526" y="78849"/>
                </a:lnTo>
                <a:lnTo>
                  <a:pt x="2925353" y="81545"/>
                </a:lnTo>
                <a:lnTo>
                  <a:pt x="2906914" y="84240"/>
                </a:lnTo>
                <a:lnTo>
                  <a:pt x="2888214" y="86934"/>
                </a:lnTo>
                <a:lnTo>
                  <a:pt x="2869255" y="89623"/>
                </a:lnTo>
                <a:lnTo>
                  <a:pt x="2850043" y="92306"/>
                </a:lnTo>
                <a:lnTo>
                  <a:pt x="2830581" y="94980"/>
                </a:lnTo>
                <a:lnTo>
                  <a:pt x="2810873" y="97644"/>
                </a:lnTo>
                <a:lnTo>
                  <a:pt x="2790924" y="100294"/>
                </a:lnTo>
                <a:lnTo>
                  <a:pt x="2770738" y="102930"/>
                </a:lnTo>
                <a:lnTo>
                  <a:pt x="2750318" y="105548"/>
                </a:lnTo>
                <a:lnTo>
                  <a:pt x="2729668" y="108148"/>
                </a:lnTo>
                <a:lnTo>
                  <a:pt x="2708793" y="110725"/>
                </a:lnTo>
                <a:lnTo>
                  <a:pt x="2687697" y="113279"/>
                </a:lnTo>
                <a:lnTo>
                  <a:pt x="2666383" y="115807"/>
                </a:lnTo>
                <a:lnTo>
                  <a:pt x="2644857" y="118307"/>
                </a:lnTo>
                <a:lnTo>
                  <a:pt x="2623121" y="120777"/>
                </a:lnTo>
                <a:lnTo>
                  <a:pt x="2601179" y="123215"/>
                </a:lnTo>
                <a:lnTo>
                  <a:pt x="2579037" y="125618"/>
                </a:lnTo>
                <a:lnTo>
                  <a:pt x="2556697" y="127985"/>
                </a:lnTo>
                <a:lnTo>
                  <a:pt x="2534165" y="130313"/>
                </a:lnTo>
                <a:lnTo>
                  <a:pt x="2511443" y="132599"/>
                </a:lnTo>
                <a:lnTo>
                  <a:pt x="2488537" y="134843"/>
                </a:lnTo>
                <a:lnTo>
                  <a:pt x="2465450" y="137042"/>
                </a:lnTo>
                <a:lnTo>
                  <a:pt x="2442185" y="139193"/>
                </a:lnTo>
                <a:lnTo>
                  <a:pt x="2418748" y="141294"/>
                </a:lnTo>
                <a:lnTo>
                  <a:pt x="2395142" y="143344"/>
                </a:lnTo>
                <a:lnTo>
                  <a:pt x="2371372" y="145339"/>
                </a:lnTo>
                <a:lnTo>
                  <a:pt x="2347440" y="147279"/>
                </a:lnTo>
                <a:lnTo>
                  <a:pt x="2323352" y="149160"/>
                </a:lnTo>
                <a:lnTo>
                  <a:pt x="2299112" y="150981"/>
                </a:lnTo>
                <a:lnTo>
                  <a:pt x="2274723" y="152740"/>
                </a:lnTo>
                <a:lnTo>
                  <a:pt x="2250189" y="154433"/>
                </a:lnTo>
                <a:lnTo>
                  <a:pt x="2225515" y="156060"/>
                </a:lnTo>
                <a:lnTo>
                  <a:pt x="2200704" y="157618"/>
                </a:lnTo>
                <a:lnTo>
                  <a:pt x="2175761" y="159105"/>
                </a:lnTo>
                <a:lnTo>
                  <a:pt x="2150690" y="160518"/>
                </a:lnTo>
                <a:lnTo>
                  <a:pt x="2125494" y="161856"/>
                </a:lnTo>
                <a:lnTo>
                  <a:pt x="2100178" y="163116"/>
                </a:lnTo>
                <a:lnTo>
                  <a:pt x="2074746" y="164296"/>
                </a:lnTo>
                <a:lnTo>
                  <a:pt x="2049202" y="165394"/>
                </a:lnTo>
                <a:lnTo>
                  <a:pt x="2023550" y="166408"/>
                </a:lnTo>
                <a:lnTo>
                  <a:pt x="1997793" y="167336"/>
                </a:lnTo>
                <a:lnTo>
                  <a:pt x="1971937" y="168175"/>
                </a:lnTo>
                <a:lnTo>
                  <a:pt x="1945984" y="168924"/>
                </a:lnTo>
                <a:lnTo>
                  <a:pt x="1919940" y="169579"/>
                </a:lnTo>
                <a:lnTo>
                  <a:pt x="1893807" y="170140"/>
                </a:lnTo>
                <a:lnTo>
                  <a:pt x="1867591" y="170604"/>
                </a:lnTo>
                <a:lnTo>
                  <a:pt x="1841295" y="170968"/>
                </a:lnTo>
                <a:lnTo>
                  <a:pt x="1814923" y="171231"/>
                </a:lnTo>
                <a:lnTo>
                  <a:pt x="1788479" y="171391"/>
                </a:lnTo>
                <a:lnTo>
                  <a:pt x="1761968" y="171444"/>
                </a:lnTo>
                <a:lnTo>
                  <a:pt x="1735457" y="171391"/>
                </a:lnTo>
                <a:lnTo>
                  <a:pt x="1709013" y="171231"/>
                </a:lnTo>
                <a:lnTo>
                  <a:pt x="1682641" y="170968"/>
                </a:lnTo>
                <a:lnTo>
                  <a:pt x="1656345" y="170604"/>
                </a:lnTo>
                <a:lnTo>
                  <a:pt x="1630129" y="170140"/>
                </a:lnTo>
                <a:lnTo>
                  <a:pt x="1603997" y="169579"/>
                </a:lnTo>
                <a:lnTo>
                  <a:pt x="1577952" y="168924"/>
                </a:lnTo>
                <a:lnTo>
                  <a:pt x="1552000" y="168175"/>
                </a:lnTo>
                <a:lnTo>
                  <a:pt x="1526143" y="167336"/>
                </a:lnTo>
                <a:lnTo>
                  <a:pt x="1500386" y="166408"/>
                </a:lnTo>
                <a:lnTo>
                  <a:pt x="1474734" y="165394"/>
                </a:lnTo>
                <a:lnTo>
                  <a:pt x="1449190" y="164296"/>
                </a:lnTo>
                <a:lnTo>
                  <a:pt x="1423758" y="163116"/>
                </a:lnTo>
                <a:lnTo>
                  <a:pt x="1398442" y="161856"/>
                </a:lnTo>
                <a:lnTo>
                  <a:pt x="1373246" y="160518"/>
                </a:lnTo>
                <a:lnTo>
                  <a:pt x="1348175" y="159105"/>
                </a:lnTo>
                <a:lnTo>
                  <a:pt x="1323232" y="157618"/>
                </a:lnTo>
                <a:lnTo>
                  <a:pt x="1298421" y="156060"/>
                </a:lnTo>
                <a:lnTo>
                  <a:pt x="1273747" y="154433"/>
                </a:lnTo>
                <a:lnTo>
                  <a:pt x="1249213" y="152740"/>
                </a:lnTo>
                <a:lnTo>
                  <a:pt x="1224824" y="150981"/>
                </a:lnTo>
                <a:lnTo>
                  <a:pt x="1200584" y="149160"/>
                </a:lnTo>
                <a:lnTo>
                  <a:pt x="1176496" y="147279"/>
                </a:lnTo>
                <a:lnTo>
                  <a:pt x="1152564" y="145339"/>
                </a:lnTo>
                <a:lnTo>
                  <a:pt x="1128794" y="143344"/>
                </a:lnTo>
                <a:lnTo>
                  <a:pt x="1105188" y="141294"/>
                </a:lnTo>
                <a:lnTo>
                  <a:pt x="1081751" y="139193"/>
                </a:lnTo>
                <a:lnTo>
                  <a:pt x="1058487" y="137042"/>
                </a:lnTo>
                <a:lnTo>
                  <a:pt x="1035399" y="134843"/>
                </a:lnTo>
                <a:lnTo>
                  <a:pt x="1012493" y="132599"/>
                </a:lnTo>
                <a:lnTo>
                  <a:pt x="989771" y="130313"/>
                </a:lnTo>
                <a:lnTo>
                  <a:pt x="967239" y="127985"/>
                </a:lnTo>
                <a:lnTo>
                  <a:pt x="944899" y="125618"/>
                </a:lnTo>
                <a:lnTo>
                  <a:pt x="922757" y="123215"/>
                </a:lnTo>
                <a:lnTo>
                  <a:pt x="900815" y="120777"/>
                </a:lnTo>
                <a:lnTo>
                  <a:pt x="879079" y="118308"/>
                </a:lnTo>
                <a:lnTo>
                  <a:pt x="857553" y="115807"/>
                </a:lnTo>
                <a:lnTo>
                  <a:pt x="836239" y="113279"/>
                </a:lnTo>
                <a:lnTo>
                  <a:pt x="815143" y="110725"/>
                </a:lnTo>
                <a:lnTo>
                  <a:pt x="794268" y="108148"/>
                </a:lnTo>
                <a:lnTo>
                  <a:pt x="773618" y="105549"/>
                </a:lnTo>
                <a:lnTo>
                  <a:pt x="753198" y="102930"/>
                </a:lnTo>
                <a:lnTo>
                  <a:pt x="733012" y="100294"/>
                </a:lnTo>
                <a:lnTo>
                  <a:pt x="713062" y="97644"/>
                </a:lnTo>
                <a:lnTo>
                  <a:pt x="693355" y="94980"/>
                </a:lnTo>
                <a:lnTo>
                  <a:pt x="673893" y="92306"/>
                </a:lnTo>
                <a:lnTo>
                  <a:pt x="654681" y="89623"/>
                </a:lnTo>
                <a:lnTo>
                  <a:pt x="635722" y="86934"/>
                </a:lnTo>
                <a:lnTo>
                  <a:pt x="617022" y="84240"/>
                </a:lnTo>
                <a:lnTo>
                  <a:pt x="598583" y="81545"/>
                </a:lnTo>
                <a:lnTo>
                  <a:pt x="580409" y="78849"/>
                </a:lnTo>
                <a:lnTo>
                  <a:pt x="562506" y="76156"/>
                </a:lnTo>
                <a:lnTo>
                  <a:pt x="544877" y="73467"/>
                </a:lnTo>
                <a:lnTo>
                  <a:pt x="527525" y="70785"/>
                </a:lnTo>
                <a:lnTo>
                  <a:pt x="510456" y="68112"/>
                </a:lnTo>
                <a:lnTo>
                  <a:pt x="493673" y="65449"/>
                </a:lnTo>
                <a:lnTo>
                  <a:pt x="477179" y="62799"/>
                </a:lnTo>
                <a:lnTo>
                  <a:pt x="460980" y="60165"/>
                </a:lnTo>
                <a:lnTo>
                  <a:pt x="445079" y="57548"/>
                </a:lnTo>
                <a:lnTo>
                  <a:pt x="429481" y="54951"/>
                </a:lnTo>
                <a:lnTo>
                  <a:pt x="414188" y="52375"/>
                </a:lnTo>
                <a:lnTo>
                  <a:pt x="399206" y="49823"/>
                </a:lnTo>
                <a:lnTo>
                  <a:pt x="384538" y="47297"/>
                </a:lnTo>
                <a:lnTo>
                  <a:pt x="370189" y="44800"/>
                </a:lnTo>
                <a:lnTo>
                  <a:pt x="356162" y="42332"/>
                </a:lnTo>
                <a:lnTo>
                  <a:pt x="342462" y="39897"/>
                </a:lnTo>
                <a:lnTo>
                  <a:pt x="329092" y="37497"/>
                </a:lnTo>
                <a:lnTo>
                  <a:pt x="316057" y="35134"/>
                </a:lnTo>
                <a:lnTo>
                  <a:pt x="303360" y="32810"/>
                </a:lnTo>
                <a:lnTo>
                  <a:pt x="291006" y="30526"/>
                </a:lnTo>
                <a:lnTo>
                  <a:pt x="278999" y="28286"/>
                </a:lnTo>
                <a:lnTo>
                  <a:pt x="267342" y="26092"/>
                </a:lnTo>
                <a:lnTo>
                  <a:pt x="256040" y="23945"/>
                </a:lnTo>
                <a:lnTo>
                  <a:pt x="245097" y="21848"/>
                </a:lnTo>
                <a:lnTo>
                  <a:pt x="234517" y="19803"/>
                </a:lnTo>
                <a:lnTo>
                  <a:pt x="224304" y="17812"/>
                </a:lnTo>
                <a:lnTo>
                  <a:pt x="214462" y="15877"/>
                </a:lnTo>
                <a:lnTo>
                  <a:pt x="204995" y="14000"/>
                </a:lnTo>
                <a:lnTo>
                  <a:pt x="195907" y="12185"/>
                </a:lnTo>
                <a:lnTo>
                  <a:pt x="187202" y="10432"/>
                </a:lnTo>
                <a:lnTo>
                  <a:pt x="178884" y="8743"/>
                </a:lnTo>
                <a:lnTo>
                  <a:pt x="170957" y="7122"/>
                </a:lnTo>
                <a:lnTo>
                  <a:pt x="163426" y="5570"/>
                </a:lnTo>
                <a:lnTo>
                  <a:pt x="156294" y="4090"/>
                </a:lnTo>
                <a:lnTo>
                  <a:pt x="149565" y="2683"/>
                </a:lnTo>
                <a:lnTo>
                  <a:pt x="143244" y="1352"/>
                </a:lnTo>
                <a:lnTo>
                  <a:pt x="137333" y="98"/>
                </a:lnTo>
                <a:lnTo>
                  <a:pt x="122233" y="0"/>
                </a:lnTo>
                <a:lnTo>
                  <a:pt x="108810" y="5610"/>
                </a:lnTo>
                <a:lnTo>
                  <a:pt x="98549" y="15927"/>
                </a:lnTo>
                <a:lnTo>
                  <a:pt x="92936" y="29949"/>
                </a:lnTo>
                <a:lnTo>
                  <a:pt x="0" y="547165"/>
                </a:lnTo>
                <a:lnTo>
                  <a:pt x="122" y="561174"/>
                </a:lnTo>
                <a:close/>
                <a:moveTo>
                  <a:pt x="3500473" y="566996"/>
                </a:moveTo>
                <a:lnTo>
                  <a:pt x="3492692" y="571060"/>
                </a:lnTo>
                <a:lnTo>
                  <a:pt x="3487114" y="572329"/>
                </a:lnTo>
                <a:lnTo>
                  <a:pt x="3481123" y="573684"/>
                </a:lnTo>
                <a:lnTo>
                  <a:pt x="3474722" y="575121"/>
                </a:lnTo>
                <a:lnTo>
                  <a:pt x="3467915" y="576640"/>
                </a:lnTo>
                <a:lnTo>
                  <a:pt x="3460706" y="578238"/>
                </a:lnTo>
                <a:lnTo>
                  <a:pt x="3453099" y="579913"/>
                </a:lnTo>
                <a:lnTo>
                  <a:pt x="3445099" y="581662"/>
                </a:lnTo>
                <a:lnTo>
                  <a:pt x="3436710" y="583483"/>
                </a:lnTo>
                <a:lnTo>
                  <a:pt x="3427935" y="585375"/>
                </a:lnTo>
                <a:lnTo>
                  <a:pt x="3418779" y="587335"/>
                </a:lnTo>
                <a:lnTo>
                  <a:pt x="3409246" y="589361"/>
                </a:lnTo>
                <a:lnTo>
                  <a:pt x="3399340" y="591450"/>
                </a:lnTo>
                <a:lnTo>
                  <a:pt x="3389065" y="593600"/>
                </a:lnTo>
                <a:lnTo>
                  <a:pt x="3378425" y="595810"/>
                </a:lnTo>
                <a:lnTo>
                  <a:pt x="3367425" y="598077"/>
                </a:lnTo>
                <a:lnTo>
                  <a:pt x="3356068" y="600398"/>
                </a:lnTo>
                <a:lnTo>
                  <a:pt x="3344359" y="602772"/>
                </a:lnTo>
                <a:lnTo>
                  <a:pt x="3332301" y="605197"/>
                </a:lnTo>
                <a:lnTo>
                  <a:pt x="3319899" y="607670"/>
                </a:lnTo>
                <a:lnTo>
                  <a:pt x="3307157" y="610189"/>
                </a:lnTo>
                <a:lnTo>
                  <a:pt x="3294078" y="612751"/>
                </a:lnTo>
                <a:lnTo>
                  <a:pt x="3280668" y="615355"/>
                </a:lnTo>
                <a:lnTo>
                  <a:pt x="3266930" y="617999"/>
                </a:lnTo>
                <a:lnTo>
                  <a:pt x="3252868" y="620680"/>
                </a:lnTo>
                <a:lnTo>
                  <a:pt x="3238487" y="623396"/>
                </a:lnTo>
                <a:lnTo>
                  <a:pt x="3223790" y="626145"/>
                </a:lnTo>
                <a:lnTo>
                  <a:pt x="3208782" y="628924"/>
                </a:lnTo>
                <a:lnTo>
                  <a:pt x="3193467" y="631732"/>
                </a:lnTo>
                <a:lnTo>
                  <a:pt x="3177848" y="634566"/>
                </a:lnTo>
                <a:lnTo>
                  <a:pt x="3161930" y="637424"/>
                </a:lnTo>
                <a:lnTo>
                  <a:pt x="3145717" y="640304"/>
                </a:lnTo>
                <a:lnTo>
                  <a:pt x="3129213" y="643203"/>
                </a:lnTo>
                <a:lnTo>
                  <a:pt x="3112423" y="646120"/>
                </a:lnTo>
                <a:lnTo>
                  <a:pt x="3095350" y="649052"/>
                </a:lnTo>
                <a:lnTo>
                  <a:pt x="3077998" y="651998"/>
                </a:lnTo>
                <a:lnTo>
                  <a:pt x="3060372" y="654954"/>
                </a:lnTo>
                <a:lnTo>
                  <a:pt x="3042476" y="657919"/>
                </a:lnTo>
                <a:lnTo>
                  <a:pt x="3024313" y="660890"/>
                </a:lnTo>
                <a:lnTo>
                  <a:pt x="3005888" y="663866"/>
                </a:lnTo>
                <a:lnTo>
                  <a:pt x="2987205" y="666843"/>
                </a:lnTo>
                <a:lnTo>
                  <a:pt x="2968268" y="669821"/>
                </a:lnTo>
                <a:lnTo>
                  <a:pt x="2949082" y="672796"/>
                </a:lnTo>
                <a:lnTo>
                  <a:pt x="2929649" y="675766"/>
                </a:lnTo>
                <a:lnTo>
                  <a:pt x="2909975" y="678730"/>
                </a:lnTo>
                <a:lnTo>
                  <a:pt x="2890064" y="681685"/>
                </a:lnTo>
                <a:lnTo>
                  <a:pt x="2869919" y="684629"/>
                </a:lnTo>
                <a:lnTo>
                  <a:pt x="2849545" y="687559"/>
                </a:lnTo>
                <a:lnTo>
                  <a:pt x="2828946" y="690474"/>
                </a:lnTo>
                <a:lnTo>
                  <a:pt x="2808125" y="693372"/>
                </a:lnTo>
                <a:lnTo>
                  <a:pt x="2787088" y="696249"/>
                </a:lnTo>
                <a:lnTo>
                  <a:pt x="2765837" y="699104"/>
                </a:lnTo>
                <a:lnTo>
                  <a:pt x="2744378" y="701935"/>
                </a:lnTo>
                <a:lnTo>
                  <a:pt x="2722715" y="704740"/>
                </a:lnTo>
                <a:lnTo>
                  <a:pt x="2700851" y="707516"/>
                </a:lnTo>
                <a:lnTo>
                  <a:pt x="2678790" y="710260"/>
                </a:lnTo>
                <a:lnTo>
                  <a:pt x="2656537" y="712972"/>
                </a:lnTo>
                <a:lnTo>
                  <a:pt x="2634096" y="715649"/>
                </a:lnTo>
                <a:lnTo>
                  <a:pt x="2611470" y="718288"/>
                </a:lnTo>
                <a:lnTo>
                  <a:pt x="2588665" y="720887"/>
                </a:lnTo>
                <a:lnTo>
                  <a:pt x="2565684" y="723444"/>
                </a:lnTo>
                <a:lnTo>
                  <a:pt x="2542531" y="725958"/>
                </a:lnTo>
                <a:lnTo>
                  <a:pt x="2519210" y="728425"/>
                </a:lnTo>
                <a:lnTo>
                  <a:pt x="2495725" y="730843"/>
                </a:lnTo>
                <a:lnTo>
                  <a:pt x="2472081" y="733211"/>
                </a:lnTo>
                <a:lnTo>
                  <a:pt x="2448282" y="735526"/>
                </a:lnTo>
                <a:lnTo>
                  <a:pt x="2424332" y="737786"/>
                </a:lnTo>
                <a:lnTo>
                  <a:pt x="2400234" y="739989"/>
                </a:lnTo>
                <a:lnTo>
                  <a:pt x="2375993" y="742132"/>
                </a:lnTo>
                <a:lnTo>
                  <a:pt x="2351613" y="744214"/>
                </a:lnTo>
                <a:lnTo>
                  <a:pt x="2327099" y="746231"/>
                </a:lnTo>
                <a:lnTo>
                  <a:pt x="2302453" y="748183"/>
                </a:lnTo>
                <a:lnTo>
                  <a:pt x="2277681" y="750066"/>
                </a:lnTo>
                <a:lnTo>
                  <a:pt x="2252787" y="751879"/>
                </a:lnTo>
                <a:lnTo>
                  <a:pt x="2227774" y="753620"/>
                </a:lnTo>
                <a:lnTo>
                  <a:pt x="2202646" y="755285"/>
                </a:lnTo>
                <a:lnTo>
                  <a:pt x="2177409" y="756873"/>
                </a:lnTo>
                <a:lnTo>
                  <a:pt x="2152065" y="758383"/>
                </a:lnTo>
                <a:lnTo>
                  <a:pt x="2126619" y="759810"/>
                </a:lnTo>
                <a:lnTo>
                  <a:pt x="2101076" y="761154"/>
                </a:lnTo>
                <a:lnTo>
                  <a:pt x="2075438" y="762413"/>
                </a:lnTo>
                <a:lnTo>
                  <a:pt x="2049711" y="763583"/>
                </a:lnTo>
                <a:lnTo>
                  <a:pt x="2023899" y="764663"/>
                </a:lnTo>
                <a:lnTo>
                  <a:pt x="1998005" y="765650"/>
                </a:lnTo>
                <a:lnTo>
                  <a:pt x="1972033" y="766543"/>
                </a:lnTo>
                <a:lnTo>
                  <a:pt x="1945988" y="767339"/>
                </a:lnTo>
                <a:lnTo>
                  <a:pt x="1919874" y="768036"/>
                </a:lnTo>
                <a:lnTo>
                  <a:pt x="1893695" y="768632"/>
                </a:lnTo>
                <a:lnTo>
                  <a:pt x="1867455" y="769125"/>
                </a:lnTo>
                <a:lnTo>
                  <a:pt x="1841159" y="769512"/>
                </a:lnTo>
                <a:lnTo>
                  <a:pt x="1814809" y="769791"/>
                </a:lnTo>
                <a:lnTo>
                  <a:pt x="1788411" y="769960"/>
                </a:lnTo>
                <a:lnTo>
                  <a:pt x="1761968" y="770017"/>
                </a:lnTo>
                <a:lnTo>
                  <a:pt x="1735525" y="769960"/>
                </a:lnTo>
                <a:lnTo>
                  <a:pt x="1709127" y="769791"/>
                </a:lnTo>
                <a:lnTo>
                  <a:pt x="1682777" y="769512"/>
                </a:lnTo>
                <a:lnTo>
                  <a:pt x="1656481" y="769125"/>
                </a:lnTo>
                <a:lnTo>
                  <a:pt x="1630241" y="768632"/>
                </a:lnTo>
                <a:lnTo>
                  <a:pt x="1604062" y="768036"/>
                </a:lnTo>
                <a:lnTo>
                  <a:pt x="1577948" y="767339"/>
                </a:lnTo>
                <a:lnTo>
                  <a:pt x="1551903" y="766543"/>
                </a:lnTo>
                <a:lnTo>
                  <a:pt x="1525931" y="765650"/>
                </a:lnTo>
                <a:lnTo>
                  <a:pt x="1500037" y="764663"/>
                </a:lnTo>
                <a:lnTo>
                  <a:pt x="1474224" y="763583"/>
                </a:lnTo>
                <a:lnTo>
                  <a:pt x="1448497" y="762413"/>
                </a:lnTo>
                <a:lnTo>
                  <a:pt x="1422860" y="761154"/>
                </a:lnTo>
                <a:lnTo>
                  <a:pt x="1397316" y="759810"/>
                </a:lnTo>
                <a:lnTo>
                  <a:pt x="1371871" y="758382"/>
                </a:lnTo>
                <a:lnTo>
                  <a:pt x="1346527" y="756873"/>
                </a:lnTo>
                <a:lnTo>
                  <a:pt x="1321289" y="755285"/>
                </a:lnTo>
                <a:lnTo>
                  <a:pt x="1296162" y="753619"/>
                </a:lnTo>
                <a:lnTo>
                  <a:pt x="1271149" y="751879"/>
                </a:lnTo>
                <a:lnTo>
                  <a:pt x="1246254" y="750066"/>
                </a:lnTo>
                <a:lnTo>
                  <a:pt x="1221482" y="748183"/>
                </a:lnTo>
                <a:lnTo>
                  <a:pt x="1196837" y="746231"/>
                </a:lnTo>
                <a:lnTo>
                  <a:pt x="1172322" y="744214"/>
                </a:lnTo>
                <a:lnTo>
                  <a:pt x="1147943" y="742132"/>
                </a:lnTo>
                <a:lnTo>
                  <a:pt x="1123702" y="739989"/>
                </a:lnTo>
                <a:lnTo>
                  <a:pt x="1099604" y="737786"/>
                </a:lnTo>
                <a:lnTo>
                  <a:pt x="1075653" y="735526"/>
                </a:lnTo>
                <a:lnTo>
                  <a:pt x="1051854" y="733211"/>
                </a:lnTo>
                <a:lnTo>
                  <a:pt x="1028210" y="730843"/>
                </a:lnTo>
                <a:lnTo>
                  <a:pt x="1004726" y="728425"/>
                </a:lnTo>
                <a:lnTo>
                  <a:pt x="981405" y="725958"/>
                </a:lnTo>
                <a:lnTo>
                  <a:pt x="958252" y="723444"/>
                </a:lnTo>
                <a:lnTo>
                  <a:pt x="935271" y="720887"/>
                </a:lnTo>
                <a:lnTo>
                  <a:pt x="912465" y="718288"/>
                </a:lnTo>
                <a:lnTo>
                  <a:pt x="889840" y="715649"/>
                </a:lnTo>
                <a:lnTo>
                  <a:pt x="867399" y="712972"/>
                </a:lnTo>
                <a:lnTo>
                  <a:pt x="845146" y="710260"/>
                </a:lnTo>
                <a:lnTo>
                  <a:pt x="823085" y="707515"/>
                </a:lnTo>
                <a:lnTo>
                  <a:pt x="801221" y="704740"/>
                </a:lnTo>
                <a:lnTo>
                  <a:pt x="779557" y="701935"/>
                </a:lnTo>
                <a:lnTo>
                  <a:pt x="758098" y="699104"/>
                </a:lnTo>
                <a:lnTo>
                  <a:pt x="736848" y="696249"/>
                </a:lnTo>
                <a:lnTo>
                  <a:pt x="715810" y="693372"/>
                </a:lnTo>
                <a:lnTo>
                  <a:pt x="694990" y="690474"/>
                </a:lnTo>
                <a:lnTo>
                  <a:pt x="674391" y="687559"/>
                </a:lnTo>
                <a:lnTo>
                  <a:pt x="654017" y="684629"/>
                </a:lnTo>
                <a:lnTo>
                  <a:pt x="633872" y="681685"/>
                </a:lnTo>
                <a:lnTo>
                  <a:pt x="613960" y="678730"/>
                </a:lnTo>
                <a:lnTo>
                  <a:pt x="594286" y="675766"/>
                </a:lnTo>
                <a:lnTo>
                  <a:pt x="574854" y="672796"/>
                </a:lnTo>
                <a:lnTo>
                  <a:pt x="555667" y="669820"/>
                </a:lnTo>
                <a:lnTo>
                  <a:pt x="536730" y="666843"/>
                </a:lnTo>
                <a:lnTo>
                  <a:pt x="518048" y="663865"/>
                </a:lnTo>
                <a:lnTo>
                  <a:pt x="499623" y="660890"/>
                </a:lnTo>
                <a:lnTo>
                  <a:pt x="481460" y="657919"/>
                </a:lnTo>
                <a:lnTo>
                  <a:pt x="463563" y="654954"/>
                </a:lnTo>
                <a:lnTo>
                  <a:pt x="445937" y="651998"/>
                </a:lnTo>
                <a:lnTo>
                  <a:pt x="428586" y="649052"/>
                </a:lnTo>
                <a:lnTo>
                  <a:pt x="411513" y="646120"/>
                </a:lnTo>
                <a:lnTo>
                  <a:pt x="394722" y="643203"/>
                </a:lnTo>
                <a:lnTo>
                  <a:pt x="378218" y="640303"/>
                </a:lnTo>
                <a:lnTo>
                  <a:pt x="362006" y="637424"/>
                </a:lnTo>
                <a:lnTo>
                  <a:pt x="346088" y="634565"/>
                </a:lnTo>
                <a:lnTo>
                  <a:pt x="330469" y="631731"/>
                </a:lnTo>
                <a:lnTo>
                  <a:pt x="315153" y="628924"/>
                </a:lnTo>
                <a:lnTo>
                  <a:pt x="300145" y="626144"/>
                </a:lnTo>
                <a:lnTo>
                  <a:pt x="285448" y="623396"/>
                </a:lnTo>
                <a:lnTo>
                  <a:pt x="271067" y="620680"/>
                </a:lnTo>
                <a:lnTo>
                  <a:pt x="257005" y="617999"/>
                </a:lnTo>
                <a:lnTo>
                  <a:pt x="243267" y="615355"/>
                </a:lnTo>
                <a:lnTo>
                  <a:pt x="229857" y="612751"/>
                </a:lnTo>
                <a:lnTo>
                  <a:pt x="216779" y="610188"/>
                </a:lnTo>
                <a:lnTo>
                  <a:pt x="204037" y="607670"/>
                </a:lnTo>
                <a:lnTo>
                  <a:pt x="191635" y="605197"/>
                </a:lnTo>
                <a:lnTo>
                  <a:pt x="179577" y="602772"/>
                </a:lnTo>
                <a:lnTo>
                  <a:pt x="167867" y="600398"/>
                </a:lnTo>
                <a:lnTo>
                  <a:pt x="156510" y="598076"/>
                </a:lnTo>
                <a:lnTo>
                  <a:pt x="145510" y="595810"/>
                </a:lnTo>
                <a:lnTo>
                  <a:pt x="134870" y="593600"/>
                </a:lnTo>
                <a:lnTo>
                  <a:pt x="124595" y="591449"/>
                </a:lnTo>
                <a:lnTo>
                  <a:pt x="114689" y="589360"/>
                </a:lnTo>
                <a:lnTo>
                  <a:pt x="105156" y="587335"/>
                </a:lnTo>
                <a:lnTo>
                  <a:pt x="96000" y="585375"/>
                </a:lnTo>
                <a:lnTo>
                  <a:pt x="87225" y="583483"/>
                </a:lnTo>
                <a:lnTo>
                  <a:pt x="78836" y="581662"/>
                </a:lnTo>
                <a:lnTo>
                  <a:pt x="70836" y="579912"/>
                </a:lnTo>
                <a:lnTo>
                  <a:pt x="63229" y="578238"/>
                </a:lnTo>
                <a:lnTo>
                  <a:pt x="56021" y="576640"/>
                </a:lnTo>
                <a:lnTo>
                  <a:pt x="49213" y="575121"/>
                </a:lnTo>
                <a:lnTo>
                  <a:pt x="42812" y="573683"/>
                </a:lnTo>
                <a:lnTo>
                  <a:pt x="36821" y="572329"/>
                </a:lnTo>
                <a:lnTo>
                  <a:pt x="31243" y="571060"/>
                </a:lnTo>
                <a:lnTo>
                  <a:pt x="23462" y="566996"/>
                </a:lnTo>
                <a:lnTo>
                  <a:pt x="18745" y="559711"/>
                </a:lnTo>
                <a:lnTo>
                  <a:pt x="18127" y="550422"/>
                </a:lnTo>
                <a:lnTo>
                  <a:pt x="111065" y="33206"/>
                </a:lnTo>
                <a:lnTo>
                  <a:pt x="115407" y="24136"/>
                </a:lnTo>
                <a:lnTo>
                  <a:pt x="123479" y="18709"/>
                </a:lnTo>
                <a:lnTo>
                  <a:pt x="133500" y="18113"/>
                </a:lnTo>
                <a:lnTo>
                  <a:pt x="139428" y="19370"/>
                </a:lnTo>
                <a:lnTo>
                  <a:pt x="145769" y="20705"/>
                </a:lnTo>
                <a:lnTo>
                  <a:pt x="152517" y="22116"/>
                </a:lnTo>
                <a:lnTo>
                  <a:pt x="159670" y="23601"/>
                </a:lnTo>
                <a:lnTo>
                  <a:pt x="167222" y="25157"/>
                </a:lnTo>
                <a:lnTo>
                  <a:pt x="175171" y="26783"/>
                </a:lnTo>
                <a:lnTo>
                  <a:pt x="183511" y="28476"/>
                </a:lnTo>
                <a:lnTo>
                  <a:pt x="192239" y="30234"/>
                </a:lnTo>
                <a:lnTo>
                  <a:pt x="201351" y="32054"/>
                </a:lnTo>
                <a:lnTo>
                  <a:pt x="210843" y="33936"/>
                </a:lnTo>
                <a:lnTo>
                  <a:pt x="220710" y="35876"/>
                </a:lnTo>
                <a:lnTo>
                  <a:pt x="230949" y="37872"/>
                </a:lnTo>
                <a:lnTo>
                  <a:pt x="241556" y="39922"/>
                </a:lnTo>
                <a:lnTo>
                  <a:pt x="252526" y="42025"/>
                </a:lnTo>
                <a:lnTo>
                  <a:pt x="263856" y="44177"/>
                </a:lnTo>
                <a:lnTo>
                  <a:pt x="275541" y="46377"/>
                </a:lnTo>
                <a:lnTo>
                  <a:pt x="287578" y="48622"/>
                </a:lnTo>
                <a:lnTo>
                  <a:pt x="299962" y="50911"/>
                </a:lnTo>
                <a:lnTo>
                  <a:pt x="312689" y="53242"/>
                </a:lnTo>
                <a:lnTo>
                  <a:pt x="325756" y="55611"/>
                </a:lnTo>
                <a:lnTo>
                  <a:pt x="339158" y="58017"/>
                </a:lnTo>
                <a:lnTo>
                  <a:pt x="352891" y="60457"/>
                </a:lnTo>
                <a:lnTo>
                  <a:pt x="366951" y="62931"/>
                </a:lnTo>
                <a:lnTo>
                  <a:pt x="381334" y="65434"/>
                </a:lnTo>
                <a:lnTo>
                  <a:pt x="396036" y="67966"/>
                </a:lnTo>
                <a:lnTo>
                  <a:pt x="411053" y="70524"/>
                </a:lnTo>
                <a:lnTo>
                  <a:pt x="426381" y="73106"/>
                </a:lnTo>
                <a:lnTo>
                  <a:pt x="442016" y="75710"/>
                </a:lnTo>
                <a:lnTo>
                  <a:pt x="457954" y="78333"/>
                </a:lnTo>
                <a:lnTo>
                  <a:pt x="474191" y="80973"/>
                </a:lnTo>
                <a:lnTo>
                  <a:pt x="490722" y="83629"/>
                </a:lnTo>
                <a:lnTo>
                  <a:pt x="507544" y="86298"/>
                </a:lnTo>
                <a:lnTo>
                  <a:pt x="524653" y="88978"/>
                </a:lnTo>
                <a:lnTo>
                  <a:pt x="542044" y="91666"/>
                </a:lnTo>
                <a:lnTo>
                  <a:pt x="559714" y="94361"/>
                </a:lnTo>
                <a:lnTo>
                  <a:pt x="577658" y="97060"/>
                </a:lnTo>
                <a:lnTo>
                  <a:pt x="595873" y="99762"/>
                </a:lnTo>
                <a:lnTo>
                  <a:pt x="614354" y="102464"/>
                </a:lnTo>
                <a:lnTo>
                  <a:pt x="633098" y="105163"/>
                </a:lnTo>
                <a:lnTo>
                  <a:pt x="652100" y="107859"/>
                </a:lnTo>
                <a:lnTo>
                  <a:pt x="671356" y="110548"/>
                </a:lnTo>
                <a:lnTo>
                  <a:pt x="690862" y="113228"/>
                </a:lnTo>
                <a:lnTo>
                  <a:pt x="710614" y="115898"/>
                </a:lnTo>
                <a:lnTo>
                  <a:pt x="730609" y="118554"/>
                </a:lnTo>
                <a:lnTo>
                  <a:pt x="750842" y="121196"/>
                </a:lnTo>
                <a:lnTo>
                  <a:pt x="771308" y="123820"/>
                </a:lnTo>
                <a:lnTo>
                  <a:pt x="792005" y="126425"/>
                </a:lnTo>
                <a:lnTo>
                  <a:pt x="812927" y="129009"/>
                </a:lnTo>
                <a:lnTo>
                  <a:pt x="834072" y="131569"/>
                </a:lnTo>
                <a:lnTo>
                  <a:pt x="855434" y="134102"/>
                </a:lnTo>
                <a:lnTo>
                  <a:pt x="877010" y="136608"/>
                </a:lnTo>
                <a:lnTo>
                  <a:pt x="898796" y="139084"/>
                </a:lnTo>
                <a:lnTo>
                  <a:pt x="920787" y="141527"/>
                </a:lnTo>
                <a:lnTo>
                  <a:pt x="942980" y="143935"/>
                </a:lnTo>
                <a:lnTo>
                  <a:pt x="965371" y="146307"/>
                </a:lnTo>
                <a:lnTo>
                  <a:pt x="987955" y="148640"/>
                </a:lnTo>
                <a:lnTo>
                  <a:pt x="1010728" y="150932"/>
                </a:lnTo>
                <a:lnTo>
                  <a:pt x="1033687" y="153181"/>
                </a:lnTo>
                <a:lnTo>
                  <a:pt x="1056828" y="155384"/>
                </a:lnTo>
                <a:lnTo>
                  <a:pt x="1080146" y="157540"/>
                </a:lnTo>
                <a:lnTo>
                  <a:pt x="1103637" y="159646"/>
                </a:lnTo>
                <a:lnTo>
                  <a:pt x="1127297" y="161700"/>
                </a:lnTo>
                <a:lnTo>
                  <a:pt x="1151123" y="163700"/>
                </a:lnTo>
                <a:lnTo>
                  <a:pt x="1175109" y="165644"/>
                </a:lnTo>
                <a:lnTo>
                  <a:pt x="1199253" y="167529"/>
                </a:lnTo>
                <a:lnTo>
                  <a:pt x="1223550" y="169354"/>
                </a:lnTo>
                <a:lnTo>
                  <a:pt x="1247996" y="171117"/>
                </a:lnTo>
                <a:lnTo>
                  <a:pt x="1272586" y="172814"/>
                </a:lnTo>
                <a:lnTo>
                  <a:pt x="1297318" y="174444"/>
                </a:lnTo>
                <a:lnTo>
                  <a:pt x="1322187" y="176006"/>
                </a:lnTo>
                <a:lnTo>
                  <a:pt x="1347188" y="177495"/>
                </a:lnTo>
                <a:lnTo>
                  <a:pt x="1372318" y="178912"/>
                </a:lnTo>
                <a:lnTo>
                  <a:pt x="1397573" y="180252"/>
                </a:lnTo>
                <a:lnTo>
                  <a:pt x="1422948" y="181515"/>
                </a:lnTo>
                <a:lnTo>
                  <a:pt x="1448440" y="182698"/>
                </a:lnTo>
                <a:lnTo>
                  <a:pt x="1474045" y="183799"/>
                </a:lnTo>
                <a:lnTo>
                  <a:pt x="1499758" y="184815"/>
                </a:lnTo>
                <a:lnTo>
                  <a:pt x="1525576" y="185744"/>
                </a:lnTo>
                <a:lnTo>
                  <a:pt x="1551494" y="186586"/>
                </a:lnTo>
                <a:lnTo>
                  <a:pt x="1577508" y="187336"/>
                </a:lnTo>
                <a:lnTo>
                  <a:pt x="1603615" y="187993"/>
                </a:lnTo>
                <a:lnTo>
                  <a:pt x="1629810" y="188555"/>
                </a:lnTo>
                <a:lnTo>
                  <a:pt x="1656090" y="189020"/>
                </a:lnTo>
                <a:lnTo>
                  <a:pt x="1682449" y="189385"/>
                </a:lnTo>
                <a:lnTo>
                  <a:pt x="1708885" y="189648"/>
                </a:lnTo>
                <a:lnTo>
                  <a:pt x="1735392" y="189808"/>
                </a:lnTo>
                <a:lnTo>
                  <a:pt x="1761968" y="189862"/>
                </a:lnTo>
                <a:lnTo>
                  <a:pt x="1788544" y="189808"/>
                </a:lnTo>
                <a:lnTo>
                  <a:pt x="1815051" y="189648"/>
                </a:lnTo>
                <a:lnTo>
                  <a:pt x="1841487" y="189385"/>
                </a:lnTo>
                <a:lnTo>
                  <a:pt x="1867847" y="189020"/>
                </a:lnTo>
                <a:lnTo>
                  <a:pt x="1894126" y="188555"/>
                </a:lnTo>
                <a:lnTo>
                  <a:pt x="1920321" y="187993"/>
                </a:lnTo>
                <a:lnTo>
                  <a:pt x="1946428" y="187336"/>
                </a:lnTo>
                <a:lnTo>
                  <a:pt x="1972442" y="186586"/>
                </a:lnTo>
                <a:lnTo>
                  <a:pt x="1998360" y="185744"/>
                </a:lnTo>
                <a:lnTo>
                  <a:pt x="2024178" y="184815"/>
                </a:lnTo>
                <a:lnTo>
                  <a:pt x="2049891" y="183799"/>
                </a:lnTo>
                <a:lnTo>
                  <a:pt x="2075496" y="182698"/>
                </a:lnTo>
                <a:lnTo>
                  <a:pt x="2100988" y="181515"/>
                </a:lnTo>
                <a:lnTo>
                  <a:pt x="2126363" y="180252"/>
                </a:lnTo>
                <a:lnTo>
                  <a:pt x="2151618" y="178912"/>
                </a:lnTo>
                <a:lnTo>
                  <a:pt x="2176748" y="177495"/>
                </a:lnTo>
                <a:lnTo>
                  <a:pt x="2201750" y="176006"/>
                </a:lnTo>
                <a:lnTo>
                  <a:pt x="2226618" y="174444"/>
                </a:lnTo>
                <a:lnTo>
                  <a:pt x="2251350" y="172814"/>
                </a:lnTo>
                <a:lnTo>
                  <a:pt x="2275940" y="171117"/>
                </a:lnTo>
                <a:lnTo>
                  <a:pt x="2300386" y="169354"/>
                </a:lnTo>
                <a:lnTo>
                  <a:pt x="2324683" y="167529"/>
                </a:lnTo>
                <a:lnTo>
                  <a:pt x="2348827" y="165644"/>
                </a:lnTo>
                <a:lnTo>
                  <a:pt x="2372814" y="163700"/>
                </a:lnTo>
                <a:lnTo>
                  <a:pt x="2396639" y="161700"/>
                </a:lnTo>
                <a:lnTo>
                  <a:pt x="2420299" y="159646"/>
                </a:lnTo>
                <a:lnTo>
                  <a:pt x="2443790" y="157540"/>
                </a:lnTo>
                <a:lnTo>
                  <a:pt x="2467108" y="155384"/>
                </a:lnTo>
                <a:lnTo>
                  <a:pt x="2490249" y="153181"/>
                </a:lnTo>
                <a:lnTo>
                  <a:pt x="2513208" y="150932"/>
                </a:lnTo>
                <a:lnTo>
                  <a:pt x="2535981" y="148640"/>
                </a:lnTo>
                <a:lnTo>
                  <a:pt x="2558565" y="146307"/>
                </a:lnTo>
                <a:lnTo>
                  <a:pt x="2580956" y="143935"/>
                </a:lnTo>
                <a:lnTo>
                  <a:pt x="2603149" y="141527"/>
                </a:lnTo>
                <a:lnTo>
                  <a:pt x="2625141" y="139084"/>
                </a:lnTo>
                <a:lnTo>
                  <a:pt x="2646926" y="136608"/>
                </a:lnTo>
                <a:lnTo>
                  <a:pt x="2668502" y="134102"/>
                </a:lnTo>
                <a:lnTo>
                  <a:pt x="2689864" y="131569"/>
                </a:lnTo>
                <a:lnTo>
                  <a:pt x="2711009" y="129009"/>
                </a:lnTo>
                <a:lnTo>
                  <a:pt x="2731931" y="126425"/>
                </a:lnTo>
                <a:lnTo>
                  <a:pt x="2752628" y="123820"/>
                </a:lnTo>
                <a:lnTo>
                  <a:pt x="2773095" y="121196"/>
                </a:lnTo>
                <a:lnTo>
                  <a:pt x="2793327" y="118554"/>
                </a:lnTo>
                <a:lnTo>
                  <a:pt x="2813322" y="115898"/>
                </a:lnTo>
                <a:lnTo>
                  <a:pt x="2833074" y="113228"/>
                </a:lnTo>
                <a:lnTo>
                  <a:pt x="2852581" y="110548"/>
                </a:lnTo>
                <a:lnTo>
                  <a:pt x="2871837" y="107859"/>
                </a:lnTo>
                <a:lnTo>
                  <a:pt x="2890838" y="105163"/>
                </a:lnTo>
                <a:lnTo>
                  <a:pt x="2909582" y="102464"/>
                </a:lnTo>
                <a:lnTo>
                  <a:pt x="2928063" y="99762"/>
                </a:lnTo>
                <a:lnTo>
                  <a:pt x="2946278" y="97060"/>
                </a:lnTo>
                <a:lnTo>
                  <a:pt x="2964222" y="94361"/>
                </a:lnTo>
                <a:lnTo>
                  <a:pt x="2981892" y="91666"/>
                </a:lnTo>
                <a:lnTo>
                  <a:pt x="2999283" y="88978"/>
                </a:lnTo>
                <a:lnTo>
                  <a:pt x="3016392" y="86298"/>
                </a:lnTo>
                <a:lnTo>
                  <a:pt x="3033214" y="83629"/>
                </a:lnTo>
                <a:lnTo>
                  <a:pt x="3049745" y="80973"/>
                </a:lnTo>
                <a:lnTo>
                  <a:pt x="3065982" y="78333"/>
                </a:lnTo>
                <a:lnTo>
                  <a:pt x="3081920" y="75710"/>
                </a:lnTo>
                <a:lnTo>
                  <a:pt x="3097555" y="73106"/>
                </a:lnTo>
                <a:lnTo>
                  <a:pt x="3112883" y="70524"/>
                </a:lnTo>
                <a:lnTo>
                  <a:pt x="3127900" y="67966"/>
                </a:lnTo>
                <a:lnTo>
                  <a:pt x="3142602" y="65434"/>
                </a:lnTo>
                <a:lnTo>
                  <a:pt x="3156986" y="62931"/>
                </a:lnTo>
                <a:lnTo>
                  <a:pt x="3171046" y="60457"/>
                </a:lnTo>
                <a:lnTo>
                  <a:pt x="3184779" y="58017"/>
                </a:lnTo>
                <a:lnTo>
                  <a:pt x="3198180" y="55611"/>
                </a:lnTo>
                <a:lnTo>
                  <a:pt x="3211247" y="53242"/>
                </a:lnTo>
                <a:lnTo>
                  <a:pt x="3223974" y="50911"/>
                </a:lnTo>
                <a:lnTo>
                  <a:pt x="3236358" y="48622"/>
                </a:lnTo>
                <a:lnTo>
                  <a:pt x="3248395" y="46377"/>
                </a:lnTo>
                <a:lnTo>
                  <a:pt x="3260080" y="44177"/>
                </a:lnTo>
                <a:lnTo>
                  <a:pt x="3271410" y="42025"/>
                </a:lnTo>
                <a:lnTo>
                  <a:pt x="3282380" y="39922"/>
                </a:lnTo>
                <a:lnTo>
                  <a:pt x="3292987" y="37872"/>
                </a:lnTo>
                <a:lnTo>
                  <a:pt x="3303226" y="35876"/>
                </a:lnTo>
                <a:lnTo>
                  <a:pt x="3313093" y="33936"/>
                </a:lnTo>
                <a:lnTo>
                  <a:pt x="3322585" y="32054"/>
                </a:lnTo>
                <a:lnTo>
                  <a:pt x="3331697" y="30234"/>
                </a:lnTo>
                <a:lnTo>
                  <a:pt x="3340425" y="28476"/>
                </a:lnTo>
                <a:lnTo>
                  <a:pt x="3348766" y="26783"/>
                </a:lnTo>
                <a:lnTo>
                  <a:pt x="3356714" y="25157"/>
                </a:lnTo>
                <a:lnTo>
                  <a:pt x="3364266" y="23601"/>
                </a:lnTo>
                <a:lnTo>
                  <a:pt x="3371419" y="22116"/>
                </a:lnTo>
                <a:lnTo>
                  <a:pt x="3378167" y="20705"/>
                </a:lnTo>
                <a:lnTo>
                  <a:pt x="3384508" y="19370"/>
                </a:lnTo>
                <a:lnTo>
                  <a:pt x="3390436" y="18113"/>
                </a:lnTo>
                <a:lnTo>
                  <a:pt x="3400458" y="18709"/>
                </a:lnTo>
                <a:lnTo>
                  <a:pt x="3408529" y="24136"/>
                </a:lnTo>
                <a:lnTo>
                  <a:pt x="3412871" y="33206"/>
                </a:lnTo>
                <a:lnTo>
                  <a:pt x="3505809" y="550422"/>
                </a:lnTo>
                <a:lnTo>
                  <a:pt x="3505191" y="559711"/>
                </a:lnTo>
                <a:lnTo>
                  <a:pt x="3500473" y="566996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6" name="path-4324">
            <a:extLst xmlns:a="http://schemas.openxmlformats.org/drawingml/2006/main">
              <a:ext uri="{FF2B5EF4-FFF2-40B4-BE49-F238E27FC236}">
                <a16:creationId xmlns:a16="http://schemas.microsoft.com/office/drawing/2014/main" id="{20FB2F50-DD3B-43B0-958B-7E892FEE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639" y="1085723"/>
            <a:ext cx="226723" cy="242177"/>
          </a:xfrm>
          <a:custGeom xmlns:a="http://schemas.openxmlformats.org/drawingml/2006/main">
            <a:pathLst>
              <a:path w="226723" h="242177">
                <a:moveTo>
                  <a:pt x="152538" y="0"/>
                </a:moveTo>
                <a:lnTo>
                  <a:pt x="226723" y="242177"/>
                </a:lnTo>
                <a:lnTo>
                  <a:pt x="0" y="202199"/>
                </a:lnTo>
                <a:lnTo>
                  <a:pt x="152538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7" name="path-4325">
            <a:extLst xmlns:a="http://schemas.openxmlformats.org/drawingml/2006/main">
              <a:ext uri="{FF2B5EF4-FFF2-40B4-BE49-F238E27FC236}">
                <a16:creationId xmlns:a16="http://schemas.microsoft.com/office/drawing/2014/main" id="{0ED216BB-F2AD-4388-890B-0DE159BC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639" y="1085723"/>
            <a:ext cx="226723" cy="242177"/>
          </a:xfrm>
          <a:custGeom xmlns:a="http://schemas.openxmlformats.org/drawingml/2006/main">
            <a:pathLst>
              <a:path w="226723" h="242177">
                <a:moveTo>
                  <a:pt x="226723" y="242177"/>
                </a:moveTo>
                <a:lnTo>
                  <a:pt x="152539" y="0"/>
                </a:lnTo>
                <a:lnTo>
                  <a:pt x="0" y="202200"/>
                </a:lnTo>
                <a:lnTo>
                  <a:pt x="226723" y="242177"/>
                </a:lnTo>
                <a:close/>
                <a:moveTo>
                  <a:pt x="41017" y="186055"/>
                </a:moveTo>
                <a:lnTo>
                  <a:pt x="143742" y="49887"/>
                </a:lnTo>
                <a:lnTo>
                  <a:pt x="193700" y="212977"/>
                </a:lnTo>
                <a:lnTo>
                  <a:pt x="41017" y="186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8" name="path-4326">
            <a:extLst xmlns:a="http://schemas.openxmlformats.org/drawingml/2006/main">
              <a:ext uri="{FF2B5EF4-FFF2-40B4-BE49-F238E27FC236}">
                <a16:creationId xmlns:a16="http://schemas.microsoft.com/office/drawing/2014/main" id="{4E861843-77AD-4F56-BDF7-7F00B37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030" y="991135"/>
            <a:ext cx="226723" cy="242177"/>
          </a:xfrm>
          <a:custGeom xmlns:a="http://schemas.openxmlformats.org/drawingml/2006/main">
            <a:pathLst>
              <a:path w="226723" h="242177">
                <a:moveTo>
                  <a:pt x="152538" y="0"/>
                </a:moveTo>
                <a:lnTo>
                  <a:pt x="226723" y="242177"/>
                </a:lnTo>
                <a:lnTo>
                  <a:pt x="0" y="202199"/>
                </a:lnTo>
                <a:lnTo>
                  <a:pt x="152538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9" name="path-4327">
            <a:extLst xmlns:a="http://schemas.openxmlformats.org/drawingml/2006/main">
              <a:ext uri="{FF2B5EF4-FFF2-40B4-BE49-F238E27FC236}">
                <a16:creationId xmlns:a16="http://schemas.microsoft.com/office/drawing/2014/main" id="{0E78B69C-5CEF-4627-9355-71A4488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030" y="991135"/>
            <a:ext cx="226723" cy="242177"/>
          </a:xfrm>
          <a:custGeom xmlns:a="http://schemas.openxmlformats.org/drawingml/2006/main">
            <a:pathLst>
              <a:path w="226723" h="242177">
                <a:moveTo>
                  <a:pt x="226723" y="242177"/>
                </a:moveTo>
                <a:lnTo>
                  <a:pt x="152539" y="0"/>
                </a:lnTo>
                <a:lnTo>
                  <a:pt x="0" y="202200"/>
                </a:lnTo>
                <a:lnTo>
                  <a:pt x="226723" y="242177"/>
                </a:lnTo>
                <a:close/>
                <a:moveTo>
                  <a:pt x="41017" y="186055"/>
                </a:moveTo>
                <a:lnTo>
                  <a:pt x="143742" y="49887"/>
                </a:lnTo>
                <a:lnTo>
                  <a:pt x="193700" y="212977"/>
                </a:lnTo>
                <a:lnTo>
                  <a:pt x="41017" y="186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0" name="path-4328">
            <a:extLst xmlns:a="http://schemas.openxmlformats.org/drawingml/2006/main">
              <a:ext uri="{FF2B5EF4-FFF2-40B4-BE49-F238E27FC236}">
                <a16:creationId xmlns:a16="http://schemas.microsoft.com/office/drawing/2014/main" id="{FEE5C7C0-529E-44BC-8223-8CD31C18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11" y="1113798"/>
            <a:ext cx="384091" cy="85300"/>
          </a:xfrm>
          <a:custGeom xmlns:a="http://schemas.openxmlformats.org/drawingml/2006/main">
            <a:pathLst>
              <a:path w="384091" h="85300">
                <a:moveTo>
                  <a:pt x="1599" y="9069"/>
                </a:moveTo>
                <a:lnTo>
                  <a:pt x="0" y="18138"/>
                </a:lnTo>
                <a:lnTo>
                  <a:pt x="31741" y="23735"/>
                </a:lnTo>
                <a:lnTo>
                  <a:pt x="33340" y="14666"/>
                </a:lnTo>
                <a:lnTo>
                  <a:pt x="34940" y="5597"/>
                </a:lnTo>
                <a:lnTo>
                  <a:pt x="3198" y="0"/>
                </a:lnTo>
                <a:lnTo>
                  <a:pt x="1599" y="9069"/>
                </a:lnTo>
                <a:moveTo>
                  <a:pt x="96823" y="25860"/>
                </a:moveTo>
                <a:lnTo>
                  <a:pt x="95224" y="34928"/>
                </a:lnTo>
                <a:lnTo>
                  <a:pt x="158705" y="46122"/>
                </a:lnTo>
                <a:lnTo>
                  <a:pt x="160304" y="37053"/>
                </a:lnTo>
                <a:lnTo>
                  <a:pt x="161904" y="27984"/>
                </a:lnTo>
                <a:lnTo>
                  <a:pt x="98421" y="16791"/>
                </a:lnTo>
                <a:lnTo>
                  <a:pt x="96823" y="25860"/>
                </a:lnTo>
                <a:moveTo>
                  <a:pt x="223787" y="48247"/>
                </a:moveTo>
                <a:lnTo>
                  <a:pt x="222188" y="57316"/>
                </a:lnTo>
                <a:lnTo>
                  <a:pt x="285670" y="68509"/>
                </a:lnTo>
                <a:lnTo>
                  <a:pt x="287270" y="59440"/>
                </a:lnTo>
                <a:lnTo>
                  <a:pt x="288869" y="50371"/>
                </a:lnTo>
                <a:lnTo>
                  <a:pt x="225386" y="39178"/>
                </a:lnTo>
                <a:lnTo>
                  <a:pt x="223787" y="48247"/>
                </a:lnTo>
                <a:moveTo>
                  <a:pt x="350752" y="70634"/>
                </a:moveTo>
                <a:lnTo>
                  <a:pt x="349153" y="79703"/>
                </a:lnTo>
                <a:lnTo>
                  <a:pt x="380894" y="85300"/>
                </a:lnTo>
                <a:lnTo>
                  <a:pt x="382493" y="76231"/>
                </a:lnTo>
                <a:lnTo>
                  <a:pt x="384091" y="67162"/>
                </a:lnTo>
                <a:lnTo>
                  <a:pt x="352351" y="61565"/>
                </a:lnTo>
                <a:lnTo>
                  <a:pt x="350752" y="70634"/>
                </a:lnTo>
                <a:moveTo>
                  <a:pt x="1599" y="9069"/>
                </a:moveTo>
                <a:lnTo>
                  <a:pt x="0" y="18138"/>
                </a:lnTo>
                <a:lnTo>
                  <a:pt x="31741" y="23735"/>
                </a:lnTo>
                <a:lnTo>
                  <a:pt x="33340" y="14666"/>
                </a:lnTo>
                <a:lnTo>
                  <a:pt x="34940" y="5597"/>
                </a:lnTo>
                <a:lnTo>
                  <a:pt x="3198" y="0"/>
                </a:lnTo>
                <a:lnTo>
                  <a:pt x="1599" y="9069"/>
                </a:lnTo>
                <a:moveTo>
                  <a:pt x="96823" y="25860"/>
                </a:moveTo>
                <a:lnTo>
                  <a:pt x="95224" y="34928"/>
                </a:lnTo>
                <a:lnTo>
                  <a:pt x="158705" y="46122"/>
                </a:lnTo>
                <a:lnTo>
                  <a:pt x="160304" y="37053"/>
                </a:lnTo>
                <a:lnTo>
                  <a:pt x="161904" y="27984"/>
                </a:lnTo>
                <a:lnTo>
                  <a:pt x="98421" y="16791"/>
                </a:lnTo>
                <a:lnTo>
                  <a:pt x="96823" y="25860"/>
                </a:lnTo>
                <a:moveTo>
                  <a:pt x="223787" y="48247"/>
                </a:moveTo>
                <a:lnTo>
                  <a:pt x="222188" y="57316"/>
                </a:lnTo>
                <a:lnTo>
                  <a:pt x="285670" y="68509"/>
                </a:lnTo>
                <a:lnTo>
                  <a:pt x="287270" y="59440"/>
                </a:lnTo>
                <a:lnTo>
                  <a:pt x="288869" y="50371"/>
                </a:lnTo>
                <a:lnTo>
                  <a:pt x="225386" y="39178"/>
                </a:lnTo>
                <a:lnTo>
                  <a:pt x="223787" y="48247"/>
                </a:lnTo>
                <a:moveTo>
                  <a:pt x="350752" y="70634"/>
                </a:moveTo>
                <a:lnTo>
                  <a:pt x="349153" y="79703"/>
                </a:lnTo>
                <a:lnTo>
                  <a:pt x="380894" y="85300"/>
                </a:lnTo>
                <a:lnTo>
                  <a:pt x="382493" y="76231"/>
                </a:lnTo>
                <a:lnTo>
                  <a:pt x="384091" y="67162"/>
                </a:lnTo>
                <a:lnTo>
                  <a:pt x="352351" y="61565"/>
                </a:lnTo>
                <a:lnTo>
                  <a:pt x="350752" y="706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1" name="path-4329">
            <a:extLst xmlns:a="http://schemas.openxmlformats.org/drawingml/2006/main">
              <a:ext uri="{FF2B5EF4-FFF2-40B4-BE49-F238E27FC236}">
                <a16:creationId xmlns:a16="http://schemas.microsoft.com/office/drawing/2014/main" id="{84A6CBE5-E596-4C5B-95AD-75295FCE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6622" y="983442"/>
            <a:ext cx="245365" cy="245364"/>
          </a:xfrm>
          <a:custGeom xmlns:a="http://schemas.openxmlformats.org/drawingml/2006/main">
            <a:pathLst>
              <a:path w="245365" h="245364">
                <a:moveTo>
                  <a:pt x="0" y="36779"/>
                </a:moveTo>
                <a:lnTo>
                  <a:pt x="208586" y="0"/>
                </a:lnTo>
                <a:lnTo>
                  <a:pt x="245365" y="208585"/>
                </a:lnTo>
                <a:lnTo>
                  <a:pt x="36780" y="245364"/>
                </a:lnTo>
                <a:lnTo>
                  <a:pt x="0" y="36779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2" name="path-4330">
            <a:extLst xmlns:a="http://schemas.openxmlformats.org/drawingml/2006/main">
              <a:ext uri="{FF2B5EF4-FFF2-40B4-BE49-F238E27FC236}">
                <a16:creationId xmlns:a16="http://schemas.microsoft.com/office/drawing/2014/main" id="{3F08AEB8-5FFE-475B-B380-D4F6AB2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6622" y="983442"/>
            <a:ext cx="245363" cy="245364"/>
          </a:xfrm>
          <a:custGeom xmlns:a="http://schemas.openxmlformats.org/drawingml/2006/main">
            <a:pathLst>
              <a:path w="245363" h="245364">
                <a:moveTo>
                  <a:pt x="245363" y="208585"/>
                </a:moveTo>
                <a:lnTo>
                  <a:pt x="208585" y="0"/>
                </a:lnTo>
                <a:lnTo>
                  <a:pt x="0" y="36779"/>
                </a:lnTo>
                <a:lnTo>
                  <a:pt x="36779" y="245364"/>
                </a:lnTo>
                <a:lnTo>
                  <a:pt x="245363" y="208585"/>
                </a:lnTo>
                <a:close/>
                <a:moveTo>
                  <a:pt x="218694" y="189910"/>
                </a:moveTo>
                <a:lnTo>
                  <a:pt x="55454" y="218694"/>
                </a:lnTo>
                <a:lnTo>
                  <a:pt x="26671" y="55454"/>
                </a:lnTo>
                <a:lnTo>
                  <a:pt x="189911" y="26670"/>
                </a:lnTo>
                <a:lnTo>
                  <a:pt x="218694" y="189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3" name="path-4331">
            <a:extLst xmlns:a="http://schemas.openxmlformats.org/drawingml/2006/main">
              <a:ext uri="{FF2B5EF4-FFF2-40B4-BE49-F238E27FC236}">
                <a16:creationId xmlns:a16="http://schemas.microsoft.com/office/drawing/2014/main" id="{D8CEB26B-891A-4B92-9DFD-2EBF5F4D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979" y="1090441"/>
            <a:ext cx="245365" cy="245364"/>
          </a:xfrm>
          <a:custGeom xmlns:a="http://schemas.openxmlformats.org/drawingml/2006/main">
            <a:pathLst>
              <a:path w="245365" h="245364">
                <a:moveTo>
                  <a:pt x="0" y="36779"/>
                </a:moveTo>
                <a:lnTo>
                  <a:pt x="208586" y="0"/>
                </a:lnTo>
                <a:lnTo>
                  <a:pt x="245365" y="208585"/>
                </a:lnTo>
                <a:lnTo>
                  <a:pt x="36780" y="245364"/>
                </a:lnTo>
                <a:lnTo>
                  <a:pt x="0" y="36779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4" name="path-4332">
            <a:extLst xmlns:a="http://schemas.openxmlformats.org/drawingml/2006/main">
              <a:ext uri="{FF2B5EF4-FFF2-40B4-BE49-F238E27FC236}">
                <a16:creationId xmlns:a16="http://schemas.microsoft.com/office/drawing/2014/main" id="{6950CB05-D72A-41FC-9FFC-1C3DE2C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980" y="1090441"/>
            <a:ext cx="245365" cy="245364"/>
          </a:xfrm>
          <a:custGeom xmlns:a="http://schemas.openxmlformats.org/drawingml/2006/main">
            <a:pathLst>
              <a:path w="245365" h="245364">
                <a:moveTo>
                  <a:pt x="245365" y="208585"/>
                </a:moveTo>
                <a:lnTo>
                  <a:pt x="208585" y="0"/>
                </a:lnTo>
                <a:lnTo>
                  <a:pt x="0" y="36779"/>
                </a:lnTo>
                <a:lnTo>
                  <a:pt x="36780" y="245364"/>
                </a:lnTo>
                <a:lnTo>
                  <a:pt x="245365" y="208585"/>
                </a:lnTo>
                <a:close/>
                <a:moveTo>
                  <a:pt x="218693" y="189910"/>
                </a:moveTo>
                <a:lnTo>
                  <a:pt x="55453" y="218694"/>
                </a:lnTo>
                <a:lnTo>
                  <a:pt x="26669" y="55454"/>
                </a:lnTo>
                <a:lnTo>
                  <a:pt x="189909" y="26670"/>
                </a:lnTo>
                <a:lnTo>
                  <a:pt x="218693" y="189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5" name="path-4333">
            <a:extLst xmlns:a="http://schemas.openxmlformats.org/drawingml/2006/main">
              <a:ext uri="{FF2B5EF4-FFF2-40B4-BE49-F238E27FC236}">
                <a16:creationId xmlns:a16="http://schemas.microsoft.com/office/drawing/2014/main" id="{036706C4-5CB8-4901-B723-670C7AC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960" y="1115478"/>
            <a:ext cx="365953" cy="82101"/>
          </a:xfrm>
          <a:custGeom xmlns:a="http://schemas.openxmlformats.org/drawingml/2006/main">
            <a:pathLst>
              <a:path w="365953" h="82101">
                <a:moveTo>
                  <a:pt x="1599" y="73032"/>
                </a:moveTo>
                <a:lnTo>
                  <a:pt x="3197" y="82101"/>
                </a:lnTo>
                <a:lnTo>
                  <a:pt x="33427" y="76771"/>
                </a:lnTo>
                <a:lnTo>
                  <a:pt x="31828" y="67702"/>
                </a:lnTo>
                <a:lnTo>
                  <a:pt x="30230" y="58633"/>
                </a:lnTo>
                <a:lnTo>
                  <a:pt x="0" y="63964"/>
                </a:lnTo>
                <a:lnTo>
                  <a:pt x="1599" y="73032"/>
                </a:lnTo>
                <a:moveTo>
                  <a:pt x="92287" y="57042"/>
                </a:moveTo>
                <a:lnTo>
                  <a:pt x="93886" y="66110"/>
                </a:lnTo>
                <a:lnTo>
                  <a:pt x="154346" y="55450"/>
                </a:lnTo>
                <a:lnTo>
                  <a:pt x="152746" y="46381"/>
                </a:lnTo>
                <a:lnTo>
                  <a:pt x="151147" y="37312"/>
                </a:lnTo>
                <a:lnTo>
                  <a:pt x="90688" y="47973"/>
                </a:lnTo>
                <a:lnTo>
                  <a:pt x="92287" y="57042"/>
                </a:lnTo>
                <a:moveTo>
                  <a:pt x="213206" y="35720"/>
                </a:moveTo>
                <a:lnTo>
                  <a:pt x="214805" y="44789"/>
                </a:lnTo>
                <a:lnTo>
                  <a:pt x="275264" y="34129"/>
                </a:lnTo>
                <a:lnTo>
                  <a:pt x="273665" y="25060"/>
                </a:lnTo>
                <a:lnTo>
                  <a:pt x="272066" y="15991"/>
                </a:lnTo>
                <a:lnTo>
                  <a:pt x="211607" y="26651"/>
                </a:lnTo>
                <a:lnTo>
                  <a:pt x="213206" y="35720"/>
                </a:lnTo>
                <a:moveTo>
                  <a:pt x="334125" y="14399"/>
                </a:moveTo>
                <a:lnTo>
                  <a:pt x="335724" y="23468"/>
                </a:lnTo>
                <a:lnTo>
                  <a:pt x="365953" y="18138"/>
                </a:lnTo>
                <a:lnTo>
                  <a:pt x="364354" y="9069"/>
                </a:lnTo>
                <a:lnTo>
                  <a:pt x="362755" y="0"/>
                </a:lnTo>
                <a:lnTo>
                  <a:pt x="332525" y="5330"/>
                </a:lnTo>
                <a:lnTo>
                  <a:pt x="334125" y="14399"/>
                </a:lnTo>
                <a:moveTo>
                  <a:pt x="1599" y="73032"/>
                </a:moveTo>
                <a:lnTo>
                  <a:pt x="3197" y="82101"/>
                </a:lnTo>
                <a:lnTo>
                  <a:pt x="33427" y="76771"/>
                </a:lnTo>
                <a:lnTo>
                  <a:pt x="31828" y="67702"/>
                </a:lnTo>
                <a:lnTo>
                  <a:pt x="30230" y="58633"/>
                </a:lnTo>
                <a:lnTo>
                  <a:pt x="0" y="63964"/>
                </a:lnTo>
                <a:lnTo>
                  <a:pt x="1599" y="73032"/>
                </a:lnTo>
                <a:moveTo>
                  <a:pt x="92287" y="57042"/>
                </a:moveTo>
                <a:lnTo>
                  <a:pt x="93886" y="66110"/>
                </a:lnTo>
                <a:lnTo>
                  <a:pt x="154346" y="55450"/>
                </a:lnTo>
                <a:lnTo>
                  <a:pt x="152746" y="46381"/>
                </a:lnTo>
                <a:lnTo>
                  <a:pt x="151147" y="37312"/>
                </a:lnTo>
                <a:lnTo>
                  <a:pt x="90688" y="47973"/>
                </a:lnTo>
                <a:lnTo>
                  <a:pt x="92287" y="57042"/>
                </a:lnTo>
                <a:moveTo>
                  <a:pt x="213206" y="35720"/>
                </a:moveTo>
                <a:lnTo>
                  <a:pt x="214805" y="44789"/>
                </a:lnTo>
                <a:lnTo>
                  <a:pt x="275264" y="34129"/>
                </a:lnTo>
                <a:lnTo>
                  <a:pt x="273665" y="25060"/>
                </a:lnTo>
                <a:lnTo>
                  <a:pt x="272066" y="15991"/>
                </a:lnTo>
                <a:lnTo>
                  <a:pt x="211607" y="26651"/>
                </a:lnTo>
                <a:lnTo>
                  <a:pt x="213206" y="35720"/>
                </a:lnTo>
                <a:moveTo>
                  <a:pt x="334125" y="14399"/>
                </a:moveTo>
                <a:lnTo>
                  <a:pt x="335724" y="23468"/>
                </a:lnTo>
                <a:lnTo>
                  <a:pt x="365953" y="18138"/>
                </a:lnTo>
                <a:lnTo>
                  <a:pt x="364354" y="9069"/>
                </a:lnTo>
                <a:lnTo>
                  <a:pt x="362755" y="0"/>
                </a:lnTo>
                <a:lnTo>
                  <a:pt x="332525" y="5330"/>
                </a:lnTo>
                <a:lnTo>
                  <a:pt x="334125" y="143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6" name="path-4334">
            <a:extLst xmlns:a="http://schemas.openxmlformats.org/drawingml/2006/main">
              <a:ext uri="{FF2B5EF4-FFF2-40B4-BE49-F238E27FC236}">
                <a16:creationId xmlns:a16="http://schemas.microsoft.com/office/drawing/2014/main" id="{C278C44E-2EE9-441B-B97B-7D7D030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122" y="1158969"/>
            <a:ext cx="54897" cy="455670"/>
          </a:xfrm>
          <a:custGeom xmlns:a="http://schemas.openxmlformats.org/drawingml/2006/main">
            <a:pathLst>
              <a:path w="54897" h="455670">
                <a:moveTo>
                  <a:pt x="52951" y="448763"/>
                </a:moveTo>
                <a:cubicBezTo>
                  <a:pt x="52951" y="441857"/>
                  <a:pt x="52966" y="441857"/>
                  <a:pt x="52982" y="441857"/>
                </a:cubicBezTo>
                <a:cubicBezTo>
                  <a:pt x="52988" y="441857"/>
                  <a:pt x="53003" y="441857"/>
                  <a:pt x="53013" y="441857"/>
                </a:cubicBezTo>
                <a:cubicBezTo>
                  <a:pt x="53033" y="441857"/>
                  <a:pt x="53052" y="441857"/>
                  <a:pt x="53071" y="441858"/>
                </a:cubicBezTo>
                <a:cubicBezTo>
                  <a:pt x="53107" y="441858"/>
                  <a:pt x="53143" y="441859"/>
                  <a:pt x="53175" y="441860"/>
                </a:cubicBezTo>
                <a:cubicBezTo>
                  <a:pt x="53240" y="441863"/>
                  <a:pt x="53294" y="441866"/>
                  <a:pt x="53340" y="441870"/>
                </a:cubicBezTo>
                <a:cubicBezTo>
                  <a:pt x="53431" y="441877"/>
                  <a:pt x="53484" y="441884"/>
                  <a:pt x="53501" y="441887"/>
                </a:cubicBezTo>
                <a:cubicBezTo>
                  <a:pt x="53535" y="441892"/>
                  <a:pt x="53418" y="441877"/>
                  <a:pt x="53166" y="441792"/>
                </a:cubicBezTo>
                <a:cubicBezTo>
                  <a:pt x="52674" y="441628"/>
                  <a:pt x="51568" y="441166"/>
                  <a:pt x="50009" y="439948"/>
                </a:cubicBezTo>
                <a:cubicBezTo>
                  <a:pt x="46872" y="437496"/>
                  <a:pt x="41729" y="431837"/>
                  <a:pt x="36282" y="419069"/>
                </a:cubicBezTo>
                <a:cubicBezTo>
                  <a:pt x="25326" y="393386"/>
                  <a:pt x="13814" y="340547"/>
                  <a:pt x="13814" y="232893"/>
                </a:cubicBezTo>
                <a:lnTo>
                  <a:pt x="6907" y="232893"/>
                </a:lnTo>
                <a:lnTo>
                  <a:pt x="0" y="232893"/>
                </a:lnTo>
                <a:cubicBezTo>
                  <a:pt x="0" y="341108"/>
                  <a:pt x="11511" y="396204"/>
                  <a:pt x="23577" y="424489"/>
                </a:cubicBezTo>
                <a:cubicBezTo>
                  <a:pt x="29641" y="438705"/>
                  <a:pt x="36009" y="446538"/>
                  <a:pt x="41504" y="450832"/>
                </a:cubicBezTo>
                <a:cubicBezTo>
                  <a:pt x="44261" y="452987"/>
                  <a:pt x="46752" y="454212"/>
                  <a:pt x="48779" y="454891"/>
                </a:cubicBezTo>
                <a:cubicBezTo>
                  <a:pt x="49786" y="455228"/>
                  <a:pt x="50659" y="455424"/>
                  <a:pt x="51367" y="455534"/>
                </a:cubicBezTo>
                <a:cubicBezTo>
                  <a:pt x="51721" y="455590"/>
                  <a:pt x="52033" y="455623"/>
                  <a:pt x="52298" y="455644"/>
                </a:cubicBezTo>
                <a:cubicBezTo>
                  <a:pt x="52431" y="455654"/>
                  <a:pt x="52551" y="455660"/>
                  <a:pt x="52661" y="455664"/>
                </a:cubicBezTo>
                <a:cubicBezTo>
                  <a:pt x="52716" y="455666"/>
                  <a:pt x="52767" y="455668"/>
                  <a:pt x="52815" y="455669"/>
                </a:cubicBezTo>
                <a:cubicBezTo>
                  <a:pt x="52839" y="455669"/>
                  <a:pt x="52862" y="455669"/>
                  <a:pt x="52885" y="455670"/>
                </a:cubicBezTo>
                <a:cubicBezTo>
                  <a:pt x="52897" y="455670"/>
                  <a:pt x="52913" y="455670"/>
                  <a:pt x="52919" y="455670"/>
                </a:cubicBezTo>
                <a:cubicBezTo>
                  <a:pt x="52934" y="455670"/>
                  <a:pt x="52951" y="455670"/>
                  <a:pt x="52951" y="448763"/>
                </a:cubicBezTo>
                <a:moveTo>
                  <a:pt x="6907" y="232893"/>
                </a:moveTo>
                <a:lnTo>
                  <a:pt x="13814" y="232893"/>
                </a:lnTo>
                <a:cubicBezTo>
                  <a:pt x="13814" y="125300"/>
                  <a:pt x="25309" y="69758"/>
                  <a:pt x="36365" y="41372"/>
                </a:cubicBezTo>
                <a:cubicBezTo>
                  <a:pt x="41873" y="27230"/>
                  <a:pt x="47173" y="20088"/>
                  <a:pt x="50652" y="16592"/>
                </a:cubicBezTo>
                <a:cubicBezTo>
                  <a:pt x="52384" y="14852"/>
                  <a:pt x="53674" y="14006"/>
                  <a:pt x="54338" y="13635"/>
                </a:cubicBezTo>
                <a:cubicBezTo>
                  <a:pt x="54674" y="13448"/>
                  <a:pt x="54862" y="13374"/>
                  <a:pt x="54885" y="13366"/>
                </a:cubicBezTo>
                <a:cubicBezTo>
                  <a:pt x="54897" y="13361"/>
                  <a:pt x="54868" y="13373"/>
                  <a:pt x="54797" y="13394"/>
                </a:cubicBezTo>
                <a:cubicBezTo>
                  <a:pt x="54762" y="13405"/>
                  <a:pt x="54716" y="13418"/>
                  <a:pt x="54659" y="13432"/>
                </a:cubicBezTo>
                <a:cubicBezTo>
                  <a:pt x="54631" y="13440"/>
                  <a:pt x="54600" y="13448"/>
                  <a:pt x="54566" y="13456"/>
                </a:cubicBezTo>
                <a:cubicBezTo>
                  <a:pt x="54549" y="13460"/>
                  <a:pt x="54531" y="13464"/>
                  <a:pt x="54514" y="13468"/>
                </a:cubicBezTo>
                <a:cubicBezTo>
                  <a:pt x="54504" y="13470"/>
                  <a:pt x="54490" y="13474"/>
                  <a:pt x="54485" y="13475"/>
                </a:cubicBezTo>
                <a:cubicBezTo>
                  <a:pt x="54471" y="13478"/>
                  <a:pt x="54457" y="13481"/>
                  <a:pt x="52951" y="6741"/>
                </a:cubicBezTo>
                <a:cubicBezTo>
                  <a:pt x="51445" y="0"/>
                  <a:pt x="51431" y="4"/>
                  <a:pt x="51416" y="7"/>
                </a:cubicBezTo>
                <a:cubicBezTo>
                  <a:pt x="51411" y="8"/>
                  <a:pt x="51396" y="12"/>
                  <a:pt x="51385" y="14"/>
                </a:cubicBezTo>
                <a:cubicBezTo>
                  <a:pt x="51364" y="19"/>
                  <a:pt x="51342" y="24"/>
                  <a:pt x="51320" y="30"/>
                </a:cubicBezTo>
                <a:cubicBezTo>
                  <a:pt x="51275" y="40"/>
                  <a:pt x="51227" y="52"/>
                  <a:pt x="51177" y="65"/>
                </a:cubicBezTo>
                <a:cubicBezTo>
                  <a:pt x="51075" y="92"/>
                  <a:pt x="50964" y="123"/>
                  <a:pt x="50841" y="160"/>
                </a:cubicBezTo>
                <a:cubicBezTo>
                  <a:pt x="50595" y="233"/>
                  <a:pt x="50309" y="328"/>
                  <a:pt x="49982" y="452"/>
                </a:cubicBezTo>
                <a:cubicBezTo>
                  <a:pt x="49331" y="699"/>
                  <a:pt x="48530" y="1058"/>
                  <a:pt x="47606" y="1573"/>
                </a:cubicBezTo>
                <a:cubicBezTo>
                  <a:pt x="45753" y="2608"/>
                  <a:pt x="43445" y="4252"/>
                  <a:pt x="40862" y="6848"/>
                </a:cubicBezTo>
                <a:cubicBezTo>
                  <a:pt x="35707" y="12027"/>
                  <a:pt x="29496" y="20947"/>
                  <a:pt x="23494" y="36359"/>
                </a:cubicBezTo>
                <a:cubicBezTo>
                  <a:pt x="11527" y="67083"/>
                  <a:pt x="0" y="124616"/>
                  <a:pt x="0" y="232893"/>
                </a:cubicBezTo>
                <a:lnTo>
                  <a:pt x="6907" y="232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7" name="path-4335">
            <a:extLst xmlns:a="http://schemas.openxmlformats.org/drawingml/2006/main">
              <a:ext uri="{FF2B5EF4-FFF2-40B4-BE49-F238E27FC236}">
                <a16:creationId xmlns:a16="http://schemas.microsoft.com/office/drawing/2014/main" id="{4CBC1DCC-4AFE-4EB3-B891-5EB2879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3538" y="1158969"/>
            <a:ext cx="54897" cy="455670"/>
          </a:xfrm>
          <a:custGeom xmlns:a="http://schemas.openxmlformats.org/drawingml/2006/main">
            <a:pathLst>
              <a:path w="54897" h="455670">
                <a:moveTo>
                  <a:pt x="1946" y="448763"/>
                </a:moveTo>
                <a:cubicBezTo>
                  <a:pt x="1946" y="441857"/>
                  <a:pt x="1930" y="441857"/>
                  <a:pt x="1915" y="441857"/>
                </a:cubicBezTo>
                <a:cubicBezTo>
                  <a:pt x="1909" y="441857"/>
                  <a:pt x="1894" y="441857"/>
                  <a:pt x="1884" y="441857"/>
                </a:cubicBezTo>
                <a:cubicBezTo>
                  <a:pt x="1864" y="441857"/>
                  <a:pt x="1845" y="441857"/>
                  <a:pt x="1826" y="441858"/>
                </a:cubicBezTo>
                <a:cubicBezTo>
                  <a:pt x="1790" y="441858"/>
                  <a:pt x="1754" y="441859"/>
                  <a:pt x="1722" y="441860"/>
                </a:cubicBezTo>
                <a:cubicBezTo>
                  <a:pt x="1657" y="441863"/>
                  <a:pt x="1603" y="441866"/>
                  <a:pt x="1557" y="441870"/>
                </a:cubicBezTo>
                <a:cubicBezTo>
                  <a:pt x="1465" y="441877"/>
                  <a:pt x="1412" y="441884"/>
                  <a:pt x="1396" y="441887"/>
                </a:cubicBezTo>
                <a:cubicBezTo>
                  <a:pt x="1361" y="441892"/>
                  <a:pt x="1478" y="441877"/>
                  <a:pt x="1730" y="441792"/>
                </a:cubicBezTo>
                <a:cubicBezTo>
                  <a:pt x="2222" y="441628"/>
                  <a:pt x="3328" y="441166"/>
                  <a:pt x="4887" y="439948"/>
                </a:cubicBezTo>
                <a:cubicBezTo>
                  <a:pt x="8025" y="437496"/>
                  <a:pt x="13168" y="431837"/>
                  <a:pt x="18615" y="419069"/>
                </a:cubicBezTo>
                <a:cubicBezTo>
                  <a:pt x="29571" y="393386"/>
                  <a:pt x="41083" y="340547"/>
                  <a:pt x="41083" y="232893"/>
                </a:cubicBezTo>
                <a:lnTo>
                  <a:pt x="47989" y="232893"/>
                </a:lnTo>
                <a:lnTo>
                  <a:pt x="54897" y="232893"/>
                </a:lnTo>
                <a:cubicBezTo>
                  <a:pt x="54897" y="341108"/>
                  <a:pt x="43386" y="396204"/>
                  <a:pt x="31320" y="424489"/>
                </a:cubicBezTo>
                <a:cubicBezTo>
                  <a:pt x="25256" y="438705"/>
                  <a:pt x="18888" y="446538"/>
                  <a:pt x="13393" y="450832"/>
                </a:cubicBezTo>
                <a:cubicBezTo>
                  <a:pt x="10636" y="452987"/>
                  <a:pt x="8145" y="454212"/>
                  <a:pt x="6117" y="454891"/>
                </a:cubicBezTo>
                <a:cubicBezTo>
                  <a:pt x="5111" y="455228"/>
                  <a:pt x="4238" y="455424"/>
                  <a:pt x="3529" y="455534"/>
                </a:cubicBezTo>
                <a:cubicBezTo>
                  <a:pt x="3176" y="455590"/>
                  <a:pt x="2864" y="455623"/>
                  <a:pt x="2599" y="455644"/>
                </a:cubicBezTo>
                <a:cubicBezTo>
                  <a:pt x="2466" y="455654"/>
                  <a:pt x="2345" y="455660"/>
                  <a:pt x="2235" y="455664"/>
                </a:cubicBezTo>
                <a:cubicBezTo>
                  <a:pt x="2181" y="455666"/>
                  <a:pt x="2130" y="455668"/>
                  <a:pt x="2082" y="455669"/>
                </a:cubicBezTo>
                <a:cubicBezTo>
                  <a:pt x="2058" y="455669"/>
                  <a:pt x="2034" y="455669"/>
                  <a:pt x="2012" y="455670"/>
                </a:cubicBezTo>
                <a:cubicBezTo>
                  <a:pt x="2000" y="455670"/>
                  <a:pt x="1984" y="455670"/>
                  <a:pt x="1978" y="455670"/>
                </a:cubicBezTo>
                <a:cubicBezTo>
                  <a:pt x="1962" y="455670"/>
                  <a:pt x="1946" y="455670"/>
                  <a:pt x="1946" y="448763"/>
                </a:cubicBezTo>
                <a:moveTo>
                  <a:pt x="47989" y="232893"/>
                </a:moveTo>
                <a:lnTo>
                  <a:pt x="41083" y="232893"/>
                </a:lnTo>
                <a:cubicBezTo>
                  <a:pt x="41083" y="125300"/>
                  <a:pt x="29587" y="69758"/>
                  <a:pt x="18532" y="41372"/>
                </a:cubicBezTo>
                <a:cubicBezTo>
                  <a:pt x="13024" y="27230"/>
                  <a:pt x="7724" y="20088"/>
                  <a:pt x="4245" y="16592"/>
                </a:cubicBezTo>
                <a:cubicBezTo>
                  <a:pt x="2512" y="14852"/>
                  <a:pt x="1223" y="14006"/>
                  <a:pt x="558" y="13635"/>
                </a:cubicBezTo>
                <a:cubicBezTo>
                  <a:pt x="222" y="13448"/>
                  <a:pt x="34" y="13374"/>
                  <a:pt x="12" y="13366"/>
                </a:cubicBezTo>
                <a:cubicBezTo>
                  <a:pt x="0" y="13361"/>
                  <a:pt x="28" y="13373"/>
                  <a:pt x="99" y="13394"/>
                </a:cubicBezTo>
                <a:cubicBezTo>
                  <a:pt x="135" y="13405"/>
                  <a:pt x="181" y="13418"/>
                  <a:pt x="238" y="13432"/>
                </a:cubicBezTo>
                <a:cubicBezTo>
                  <a:pt x="266" y="13440"/>
                  <a:pt x="297" y="13448"/>
                  <a:pt x="331" y="13456"/>
                </a:cubicBezTo>
                <a:cubicBezTo>
                  <a:pt x="348" y="13460"/>
                  <a:pt x="365" y="13464"/>
                  <a:pt x="383" y="13468"/>
                </a:cubicBezTo>
                <a:cubicBezTo>
                  <a:pt x="393" y="13470"/>
                  <a:pt x="407" y="13474"/>
                  <a:pt x="412" y="13475"/>
                </a:cubicBezTo>
                <a:cubicBezTo>
                  <a:pt x="426" y="13478"/>
                  <a:pt x="440" y="13481"/>
                  <a:pt x="1946" y="6741"/>
                </a:cubicBezTo>
                <a:cubicBezTo>
                  <a:pt x="3451" y="0"/>
                  <a:pt x="3466" y="4"/>
                  <a:pt x="3481" y="7"/>
                </a:cubicBezTo>
                <a:cubicBezTo>
                  <a:pt x="3486" y="8"/>
                  <a:pt x="3501" y="12"/>
                  <a:pt x="3512" y="14"/>
                </a:cubicBezTo>
                <a:cubicBezTo>
                  <a:pt x="3533" y="19"/>
                  <a:pt x="3554" y="24"/>
                  <a:pt x="3577" y="30"/>
                </a:cubicBezTo>
                <a:cubicBezTo>
                  <a:pt x="3622" y="40"/>
                  <a:pt x="3670" y="52"/>
                  <a:pt x="3720" y="65"/>
                </a:cubicBezTo>
                <a:cubicBezTo>
                  <a:pt x="3822" y="92"/>
                  <a:pt x="3933" y="123"/>
                  <a:pt x="4056" y="160"/>
                </a:cubicBezTo>
                <a:cubicBezTo>
                  <a:pt x="4302" y="233"/>
                  <a:pt x="4588" y="328"/>
                  <a:pt x="4914" y="452"/>
                </a:cubicBezTo>
                <a:cubicBezTo>
                  <a:pt x="5566" y="699"/>
                  <a:pt x="6367" y="1058"/>
                  <a:pt x="7291" y="1573"/>
                </a:cubicBezTo>
                <a:cubicBezTo>
                  <a:pt x="9144" y="2608"/>
                  <a:pt x="11452" y="4252"/>
                  <a:pt x="14035" y="6848"/>
                </a:cubicBezTo>
                <a:cubicBezTo>
                  <a:pt x="19190" y="12027"/>
                  <a:pt x="25400" y="20947"/>
                  <a:pt x="31403" y="36359"/>
                </a:cubicBezTo>
                <a:cubicBezTo>
                  <a:pt x="43369" y="67083"/>
                  <a:pt x="54897" y="124616"/>
                  <a:pt x="54897" y="232893"/>
                </a:cubicBezTo>
                <a:lnTo>
                  <a:pt x="47989" y="232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8" name="path-4336">
            <a:extLst xmlns:a="http://schemas.openxmlformats.org/drawingml/2006/main">
              <a:ext uri="{FF2B5EF4-FFF2-40B4-BE49-F238E27FC236}">
                <a16:creationId xmlns:a16="http://schemas.microsoft.com/office/drawing/2014/main" id="{96026B5D-A315-4734-B3D5-BD81449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556" y="1650233"/>
            <a:ext cx="2578204" cy="318495"/>
          </a:xfrm>
          <a:custGeom xmlns:a="http://schemas.openxmlformats.org/drawingml/2006/main">
            <a:pathLst>
              <a:path w="2578204" h="318495">
                <a:moveTo>
                  <a:pt x="116018" y="88338"/>
                </a:moveTo>
                <a:lnTo>
                  <a:pt x="104228" y="127637"/>
                </a:lnTo>
                <a:cubicBezTo>
                  <a:pt x="116644" y="113057"/>
                  <a:pt x="127694" y="102862"/>
                  <a:pt x="137376" y="97052"/>
                </a:cubicBezTo>
                <a:cubicBezTo>
                  <a:pt x="147173" y="91243"/>
                  <a:pt x="157140" y="88338"/>
                  <a:pt x="167278" y="88338"/>
                </a:cubicBezTo>
                <a:cubicBezTo>
                  <a:pt x="177416" y="88338"/>
                  <a:pt x="186074" y="92382"/>
                  <a:pt x="193250" y="100470"/>
                </a:cubicBezTo>
                <a:cubicBezTo>
                  <a:pt x="200426" y="108443"/>
                  <a:pt x="204014" y="118866"/>
                  <a:pt x="204014" y="131738"/>
                </a:cubicBezTo>
                <a:cubicBezTo>
                  <a:pt x="204014" y="156798"/>
                  <a:pt x="193820" y="182315"/>
                  <a:pt x="173430" y="208286"/>
                </a:cubicBezTo>
                <a:cubicBezTo>
                  <a:pt x="153040" y="234144"/>
                  <a:pt x="129289" y="247073"/>
                  <a:pt x="102177" y="247073"/>
                </a:cubicBezTo>
                <a:cubicBezTo>
                  <a:pt x="96482" y="247073"/>
                  <a:pt x="91413" y="246446"/>
                  <a:pt x="86970" y="245193"/>
                </a:cubicBezTo>
                <a:cubicBezTo>
                  <a:pt x="82643" y="243940"/>
                  <a:pt x="77745" y="241719"/>
                  <a:pt x="72277" y="238530"/>
                </a:cubicBezTo>
                <a:lnTo>
                  <a:pt x="59803" y="282613"/>
                </a:lnTo>
                <a:cubicBezTo>
                  <a:pt x="57297" y="291270"/>
                  <a:pt x="56044" y="296909"/>
                  <a:pt x="56044" y="299529"/>
                </a:cubicBezTo>
                <a:cubicBezTo>
                  <a:pt x="56044" y="302035"/>
                  <a:pt x="56671" y="304142"/>
                  <a:pt x="57923" y="305851"/>
                </a:cubicBezTo>
                <a:cubicBezTo>
                  <a:pt x="59291" y="307674"/>
                  <a:pt x="61455" y="309041"/>
                  <a:pt x="64417" y="309952"/>
                </a:cubicBezTo>
                <a:cubicBezTo>
                  <a:pt x="67379" y="310977"/>
                  <a:pt x="73244" y="311490"/>
                  <a:pt x="82016" y="311490"/>
                </a:cubicBezTo>
                <a:lnTo>
                  <a:pt x="80478" y="317812"/>
                </a:lnTo>
                <a:lnTo>
                  <a:pt x="0" y="317812"/>
                </a:lnTo>
                <a:lnTo>
                  <a:pt x="1708" y="311490"/>
                </a:lnTo>
                <a:cubicBezTo>
                  <a:pt x="12302" y="311034"/>
                  <a:pt x="19478" y="309211"/>
                  <a:pt x="23238" y="306022"/>
                </a:cubicBezTo>
                <a:cubicBezTo>
                  <a:pt x="26882" y="302832"/>
                  <a:pt x="30756" y="294004"/>
                  <a:pt x="34857" y="279537"/>
                </a:cubicBezTo>
                <a:lnTo>
                  <a:pt x="78085" y="129859"/>
                </a:lnTo>
                <a:cubicBezTo>
                  <a:pt x="80706" y="120404"/>
                  <a:pt x="82016" y="114538"/>
                  <a:pt x="82016" y="112259"/>
                </a:cubicBezTo>
                <a:cubicBezTo>
                  <a:pt x="82016" y="109184"/>
                  <a:pt x="81105" y="106792"/>
                  <a:pt x="79282" y="105083"/>
                </a:cubicBezTo>
                <a:cubicBezTo>
                  <a:pt x="77573" y="103374"/>
                  <a:pt x="74896" y="102520"/>
                  <a:pt x="71251" y="102520"/>
                </a:cubicBezTo>
                <a:cubicBezTo>
                  <a:pt x="67948" y="102520"/>
                  <a:pt x="63335" y="102918"/>
                  <a:pt x="57411" y="103716"/>
                </a:cubicBezTo>
                <a:lnTo>
                  <a:pt x="57411" y="97052"/>
                </a:lnTo>
                <a:lnTo>
                  <a:pt x="116018" y="88338"/>
                </a:lnTo>
                <a:moveTo>
                  <a:pt x="76206" y="225031"/>
                </a:moveTo>
                <a:cubicBezTo>
                  <a:pt x="83268" y="233460"/>
                  <a:pt x="92780" y="237675"/>
                  <a:pt x="104741" y="237675"/>
                </a:cubicBezTo>
                <a:cubicBezTo>
                  <a:pt x="110664" y="237675"/>
                  <a:pt x="116702" y="236024"/>
                  <a:pt x="122853" y="232720"/>
                </a:cubicBezTo>
                <a:cubicBezTo>
                  <a:pt x="129004" y="229417"/>
                  <a:pt x="134984" y="224519"/>
                  <a:pt x="140794" y="218026"/>
                </a:cubicBezTo>
                <a:cubicBezTo>
                  <a:pt x="146718" y="211533"/>
                  <a:pt x="152014" y="204071"/>
                  <a:pt x="156684" y="195642"/>
                </a:cubicBezTo>
                <a:cubicBezTo>
                  <a:pt x="161355" y="187099"/>
                  <a:pt x="165512" y="177075"/>
                  <a:pt x="169158" y="165570"/>
                </a:cubicBezTo>
                <a:cubicBezTo>
                  <a:pt x="172916" y="154065"/>
                  <a:pt x="174796" y="142673"/>
                  <a:pt x="174796" y="131396"/>
                </a:cubicBezTo>
                <a:cubicBezTo>
                  <a:pt x="174796" y="122283"/>
                  <a:pt x="172689" y="115335"/>
                  <a:pt x="168474" y="110551"/>
                </a:cubicBezTo>
                <a:cubicBezTo>
                  <a:pt x="164373" y="105653"/>
                  <a:pt x="159532" y="103203"/>
                  <a:pt x="153950" y="103203"/>
                </a:cubicBezTo>
                <a:cubicBezTo>
                  <a:pt x="141648" y="103203"/>
                  <a:pt x="129460" y="110266"/>
                  <a:pt x="117385" y="124391"/>
                </a:cubicBezTo>
                <a:cubicBezTo>
                  <a:pt x="105424" y="138516"/>
                  <a:pt x="96654" y="155033"/>
                  <a:pt x="91071" y="173942"/>
                </a:cubicBezTo>
                <a:lnTo>
                  <a:pt x="76206" y="225031"/>
                </a:lnTo>
                <a:moveTo>
                  <a:pt x="255274" y="178555"/>
                </a:moveTo>
                <a:cubicBezTo>
                  <a:pt x="254477" y="184251"/>
                  <a:pt x="254078" y="188978"/>
                  <a:pt x="254078" y="192737"/>
                </a:cubicBezTo>
                <a:cubicBezTo>
                  <a:pt x="254078" y="202875"/>
                  <a:pt x="257667" y="211533"/>
                  <a:pt x="264843" y="218709"/>
                </a:cubicBezTo>
                <a:cubicBezTo>
                  <a:pt x="272019" y="225771"/>
                  <a:pt x="280733" y="229303"/>
                  <a:pt x="290986" y="229303"/>
                </a:cubicBezTo>
                <a:cubicBezTo>
                  <a:pt x="299187" y="229303"/>
                  <a:pt x="307047" y="227651"/>
                  <a:pt x="314565" y="224348"/>
                </a:cubicBezTo>
                <a:cubicBezTo>
                  <a:pt x="322197" y="220930"/>
                  <a:pt x="333474" y="213469"/>
                  <a:pt x="348396" y="201964"/>
                </a:cubicBezTo>
                <a:lnTo>
                  <a:pt x="351985" y="206919"/>
                </a:lnTo>
                <a:cubicBezTo>
                  <a:pt x="324987" y="233688"/>
                  <a:pt x="299244" y="247073"/>
                  <a:pt x="274753" y="247073"/>
                </a:cubicBezTo>
                <a:cubicBezTo>
                  <a:pt x="258122" y="247073"/>
                  <a:pt x="245592" y="241833"/>
                  <a:pt x="237162" y="231353"/>
                </a:cubicBezTo>
                <a:cubicBezTo>
                  <a:pt x="228733" y="220873"/>
                  <a:pt x="224518" y="209311"/>
                  <a:pt x="224518" y="196667"/>
                </a:cubicBezTo>
                <a:cubicBezTo>
                  <a:pt x="224518" y="179694"/>
                  <a:pt x="229758" y="162323"/>
                  <a:pt x="240238" y="144553"/>
                </a:cubicBezTo>
                <a:cubicBezTo>
                  <a:pt x="250718" y="126783"/>
                  <a:pt x="263874" y="113000"/>
                  <a:pt x="279708" y="103203"/>
                </a:cubicBezTo>
                <a:cubicBezTo>
                  <a:pt x="295542" y="93293"/>
                  <a:pt x="311831" y="88338"/>
                  <a:pt x="328576" y="88338"/>
                </a:cubicBezTo>
                <a:cubicBezTo>
                  <a:pt x="340651" y="88338"/>
                  <a:pt x="349593" y="90787"/>
                  <a:pt x="355402" y="95685"/>
                </a:cubicBezTo>
                <a:cubicBezTo>
                  <a:pt x="361212" y="100583"/>
                  <a:pt x="364116" y="106393"/>
                  <a:pt x="364116" y="113114"/>
                </a:cubicBezTo>
                <a:cubicBezTo>
                  <a:pt x="364116" y="122568"/>
                  <a:pt x="360358" y="131624"/>
                  <a:pt x="352839" y="140281"/>
                </a:cubicBezTo>
                <a:cubicBezTo>
                  <a:pt x="342929" y="151559"/>
                  <a:pt x="328348" y="160671"/>
                  <a:pt x="309097" y="167620"/>
                </a:cubicBezTo>
                <a:cubicBezTo>
                  <a:pt x="296339" y="172290"/>
                  <a:pt x="278399" y="175936"/>
                  <a:pt x="255274" y="178555"/>
                </a:cubicBezTo>
                <a:moveTo>
                  <a:pt x="256471" y="170183"/>
                </a:moveTo>
                <a:cubicBezTo>
                  <a:pt x="273329" y="168247"/>
                  <a:pt x="287055" y="164943"/>
                  <a:pt x="297650" y="160273"/>
                </a:cubicBezTo>
                <a:cubicBezTo>
                  <a:pt x="311660" y="154008"/>
                  <a:pt x="322141" y="146547"/>
                  <a:pt x="329088" y="137889"/>
                </a:cubicBezTo>
                <a:cubicBezTo>
                  <a:pt x="336151" y="129118"/>
                  <a:pt x="339682" y="120803"/>
                  <a:pt x="339682" y="112943"/>
                </a:cubicBezTo>
                <a:cubicBezTo>
                  <a:pt x="339682" y="108159"/>
                  <a:pt x="338145" y="104286"/>
                  <a:pt x="335068" y="101324"/>
                </a:cubicBezTo>
                <a:cubicBezTo>
                  <a:pt x="332107" y="98362"/>
                  <a:pt x="327836" y="96881"/>
                  <a:pt x="322254" y="96881"/>
                </a:cubicBezTo>
                <a:cubicBezTo>
                  <a:pt x="310636" y="96881"/>
                  <a:pt x="298275" y="103089"/>
                  <a:pt x="285176" y="115506"/>
                </a:cubicBezTo>
                <a:cubicBezTo>
                  <a:pt x="272190" y="127808"/>
                  <a:pt x="262621" y="146034"/>
                  <a:pt x="256471" y="170183"/>
                </a:cubicBezTo>
                <a:moveTo>
                  <a:pt x="387355" y="97906"/>
                </a:moveTo>
                <a:lnTo>
                  <a:pt x="446302" y="88338"/>
                </a:lnTo>
                <a:lnTo>
                  <a:pt x="421698" y="171379"/>
                </a:lnTo>
                <a:cubicBezTo>
                  <a:pt x="441633" y="137320"/>
                  <a:pt x="459745" y="113512"/>
                  <a:pt x="476034" y="99957"/>
                </a:cubicBezTo>
                <a:cubicBezTo>
                  <a:pt x="485261" y="92211"/>
                  <a:pt x="492779" y="88338"/>
                  <a:pt x="498588" y="88338"/>
                </a:cubicBezTo>
                <a:cubicBezTo>
                  <a:pt x="502348" y="88338"/>
                  <a:pt x="505309" y="89477"/>
                  <a:pt x="507473" y="91755"/>
                </a:cubicBezTo>
                <a:cubicBezTo>
                  <a:pt x="509637" y="93920"/>
                  <a:pt x="510719" y="97109"/>
                  <a:pt x="510719" y="101324"/>
                </a:cubicBezTo>
                <a:cubicBezTo>
                  <a:pt x="510719" y="108842"/>
                  <a:pt x="508783" y="116018"/>
                  <a:pt x="504911" y="122853"/>
                </a:cubicBezTo>
                <a:cubicBezTo>
                  <a:pt x="502176" y="127979"/>
                  <a:pt x="498247" y="130542"/>
                  <a:pt x="493121" y="130542"/>
                </a:cubicBezTo>
                <a:cubicBezTo>
                  <a:pt x="490501" y="130542"/>
                  <a:pt x="488223" y="129688"/>
                  <a:pt x="486285" y="127979"/>
                </a:cubicBezTo>
                <a:cubicBezTo>
                  <a:pt x="484463" y="126270"/>
                  <a:pt x="483324" y="123650"/>
                  <a:pt x="482868" y="120119"/>
                </a:cubicBezTo>
                <a:cubicBezTo>
                  <a:pt x="482640" y="117955"/>
                  <a:pt x="482128" y="116531"/>
                  <a:pt x="481331" y="115848"/>
                </a:cubicBezTo>
                <a:cubicBezTo>
                  <a:pt x="480419" y="114936"/>
                  <a:pt x="479338" y="114481"/>
                  <a:pt x="478084" y="114481"/>
                </a:cubicBezTo>
                <a:cubicBezTo>
                  <a:pt x="476148" y="114481"/>
                  <a:pt x="474325" y="114936"/>
                  <a:pt x="472616" y="115848"/>
                </a:cubicBezTo>
                <a:cubicBezTo>
                  <a:pt x="469654" y="117442"/>
                  <a:pt x="465155" y="121885"/>
                  <a:pt x="459118" y="129175"/>
                </a:cubicBezTo>
                <a:cubicBezTo>
                  <a:pt x="449664" y="140338"/>
                  <a:pt x="439412" y="154805"/>
                  <a:pt x="428362" y="172575"/>
                </a:cubicBezTo>
                <a:cubicBezTo>
                  <a:pt x="423578" y="180093"/>
                  <a:pt x="419477" y="188580"/>
                  <a:pt x="416060" y="198034"/>
                </a:cubicBezTo>
                <a:cubicBezTo>
                  <a:pt x="411275" y="211020"/>
                  <a:pt x="408542" y="218823"/>
                  <a:pt x="407858" y="221443"/>
                </a:cubicBezTo>
                <a:lnTo>
                  <a:pt x="402390" y="242972"/>
                </a:lnTo>
                <a:lnTo>
                  <a:pt x="376248" y="242972"/>
                </a:lnTo>
                <a:lnTo>
                  <a:pt x="407858" y="136864"/>
                </a:lnTo>
                <a:cubicBezTo>
                  <a:pt x="411504" y="124562"/>
                  <a:pt x="413326" y="115790"/>
                  <a:pt x="413326" y="110551"/>
                </a:cubicBezTo>
                <a:cubicBezTo>
                  <a:pt x="413326" y="108500"/>
                  <a:pt x="412471" y="106792"/>
                  <a:pt x="410763" y="105425"/>
                </a:cubicBezTo>
                <a:cubicBezTo>
                  <a:pt x="408484" y="103602"/>
                  <a:pt x="405466" y="102691"/>
                  <a:pt x="401707" y="102691"/>
                </a:cubicBezTo>
                <a:cubicBezTo>
                  <a:pt x="399315" y="102691"/>
                  <a:pt x="394929" y="103203"/>
                  <a:pt x="388550" y="104228"/>
                </a:cubicBezTo>
                <a:lnTo>
                  <a:pt x="387355" y="97906"/>
                </a:lnTo>
                <a:moveTo>
                  <a:pt x="627592" y="205723"/>
                </a:moveTo>
                <a:cubicBezTo>
                  <a:pt x="615745" y="219962"/>
                  <a:pt x="603785" y="230442"/>
                  <a:pt x="591711" y="237163"/>
                </a:cubicBezTo>
                <a:cubicBezTo>
                  <a:pt x="579636" y="243770"/>
                  <a:pt x="566878" y="247073"/>
                  <a:pt x="553436" y="247073"/>
                </a:cubicBezTo>
                <a:cubicBezTo>
                  <a:pt x="537261" y="247073"/>
                  <a:pt x="524617" y="242516"/>
                  <a:pt x="515504" y="233404"/>
                </a:cubicBezTo>
                <a:cubicBezTo>
                  <a:pt x="506505" y="224291"/>
                  <a:pt x="502006" y="212045"/>
                  <a:pt x="502006" y="196667"/>
                </a:cubicBezTo>
                <a:cubicBezTo>
                  <a:pt x="502006" y="179239"/>
                  <a:pt x="506847" y="162095"/>
                  <a:pt x="516529" y="145237"/>
                </a:cubicBezTo>
                <a:cubicBezTo>
                  <a:pt x="526325" y="128378"/>
                  <a:pt x="539426" y="114708"/>
                  <a:pt x="555829" y="104228"/>
                </a:cubicBezTo>
                <a:cubicBezTo>
                  <a:pt x="572345" y="93635"/>
                  <a:pt x="588521" y="88338"/>
                  <a:pt x="604355" y="88338"/>
                </a:cubicBezTo>
                <a:cubicBezTo>
                  <a:pt x="616771" y="88338"/>
                  <a:pt x="626054" y="90958"/>
                  <a:pt x="632206" y="96198"/>
                </a:cubicBezTo>
                <a:cubicBezTo>
                  <a:pt x="638356" y="101324"/>
                  <a:pt x="641433" y="107646"/>
                  <a:pt x="641433" y="115164"/>
                </a:cubicBezTo>
                <a:cubicBezTo>
                  <a:pt x="641433" y="122227"/>
                  <a:pt x="639268" y="128264"/>
                  <a:pt x="634939" y="133276"/>
                </a:cubicBezTo>
                <a:cubicBezTo>
                  <a:pt x="631751" y="137149"/>
                  <a:pt x="627820" y="139085"/>
                  <a:pt x="623149" y="139085"/>
                </a:cubicBezTo>
                <a:cubicBezTo>
                  <a:pt x="619619" y="139085"/>
                  <a:pt x="616657" y="137946"/>
                  <a:pt x="614264" y="135668"/>
                </a:cubicBezTo>
                <a:cubicBezTo>
                  <a:pt x="611986" y="133390"/>
                  <a:pt x="610847" y="130542"/>
                  <a:pt x="610847" y="127125"/>
                </a:cubicBezTo>
                <a:cubicBezTo>
                  <a:pt x="610847" y="124960"/>
                  <a:pt x="611246" y="122967"/>
                  <a:pt x="612043" y="121144"/>
                </a:cubicBezTo>
                <a:cubicBezTo>
                  <a:pt x="612955" y="119322"/>
                  <a:pt x="614721" y="117157"/>
                  <a:pt x="617341" y="114651"/>
                </a:cubicBezTo>
                <a:cubicBezTo>
                  <a:pt x="620074" y="112031"/>
                  <a:pt x="621726" y="110152"/>
                  <a:pt x="622295" y="109013"/>
                </a:cubicBezTo>
                <a:cubicBezTo>
                  <a:pt x="622865" y="107874"/>
                  <a:pt x="623149" y="106678"/>
                  <a:pt x="623149" y="105425"/>
                </a:cubicBezTo>
                <a:cubicBezTo>
                  <a:pt x="623149" y="103032"/>
                  <a:pt x="622067" y="101039"/>
                  <a:pt x="619904" y="99444"/>
                </a:cubicBezTo>
                <a:cubicBezTo>
                  <a:pt x="616600" y="97166"/>
                  <a:pt x="611929" y="96027"/>
                  <a:pt x="605892" y="96027"/>
                </a:cubicBezTo>
                <a:cubicBezTo>
                  <a:pt x="594729" y="96027"/>
                  <a:pt x="583680" y="99957"/>
                  <a:pt x="572744" y="107817"/>
                </a:cubicBezTo>
                <a:cubicBezTo>
                  <a:pt x="561809" y="115677"/>
                  <a:pt x="552468" y="126840"/>
                  <a:pt x="544722" y="141306"/>
                </a:cubicBezTo>
                <a:cubicBezTo>
                  <a:pt x="535382" y="158849"/>
                  <a:pt x="530711" y="176391"/>
                  <a:pt x="530711" y="193933"/>
                </a:cubicBezTo>
                <a:cubicBezTo>
                  <a:pt x="530711" y="205552"/>
                  <a:pt x="534014" y="214779"/>
                  <a:pt x="540621" y="221614"/>
                </a:cubicBezTo>
                <a:cubicBezTo>
                  <a:pt x="547229" y="228335"/>
                  <a:pt x="556227" y="231695"/>
                  <a:pt x="567619" y="231695"/>
                </a:cubicBezTo>
                <a:cubicBezTo>
                  <a:pt x="576389" y="231695"/>
                  <a:pt x="585047" y="229531"/>
                  <a:pt x="593590" y="225202"/>
                </a:cubicBezTo>
                <a:cubicBezTo>
                  <a:pt x="602247" y="220759"/>
                  <a:pt x="611929" y="212786"/>
                  <a:pt x="622637" y="201281"/>
                </a:cubicBezTo>
                <a:lnTo>
                  <a:pt x="627592" y="205723"/>
                </a:lnTo>
                <a:moveTo>
                  <a:pt x="689617" y="178555"/>
                </a:moveTo>
                <a:cubicBezTo>
                  <a:pt x="688819" y="184251"/>
                  <a:pt x="688420" y="188978"/>
                  <a:pt x="688420" y="192737"/>
                </a:cubicBezTo>
                <a:cubicBezTo>
                  <a:pt x="688420" y="202875"/>
                  <a:pt x="692009" y="211533"/>
                  <a:pt x="699185" y="218709"/>
                </a:cubicBezTo>
                <a:cubicBezTo>
                  <a:pt x="706362" y="225771"/>
                  <a:pt x="715076" y="229303"/>
                  <a:pt x="725328" y="229303"/>
                </a:cubicBezTo>
                <a:cubicBezTo>
                  <a:pt x="733529" y="229303"/>
                  <a:pt x="741389" y="227651"/>
                  <a:pt x="748908" y="224348"/>
                </a:cubicBezTo>
                <a:cubicBezTo>
                  <a:pt x="756539" y="220930"/>
                  <a:pt x="767817" y="213469"/>
                  <a:pt x="782739" y="201964"/>
                </a:cubicBezTo>
                <a:lnTo>
                  <a:pt x="786327" y="206919"/>
                </a:lnTo>
                <a:cubicBezTo>
                  <a:pt x="759331" y="233688"/>
                  <a:pt x="733586" y="247073"/>
                  <a:pt x="709095" y="247073"/>
                </a:cubicBezTo>
                <a:cubicBezTo>
                  <a:pt x="692464" y="247073"/>
                  <a:pt x="679935" y="241833"/>
                  <a:pt x="671505" y="231353"/>
                </a:cubicBezTo>
                <a:cubicBezTo>
                  <a:pt x="663076" y="220873"/>
                  <a:pt x="658861" y="209311"/>
                  <a:pt x="658861" y="196667"/>
                </a:cubicBezTo>
                <a:cubicBezTo>
                  <a:pt x="658861" y="179694"/>
                  <a:pt x="664101" y="162323"/>
                  <a:pt x="674580" y="144553"/>
                </a:cubicBezTo>
                <a:cubicBezTo>
                  <a:pt x="685060" y="126783"/>
                  <a:pt x="698217" y="113000"/>
                  <a:pt x="714051" y="103203"/>
                </a:cubicBezTo>
                <a:cubicBezTo>
                  <a:pt x="729884" y="93293"/>
                  <a:pt x="746173" y="88338"/>
                  <a:pt x="762918" y="88338"/>
                </a:cubicBezTo>
                <a:cubicBezTo>
                  <a:pt x="774993" y="88338"/>
                  <a:pt x="783935" y="90787"/>
                  <a:pt x="789745" y="95685"/>
                </a:cubicBezTo>
                <a:cubicBezTo>
                  <a:pt x="795554" y="100583"/>
                  <a:pt x="798459" y="106393"/>
                  <a:pt x="798459" y="113114"/>
                </a:cubicBezTo>
                <a:cubicBezTo>
                  <a:pt x="798459" y="122568"/>
                  <a:pt x="794700" y="131624"/>
                  <a:pt x="787182" y="140281"/>
                </a:cubicBezTo>
                <a:cubicBezTo>
                  <a:pt x="777271" y="151559"/>
                  <a:pt x="762691" y="160671"/>
                  <a:pt x="743440" y="167620"/>
                </a:cubicBezTo>
                <a:cubicBezTo>
                  <a:pt x="730681" y="172290"/>
                  <a:pt x="712741" y="175936"/>
                  <a:pt x="689617" y="178555"/>
                </a:cubicBezTo>
                <a:moveTo>
                  <a:pt x="690813" y="170183"/>
                </a:moveTo>
                <a:cubicBezTo>
                  <a:pt x="707671" y="168247"/>
                  <a:pt x="721398" y="164943"/>
                  <a:pt x="731992" y="160273"/>
                </a:cubicBezTo>
                <a:cubicBezTo>
                  <a:pt x="746003" y="154008"/>
                  <a:pt x="756483" y="146547"/>
                  <a:pt x="763431" y="137889"/>
                </a:cubicBezTo>
                <a:cubicBezTo>
                  <a:pt x="770494" y="129118"/>
                  <a:pt x="774025" y="120803"/>
                  <a:pt x="774025" y="112943"/>
                </a:cubicBezTo>
                <a:cubicBezTo>
                  <a:pt x="774025" y="108159"/>
                  <a:pt x="772487" y="104286"/>
                  <a:pt x="769412" y="101324"/>
                </a:cubicBezTo>
                <a:cubicBezTo>
                  <a:pt x="766450" y="98362"/>
                  <a:pt x="762178" y="96881"/>
                  <a:pt x="756596" y="96881"/>
                </a:cubicBezTo>
                <a:cubicBezTo>
                  <a:pt x="744978" y="96881"/>
                  <a:pt x="732619" y="103089"/>
                  <a:pt x="719518" y="115506"/>
                </a:cubicBezTo>
                <a:cubicBezTo>
                  <a:pt x="706532" y="127808"/>
                  <a:pt x="696964" y="146034"/>
                  <a:pt x="690813" y="170183"/>
                </a:cubicBezTo>
                <a:moveTo>
                  <a:pt x="880816" y="88338"/>
                </a:moveTo>
                <a:lnTo>
                  <a:pt x="869026" y="127637"/>
                </a:lnTo>
                <a:cubicBezTo>
                  <a:pt x="881443" y="113057"/>
                  <a:pt x="892493" y="102862"/>
                  <a:pt x="902175" y="97052"/>
                </a:cubicBezTo>
                <a:cubicBezTo>
                  <a:pt x="911971" y="91243"/>
                  <a:pt x="921938" y="88338"/>
                  <a:pt x="932076" y="88338"/>
                </a:cubicBezTo>
                <a:cubicBezTo>
                  <a:pt x="942215" y="88338"/>
                  <a:pt x="950871" y="92382"/>
                  <a:pt x="958049" y="100470"/>
                </a:cubicBezTo>
                <a:cubicBezTo>
                  <a:pt x="965225" y="108443"/>
                  <a:pt x="968813" y="118866"/>
                  <a:pt x="968813" y="131738"/>
                </a:cubicBezTo>
                <a:cubicBezTo>
                  <a:pt x="968813" y="156798"/>
                  <a:pt x="958617" y="182315"/>
                  <a:pt x="938227" y="208286"/>
                </a:cubicBezTo>
                <a:cubicBezTo>
                  <a:pt x="917837" y="234144"/>
                  <a:pt x="894087" y="247073"/>
                  <a:pt x="866976" y="247073"/>
                </a:cubicBezTo>
                <a:cubicBezTo>
                  <a:pt x="861281" y="247073"/>
                  <a:pt x="856212" y="246446"/>
                  <a:pt x="851769" y="245193"/>
                </a:cubicBezTo>
                <a:cubicBezTo>
                  <a:pt x="847440" y="243940"/>
                  <a:pt x="842542" y="241719"/>
                  <a:pt x="837074" y="238530"/>
                </a:cubicBezTo>
                <a:lnTo>
                  <a:pt x="824602" y="282613"/>
                </a:lnTo>
                <a:cubicBezTo>
                  <a:pt x="822095" y="291270"/>
                  <a:pt x="820843" y="296909"/>
                  <a:pt x="820843" y="299529"/>
                </a:cubicBezTo>
                <a:cubicBezTo>
                  <a:pt x="820843" y="302035"/>
                  <a:pt x="821469" y="304142"/>
                  <a:pt x="822722" y="305851"/>
                </a:cubicBezTo>
                <a:cubicBezTo>
                  <a:pt x="824088" y="307674"/>
                  <a:pt x="826253" y="309041"/>
                  <a:pt x="829215" y="309952"/>
                </a:cubicBezTo>
                <a:cubicBezTo>
                  <a:pt x="832176" y="310977"/>
                  <a:pt x="838043" y="311490"/>
                  <a:pt x="846814" y="311490"/>
                </a:cubicBezTo>
                <a:lnTo>
                  <a:pt x="845276" y="317812"/>
                </a:lnTo>
                <a:lnTo>
                  <a:pt x="764798" y="317812"/>
                </a:lnTo>
                <a:lnTo>
                  <a:pt x="766507" y="311490"/>
                </a:lnTo>
                <a:cubicBezTo>
                  <a:pt x="777101" y="311034"/>
                  <a:pt x="784277" y="309211"/>
                  <a:pt x="788036" y="306022"/>
                </a:cubicBezTo>
                <a:cubicBezTo>
                  <a:pt x="791681" y="302832"/>
                  <a:pt x="795554" y="294004"/>
                  <a:pt x="799654" y="279537"/>
                </a:cubicBezTo>
                <a:lnTo>
                  <a:pt x="842884" y="129859"/>
                </a:lnTo>
                <a:cubicBezTo>
                  <a:pt x="845504" y="120404"/>
                  <a:pt x="846814" y="114538"/>
                  <a:pt x="846814" y="112259"/>
                </a:cubicBezTo>
                <a:cubicBezTo>
                  <a:pt x="846814" y="109184"/>
                  <a:pt x="845903" y="106792"/>
                  <a:pt x="844080" y="105083"/>
                </a:cubicBezTo>
                <a:cubicBezTo>
                  <a:pt x="842372" y="103374"/>
                  <a:pt x="839694" y="102520"/>
                  <a:pt x="836050" y="102520"/>
                </a:cubicBezTo>
                <a:cubicBezTo>
                  <a:pt x="832746" y="102520"/>
                  <a:pt x="828132" y="102918"/>
                  <a:pt x="822209" y="103716"/>
                </a:cubicBezTo>
                <a:lnTo>
                  <a:pt x="822209" y="97052"/>
                </a:lnTo>
                <a:lnTo>
                  <a:pt x="880816" y="88338"/>
                </a:lnTo>
                <a:moveTo>
                  <a:pt x="841005" y="225031"/>
                </a:moveTo>
                <a:cubicBezTo>
                  <a:pt x="848067" y="233460"/>
                  <a:pt x="857579" y="237675"/>
                  <a:pt x="869539" y="237675"/>
                </a:cubicBezTo>
                <a:cubicBezTo>
                  <a:pt x="875463" y="237675"/>
                  <a:pt x="881500" y="236024"/>
                  <a:pt x="887651" y="232720"/>
                </a:cubicBezTo>
                <a:cubicBezTo>
                  <a:pt x="893802" y="229417"/>
                  <a:pt x="899782" y="224519"/>
                  <a:pt x="905592" y="218026"/>
                </a:cubicBezTo>
                <a:cubicBezTo>
                  <a:pt x="911515" y="211533"/>
                  <a:pt x="916812" y="204071"/>
                  <a:pt x="921483" y="195642"/>
                </a:cubicBezTo>
                <a:cubicBezTo>
                  <a:pt x="926154" y="187099"/>
                  <a:pt x="930311" y="177075"/>
                  <a:pt x="933956" y="165570"/>
                </a:cubicBezTo>
                <a:cubicBezTo>
                  <a:pt x="937715" y="154065"/>
                  <a:pt x="939595" y="142673"/>
                  <a:pt x="939595" y="131396"/>
                </a:cubicBezTo>
                <a:cubicBezTo>
                  <a:pt x="939595" y="122283"/>
                  <a:pt x="937487" y="115335"/>
                  <a:pt x="933273" y="110551"/>
                </a:cubicBezTo>
                <a:cubicBezTo>
                  <a:pt x="929172" y="105653"/>
                  <a:pt x="924331" y="103203"/>
                  <a:pt x="918749" y="103203"/>
                </a:cubicBezTo>
                <a:cubicBezTo>
                  <a:pt x="906446" y="103203"/>
                  <a:pt x="894257" y="110266"/>
                  <a:pt x="882183" y="124391"/>
                </a:cubicBezTo>
                <a:cubicBezTo>
                  <a:pt x="870223" y="138516"/>
                  <a:pt x="861451" y="155033"/>
                  <a:pt x="855870" y="173942"/>
                </a:cubicBezTo>
                <a:lnTo>
                  <a:pt x="841005" y="225031"/>
                </a:lnTo>
                <a:moveTo>
                  <a:pt x="1069283" y="45963"/>
                </a:moveTo>
                <a:lnTo>
                  <a:pt x="1055955" y="92439"/>
                </a:lnTo>
                <a:lnTo>
                  <a:pt x="1082781" y="92439"/>
                </a:lnTo>
                <a:lnTo>
                  <a:pt x="1079876" y="103203"/>
                </a:lnTo>
                <a:lnTo>
                  <a:pt x="1053220" y="103203"/>
                </a:lnTo>
                <a:lnTo>
                  <a:pt x="1023832" y="204015"/>
                </a:lnTo>
                <a:cubicBezTo>
                  <a:pt x="1020642" y="214836"/>
                  <a:pt x="1019047" y="221842"/>
                  <a:pt x="1019047" y="225031"/>
                </a:cubicBezTo>
                <a:cubicBezTo>
                  <a:pt x="1019047" y="226967"/>
                  <a:pt x="1019503" y="228448"/>
                  <a:pt x="1020415" y="229474"/>
                </a:cubicBezTo>
                <a:cubicBezTo>
                  <a:pt x="1021325" y="230499"/>
                  <a:pt x="1022408" y="231011"/>
                  <a:pt x="1023661" y="231011"/>
                </a:cubicBezTo>
                <a:cubicBezTo>
                  <a:pt x="1026508" y="231011"/>
                  <a:pt x="1030267" y="229018"/>
                  <a:pt x="1034938" y="225031"/>
                </a:cubicBezTo>
                <a:cubicBezTo>
                  <a:pt x="1037671" y="222753"/>
                  <a:pt x="1043766" y="215747"/>
                  <a:pt x="1053220" y="204015"/>
                </a:cubicBezTo>
                <a:lnTo>
                  <a:pt x="1058859" y="208286"/>
                </a:lnTo>
                <a:cubicBezTo>
                  <a:pt x="1048379" y="223550"/>
                  <a:pt x="1038469" y="234315"/>
                  <a:pt x="1029128" y="240580"/>
                </a:cubicBezTo>
                <a:cubicBezTo>
                  <a:pt x="1022749" y="244909"/>
                  <a:pt x="1016314" y="247073"/>
                  <a:pt x="1009820" y="247073"/>
                </a:cubicBezTo>
                <a:cubicBezTo>
                  <a:pt x="1004809" y="247073"/>
                  <a:pt x="1000708" y="245535"/>
                  <a:pt x="997518" y="242459"/>
                </a:cubicBezTo>
                <a:cubicBezTo>
                  <a:pt x="994328" y="239270"/>
                  <a:pt x="992734" y="235226"/>
                  <a:pt x="992734" y="230328"/>
                </a:cubicBezTo>
                <a:cubicBezTo>
                  <a:pt x="992734" y="224177"/>
                  <a:pt x="994556" y="214779"/>
                  <a:pt x="998202" y="202135"/>
                </a:cubicBezTo>
                <a:lnTo>
                  <a:pt x="1026737" y="103203"/>
                </a:lnTo>
                <a:lnTo>
                  <a:pt x="1000935" y="103203"/>
                </a:lnTo>
                <a:lnTo>
                  <a:pt x="1002644" y="96539"/>
                </a:lnTo>
                <a:cubicBezTo>
                  <a:pt x="1015175" y="93122"/>
                  <a:pt x="1025598" y="88053"/>
                  <a:pt x="1033913" y="81332"/>
                </a:cubicBezTo>
                <a:cubicBezTo>
                  <a:pt x="1042229" y="74498"/>
                  <a:pt x="1051512" y="62708"/>
                  <a:pt x="1061764" y="45963"/>
                </a:cubicBezTo>
                <a:lnTo>
                  <a:pt x="1069283" y="45963"/>
                </a:lnTo>
                <a:moveTo>
                  <a:pt x="1240490" y="92439"/>
                </a:moveTo>
                <a:lnTo>
                  <a:pt x="1210759" y="194275"/>
                </a:lnTo>
                <a:cubicBezTo>
                  <a:pt x="1206317" y="209425"/>
                  <a:pt x="1204096" y="218994"/>
                  <a:pt x="1204096" y="222981"/>
                </a:cubicBezTo>
                <a:cubicBezTo>
                  <a:pt x="1204096" y="225031"/>
                  <a:pt x="1204437" y="226569"/>
                  <a:pt x="1205121" y="227594"/>
                </a:cubicBezTo>
                <a:cubicBezTo>
                  <a:pt x="1205918" y="228505"/>
                  <a:pt x="1206944" y="228961"/>
                  <a:pt x="1208196" y="228961"/>
                </a:cubicBezTo>
                <a:cubicBezTo>
                  <a:pt x="1210133" y="228961"/>
                  <a:pt x="1212240" y="228107"/>
                  <a:pt x="1214518" y="226398"/>
                </a:cubicBezTo>
                <a:cubicBezTo>
                  <a:pt x="1216911" y="224576"/>
                  <a:pt x="1222835" y="217513"/>
                  <a:pt x="1232289" y="205211"/>
                </a:cubicBezTo>
                <a:lnTo>
                  <a:pt x="1237415" y="209141"/>
                </a:lnTo>
                <a:cubicBezTo>
                  <a:pt x="1228416" y="223380"/>
                  <a:pt x="1219189" y="233859"/>
                  <a:pt x="1209734" y="240580"/>
                </a:cubicBezTo>
                <a:cubicBezTo>
                  <a:pt x="1203469" y="244909"/>
                  <a:pt x="1197432" y="247073"/>
                  <a:pt x="1191622" y="247073"/>
                </a:cubicBezTo>
                <a:cubicBezTo>
                  <a:pt x="1187179" y="247073"/>
                  <a:pt x="1183706" y="245820"/>
                  <a:pt x="1181199" y="243314"/>
                </a:cubicBezTo>
                <a:cubicBezTo>
                  <a:pt x="1178694" y="240808"/>
                  <a:pt x="1177440" y="237561"/>
                  <a:pt x="1177440" y="233575"/>
                </a:cubicBezTo>
                <a:cubicBezTo>
                  <a:pt x="1177440" y="229702"/>
                  <a:pt x="1178181" y="224576"/>
                  <a:pt x="1179662" y="218197"/>
                </a:cubicBezTo>
                <a:cubicBezTo>
                  <a:pt x="1181484" y="209767"/>
                  <a:pt x="1186667" y="191427"/>
                  <a:pt x="1195210" y="163177"/>
                </a:cubicBezTo>
                <a:cubicBezTo>
                  <a:pt x="1175846" y="194959"/>
                  <a:pt x="1159613" y="216887"/>
                  <a:pt x="1146514" y="228961"/>
                </a:cubicBezTo>
                <a:cubicBezTo>
                  <a:pt x="1133528" y="241036"/>
                  <a:pt x="1121453" y="247073"/>
                  <a:pt x="1110290" y="247073"/>
                </a:cubicBezTo>
                <a:cubicBezTo>
                  <a:pt x="1105050" y="247073"/>
                  <a:pt x="1100608" y="245250"/>
                  <a:pt x="1096962" y="241605"/>
                </a:cubicBezTo>
                <a:cubicBezTo>
                  <a:pt x="1093317" y="237960"/>
                  <a:pt x="1091494" y="233347"/>
                  <a:pt x="1091494" y="227765"/>
                </a:cubicBezTo>
                <a:cubicBezTo>
                  <a:pt x="1091494" y="219222"/>
                  <a:pt x="1094001" y="206122"/>
                  <a:pt x="1099013" y="188466"/>
                </a:cubicBezTo>
                <a:lnTo>
                  <a:pt x="1113878" y="135668"/>
                </a:lnTo>
                <a:cubicBezTo>
                  <a:pt x="1117524" y="123024"/>
                  <a:pt x="1119346" y="115164"/>
                  <a:pt x="1119346" y="112088"/>
                </a:cubicBezTo>
                <a:cubicBezTo>
                  <a:pt x="1119346" y="110721"/>
                  <a:pt x="1118833" y="109582"/>
                  <a:pt x="1117808" y="108671"/>
                </a:cubicBezTo>
                <a:cubicBezTo>
                  <a:pt x="1116897" y="107646"/>
                  <a:pt x="1115871" y="107133"/>
                  <a:pt x="1114732" y="107133"/>
                </a:cubicBezTo>
                <a:cubicBezTo>
                  <a:pt x="1112341" y="107133"/>
                  <a:pt x="1109948" y="107988"/>
                  <a:pt x="1107556" y="109696"/>
                </a:cubicBezTo>
                <a:cubicBezTo>
                  <a:pt x="1105164" y="111405"/>
                  <a:pt x="1099754" y="117727"/>
                  <a:pt x="1091324" y="128662"/>
                </a:cubicBezTo>
                <a:lnTo>
                  <a:pt x="1086027" y="124903"/>
                </a:lnTo>
                <a:cubicBezTo>
                  <a:pt x="1094571" y="111690"/>
                  <a:pt x="1103626" y="101950"/>
                  <a:pt x="1113195" y="95685"/>
                </a:cubicBezTo>
                <a:cubicBezTo>
                  <a:pt x="1120486" y="90787"/>
                  <a:pt x="1127206" y="88338"/>
                  <a:pt x="1133357" y="88338"/>
                </a:cubicBezTo>
                <a:cubicBezTo>
                  <a:pt x="1137572" y="88338"/>
                  <a:pt x="1140989" y="89705"/>
                  <a:pt x="1143609" y="92439"/>
                </a:cubicBezTo>
                <a:cubicBezTo>
                  <a:pt x="1146342" y="95059"/>
                  <a:pt x="1147710" y="98476"/>
                  <a:pt x="1147710" y="102691"/>
                </a:cubicBezTo>
                <a:cubicBezTo>
                  <a:pt x="1147710" y="108842"/>
                  <a:pt x="1145432" y="119834"/>
                  <a:pt x="1140876" y="135668"/>
                </a:cubicBezTo>
                <a:lnTo>
                  <a:pt x="1124813" y="190858"/>
                </a:lnTo>
                <a:cubicBezTo>
                  <a:pt x="1120371" y="205894"/>
                  <a:pt x="1118150" y="215406"/>
                  <a:pt x="1118150" y="219393"/>
                </a:cubicBezTo>
                <a:cubicBezTo>
                  <a:pt x="1118150" y="221557"/>
                  <a:pt x="1118833" y="223322"/>
                  <a:pt x="1120200" y="224689"/>
                </a:cubicBezTo>
                <a:cubicBezTo>
                  <a:pt x="1121681" y="225942"/>
                  <a:pt x="1123618" y="226569"/>
                  <a:pt x="1126010" y="226569"/>
                </a:cubicBezTo>
                <a:cubicBezTo>
                  <a:pt x="1129769" y="226569"/>
                  <a:pt x="1134667" y="224689"/>
                  <a:pt x="1140704" y="220930"/>
                </a:cubicBezTo>
                <a:cubicBezTo>
                  <a:pt x="1146741" y="217171"/>
                  <a:pt x="1154772" y="208856"/>
                  <a:pt x="1164796" y="195984"/>
                </a:cubicBezTo>
                <a:cubicBezTo>
                  <a:pt x="1174935" y="182998"/>
                  <a:pt x="1183250" y="170866"/>
                  <a:pt x="1189742" y="159589"/>
                </a:cubicBezTo>
                <a:cubicBezTo>
                  <a:pt x="1196350" y="148198"/>
                  <a:pt x="1203355" y="130143"/>
                  <a:pt x="1210759" y="105425"/>
                </a:cubicBezTo>
                <a:lnTo>
                  <a:pt x="1214518" y="92439"/>
                </a:lnTo>
                <a:lnTo>
                  <a:pt x="1240490" y="92439"/>
                </a:lnTo>
                <a:moveTo>
                  <a:pt x="1414945" y="88338"/>
                </a:moveTo>
                <a:lnTo>
                  <a:pt x="1381626" y="204186"/>
                </a:lnTo>
                <a:lnTo>
                  <a:pt x="1377867" y="219734"/>
                </a:lnTo>
                <a:cubicBezTo>
                  <a:pt x="1377525" y="221215"/>
                  <a:pt x="1377354" y="222468"/>
                  <a:pt x="1377354" y="223493"/>
                </a:cubicBezTo>
                <a:cubicBezTo>
                  <a:pt x="1377354" y="225316"/>
                  <a:pt x="1377924" y="226911"/>
                  <a:pt x="1379063" y="228277"/>
                </a:cubicBezTo>
                <a:cubicBezTo>
                  <a:pt x="1379974" y="229303"/>
                  <a:pt x="1381114" y="229815"/>
                  <a:pt x="1382480" y="229815"/>
                </a:cubicBezTo>
                <a:cubicBezTo>
                  <a:pt x="1383961" y="229815"/>
                  <a:pt x="1385897" y="228904"/>
                  <a:pt x="1388290" y="227082"/>
                </a:cubicBezTo>
                <a:cubicBezTo>
                  <a:pt x="1392732" y="223778"/>
                  <a:pt x="1398656" y="216943"/>
                  <a:pt x="1406060" y="206577"/>
                </a:cubicBezTo>
                <a:lnTo>
                  <a:pt x="1411869" y="210678"/>
                </a:lnTo>
                <a:cubicBezTo>
                  <a:pt x="1404009" y="222525"/>
                  <a:pt x="1395922" y="231581"/>
                  <a:pt x="1387606" y="237846"/>
                </a:cubicBezTo>
                <a:cubicBezTo>
                  <a:pt x="1379290" y="243997"/>
                  <a:pt x="1371602" y="247073"/>
                  <a:pt x="1364540" y="247073"/>
                </a:cubicBezTo>
                <a:cubicBezTo>
                  <a:pt x="1359642" y="247073"/>
                  <a:pt x="1355940" y="245820"/>
                  <a:pt x="1353433" y="243314"/>
                </a:cubicBezTo>
                <a:cubicBezTo>
                  <a:pt x="1351040" y="240922"/>
                  <a:pt x="1349845" y="237391"/>
                  <a:pt x="1349845" y="232720"/>
                </a:cubicBezTo>
                <a:cubicBezTo>
                  <a:pt x="1349845" y="227138"/>
                  <a:pt x="1351097" y="219791"/>
                  <a:pt x="1353604" y="210678"/>
                </a:cubicBezTo>
                <a:lnTo>
                  <a:pt x="1357192" y="197863"/>
                </a:lnTo>
                <a:cubicBezTo>
                  <a:pt x="1342270" y="217342"/>
                  <a:pt x="1328544" y="230954"/>
                  <a:pt x="1316013" y="238700"/>
                </a:cubicBezTo>
                <a:cubicBezTo>
                  <a:pt x="1307015" y="244282"/>
                  <a:pt x="1298186" y="247073"/>
                  <a:pt x="1289528" y="247073"/>
                </a:cubicBezTo>
                <a:cubicBezTo>
                  <a:pt x="1281213" y="247073"/>
                  <a:pt x="1274037" y="243655"/>
                  <a:pt x="1267999" y="236821"/>
                </a:cubicBezTo>
                <a:cubicBezTo>
                  <a:pt x="1261962" y="229872"/>
                  <a:pt x="1258944" y="220361"/>
                  <a:pt x="1258944" y="208286"/>
                </a:cubicBezTo>
                <a:cubicBezTo>
                  <a:pt x="1258944" y="190174"/>
                  <a:pt x="1264355" y="171094"/>
                  <a:pt x="1275176" y="151046"/>
                </a:cubicBezTo>
                <a:cubicBezTo>
                  <a:pt x="1286111" y="130884"/>
                  <a:pt x="1299952" y="114765"/>
                  <a:pt x="1316697" y="102691"/>
                </a:cubicBezTo>
                <a:cubicBezTo>
                  <a:pt x="1329796" y="93122"/>
                  <a:pt x="1342155" y="88338"/>
                  <a:pt x="1353775" y="88338"/>
                </a:cubicBezTo>
                <a:cubicBezTo>
                  <a:pt x="1360723" y="88338"/>
                  <a:pt x="1366476" y="90161"/>
                  <a:pt x="1371032" y="93806"/>
                </a:cubicBezTo>
                <a:cubicBezTo>
                  <a:pt x="1375703" y="97451"/>
                  <a:pt x="1379233" y="103488"/>
                  <a:pt x="1381626" y="111917"/>
                </a:cubicBezTo>
                <a:lnTo>
                  <a:pt x="1387778" y="92439"/>
                </a:lnTo>
                <a:lnTo>
                  <a:pt x="1414945" y="88338"/>
                </a:lnTo>
                <a:moveTo>
                  <a:pt x="1354117" y="97223"/>
                </a:moveTo>
                <a:cubicBezTo>
                  <a:pt x="1346826" y="97223"/>
                  <a:pt x="1339080" y="100640"/>
                  <a:pt x="1330879" y="107475"/>
                </a:cubicBezTo>
                <a:cubicBezTo>
                  <a:pt x="1319260" y="117157"/>
                  <a:pt x="1308894" y="131510"/>
                  <a:pt x="1299781" y="150533"/>
                </a:cubicBezTo>
                <a:cubicBezTo>
                  <a:pt x="1290782" y="169556"/>
                  <a:pt x="1286283" y="186757"/>
                  <a:pt x="1286283" y="202135"/>
                </a:cubicBezTo>
                <a:cubicBezTo>
                  <a:pt x="1286283" y="209881"/>
                  <a:pt x="1288219" y="216032"/>
                  <a:pt x="1292091" y="220589"/>
                </a:cubicBezTo>
                <a:cubicBezTo>
                  <a:pt x="1295965" y="225031"/>
                  <a:pt x="1300408" y="227252"/>
                  <a:pt x="1305419" y="227252"/>
                </a:cubicBezTo>
                <a:cubicBezTo>
                  <a:pt x="1317836" y="227252"/>
                  <a:pt x="1331334" y="218082"/>
                  <a:pt x="1345915" y="199743"/>
                </a:cubicBezTo>
                <a:cubicBezTo>
                  <a:pt x="1365394" y="175366"/>
                  <a:pt x="1375133" y="150362"/>
                  <a:pt x="1375133" y="124733"/>
                </a:cubicBezTo>
                <a:cubicBezTo>
                  <a:pt x="1375133" y="115050"/>
                  <a:pt x="1373253" y="108045"/>
                  <a:pt x="1369494" y="103716"/>
                </a:cubicBezTo>
                <a:cubicBezTo>
                  <a:pt x="1365735" y="99387"/>
                  <a:pt x="1360609" y="97223"/>
                  <a:pt x="1354117" y="97223"/>
                </a:cubicBezTo>
                <a:moveTo>
                  <a:pt x="1529767" y="0"/>
                </a:moveTo>
                <a:lnTo>
                  <a:pt x="1471331" y="203331"/>
                </a:lnTo>
                <a:cubicBezTo>
                  <a:pt x="1468483" y="213469"/>
                  <a:pt x="1467059" y="219677"/>
                  <a:pt x="1467059" y="221955"/>
                </a:cubicBezTo>
                <a:cubicBezTo>
                  <a:pt x="1467059" y="223664"/>
                  <a:pt x="1467572" y="225088"/>
                  <a:pt x="1468596" y="226227"/>
                </a:cubicBezTo>
                <a:cubicBezTo>
                  <a:pt x="1469736" y="227366"/>
                  <a:pt x="1471103" y="227936"/>
                  <a:pt x="1472697" y="227936"/>
                </a:cubicBezTo>
                <a:cubicBezTo>
                  <a:pt x="1474862" y="227936"/>
                  <a:pt x="1477198" y="226967"/>
                  <a:pt x="1479703" y="225031"/>
                </a:cubicBezTo>
                <a:cubicBezTo>
                  <a:pt x="1485626" y="220361"/>
                  <a:pt x="1491835" y="213127"/>
                  <a:pt x="1498328" y="203331"/>
                </a:cubicBezTo>
                <a:lnTo>
                  <a:pt x="1503453" y="208628"/>
                </a:lnTo>
                <a:cubicBezTo>
                  <a:pt x="1492632" y="223892"/>
                  <a:pt x="1482665" y="234543"/>
                  <a:pt x="1473552" y="240580"/>
                </a:cubicBezTo>
                <a:cubicBezTo>
                  <a:pt x="1466832" y="244909"/>
                  <a:pt x="1460452" y="247073"/>
                  <a:pt x="1454415" y="247073"/>
                </a:cubicBezTo>
                <a:cubicBezTo>
                  <a:pt x="1450087" y="247073"/>
                  <a:pt x="1446442" y="245592"/>
                  <a:pt x="1443480" y="242630"/>
                </a:cubicBezTo>
                <a:cubicBezTo>
                  <a:pt x="1440632" y="239669"/>
                  <a:pt x="1439208" y="236251"/>
                  <a:pt x="1439208" y="232378"/>
                </a:cubicBezTo>
                <a:cubicBezTo>
                  <a:pt x="1439208" y="228277"/>
                  <a:pt x="1441030" y="219848"/>
                  <a:pt x="1444676" y="207090"/>
                </a:cubicBezTo>
                <a:lnTo>
                  <a:pt x="1490981" y="46817"/>
                </a:lnTo>
                <a:cubicBezTo>
                  <a:pt x="1494740" y="33718"/>
                  <a:pt x="1496619" y="26200"/>
                  <a:pt x="1496619" y="24263"/>
                </a:cubicBezTo>
                <a:cubicBezTo>
                  <a:pt x="1496619" y="21529"/>
                  <a:pt x="1495537" y="19308"/>
                  <a:pt x="1493372" y="17599"/>
                </a:cubicBezTo>
                <a:cubicBezTo>
                  <a:pt x="1491208" y="15777"/>
                  <a:pt x="1487848" y="14865"/>
                  <a:pt x="1483291" y="14865"/>
                </a:cubicBezTo>
                <a:cubicBezTo>
                  <a:pt x="1480672" y="14865"/>
                  <a:pt x="1476684" y="15264"/>
                  <a:pt x="1471331" y="16061"/>
                </a:cubicBezTo>
                <a:lnTo>
                  <a:pt x="1471331" y="9739"/>
                </a:lnTo>
                <a:lnTo>
                  <a:pt x="1529767" y="0"/>
                </a:lnTo>
                <a:moveTo>
                  <a:pt x="1627161" y="0"/>
                </a:moveTo>
                <a:lnTo>
                  <a:pt x="1568725" y="203331"/>
                </a:lnTo>
                <a:cubicBezTo>
                  <a:pt x="1565877" y="213469"/>
                  <a:pt x="1564453" y="219677"/>
                  <a:pt x="1564453" y="221955"/>
                </a:cubicBezTo>
                <a:cubicBezTo>
                  <a:pt x="1564453" y="223664"/>
                  <a:pt x="1564965" y="225088"/>
                  <a:pt x="1565991" y="226227"/>
                </a:cubicBezTo>
                <a:cubicBezTo>
                  <a:pt x="1567130" y="227366"/>
                  <a:pt x="1568497" y="227936"/>
                  <a:pt x="1570092" y="227936"/>
                </a:cubicBezTo>
                <a:cubicBezTo>
                  <a:pt x="1572256" y="227936"/>
                  <a:pt x="1574591" y="226967"/>
                  <a:pt x="1577097" y="225031"/>
                </a:cubicBezTo>
                <a:cubicBezTo>
                  <a:pt x="1583021" y="220361"/>
                  <a:pt x="1589229" y="213127"/>
                  <a:pt x="1595721" y="203331"/>
                </a:cubicBezTo>
                <a:lnTo>
                  <a:pt x="1600848" y="208628"/>
                </a:lnTo>
                <a:cubicBezTo>
                  <a:pt x="1590026" y="223892"/>
                  <a:pt x="1580059" y="234543"/>
                  <a:pt x="1570947" y="240580"/>
                </a:cubicBezTo>
                <a:cubicBezTo>
                  <a:pt x="1564225" y="244909"/>
                  <a:pt x="1557846" y="247073"/>
                  <a:pt x="1551809" y="247073"/>
                </a:cubicBezTo>
                <a:cubicBezTo>
                  <a:pt x="1547480" y="247073"/>
                  <a:pt x="1543835" y="245592"/>
                  <a:pt x="1540873" y="242630"/>
                </a:cubicBezTo>
                <a:cubicBezTo>
                  <a:pt x="1538026" y="239669"/>
                  <a:pt x="1536602" y="236251"/>
                  <a:pt x="1536602" y="232378"/>
                </a:cubicBezTo>
                <a:cubicBezTo>
                  <a:pt x="1536602" y="228277"/>
                  <a:pt x="1538425" y="219848"/>
                  <a:pt x="1542070" y="207090"/>
                </a:cubicBezTo>
                <a:lnTo>
                  <a:pt x="1588374" y="46817"/>
                </a:lnTo>
                <a:cubicBezTo>
                  <a:pt x="1592134" y="33718"/>
                  <a:pt x="1594013" y="26200"/>
                  <a:pt x="1594013" y="24263"/>
                </a:cubicBezTo>
                <a:cubicBezTo>
                  <a:pt x="1594013" y="21529"/>
                  <a:pt x="1592931" y="19308"/>
                  <a:pt x="1590767" y="17599"/>
                </a:cubicBezTo>
                <a:cubicBezTo>
                  <a:pt x="1588602" y="15777"/>
                  <a:pt x="1585242" y="14865"/>
                  <a:pt x="1580686" y="14865"/>
                </a:cubicBezTo>
                <a:cubicBezTo>
                  <a:pt x="1578066" y="14865"/>
                  <a:pt x="1574079" y="15264"/>
                  <a:pt x="1568725" y="16061"/>
                </a:cubicBezTo>
                <a:lnTo>
                  <a:pt x="1568725" y="9739"/>
                </a:lnTo>
                <a:lnTo>
                  <a:pt x="1627161" y="0"/>
                </a:lnTo>
                <a:moveTo>
                  <a:pt x="1676371" y="88338"/>
                </a:moveTo>
                <a:cubicBezTo>
                  <a:pt x="1680243" y="94945"/>
                  <a:pt x="1682920" y="101153"/>
                  <a:pt x="1684401" y="106962"/>
                </a:cubicBezTo>
                <a:cubicBezTo>
                  <a:pt x="1685883" y="112658"/>
                  <a:pt x="1687363" y="123935"/>
                  <a:pt x="1688843" y="140794"/>
                </a:cubicBezTo>
                <a:lnTo>
                  <a:pt x="1696362" y="224860"/>
                </a:lnTo>
                <a:cubicBezTo>
                  <a:pt x="1703197" y="216659"/>
                  <a:pt x="1713107" y="203673"/>
                  <a:pt x="1726093" y="185903"/>
                </a:cubicBezTo>
                <a:cubicBezTo>
                  <a:pt x="1732358" y="177245"/>
                  <a:pt x="1740104" y="165456"/>
                  <a:pt x="1749330" y="150533"/>
                </a:cubicBezTo>
                <a:cubicBezTo>
                  <a:pt x="1754913" y="141421"/>
                  <a:pt x="1758330" y="135042"/>
                  <a:pt x="1759582" y="131396"/>
                </a:cubicBezTo>
                <a:cubicBezTo>
                  <a:pt x="1760266" y="129574"/>
                  <a:pt x="1760608" y="127694"/>
                  <a:pt x="1760608" y="125758"/>
                </a:cubicBezTo>
                <a:cubicBezTo>
                  <a:pt x="1760608" y="124505"/>
                  <a:pt x="1760209" y="123479"/>
                  <a:pt x="1759412" y="122682"/>
                </a:cubicBezTo>
                <a:cubicBezTo>
                  <a:pt x="1758615" y="121885"/>
                  <a:pt x="1756507" y="120973"/>
                  <a:pt x="1753090" y="119948"/>
                </a:cubicBezTo>
                <a:cubicBezTo>
                  <a:pt x="1749787" y="118809"/>
                  <a:pt x="1746995" y="116816"/>
                  <a:pt x="1744717" y="113968"/>
                </a:cubicBezTo>
                <a:cubicBezTo>
                  <a:pt x="1742553" y="111006"/>
                  <a:pt x="1741470" y="107646"/>
                  <a:pt x="1741470" y="103887"/>
                </a:cubicBezTo>
                <a:cubicBezTo>
                  <a:pt x="1741470" y="99216"/>
                  <a:pt x="1742838" y="95457"/>
                  <a:pt x="1745571" y="92610"/>
                </a:cubicBezTo>
                <a:cubicBezTo>
                  <a:pt x="1748306" y="89762"/>
                  <a:pt x="1751723" y="88338"/>
                  <a:pt x="1755823" y="88338"/>
                </a:cubicBezTo>
                <a:cubicBezTo>
                  <a:pt x="1760836" y="88338"/>
                  <a:pt x="1765107" y="90445"/>
                  <a:pt x="1768639" y="94660"/>
                </a:cubicBezTo>
                <a:cubicBezTo>
                  <a:pt x="1772170" y="98761"/>
                  <a:pt x="1773936" y="104456"/>
                  <a:pt x="1773936" y="111747"/>
                </a:cubicBezTo>
                <a:cubicBezTo>
                  <a:pt x="1773936" y="120745"/>
                  <a:pt x="1770860" y="131055"/>
                  <a:pt x="1764709" y="142673"/>
                </a:cubicBezTo>
                <a:cubicBezTo>
                  <a:pt x="1758557" y="154178"/>
                  <a:pt x="1746711" y="171892"/>
                  <a:pt x="1729168" y="195813"/>
                </a:cubicBezTo>
                <a:cubicBezTo>
                  <a:pt x="1711626" y="219734"/>
                  <a:pt x="1690382" y="245820"/>
                  <a:pt x="1665435" y="274070"/>
                </a:cubicBezTo>
                <a:cubicBezTo>
                  <a:pt x="1648235" y="293549"/>
                  <a:pt x="1635477" y="305794"/>
                  <a:pt x="1627161" y="310806"/>
                </a:cubicBezTo>
                <a:cubicBezTo>
                  <a:pt x="1618846" y="315932"/>
                  <a:pt x="1611727" y="318495"/>
                  <a:pt x="1605803" y="318495"/>
                </a:cubicBezTo>
                <a:cubicBezTo>
                  <a:pt x="1602272" y="318495"/>
                  <a:pt x="1599196" y="317128"/>
                  <a:pt x="1596576" y="314394"/>
                </a:cubicBezTo>
                <a:cubicBezTo>
                  <a:pt x="1593842" y="311774"/>
                  <a:pt x="1592476" y="308699"/>
                  <a:pt x="1592476" y="305168"/>
                </a:cubicBezTo>
                <a:cubicBezTo>
                  <a:pt x="1592476" y="300725"/>
                  <a:pt x="1594355" y="296681"/>
                  <a:pt x="1598114" y="293036"/>
                </a:cubicBezTo>
                <a:cubicBezTo>
                  <a:pt x="1601758" y="289391"/>
                  <a:pt x="1605745" y="287568"/>
                  <a:pt x="1610074" y="287568"/>
                </a:cubicBezTo>
                <a:cubicBezTo>
                  <a:pt x="1612353" y="287568"/>
                  <a:pt x="1614232" y="288081"/>
                  <a:pt x="1615713" y="289106"/>
                </a:cubicBezTo>
                <a:cubicBezTo>
                  <a:pt x="1616625" y="289676"/>
                  <a:pt x="1617649" y="291270"/>
                  <a:pt x="1618788" y="293890"/>
                </a:cubicBezTo>
                <a:cubicBezTo>
                  <a:pt x="1619814" y="296624"/>
                  <a:pt x="1620782" y="298447"/>
                  <a:pt x="1621693" y="299358"/>
                </a:cubicBezTo>
                <a:cubicBezTo>
                  <a:pt x="1622263" y="299927"/>
                  <a:pt x="1622947" y="300212"/>
                  <a:pt x="1623744" y="300212"/>
                </a:cubicBezTo>
                <a:cubicBezTo>
                  <a:pt x="1624428" y="300212"/>
                  <a:pt x="1625623" y="299643"/>
                  <a:pt x="1627333" y="298504"/>
                </a:cubicBezTo>
                <a:cubicBezTo>
                  <a:pt x="1633597" y="294631"/>
                  <a:pt x="1640887" y="288480"/>
                  <a:pt x="1649202" y="280050"/>
                </a:cubicBezTo>
                <a:cubicBezTo>
                  <a:pt x="1660138" y="268887"/>
                  <a:pt x="1668226" y="259774"/>
                  <a:pt x="1673466" y="252711"/>
                </a:cubicBezTo>
                <a:lnTo>
                  <a:pt x="1663897" y="144382"/>
                </a:lnTo>
                <a:cubicBezTo>
                  <a:pt x="1662303" y="126498"/>
                  <a:pt x="1659910" y="115620"/>
                  <a:pt x="1656721" y="111747"/>
                </a:cubicBezTo>
                <a:cubicBezTo>
                  <a:pt x="1653531" y="107874"/>
                  <a:pt x="1648178" y="105937"/>
                  <a:pt x="1640660" y="105937"/>
                </a:cubicBezTo>
                <a:cubicBezTo>
                  <a:pt x="1638267" y="105937"/>
                  <a:pt x="1633996" y="106279"/>
                  <a:pt x="1627845" y="106962"/>
                </a:cubicBezTo>
                <a:lnTo>
                  <a:pt x="1626307" y="100640"/>
                </a:lnTo>
                <a:lnTo>
                  <a:pt x="1676371" y="88338"/>
                </a:lnTo>
                <a:moveTo>
                  <a:pt x="1998625" y="205723"/>
                </a:moveTo>
                <a:cubicBezTo>
                  <a:pt x="1986778" y="219962"/>
                  <a:pt x="1974818" y="230442"/>
                  <a:pt x="1962743" y="237163"/>
                </a:cubicBezTo>
                <a:cubicBezTo>
                  <a:pt x="1950669" y="243770"/>
                  <a:pt x="1937910" y="247073"/>
                  <a:pt x="1924469" y="247073"/>
                </a:cubicBezTo>
                <a:cubicBezTo>
                  <a:pt x="1908293" y="247073"/>
                  <a:pt x="1895649" y="242516"/>
                  <a:pt x="1886536" y="233404"/>
                </a:cubicBezTo>
                <a:cubicBezTo>
                  <a:pt x="1877537" y="224291"/>
                  <a:pt x="1873038" y="212045"/>
                  <a:pt x="1873038" y="196667"/>
                </a:cubicBezTo>
                <a:cubicBezTo>
                  <a:pt x="1873038" y="179239"/>
                  <a:pt x="1877879" y="162095"/>
                  <a:pt x="1887561" y="145237"/>
                </a:cubicBezTo>
                <a:cubicBezTo>
                  <a:pt x="1897358" y="128378"/>
                  <a:pt x="1910458" y="114708"/>
                  <a:pt x="1926860" y="104228"/>
                </a:cubicBezTo>
                <a:cubicBezTo>
                  <a:pt x="1943378" y="93635"/>
                  <a:pt x="1959553" y="88338"/>
                  <a:pt x="1975387" y="88338"/>
                </a:cubicBezTo>
                <a:cubicBezTo>
                  <a:pt x="1987804" y="88338"/>
                  <a:pt x="1997087" y="90958"/>
                  <a:pt x="2003238" y="96198"/>
                </a:cubicBezTo>
                <a:cubicBezTo>
                  <a:pt x="2009389" y="101324"/>
                  <a:pt x="2012465" y="107646"/>
                  <a:pt x="2012465" y="115164"/>
                </a:cubicBezTo>
                <a:cubicBezTo>
                  <a:pt x="2012465" y="122227"/>
                  <a:pt x="2010300" y="128264"/>
                  <a:pt x="2005972" y="133276"/>
                </a:cubicBezTo>
                <a:cubicBezTo>
                  <a:pt x="2002782" y="137149"/>
                  <a:pt x="1998852" y="139085"/>
                  <a:pt x="1994182" y="139085"/>
                </a:cubicBezTo>
                <a:cubicBezTo>
                  <a:pt x="1990651" y="139085"/>
                  <a:pt x="1987689" y="137946"/>
                  <a:pt x="1985297" y="135668"/>
                </a:cubicBezTo>
                <a:cubicBezTo>
                  <a:pt x="1983019" y="133390"/>
                  <a:pt x="1981880" y="130542"/>
                  <a:pt x="1981880" y="127125"/>
                </a:cubicBezTo>
                <a:cubicBezTo>
                  <a:pt x="1981880" y="124960"/>
                  <a:pt x="1982279" y="122967"/>
                  <a:pt x="1983076" y="121144"/>
                </a:cubicBezTo>
                <a:cubicBezTo>
                  <a:pt x="1983987" y="119322"/>
                  <a:pt x="1985753" y="117157"/>
                  <a:pt x="1988373" y="114651"/>
                </a:cubicBezTo>
                <a:cubicBezTo>
                  <a:pt x="1991106" y="112031"/>
                  <a:pt x="1992758" y="110152"/>
                  <a:pt x="1993327" y="109013"/>
                </a:cubicBezTo>
                <a:cubicBezTo>
                  <a:pt x="1993897" y="107874"/>
                  <a:pt x="1994182" y="106678"/>
                  <a:pt x="1994182" y="105425"/>
                </a:cubicBezTo>
                <a:cubicBezTo>
                  <a:pt x="1994182" y="103032"/>
                  <a:pt x="1993100" y="101039"/>
                  <a:pt x="1990936" y="99444"/>
                </a:cubicBezTo>
                <a:cubicBezTo>
                  <a:pt x="1987632" y="97166"/>
                  <a:pt x="1982961" y="96027"/>
                  <a:pt x="1976924" y="96027"/>
                </a:cubicBezTo>
                <a:cubicBezTo>
                  <a:pt x="1965761" y="96027"/>
                  <a:pt x="1954712" y="99957"/>
                  <a:pt x="1943777" y="107817"/>
                </a:cubicBezTo>
                <a:cubicBezTo>
                  <a:pt x="1932841" y="115677"/>
                  <a:pt x="1923500" y="126840"/>
                  <a:pt x="1915754" y="141306"/>
                </a:cubicBezTo>
                <a:cubicBezTo>
                  <a:pt x="1906414" y="158849"/>
                  <a:pt x="1901744" y="176391"/>
                  <a:pt x="1901744" y="193933"/>
                </a:cubicBezTo>
                <a:cubicBezTo>
                  <a:pt x="1901744" y="205552"/>
                  <a:pt x="1905046" y="214779"/>
                  <a:pt x="1911653" y="221614"/>
                </a:cubicBezTo>
                <a:cubicBezTo>
                  <a:pt x="1918260" y="228335"/>
                  <a:pt x="1927259" y="231695"/>
                  <a:pt x="1938651" y="231695"/>
                </a:cubicBezTo>
                <a:cubicBezTo>
                  <a:pt x="1947422" y="231695"/>
                  <a:pt x="1956079" y="229531"/>
                  <a:pt x="1964622" y="225202"/>
                </a:cubicBezTo>
                <a:cubicBezTo>
                  <a:pt x="1973279" y="220759"/>
                  <a:pt x="1982961" y="212786"/>
                  <a:pt x="1993670" y="201281"/>
                </a:cubicBezTo>
                <a:lnTo>
                  <a:pt x="1998625" y="205723"/>
                </a:lnTo>
                <a:moveTo>
                  <a:pt x="2123015" y="0"/>
                </a:moveTo>
                <a:lnTo>
                  <a:pt x="2064580" y="203331"/>
                </a:lnTo>
                <a:cubicBezTo>
                  <a:pt x="2061731" y="213469"/>
                  <a:pt x="2060307" y="219677"/>
                  <a:pt x="2060307" y="221955"/>
                </a:cubicBezTo>
                <a:cubicBezTo>
                  <a:pt x="2060307" y="223664"/>
                  <a:pt x="2060819" y="225088"/>
                  <a:pt x="2061845" y="226227"/>
                </a:cubicBezTo>
                <a:cubicBezTo>
                  <a:pt x="2062984" y="227366"/>
                  <a:pt x="2064351" y="227936"/>
                  <a:pt x="2065946" y="227936"/>
                </a:cubicBezTo>
                <a:cubicBezTo>
                  <a:pt x="2068110" y="227936"/>
                  <a:pt x="2070445" y="226967"/>
                  <a:pt x="2072951" y="225031"/>
                </a:cubicBezTo>
                <a:cubicBezTo>
                  <a:pt x="2078875" y="220361"/>
                  <a:pt x="2085083" y="213127"/>
                  <a:pt x="2091577" y="203331"/>
                </a:cubicBezTo>
                <a:lnTo>
                  <a:pt x="2096702" y="208628"/>
                </a:lnTo>
                <a:cubicBezTo>
                  <a:pt x="2085880" y="223892"/>
                  <a:pt x="2075913" y="234543"/>
                  <a:pt x="2066801" y="240580"/>
                </a:cubicBezTo>
                <a:cubicBezTo>
                  <a:pt x="2060080" y="244909"/>
                  <a:pt x="2053700" y="247073"/>
                  <a:pt x="2047663" y="247073"/>
                </a:cubicBezTo>
                <a:cubicBezTo>
                  <a:pt x="2043336" y="247073"/>
                  <a:pt x="2039690" y="245592"/>
                  <a:pt x="2036728" y="242630"/>
                </a:cubicBezTo>
                <a:cubicBezTo>
                  <a:pt x="2033880" y="239669"/>
                  <a:pt x="2032456" y="236251"/>
                  <a:pt x="2032456" y="232378"/>
                </a:cubicBezTo>
                <a:cubicBezTo>
                  <a:pt x="2032456" y="228277"/>
                  <a:pt x="2034279" y="219848"/>
                  <a:pt x="2037924" y="207090"/>
                </a:cubicBezTo>
                <a:lnTo>
                  <a:pt x="2084229" y="46817"/>
                </a:lnTo>
                <a:cubicBezTo>
                  <a:pt x="2087988" y="33718"/>
                  <a:pt x="2089868" y="26200"/>
                  <a:pt x="2089868" y="24263"/>
                </a:cubicBezTo>
                <a:cubicBezTo>
                  <a:pt x="2089868" y="21529"/>
                  <a:pt x="2088785" y="19308"/>
                  <a:pt x="2086621" y="17599"/>
                </a:cubicBezTo>
                <a:cubicBezTo>
                  <a:pt x="2084456" y="15777"/>
                  <a:pt x="2081096" y="14865"/>
                  <a:pt x="2076540" y="14865"/>
                </a:cubicBezTo>
                <a:cubicBezTo>
                  <a:pt x="2073920" y="14865"/>
                  <a:pt x="2069933" y="15264"/>
                  <a:pt x="2064580" y="16061"/>
                </a:cubicBezTo>
                <a:lnTo>
                  <a:pt x="2064580" y="9739"/>
                </a:lnTo>
                <a:lnTo>
                  <a:pt x="2123015" y="0"/>
                </a:lnTo>
                <a:moveTo>
                  <a:pt x="2278163" y="141819"/>
                </a:moveTo>
                <a:cubicBezTo>
                  <a:pt x="2278163" y="158906"/>
                  <a:pt x="2273605" y="175822"/>
                  <a:pt x="2264493" y="192566"/>
                </a:cubicBezTo>
                <a:cubicBezTo>
                  <a:pt x="2255494" y="209311"/>
                  <a:pt x="2242907" y="222582"/>
                  <a:pt x="2226731" y="232378"/>
                </a:cubicBezTo>
                <a:cubicBezTo>
                  <a:pt x="2210556" y="242175"/>
                  <a:pt x="2194836" y="247073"/>
                  <a:pt x="2179573" y="247073"/>
                </a:cubicBezTo>
                <a:cubicBezTo>
                  <a:pt x="2163967" y="247073"/>
                  <a:pt x="2151208" y="242118"/>
                  <a:pt x="2141299" y="232208"/>
                </a:cubicBezTo>
                <a:cubicBezTo>
                  <a:pt x="2131502" y="222183"/>
                  <a:pt x="2126604" y="209254"/>
                  <a:pt x="2126604" y="193421"/>
                </a:cubicBezTo>
                <a:cubicBezTo>
                  <a:pt x="2126604" y="176676"/>
                  <a:pt x="2131388" y="159874"/>
                  <a:pt x="2140957" y="143015"/>
                </a:cubicBezTo>
                <a:cubicBezTo>
                  <a:pt x="2150639" y="126156"/>
                  <a:pt x="2163511" y="112829"/>
                  <a:pt x="2179573" y="103032"/>
                </a:cubicBezTo>
                <a:cubicBezTo>
                  <a:pt x="2195747" y="93236"/>
                  <a:pt x="2211353" y="88338"/>
                  <a:pt x="2226390" y="88338"/>
                </a:cubicBezTo>
                <a:cubicBezTo>
                  <a:pt x="2241426" y="88338"/>
                  <a:pt x="2253785" y="93293"/>
                  <a:pt x="2263468" y="103203"/>
                </a:cubicBezTo>
                <a:cubicBezTo>
                  <a:pt x="2273265" y="113114"/>
                  <a:pt x="2278163" y="125986"/>
                  <a:pt x="2278163" y="141819"/>
                </a:cubicBezTo>
                <a:moveTo>
                  <a:pt x="2249798" y="130029"/>
                </a:moveTo>
                <a:cubicBezTo>
                  <a:pt x="2249798" y="119436"/>
                  <a:pt x="2247178" y="111348"/>
                  <a:pt x="2241939" y="105766"/>
                </a:cubicBezTo>
                <a:cubicBezTo>
                  <a:pt x="2236812" y="100071"/>
                  <a:pt x="2230149" y="97223"/>
                  <a:pt x="2221947" y="97223"/>
                </a:cubicBezTo>
                <a:cubicBezTo>
                  <a:pt x="2205202" y="97223"/>
                  <a:pt x="2189767" y="109240"/>
                  <a:pt x="2175642" y="133276"/>
                </a:cubicBezTo>
                <a:cubicBezTo>
                  <a:pt x="2161631" y="157197"/>
                  <a:pt x="2154626" y="181005"/>
                  <a:pt x="2154626" y="204698"/>
                </a:cubicBezTo>
                <a:cubicBezTo>
                  <a:pt x="2154626" y="215520"/>
                  <a:pt x="2157360" y="223892"/>
                  <a:pt x="2162828" y="229815"/>
                </a:cubicBezTo>
                <a:cubicBezTo>
                  <a:pt x="2168295" y="235625"/>
                  <a:pt x="2175187" y="238530"/>
                  <a:pt x="2183502" y="238530"/>
                </a:cubicBezTo>
                <a:cubicBezTo>
                  <a:pt x="2199564" y="238530"/>
                  <a:pt x="2214600" y="226626"/>
                  <a:pt x="2228611" y="202819"/>
                </a:cubicBezTo>
                <a:cubicBezTo>
                  <a:pt x="2242736" y="178897"/>
                  <a:pt x="2249798" y="154634"/>
                  <a:pt x="2249798" y="130029"/>
                </a:cubicBezTo>
                <a:moveTo>
                  <a:pt x="2418272" y="88338"/>
                </a:moveTo>
                <a:lnTo>
                  <a:pt x="2407849" y="140794"/>
                </a:lnTo>
                <a:lnTo>
                  <a:pt x="2401527" y="140794"/>
                </a:lnTo>
                <a:cubicBezTo>
                  <a:pt x="2400958" y="125530"/>
                  <a:pt x="2397712" y="114423"/>
                  <a:pt x="2391788" y="107475"/>
                </a:cubicBezTo>
                <a:cubicBezTo>
                  <a:pt x="2385865" y="100526"/>
                  <a:pt x="2378517" y="97052"/>
                  <a:pt x="2369747" y="97052"/>
                </a:cubicBezTo>
                <a:cubicBezTo>
                  <a:pt x="2362685" y="97052"/>
                  <a:pt x="2357046" y="98989"/>
                  <a:pt x="2352831" y="102862"/>
                </a:cubicBezTo>
                <a:cubicBezTo>
                  <a:pt x="2348730" y="106734"/>
                  <a:pt x="2346680" y="111405"/>
                  <a:pt x="2346680" y="116873"/>
                </a:cubicBezTo>
                <a:cubicBezTo>
                  <a:pt x="2346680" y="120632"/>
                  <a:pt x="2347478" y="124220"/>
                  <a:pt x="2349072" y="127637"/>
                </a:cubicBezTo>
                <a:cubicBezTo>
                  <a:pt x="2350780" y="131055"/>
                  <a:pt x="2354425" y="135839"/>
                  <a:pt x="2360007" y="141990"/>
                </a:cubicBezTo>
                <a:cubicBezTo>
                  <a:pt x="2374815" y="158165"/>
                  <a:pt x="2384384" y="170354"/>
                  <a:pt x="2388713" y="178555"/>
                </a:cubicBezTo>
                <a:cubicBezTo>
                  <a:pt x="2393041" y="186757"/>
                  <a:pt x="2395205" y="194503"/>
                  <a:pt x="2395205" y="201793"/>
                </a:cubicBezTo>
                <a:cubicBezTo>
                  <a:pt x="2395205" y="213640"/>
                  <a:pt x="2390251" y="224177"/>
                  <a:pt x="2380340" y="233404"/>
                </a:cubicBezTo>
                <a:cubicBezTo>
                  <a:pt x="2370544" y="242516"/>
                  <a:pt x="2358127" y="247073"/>
                  <a:pt x="2343092" y="247073"/>
                </a:cubicBezTo>
                <a:cubicBezTo>
                  <a:pt x="2334890" y="247073"/>
                  <a:pt x="2325435" y="245136"/>
                  <a:pt x="2314727" y="241264"/>
                </a:cubicBezTo>
                <a:cubicBezTo>
                  <a:pt x="2310968" y="239897"/>
                  <a:pt x="2308063" y="239213"/>
                  <a:pt x="2306014" y="239213"/>
                </a:cubicBezTo>
                <a:cubicBezTo>
                  <a:pt x="2300888" y="239213"/>
                  <a:pt x="2297015" y="241833"/>
                  <a:pt x="2294394" y="247073"/>
                </a:cubicBezTo>
                <a:lnTo>
                  <a:pt x="2288072" y="247073"/>
                </a:lnTo>
                <a:lnTo>
                  <a:pt x="2298496" y="191712"/>
                </a:lnTo>
                <a:lnTo>
                  <a:pt x="2304818" y="191712"/>
                </a:lnTo>
                <a:cubicBezTo>
                  <a:pt x="2305500" y="209027"/>
                  <a:pt x="2309089" y="221272"/>
                  <a:pt x="2315582" y="228448"/>
                </a:cubicBezTo>
                <a:cubicBezTo>
                  <a:pt x="2322075" y="235625"/>
                  <a:pt x="2330960" y="239213"/>
                  <a:pt x="2342238" y="239213"/>
                </a:cubicBezTo>
                <a:cubicBezTo>
                  <a:pt x="2350895" y="239213"/>
                  <a:pt x="2357729" y="236821"/>
                  <a:pt x="2362741" y="232037"/>
                </a:cubicBezTo>
                <a:cubicBezTo>
                  <a:pt x="2367868" y="227138"/>
                  <a:pt x="2370431" y="221158"/>
                  <a:pt x="2370431" y="214096"/>
                </a:cubicBezTo>
                <a:cubicBezTo>
                  <a:pt x="2370431" y="209539"/>
                  <a:pt x="2369519" y="205325"/>
                  <a:pt x="2367696" y="201452"/>
                </a:cubicBezTo>
                <a:cubicBezTo>
                  <a:pt x="2364507" y="194617"/>
                  <a:pt x="2357786" y="185162"/>
                  <a:pt x="2347534" y="173088"/>
                </a:cubicBezTo>
                <a:cubicBezTo>
                  <a:pt x="2337395" y="161013"/>
                  <a:pt x="2330846" y="151957"/>
                  <a:pt x="2327885" y="145920"/>
                </a:cubicBezTo>
                <a:cubicBezTo>
                  <a:pt x="2325036" y="139883"/>
                  <a:pt x="2323612" y="133845"/>
                  <a:pt x="2323612" y="127808"/>
                </a:cubicBezTo>
                <a:cubicBezTo>
                  <a:pt x="2323612" y="116759"/>
                  <a:pt x="2327600" y="107418"/>
                  <a:pt x="2335574" y="99786"/>
                </a:cubicBezTo>
                <a:cubicBezTo>
                  <a:pt x="2343661" y="92154"/>
                  <a:pt x="2354027" y="88338"/>
                  <a:pt x="2366671" y="88338"/>
                </a:cubicBezTo>
                <a:cubicBezTo>
                  <a:pt x="2370316" y="88338"/>
                  <a:pt x="2373619" y="88623"/>
                  <a:pt x="2376581" y="89192"/>
                </a:cubicBezTo>
                <a:cubicBezTo>
                  <a:pt x="2378176" y="89534"/>
                  <a:pt x="2381878" y="90844"/>
                  <a:pt x="2387688" y="93122"/>
                </a:cubicBezTo>
                <a:cubicBezTo>
                  <a:pt x="2393611" y="95287"/>
                  <a:pt x="2397540" y="96369"/>
                  <a:pt x="2399478" y="96369"/>
                </a:cubicBezTo>
                <a:cubicBezTo>
                  <a:pt x="2404376" y="96369"/>
                  <a:pt x="2408476" y="93692"/>
                  <a:pt x="2411780" y="88338"/>
                </a:cubicBezTo>
                <a:lnTo>
                  <a:pt x="2418272" y="88338"/>
                </a:lnTo>
                <a:moveTo>
                  <a:pt x="2469361" y="178555"/>
                </a:moveTo>
                <a:cubicBezTo>
                  <a:pt x="2468564" y="184251"/>
                  <a:pt x="2468166" y="188978"/>
                  <a:pt x="2468166" y="192737"/>
                </a:cubicBezTo>
                <a:cubicBezTo>
                  <a:pt x="2468166" y="202875"/>
                  <a:pt x="2471754" y="211533"/>
                  <a:pt x="2478930" y="218709"/>
                </a:cubicBezTo>
                <a:cubicBezTo>
                  <a:pt x="2486107" y="225771"/>
                  <a:pt x="2494821" y="229303"/>
                  <a:pt x="2505073" y="229303"/>
                </a:cubicBezTo>
                <a:cubicBezTo>
                  <a:pt x="2513275" y="229303"/>
                  <a:pt x="2521134" y="227651"/>
                  <a:pt x="2528652" y="224348"/>
                </a:cubicBezTo>
                <a:cubicBezTo>
                  <a:pt x="2536285" y="220930"/>
                  <a:pt x="2547561" y="213469"/>
                  <a:pt x="2562485" y="201964"/>
                </a:cubicBezTo>
                <a:lnTo>
                  <a:pt x="2566072" y="206919"/>
                </a:lnTo>
                <a:cubicBezTo>
                  <a:pt x="2539075" y="233688"/>
                  <a:pt x="2513332" y="247073"/>
                  <a:pt x="2488841" y="247073"/>
                </a:cubicBezTo>
                <a:cubicBezTo>
                  <a:pt x="2472210" y="247073"/>
                  <a:pt x="2459679" y="241833"/>
                  <a:pt x="2451251" y="231353"/>
                </a:cubicBezTo>
                <a:cubicBezTo>
                  <a:pt x="2442821" y="220873"/>
                  <a:pt x="2438605" y="209311"/>
                  <a:pt x="2438605" y="196667"/>
                </a:cubicBezTo>
                <a:cubicBezTo>
                  <a:pt x="2438605" y="179694"/>
                  <a:pt x="2443846" y="162323"/>
                  <a:pt x="2454326" y="144553"/>
                </a:cubicBezTo>
                <a:cubicBezTo>
                  <a:pt x="2464805" y="126783"/>
                  <a:pt x="2477963" y="113000"/>
                  <a:pt x="2493795" y="103203"/>
                </a:cubicBezTo>
                <a:cubicBezTo>
                  <a:pt x="2509629" y="93293"/>
                  <a:pt x="2525919" y="88338"/>
                  <a:pt x="2542664" y="88338"/>
                </a:cubicBezTo>
                <a:cubicBezTo>
                  <a:pt x="2554737" y="88338"/>
                  <a:pt x="2563680" y="90787"/>
                  <a:pt x="2569489" y="95685"/>
                </a:cubicBezTo>
                <a:cubicBezTo>
                  <a:pt x="2575299" y="100583"/>
                  <a:pt x="2578204" y="106393"/>
                  <a:pt x="2578204" y="113114"/>
                </a:cubicBezTo>
                <a:cubicBezTo>
                  <a:pt x="2578204" y="122568"/>
                  <a:pt x="2574445" y="131624"/>
                  <a:pt x="2566927" y="140281"/>
                </a:cubicBezTo>
                <a:cubicBezTo>
                  <a:pt x="2557017" y="151559"/>
                  <a:pt x="2542435" y="160671"/>
                  <a:pt x="2523185" y="167620"/>
                </a:cubicBezTo>
                <a:cubicBezTo>
                  <a:pt x="2510427" y="172290"/>
                  <a:pt x="2492486" y="175936"/>
                  <a:pt x="2469361" y="178555"/>
                </a:cubicBezTo>
                <a:moveTo>
                  <a:pt x="2470558" y="170183"/>
                </a:moveTo>
                <a:cubicBezTo>
                  <a:pt x="2487417" y="168247"/>
                  <a:pt x="2501143" y="164943"/>
                  <a:pt x="2511737" y="160273"/>
                </a:cubicBezTo>
                <a:cubicBezTo>
                  <a:pt x="2525747" y="154008"/>
                  <a:pt x="2536228" y="146547"/>
                  <a:pt x="2543177" y="137889"/>
                </a:cubicBezTo>
                <a:cubicBezTo>
                  <a:pt x="2550238" y="129118"/>
                  <a:pt x="2553770" y="120803"/>
                  <a:pt x="2553770" y="112943"/>
                </a:cubicBezTo>
                <a:cubicBezTo>
                  <a:pt x="2553770" y="108159"/>
                  <a:pt x="2552232" y="104286"/>
                  <a:pt x="2549157" y="101324"/>
                </a:cubicBezTo>
                <a:cubicBezTo>
                  <a:pt x="2546195" y="98362"/>
                  <a:pt x="2541923" y="96881"/>
                  <a:pt x="2536342" y="96881"/>
                </a:cubicBezTo>
                <a:cubicBezTo>
                  <a:pt x="2524723" y="96881"/>
                  <a:pt x="2512363" y="103089"/>
                  <a:pt x="2499263" y="115506"/>
                </a:cubicBezTo>
                <a:cubicBezTo>
                  <a:pt x="2486278" y="127808"/>
                  <a:pt x="2476709" y="146034"/>
                  <a:pt x="2470558" y="1701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9" name="text-4338 (b)">
            <a:extLst xmlns:a="http://schemas.openxmlformats.org/drawingml/2006/main">
              <a:ext uri="{FF2B5EF4-FFF2-40B4-BE49-F238E27FC236}">
                <a16:creationId xmlns:a16="http://schemas.microsoft.com/office/drawing/2014/main" id="{57D57A87-8C53-451C-B77A-55F874A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2421" y="3125059"/>
            <a:ext cx="467759" cy="486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4330" name="text-4339 Aligning">
            <a:extLst xmlns:a="http://schemas.openxmlformats.org/drawingml/2006/main">
              <a:ext uri="{FF2B5EF4-FFF2-40B4-BE49-F238E27FC236}">
                <a16:creationId xmlns:a16="http://schemas.microsoft.com/office/drawing/2014/main" id="{269BE13F-475F-4B62-AD18-18D6D87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4504" y="3125054"/>
            <a:ext cx="1337243" cy="486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Aligning</a:t>
            </a:r>
          </a:p>
        </p:txBody>
      </p:sp>
      <p:sp>
        <p:nvSpPr>
          <p:cNvPr id="4331" name="text-4339 diffusion">
            <a:extLst xmlns:a="http://schemas.openxmlformats.org/drawingml/2006/main">
              <a:ext uri="{FF2B5EF4-FFF2-40B4-BE49-F238E27FC236}">
                <a16:creationId xmlns:a16="http://schemas.microsoft.com/office/drawing/2014/main" id="{A96C0DA7-D3FA-4929-836D-3E3A069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6071" y="3125105"/>
            <a:ext cx="1375807" cy="486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diffusion</a:t>
            </a:r>
          </a:p>
        </p:txBody>
      </p:sp>
      <p:sp>
        <p:nvSpPr>
          <p:cNvPr id="4332" name="text-4339 space.">
            <a:extLst xmlns:a="http://schemas.openxmlformats.org/drawingml/2006/main">
              <a:ext uri="{FF2B5EF4-FFF2-40B4-BE49-F238E27FC236}">
                <a16:creationId xmlns:a16="http://schemas.microsoft.com/office/drawing/2014/main" id="{9EE52AB3-2A47-414B-86A6-A972CC50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6212" y="3125069"/>
            <a:ext cx="960186" cy="486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4169E1"/>
                </a:solidFill>
                <a:latin typeface="Times New Roman"/>
                <a:ea typeface="Times New Roman"/>
                <a:cs typeface="Times New Roman"/>
              </a:rPr>
              <a:t>space.</a:t>
            </a:r>
          </a:p>
        </p:txBody>
      </p:sp>
      <p:sp>
        <p:nvSpPr>
          <p:cNvPr id="4333" name="path-4340">
            <a:extLst xmlns:a="http://schemas.openxmlformats.org/drawingml/2006/main">
              <a:ext uri="{FF2B5EF4-FFF2-40B4-BE49-F238E27FC236}">
                <a16:creationId xmlns:a16="http://schemas.microsoft.com/office/drawing/2014/main" id="{289211B3-D762-4B48-A468-3F1D09E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3711913"/>
            <a:ext cx="7367043" cy="2762641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4" name="path-4341">
            <a:extLst xmlns:a="http://schemas.openxmlformats.org/drawingml/2006/main">
              <a:ext uri="{FF2B5EF4-FFF2-40B4-BE49-F238E27FC236}">
                <a16:creationId xmlns:a16="http://schemas.microsoft.com/office/drawing/2014/main" id="{E396B135-3020-45EC-AD32-88C29929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13" y="3711913"/>
            <a:ext cx="18417" cy="2762641"/>
          </a:xfrm>
          <a:custGeom xmlns:a="http://schemas.openxmlformats.org/drawingml/2006/main">
            <a:pathLst>
              <a:path w="18417" h="2762641">
                <a:moveTo>
                  <a:pt x="9209" y="0"/>
                </a:moveTo>
                <a:lnTo>
                  <a:pt x="0" y="0"/>
                </a:lnTo>
                <a:lnTo>
                  <a:pt x="0" y="53127"/>
                </a:lnTo>
                <a:lnTo>
                  <a:pt x="9209" y="53127"/>
                </a:lnTo>
                <a:lnTo>
                  <a:pt x="18417" y="53127"/>
                </a:lnTo>
                <a:lnTo>
                  <a:pt x="18417" y="0"/>
                </a:lnTo>
                <a:lnTo>
                  <a:pt x="9209" y="0"/>
                </a:lnTo>
                <a:moveTo>
                  <a:pt x="9209" y="159383"/>
                </a:moveTo>
                <a:lnTo>
                  <a:pt x="0" y="159383"/>
                </a:lnTo>
                <a:lnTo>
                  <a:pt x="0" y="265639"/>
                </a:lnTo>
                <a:lnTo>
                  <a:pt x="9209" y="265639"/>
                </a:lnTo>
                <a:lnTo>
                  <a:pt x="18417" y="265639"/>
                </a:lnTo>
                <a:lnTo>
                  <a:pt x="18417" y="159383"/>
                </a:lnTo>
                <a:lnTo>
                  <a:pt x="9209" y="159383"/>
                </a:lnTo>
                <a:moveTo>
                  <a:pt x="9209" y="371894"/>
                </a:moveTo>
                <a:lnTo>
                  <a:pt x="0" y="371894"/>
                </a:lnTo>
                <a:lnTo>
                  <a:pt x="0" y="478149"/>
                </a:lnTo>
                <a:lnTo>
                  <a:pt x="9209" y="478149"/>
                </a:lnTo>
                <a:lnTo>
                  <a:pt x="18417" y="478149"/>
                </a:lnTo>
                <a:lnTo>
                  <a:pt x="18417" y="371894"/>
                </a:lnTo>
                <a:lnTo>
                  <a:pt x="9209" y="371894"/>
                </a:lnTo>
                <a:moveTo>
                  <a:pt x="9209" y="584405"/>
                </a:moveTo>
                <a:lnTo>
                  <a:pt x="0" y="584405"/>
                </a:lnTo>
                <a:lnTo>
                  <a:pt x="0" y="690660"/>
                </a:lnTo>
                <a:lnTo>
                  <a:pt x="9209" y="690660"/>
                </a:lnTo>
                <a:lnTo>
                  <a:pt x="18417" y="690660"/>
                </a:lnTo>
                <a:lnTo>
                  <a:pt x="18417" y="584405"/>
                </a:lnTo>
                <a:lnTo>
                  <a:pt x="9209" y="584405"/>
                </a:lnTo>
                <a:moveTo>
                  <a:pt x="9209" y="796916"/>
                </a:moveTo>
                <a:lnTo>
                  <a:pt x="0" y="796916"/>
                </a:lnTo>
                <a:lnTo>
                  <a:pt x="0" y="903171"/>
                </a:lnTo>
                <a:lnTo>
                  <a:pt x="9209" y="903171"/>
                </a:lnTo>
                <a:lnTo>
                  <a:pt x="18417" y="903171"/>
                </a:lnTo>
                <a:lnTo>
                  <a:pt x="18417" y="796916"/>
                </a:lnTo>
                <a:lnTo>
                  <a:pt x="9209" y="796916"/>
                </a:lnTo>
                <a:moveTo>
                  <a:pt x="9209" y="1009426"/>
                </a:moveTo>
                <a:lnTo>
                  <a:pt x="0" y="1009426"/>
                </a:lnTo>
                <a:lnTo>
                  <a:pt x="0" y="1115682"/>
                </a:lnTo>
                <a:lnTo>
                  <a:pt x="9209" y="1115682"/>
                </a:lnTo>
                <a:lnTo>
                  <a:pt x="18417" y="1115682"/>
                </a:lnTo>
                <a:lnTo>
                  <a:pt x="18417" y="1009426"/>
                </a:lnTo>
                <a:lnTo>
                  <a:pt x="9209" y="1009426"/>
                </a:lnTo>
                <a:moveTo>
                  <a:pt x="9209" y="1221937"/>
                </a:moveTo>
                <a:lnTo>
                  <a:pt x="0" y="1221937"/>
                </a:lnTo>
                <a:lnTo>
                  <a:pt x="0" y="1328193"/>
                </a:lnTo>
                <a:lnTo>
                  <a:pt x="9209" y="1328193"/>
                </a:lnTo>
                <a:lnTo>
                  <a:pt x="18417" y="1328193"/>
                </a:lnTo>
                <a:lnTo>
                  <a:pt x="18417" y="1221937"/>
                </a:lnTo>
                <a:lnTo>
                  <a:pt x="9209" y="1221937"/>
                </a:lnTo>
                <a:moveTo>
                  <a:pt x="9209" y="1434448"/>
                </a:moveTo>
                <a:lnTo>
                  <a:pt x="0" y="1434448"/>
                </a:lnTo>
                <a:lnTo>
                  <a:pt x="0" y="1540703"/>
                </a:lnTo>
                <a:lnTo>
                  <a:pt x="9209" y="1540703"/>
                </a:lnTo>
                <a:lnTo>
                  <a:pt x="18417" y="1540703"/>
                </a:lnTo>
                <a:lnTo>
                  <a:pt x="18417" y="1434448"/>
                </a:lnTo>
                <a:lnTo>
                  <a:pt x="9209" y="1434448"/>
                </a:lnTo>
                <a:moveTo>
                  <a:pt x="9209" y="1646959"/>
                </a:moveTo>
                <a:lnTo>
                  <a:pt x="0" y="1646959"/>
                </a:lnTo>
                <a:lnTo>
                  <a:pt x="0" y="1753215"/>
                </a:lnTo>
                <a:lnTo>
                  <a:pt x="9209" y="1753215"/>
                </a:lnTo>
                <a:lnTo>
                  <a:pt x="18417" y="1753215"/>
                </a:lnTo>
                <a:lnTo>
                  <a:pt x="18417" y="1646959"/>
                </a:lnTo>
                <a:lnTo>
                  <a:pt x="9209" y="1646959"/>
                </a:lnTo>
                <a:moveTo>
                  <a:pt x="9209" y="1859470"/>
                </a:moveTo>
                <a:lnTo>
                  <a:pt x="0" y="1859470"/>
                </a:lnTo>
                <a:lnTo>
                  <a:pt x="0" y="1965726"/>
                </a:lnTo>
                <a:lnTo>
                  <a:pt x="9209" y="1965726"/>
                </a:lnTo>
                <a:lnTo>
                  <a:pt x="18417" y="1965726"/>
                </a:lnTo>
                <a:lnTo>
                  <a:pt x="18417" y="1859470"/>
                </a:lnTo>
                <a:lnTo>
                  <a:pt x="9209" y="1859470"/>
                </a:lnTo>
                <a:moveTo>
                  <a:pt x="9209" y="2071981"/>
                </a:moveTo>
                <a:lnTo>
                  <a:pt x="0" y="2071981"/>
                </a:lnTo>
                <a:lnTo>
                  <a:pt x="0" y="2178237"/>
                </a:lnTo>
                <a:lnTo>
                  <a:pt x="9209" y="2178237"/>
                </a:lnTo>
                <a:lnTo>
                  <a:pt x="18417" y="2178237"/>
                </a:lnTo>
                <a:lnTo>
                  <a:pt x="18417" y="2071981"/>
                </a:lnTo>
                <a:lnTo>
                  <a:pt x="9209" y="2071981"/>
                </a:lnTo>
                <a:moveTo>
                  <a:pt x="9209" y="2284492"/>
                </a:moveTo>
                <a:lnTo>
                  <a:pt x="0" y="2284492"/>
                </a:lnTo>
                <a:lnTo>
                  <a:pt x="0" y="2390747"/>
                </a:lnTo>
                <a:lnTo>
                  <a:pt x="9209" y="2390747"/>
                </a:lnTo>
                <a:lnTo>
                  <a:pt x="18417" y="2390747"/>
                </a:lnTo>
                <a:lnTo>
                  <a:pt x="18417" y="2284492"/>
                </a:lnTo>
                <a:lnTo>
                  <a:pt x="9209" y="2284492"/>
                </a:lnTo>
                <a:moveTo>
                  <a:pt x="9209" y="2497003"/>
                </a:moveTo>
                <a:lnTo>
                  <a:pt x="0" y="2497003"/>
                </a:lnTo>
                <a:lnTo>
                  <a:pt x="0" y="2603258"/>
                </a:lnTo>
                <a:lnTo>
                  <a:pt x="9209" y="2603258"/>
                </a:lnTo>
                <a:lnTo>
                  <a:pt x="18417" y="2603258"/>
                </a:lnTo>
                <a:lnTo>
                  <a:pt x="18417" y="2497003"/>
                </a:lnTo>
                <a:lnTo>
                  <a:pt x="9209" y="2497003"/>
                </a:lnTo>
                <a:moveTo>
                  <a:pt x="9209" y="2709513"/>
                </a:moveTo>
                <a:lnTo>
                  <a:pt x="0" y="2709513"/>
                </a:lnTo>
                <a:lnTo>
                  <a:pt x="0" y="2762641"/>
                </a:lnTo>
                <a:lnTo>
                  <a:pt x="9209" y="2762641"/>
                </a:lnTo>
                <a:lnTo>
                  <a:pt x="18417" y="2762641"/>
                </a:lnTo>
                <a:lnTo>
                  <a:pt x="18417" y="2709513"/>
                </a:lnTo>
                <a:lnTo>
                  <a:pt x="9209" y="270951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5" name="path-4342">
            <a:extLst xmlns:a="http://schemas.openxmlformats.org/drawingml/2006/main">
              <a:ext uri="{FF2B5EF4-FFF2-40B4-BE49-F238E27FC236}">
                <a16:creationId xmlns:a16="http://schemas.microsoft.com/office/drawing/2014/main" id="{61982075-DE46-4919-A095-7844B0C3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3711913"/>
            <a:ext cx="3536180" cy="2762641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6" name="path-4343">
            <a:extLst xmlns:a="http://schemas.openxmlformats.org/drawingml/2006/main">
              <a:ext uri="{FF2B5EF4-FFF2-40B4-BE49-F238E27FC236}">
                <a16:creationId xmlns:a16="http://schemas.microsoft.com/office/drawing/2014/main" id="{6402F7CB-5ED8-43FB-935F-B677EBE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5885190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7" name="path-4344">
            <a:extLst xmlns:a="http://schemas.openxmlformats.org/drawingml/2006/main">
              <a:ext uri="{FF2B5EF4-FFF2-40B4-BE49-F238E27FC236}">
                <a16:creationId xmlns:a16="http://schemas.microsoft.com/office/drawing/2014/main" id="{17D45BB3-5834-42E7-97D7-BCE437E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5885190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8" name="path-4345">
            <a:extLst xmlns:a="http://schemas.openxmlformats.org/drawingml/2006/main">
              <a:ext uri="{FF2B5EF4-FFF2-40B4-BE49-F238E27FC236}">
                <a16:creationId xmlns:a16="http://schemas.microsoft.com/office/drawing/2014/main" id="{9DD1D3E5-D24B-45BD-A987-55237B4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65" y="61264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9" name="path-4346">
            <a:extLst xmlns:a="http://schemas.openxmlformats.org/drawingml/2006/main">
              <a:ext uri="{FF2B5EF4-FFF2-40B4-BE49-F238E27FC236}">
                <a16:creationId xmlns:a16="http://schemas.microsoft.com/office/drawing/2014/main" id="{0153F5E5-245A-47EC-BB69-3346665D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989" y="614444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0" name="path-4347">
            <a:extLst xmlns:a="http://schemas.openxmlformats.org/drawingml/2006/main">
              <a:ext uri="{FF2B5EF4-FFF2-40B4-BE49-F238E27FC236}">
                <a16:creationId xmlns:a16="http://schemas.microsoft.com/office/drawing/2014/main" id="{16263883-F39C-492A-AEAA-06DA59DF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05" y="61264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1" name="path-4348">
            <a:extLst xmlns:a="http://schemas.openxmlformats.org/drawingml/2006/main">
              <a:ext uri="{FF2B5EF4-FFF2-40B4-BE49-F238E27FC236}">
                <a16:creationId xmlns:a16="http://schemas.microsoft.com/office/drawing/2014/main" id="{05A0EAF1-A1C1-4D93-BC0C-9DBB0674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947" y="61383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2" name="path-4349">
            <a:extLst xmlns:a="http://schemas.openxmlformats.org/drawingml/2006/main">
              <a:ext uri="{FF2B5EF4-FFF2-40B4-BE49-F238E27FC236}">
                <a16:creationId xmlns:a16="http://schemas.microsoft.com/office/drawing/2014/main" id="{9606D33B-72B2-43BC-A33D-43EBF13A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19" y="611986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3" name="path-4350">
            <a:extLst xmlns:a="http://schemas.openxmlformats.org/drawingml/2006/main">
              <a:ext uri="{FF2B5EF4-FFF2-40B4-BE49-F238E27FC236}">
                <a16:creationId xmlns:a16="http://schemas.microsoft.com/office/drawing/2014/main" id="{6B161210-56E3-4C4F-866D-BE108D01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931" y="61264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4" name="path-4351">
            <a:extLst xmlns:a="http://schemas.openxmlformats.org/drawingml/2006/main">
              <a:ext uri="{FF2B5EF4-FFF2-40B4-BE49-F238E27FC236}">
                <a16:creationId xmlns:a16="http://schemas.microsoft.com/office/drawing/2014/main" id="{AC3C1E1F-4545-4B47-869E-BAC39682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194" y="61241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5" name="path-4352">
            <a:extLst xmlns:a="http://schemas.openxmlformats.org/drawingml/2006/main">
              <a:ext uri="{FF2B5EF4-FFF2-40B4-BE49-F238E27FC236}">
                <a16:creationId xmlns:a16="http://schemas.microsoft.com/office/drawing/2014/main" id="{5877E907-A46F-4720-8434-604D570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75" y="61319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6" name="path-4353">
            <a:extLst xmlns:a="http://schemas.openxmlformats.org/drawingml/2006/main">
              <a:ext uri="{FF2B5EF4-FFF2-40B4-BE49-F238E27FC236}">
                <a16:creationId xmlns:a16="http://schemas.microsoft.com/office/drawing/2014/main" id="{927D87D9-C3FE-4E89-844C-4C061A4F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681" y="61189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7" name="path-4354">
            <a:extLst xmlns:a="http://schemas.openxmlformats.org/drawingml/2006/main">
              <a:ext uri="{FF2B5EF4-FFF2-40B4-BE49-F238E27FC236}">
                <a16:creationId xmlns:a16="http://schemas.microsoft.com/office/drawing/2014/main" id="{84A9EEBF-2A78-462C-B422-923C1A0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78" y="613716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8" name="path-4355">
            <a:extLst xmlns:a="http://schemas.openxmlformats.org/drawingml/2006/main">
              <a:ext uri="{FF2B5EF4-FFF2-40B4-BE49-F238E27FC236}">
                <a16:creationId xmlns:a16="http://schemas.microsoft.com/office/drawing/2014/main" id="{4E3151A8-4E7A-4324-B1EA-BD58A136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53" y="614431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9" name="path-4356">
            <a:extLst xmlns:a="http://schemas.openxmlformats.org/drawingml/2006/main">
              <a:ext uri="{FF2B5EF4-FFF2-40B4-BE49-F238E27FC236}">
                <a16:creationId xmlns:a16="http://schemas.microsoft.com/office/drawing/2014/main" id="{1A9C62D1-983E-4450-A983-FD3F8532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815" y="614923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0" name="path-4357">
            <a:extLst xmlns:a="http://schemas.openxmlformats.org/drawingml/2006/main">
              <a:ext uri="{FF2B5EF4-FFF2-40B4-BE49-F238E27FC236}">
                <a16:creationId xmlns:a16="http://schemas.microsoft.com/office/drawing/2014/main" id="{571A30D4-CB5B-4B34-8055-083A175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276" y="614406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1" name="path-4358">
            <a:extLst xmlns:a="http://schemas.openxmlformats.org/drawingml/2006/main">
              <a:ext uri="{FF2B5EF4-FFF2-40B4-BE49-F238E27FC236}">
                <a16:creationId xmlns:a16="http://schemas.microsoft.com/office/drawing/2014/main" id="{057CFF65-A40E-4502-978B-5049BF9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208" y="612029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2" name="path-4359">
            <a:extLst xmlns:a="http://schemas.openxmlformats.org/drawingml/2006/main">
              <a:ext uri="{FF2B5EF4-FFF2-40B4-BE49-F238E27FC236}">
                <a16:creationId xmlns:a16="http://schemas.microsoft.com/office/drawing/2014/main" id="{B015DA1C-F78A-4AF0-B319-511F91A3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6" y="61342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3" name="path-4360">
            <a:extLst xmlns:a="http://schemas.openxmlformats.org/drawingml/2006/main">
              <a:ext uri="{FF2B5EF4-FFF2-40B4-BE49-F238E27FC236}">
                <a16:creationId xmlns:a16="http://schemas.microsoft.com/office/drawing/2014/main" id="{A81676BD-CAE9-41B2-9BFA-BCA3015F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484" y="61378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4" name="path-4361">
            <a:extLst xmlns:a="http://schemas.openxmlformats.org/drawingml/2006/main">
              <a:ext uri="{FF2B5EF4-FFF2-40B4-BE49-F238E27FC236}">
                <a16:creationId xmlns:a16="http://schemas.microsoft.com/office/drawing/2014/main" id="{DB848EF8-9CC1-4573-9BD7-5FCAEFD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71" y="61212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5" name="path-4362">
            <a:extLst xmlns:a="http://schemas.openxmlformats.org/drawingml/2006/main">
              <a:ext uri="{FF2B5EF4-FFF2-40B4-BE49-F238E27FC236}">
                <a16:creationId xmlns:a16="http://schemas.microsoft.com/office/drawing/2014/main" id="{55BDB00C-0BD3-4526-8541-2FB3A13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53" y="61479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6" name="path-4363">
            <a:extLst xmlns:a="http://schemas.openxmlformats.org/drawingml/2006/main">
              <a:ext uri="{FF2B5EF4-FFF2-40B4-BE49-F238E27FC236}">
                <a16:creationId xmlns:a16="http://schemas.microsoft.com/office/drawing/2014/main" id="{7FC5D041-E59F-47C7-A8F9-AA90CB4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904" y="615371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7" name="path-4364">
            <a:extLst xmlns:a="http://schemas.openxmlformats.org/drawingml/2006/main">
              <a:ext uri="{FF2B5EF4-FFF2-40B4-BE49-F238E27FC236}">
                <a16:creationId xmlns:a16="http://schemas.microsoft.com/office/drawing/2014/main" id="{5F7350C4-D6B0-421B-8125-D95FB87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809" y="61425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8" name="path-4365">
            <a:extLst xmlns:a="http://schemas.openxmlformats.org/drawingml/2006/main">
              <a:ext uri="{FF2B5EF4-FFF2-40B4-BE49-F238E27FC236}">
                <a16:creationId xmlns:a16="http://schemas.microsoft.com/office/drawing/2014/main" id="{5CF84FCC-D7F9-41EC-9640-C7937CC2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198" y="61489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9" name="path-4366">
            <a:extLst xmlns:a="http://schemas.openxmlformats.org/drawingml/2006/main">
              <a:ext uri="{FF2B5EF4-FFF2-40B4-BE49-F238E27FC236}">
                <a16:creationId xmlns:a16="http://schemas.microsoft.com/office/drawing/2014/main" id="{40C0F765-4025-40FC-9D7C-0D38B373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77" y="612881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0" name="path-4367">
            <a:extLst xmlns:a="http://schemas.openxmlformats.org/drawingml/2006/main">
              <a:ext uri="{FF2B5EF4-FFF2-40B4-BE49-F238E27FC236}">
                <a16:creationId xmlns:a16="http://schemas.microsoft.com/office/drawing/2014/main" id="{1C3537A4-B3F1-4CD4-AF06-DD16A85C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99" y="61337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1" name="path-4368">
            <a:extLst xmlns:a="http://schemas.openxmlformats.org/drawingml/2006/main">
              <a:ext uri="{FF2B5EF4-FFF2-40B4-BE49-F238E27FC236}">
                <a16:creationId xmlns:a16="http://schemas.microsoft.com/office/drawing/2014/main" id="{59421FCB-DA9B-4549-8162-AAC6C4CF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96" y="61406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2" name="path-4369">
            <a:extLst xmlns:a="http://schemas.openxmlformats.org/drawingml/2006/main">
              <a:ext uri="{FF2B5EF4-FFF2-40B4-BE49-F238E27FC236}">
                <a16:creationId xmlns:a16="http://schemas.microsoft.com/office/drawing/2014/main" id="{1F408D39-65F6-4CFB-9BDD-3C2B9A08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17" y="61633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3" name="path-4370">
            <a:extLst xmlns:a="http://schemas.openxmlformats.org/drawingml/2006/main">
              <a:ext uri="{FF2B5EF4-FFF2-40B4-BE49-F238E27FC236}">
                <a16:creationId xmlns:a16="http://schemas.microsoft.com/office/drawing/2014/main" id="{ABD85464-353B-4D50-BC29-F654BA6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54" y="61177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4" name="path-4371">
            <a:extLst xmlns:a="http://schemas.openxmlformats.org/drawingml/2006/main">
              <a:ext uri="{FF2B5EF4-FFF2-40B4-BE49-F238E27FC236}">
                <a16:creationId xmlns:a16="http://schemas.microsoft.com/office/drawing/2014/main" id="{338D03A0-A59D-442B-9B82-0635B36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445" y="61325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5" name="path-4372">
            <a:extLst xmlns:a="http://schemas.openxmlformats.org/drawingml/2006/main">
              <a:ext uri="{FF2B5EF4-FFF2-40B4-BE49-F238E27FC236}">
                <a16:creationId xmlns:a16="http://schemas.microsoft.com/office/drawing/2014/main" id="{71C9A3FD-57D0-4377-B06E-45CD0B9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840" y="610898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6" name="path-4373">
            <a:extLst xmlns:a="http://schemas.openxmlformats.org/drawingml/2006/main">
              <a:ext uri="{FF2B5EF4-FFF2-40B4-BE49-F238E27FC236}">
                <a16:creationId xmlns:a16="http://schemas.microsoft.com/office/drawing/2014/main" id="{DD01B19C-F0FC-413F-AB48-29D93256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816" y="612837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7" name="path-4374">
            <a:extLst xmlns:a="http://schemas.openxmlformats.org/drawingml/2006/main">
              <a:ext uri="{FF2B5EF4-FFF2-40B4-BE49-F238E27FC236}">
                <a16:creationId xmlns:a16="http://schemas.microsoft.com/office/drawing/2014/main" id="{080DD0EA-D2C0-4ECF-B054-3585B44C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749" y="613486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8" name="path-4375">
            <a:extLst xmlns:a="http://schemas.openxmlformats.org/drawingml/2006/main">
              <a:ext uri="{FF2B5EF4-FFF2-40B4-BE49-F238E27FC236}">
                <a16:creationId xmlns:a16="http://schemas.microsoft.com/office/drawing/2014/main" id="{1B93C74C-17B6-40FD-A44B-DE7E4DD6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99" y="613768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9" name="path-4376">
            <a:extLst xmlns:a="http://schemas.openxmlformats.org/drawingml/2006/main">
              <a:ext uri="{FF2B5EF4-FFF2-40B4-BE49-F238E27FC236}">
                <a16:creationId xmlns:a16="http://schemas.microsoft.com/office/drawing/2014/main" id="{764D2382-4120-44F3-AA18-FFEEBBA6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062" y="613413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0" name="path-4377">
            <a:extLst xmlns:a="http://schemas.openxmlformats.org/drawingml/2006/main">
              <a:ext uri="{FF2B5EF4-FFF2-40B4-BE49-F238E27FC236}">
                <a16:creationId xmlns:a16="http://schemas.microsoft.com/office/drawing/2014/main" id="{E5019C78-FD43-4712-A5C8-CEF4058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093" y="614512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1" name="path-4378">
            <a:extLst xmlns:a="http://schemas.openxmlformats.org/drawingml/2006/main">
              <a:ext uri="{FF2B5EF4-FFF2-40B4-BE49-F238E27FC236}">
                <a16:creationId xmlns:a16="http://schemas.microsoft.com/office/drawing/2014/main" id="{AEA34A25-0907-4F41-87C6-2F913220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338" y="61436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2" name="path-4379">
            <a:extLst xmlns:a="http://schemas.openxmlformats.org/drawingml/2006/main">
              <a:ext uri="{FF2B5EF4-FFF2-40B4-BE49-F238E27FC236}">
                <a16:creationId xmlns:a16="http://schemas.microsoft.com/office/drawing/2014/main" id="{89445D5F-D227-47D2-93F3-FA5CB45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836" y="61290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3" name="path-4380">
            <a:extLst xmlns:a="http://schemas.openxmlformats.org/drawingml/2006/main">
              <a:ext uri="{FF2B5EF4-FFF2-40B4-BE49-F238E27FC236}">
                <a16:creationId xmlns:a16="http://schemas.microsoft.com/office/drawing/2014/main" id="{47013582-154E-4A37-AE96-ACCDE362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40" y="61243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4" name="path-4381">
            <a:extLst xmlns:a="http://schemas.openxmlformats.org/drawingml/2006/main">
              <a:ext uri="{FF2B5EF4-FFF2-40B4-BE49-F238E27FC236}">
                <a16:creationId xmlns:a16="http://schemas.microsoft.com/office/drawing/2014/main" id="{8151D6F9-AEBF-421F-A8BA-70F9CBFB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4" y="61382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5" name="path-4382">
            <a:extLst xmlns:a="http://schemas.openxmlformats.org/drawingml/2006/main">
              <a:ext uri="{FF2B5EF4-FFF2-40B4-BE49-F238E27FC236}">
                <a16:creationId xmlns:a16="http://schemas.microsoft.com/office/drawing/2014/main" id="{2C3B7A95-628F-468F-BDD7-006FD138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64" y="61304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6" name="path-4383">
            <a:extLst xmlns:a="http://schemas.openxmlformats.org/drawingml/2006/main">
              <a:ext uri="{FF2B5EF4-FFF2-40B4-BE49-F238E27FC236}">
                <a16:creationId xmlns:a16="http://schemas.microsoft.com/office/drawing/2014/main" id="{3494F2D5-600E-4DA6-A8D4-BB21755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535" y="61200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7" name="path-4384">
            <a:extLst xmlns:a="http://schemas.openxmlformats.org/drawingml/2006/main">
              <a:ext uri="{FF2B5EF4-FFF2-40B4-BE49-F238E27FC236}">
                <a16:creationId xmlns:a16="http://schemas.microsoft.com/office/drawing/2014/main" id="{725142F7-C35B-4955-8F60-3DA9794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619" y="61405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8" name="path-4385">
            <a:extLst xmlns:a="http://schemas.openxmlformats.org/drawingml/2006/main">
              <a:ext uri="{FF2B5EF4-FFF2-40B4-BE49-F238E27FC236}">
                <a16:creationId xmlns:a16="http://schemas.microsoft.com/office/drawing/2014/main" id="{E7F76672-364D-4F1A-8C4E-3B959AF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127" y="61532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9" name="path-4386">
            <a:extLst xmlns:a="http://schemas.openxmlformats.org/drawingml/2006/main">
              <a:ext uri="{FF2B5EF4-FFF2-40B4-BE49-F238E27FC236}">
                <a16:creationId xmlns:a16="http://schemas.microsoft.com/office/drawing/2014/main" id="{445670DF-C979-43C0-83CC-30390F67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59" y="61267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0" name="path-4387">
            <a:extLst xmlns:a="http://schemas.openxmlformats.org/drawingml/2006/main">
              <a:ext uri="{FF2B5EF4-FFF2-40B4-BE49-F238E27FC236}">
                <a16:creationId xmlns:a16="http://schemas.microsoft.com/office/drawing/2014/main" id="{78C8F8D6-CC86-4947-8AEA-75BB6B63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20" y="61289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1" name="path-4388">
            <a:extLst xmlns:a="http://schemas.openxmlformats.org/drawingml/2006/main">
              <a:ext uri="{FF2B5EF4-FFF2-40B4-BE49-F238E27FC236}">
                <a16:creationId xmlns:a16="http://schemas.microsoft.com/office/drawing/2014/main" id="{4B3A1E57-9463-40FC-B6E5-94C12BEF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433" y="615871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2" name="path-4389">
            <a:extLst xmlns:a="http://schemas.openxmlformats.org/drawingml/2006/main">
              <a:ext uri="{FF2B5EF4-FFF2-40B4-BE49-F238E27FC236}">
                <a16:creationId xmlns:a16="http://schemas.microsoft.com/office/drawing/2014/main" id="{61E570C2-2E8A-4623-BD75-95E8E2B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321" y="615233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3" name="path-4390">
            <a:extLst xmlns:a="http://schemas.openxmlformats.org/drawingml/2006/main">
              <a:ext uri="{FF2B5EF4-FFF2-40B4-BE49-F238E27FC236}">
                <a16:creationId xmlns:a16="http://schemas.microsoft.com/office/drawing/2014/main" id="{000BD914-83A6-4640-AB13-67079A8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84" y="613745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4" name="path-4391">
            <a:extLst xmlns:a="http://schemas.openxmlformats.org/drawingml/2006/main">
              <a:ext uri="{FF2B5EF4-FFF2-40B4-BE49-F238E27FC236}">
                <a16:creationId xmlns:a16="http://schemas.microsoft.com/office/drawing/2014/main" id="{9E8561A3-C920-47E5-9F2E-3E6269A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683" y="615290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5" name="path-4392">
            <a:extLst xmlns:a="http://schemas.openxmlformats.org/drawingml/2006/main">
              <a:ext uri="{FF2B5EF4-FFF2-40B4-BE49-F238E27FC236}">
                <a16:creationId xmlns:a16="http://schemas.microsoft.com/office/drawing/2014/main" id="{D9A78375-EB86-4D94-92F1-408C232D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417" y="61236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6" name="path-4393">
            <a:extLst xmlns:a="http://schemas.openxmlformats.org/drawingml/2006/main">
              <a:ext uri="{FF2B5EF4-FFF2-40B4-BE49-F238E27FC236}">
                <a16:creationId xmlns:a16="http://schemas.microsoft.com/office/drawing/2014/main" id="{D1AE40AB-239C-40C7-8DE2-6B4BB975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15" y="615578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7" name="path-4394">
            <a:extLst xmlns:a="http://schemas.openxmlformats.org/drawingml/2006/main">
              <a:ext uri="{FF2B5EF4-FFF2-40B4-BE49-F238E27FC236}">
                <a16:creationId xmlns:a16="http://schemas.microsoft.com/office/drawing/2014/main" id="{B137008E-9FAC-498A-9446-7352193C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678" y="615543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8" name="path-4395">
            <a:extLst xmlns:a="http://schemas.openxmlformats.org/drawingml/2006/main">
              <a:ext uri="{FF2B5EF4-FFF2-40B4-BE49-F238E27FC236}">
                <a16:creationId xmlns:a16="http://schemas.microsoft.com/office/drawing/2014/main" id="{50F1F065-689D-49A3-80AE-250BF9D5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49" y="615673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9" name="path-4396">
            <a:extLst xmlns:a="http://schemas.openxmlformats.org/drawingml/2006/main">
              <a:ext uri="{FF2B5EF4-FFF2-40B4-BE49-F238E27FC236}">
                <a16:creationId xmlns:a16="http://schemas.microsoft.com/office/drawing/2014/main" id="{D936AA83-B8A9-42EE-97D8-C7A9C5B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76" y="61456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0" name="path-4397">
            <a:extLst xmlns:a="http://schemas.openxmlformats.org/drawingml/2006/main">
              <a:ext uri="{FF2B5EF4-FFF2-40B4-BE49-F238E27FC236}">
                <a16:creationId xmlns:a16="http://schemas.microsoft.com/office/drawing/2014/main" id="{7707BB96-710D-4C0D-A8FD-004636D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43" y="61432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1" name="path-4398">
            <a:extLst xmlns:a="http://schemas.openxmlformats.org/drawingml/2006/main">
              <a:ext uri="{FF2B5EF4-FFF2-40B4-BE49-F238E27FC236}">
                <a16:creationId xmlns:a16="http://schemas.microsoft.com/office/drawing/2014/main" id="{FAC02929-A3EA-4DD4-8EF1-F455378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205" y="61383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2" name="path-4399">
            <a:extLst xmlns:a="http://schemas.openxmlformats.org/drawingml/2006/main">
              <a:ext uri="{FF2B5EF4-FFF2-40B4-BE49-F238E27FC236}">
                <a16:creationId xmlns:a16="http://schemas.microsoft.com/office/drawing/2014/main" id="{FA261B04-3078-48F7-8504-FD8F418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937" y="61287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3" name="path-4400">
            <a:extLst xmlns:a="http://schemas.openxmlformats.org/drawingml/2006/main">
              <a:ext uri="{FF2B5EF4-FFF2-40B4-BE49-F238E27FC236}">
                <a16:creationId xmlns:a16="http://schemas.microsoft.com/office/drawing/2014/main" id="{FFD1E93C-621B-4F27-B6B6-61854426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779" y="612396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4" name="path-4401">
            <a:extLst xmlns:a="http://schemas.openxmlformats.org/drawingml/2006/main">
              <a:ext uri="{FF2B5EF4-FFF2-40B4-BE49-F238E27FC236}">
                <a16:creationId xmlns:a16="http://schemas.microsoft.com/office/drawing/2014/main" id="{B8B0AEA5-CFE2-45D2-B56A-7C62BC4C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423" y="61296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5" name="path-4402">
            <a:extLst xmlns:a="http://schemas.openxmlformats.org/drawingml/2006/main">
              <a:ext uri="{FF2B5EF4-FFF2-40B4-BE49-F238E27FC236}">
                <a16:creationId xmlns:a16="http://schemas.microsoft.com/office/drawing/2014/main" id="{42CDA8AE-4DB1-41A7-8BF2-73E2F6E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45" y="61412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6" name="path-4403">
            <a:extLst xmlns:a="http://schemas.openxmlformats.org/drawingml/2006/main">
              <a:ext uri="{FF2B5EF4-FFF2-40B4-BE49-F238E27FC236}">
                <a16:creationId xmlns:a16="http://schemas.microsoft.com/office/drawing/2014/main" id="{53E1CEA1-AA7A-487D-8EA8-452285DD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232" y="613460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7" name="path-4404">
            <a:extLst xmlns:a="http://schemas.openxmlformats.org/drawingml/2006/main">
              <a:ext uri="{FF2B5EF4-FFF2-40B4-BE49-F238E27FC236}">
                <a16:creationId xmlns:a16="http://schemas.microsoft.com/office/drawing/2014/main" id="{EBCFEFC6-1139-4890-86C0-5F2957DD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34" y="613816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8" name="path-4405">
            <a:extLst xmlns:a="http://schemas.openxmlformats.org/drawingml/2006/main">
              <a:ext uri="{FF2B5EF4-FFF2-40B4-BE49-F238E27FC236}">
                <a16:creationId xmlns:a16="http://schemas.microsoft.com/office/drawing/2014/main" id="{18956C20-B0DE-432C-B44E-BFD090E7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808" y="616015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9" name="path-4406">
            <a:extLst xmlns:a="http://schemas.openxmlformats.org/drawingml/2006/main">
              <a:ext uri="{FF2B5EF4-FFF2-40B4-BE49-F238E27FC236}">
                <a16:creationId xmlns:a16="http://schemas.microsoft.com/office/drawing/2014/main" id="{B2F9F317-71D9-401B-BB5F-7192F518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458" y="613589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0" name="path-4407">
            <a:extLst xmlns:a="http://schemas.openxmlformats.org/drawingml/2006/main">
              <a:ext uri="{FF2B5EF4-FFF2-40B4-BE49-F238E27FC236}">
                <a16:creationId xmlns:a16="http://schemas.microsoft.com/office/drawing/2014/main" id="{02D2404D-C979-4478-8624-14DBA01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250" y="61419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1" name="path-4408">
            <a:extLst xmlns:a="http://schemas.openxmlformats.org/drawingml/2006/main">
              <a:ext uri="{FF2B5EF4-FFF2-40B4-BE49-F238E27FC236}">
                <a16:creationId xmlns:a16="http://schemas.microsoft.com/office/drawing/2014/main" id="{72D50F6F-5C0A-4733-855D-4B378D1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808" y="61457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2" name="path-4409">
            <a:extLst xmlns:a="http://schemas.openxmlformats.org/drawingml/2006/main">
              <a:ext uri="{FF2B5EF4-FFF2-40B4-BE49-F238E27FC236}">
                <a16:creationId xmlns:a16="http://schemas.microsoft.com/office/drawing/2014/main" id="{364BE359-E0BD-4D4A-A27B-130CDF9E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93" y="61320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3" name="path-4410">
            <a:extLst xmlns:a="http://schemas.openxmlformats.org/drawingml/2006/main">
              <a:ext uri="{FF2B5EF4-FFF2-40B4-BE49-F238E27FC236}">
                <a16:creationId xmlns:a16="http://schemas.microsoft.com/office/drawing/2014/main" id="{6B5C641E-3BAF-463C-A7DB-CF7BC5C4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534" y="61403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4" name="path-4411">
            <a:extLst xmlns:a="http://schemas.openxmlformats.org/drawingml/2006/main">
              <a:ext uri="{FF2B5EF4-FFF2-40B4-BE49-F238E27FC236}">
                <a16:creationId xmlns:a16="http://schemas.microsoft.com/office/drawing/2014/main" id="{8D2C26BE-C87E-4074-9B43-626ECE75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9" y="61509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5" name="path-4412">
            <a:extLst xmlns:a="http://schemas.openxmlformats.org/drawingml/2006/main">
              <a:ext uri="{FF2B5EF4-FFF2-40B4-BE49-F238E27FC236}">
                <a16:creationId xmlns:a16="http://schemas.microsoft.com/office/drawing/2014/main" id="{5C4BE987-AB87-4DAA-A0FB-F3050B4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247" y="613260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6" name="path-4413">
            <a:extLst xmlns:a="http://schemas.openxmlformats.org/drawingml/2006/main">
              <a:ext uri="{FF2B5EF4-FFF2-40B4-BE49-F238E27FC236}">
                <a16:creationId xmlns:a16="http://schemas.microsoft.com/office/drawing/2014/main" id="{9F583F5C-7CCE-45B4-997B-5784BA0C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931" y="615120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7" name="path-4414">
            <a:extLst xmlns:a="http://schemas.openxmlformats.org/drawingml/2006/main">
              <a:ext uri="{FF2B5EF4-FFF2-40B4-BE49-F238E27FC236}">
                <a16:creationId xmlns:a16="http://schemas.microsoft.com/office/drawing/2014/main" id="{ADF131D4-B26B-42F9-A4CB-358E34E9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23" y="614185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8" name="path-4415">
            <a:extLst xmlns:a="http://schemas.openxmlformats.org/drawingml/2006/main">
              <a:ext uri="{FF2B5EF4-FFF2-40B4-BE49-F238E27FC236}">
                <a16:creationId xmlns:a16="http://schemas.microsoft.com/office/drawing/2014/main" id="{35F88E79-9EE6-4B45-BAA7-AC83A76D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07" y="613948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9" name="path-4416">
            <a:extLst xmlns:a="http://schemas.openxmlformats.org/drawingml/2006/main">
              <a:ext uri="{FF2B5EF4-FFF2-40B4-BE49-F238E27FC236}">
                <a16:creationId xmlns:a16="http://schemas.microsoft.com/office/drawing/2014/main" id="{2DEE726E-4FED-432D-A69A-03DACC8E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08" y="61028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0" name="path-4417">
            <a:extLst xmlns:a="http://schemas.openxmlformats.org/drawingml/2006/main">
              <a:ext uri="{FF2B5EF4-FFF2-40B4-BE49-F238E27FC236}">
                <a16:creationId xmlns:a16="http://schemas.microsoft.com/office/drawing/2014/main" id="{1E5B0F50-ABDD-4CED-BE7B-CBE01693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968" y="61101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1" name="path-4418">
            <a:extLst xmlns:a="http://schemas.openxmlformats.org/drawingml/2006/main">
              <a:ext uri="{FF2B5EF4-FFF2-40B4-BE49-F238E27FC236}">
                <a16:creationId xmlns:a16="http://schemas.microsoft.com/office/drawing/2014/main" id="{34CEB262-FE8F-45CD-9914-16FDCABC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804" y="613927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2" name="path-4419">
            <a:extLst xmlns:a="http://schemas.openxmlformats.org/drawingml/2006/main">
              <a:ext uri="{FF2B5EF4-FFF2-40B4-BE49-F238E27FC236}">
                <a16:creationId xmlns:a16="http://schemas.microsoft.com/office/drawing/2014/main" id="{A8E5D23F-A091-469A-999B-426AECA6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201" y="613214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3" name="path-4420">
            <a:extLst xmlns:a="http://schemas.openxmlformats.org/drawingml/2006/main">
              <a:ext uri="{FF2B5EF4-FFF2-40B4-BE49-F238E27FC236}">
                <a16:creationId xmlns:a16="http://schemas.microsoft.com/office/drawing/2014/main" id="{592AE343-CADA-4889-9881-553FEA0D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228" y="614716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4" name="path-4421">
            <a:extLst xmlns:a="http://schemas.openxmlformats.org/drawingml/2006/main">
              <a:ext uri="{FF2B5EF4-FFF2-40B4-BE49-F238E27FC236}">
                <a16:creationId xmlns:a16="http://schemas.microsoft.com/office/drawing/2014/main" id="{5E88E956-B216-41E5-AFB0-FBBC915B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479" y="61509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5" name="path-4422">
            <a:extLst xmlns:a="http://schemas.openxmlformats.org/drawingml/2006/main">
              <a:ext uri="{FF2B5EF4-FFF2-40B4-BE49-F238E27FC236}">
                <a16:creationId xmlns:a16="http://schemas.microsoft.com/office/drawing/2014/main" id="{3876DD5B-879D-4FBF-A333-F1160E4C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71" y="61417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6" name="path-4423">
            <a:extLst xmlns:a="http://schemas.openxmlformats.org/drawingml/2006/main">
              <a:ext uri="{FF2B5EF4-FFF2-40B4-BE49-F238E27FC236}">
                <a16:creationId xmlns:a16="http://schemas.microsoft.com/office/drawing/2014/main" id="{0CE97555-FDB4-4777-9413-43798F9A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764" y="61320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7" name="path-4424">
            <a:extLst xmlns:a="http://schemas.openxmlformats.org/drawingml/2006/main">
              <a:ext uri="{FF2B5EF4-FFF2-40B4-BE49-F238E27FC236}">
                <a16:creationId xmlns:a16="http://schemas.microsoft.com/office/drawing/2014/main" id="{1026145B-2290-49B6-BAB6-EB6480C7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443" y="61390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8" name="path-4425">
            <a:extLst xmlns:a="http://schemas.openxmlformats.org/drawingml/2006/main">
              <a:ext uri="{FF2B5EF4-FFF2-40B4-BE49-F238E27FC236}">
                <a16:creationId xmlns:a16="http://schemas.microsoft.com/office/drawing/2014/main" id="{2D8ED536-844A-4B61-9700-14D898B1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183" y="61571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9" name="path-4426">
            <a:extLst xmlns:a="http://schemas.openxmlformats.org/drawingml/2006/main">
              <a:ext uri="{FF2B5EF4-FFF2-40B4-BE49-F238E27FC236}">
                <a16:creationId xmlns:a16="http://schemas.microsoft.com/office/drawing/2014/main" id="{40AC7567-59B1-4279-BE3E-E5FE63D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688" y="614496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0" name="path-4427">
            <a:extLst xmlns:a="http://schemas.openxmlformats.org/drawingml/2006/main">
              <a:ext uri="{FF2B5EF4-FFF2-40B4-BE49-F238E27FC236}">
                <a16:creationId xmlns:a16="http://schemas.microsoft.com/office/drawing/2014/main" id="{EA1F5AA8-E219-4779-BA0F-57B8323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60" y="612936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1" name="path-4428">
            <a:extLst xmlns:a="http://schemas.openxmlformats.org/drawingml/2006/main">
              <a:ext uri="{FF2B5EF4-FFF2-40B4-BE49-F238E27FC236}">
                <a16:creationId xmlns:a16="http://schemas.microsoft.com/office/drawing/2014/main" id="{5956C0B1-2EA3-425A-8A6F-E7D47678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928" y="610398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2" name="path-4429">
            <a:extLst xmlns:a="http://schemas.openxmlformats.org/drawingml/2006/main">
              <a:ext uri="{FF2B5EF4-FFF2-40B4-BE49-F238E27FC236}">
                <a16:creationId xmlns:a16="http://schemas.microsoft.com/office/drawing/2014/main" id="{ADD2F971-DB0F-4A83-B283-C22CA6C8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38" y="61349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3" name="path-4430">
            <a:extLst xmlns:a="http://schemas.openxmlformats.org/drawingml/2006/main">
              <a:ext uri="{FF2B5EF4-FFF2-40B4-BE49-F238E27FC236}">
                <a16:creationId xmlns:a16="http://schemas.microsoft.com/office/drawing/2014/main" id="{59DF89E1-BFBC-4BF2-AC5F-F992C214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01" y="614087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4" name="path-4431">
            <a:extLst xmlns:a="http://schemas.openxmlformats.org/drawingml/2006/main">
              <a:ext uri="{FF2B5EF4-FFF2-40B4-BE49-F238E27FC236}">
                <a16:creationId xmlns:a16="http://schemas.microsoft.com/office/drawing/2014/main" id="{3D0A1166-25B4-423C-87DC-1A3CE3E8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76" y="611383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5" name="path-4432">
            <a:extLst xmlns:a="http://schemas.openxmlformats.org/drawingml/2006/main">
              <a:ext uri="{FF2B5EF4-FFF2-40B4-BE49-F238E27FC236}">
                <a16:creationId xmlns:a16="http://schemas.microsoft.com/office/drawing/2014/main" id="{200B2386-0BE4-4092-9BBC-2EAD2A6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596" y="61488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6" name="path-4433">
            <a:extLst xmlns:a="http://schemas.openxmlformats.org/drawingml/2006/main">
              <a:ext uri="{FF2B5EF4-FFF2-40B4-BE49-F238E27FC236}">
                <a16:creationId xmlns:a16="http://schemas.microsoft.com/office/drawing/2014/main" id="{040865C6-56F7-4CDF-94FA-3EF4DA5D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38" y="61162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7" name="path-4434">
            <a:extLst xmlns:a="http://schemas.openxmlformats.org/drawingml/2006/main">
              <a:ext uri="{FF2B5EF4-FFF2-40B4-BE49-F238E27FC236}">
                <a16:creationId xmlns:a16="http://schemas.microsoft.com/office/drawing/2014/main" id="{B32AD936-E27E-43E2-8AEA-4AC5578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902" y="61247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8" name="path-4435">
            <a:extLst xmlns:a="http://schemas.openxmlformats.org/drawingml/2006/main">
              <a:ext uri="{FF2B5EF4-FFF2-40B4-BE49-F238E27FC236}">
                <a16:creationId xmlns:a16="http://schemas.microsoft.com/office/drawing/2014/main" id="{6C5C38EC-4EB5-437B-AFEE-7A7134C2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93" y="613896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9" name="path-4436">
            <a:extLst xmlns:a="http://schemas.openxmlformats.org/drawingml/2006/main">
              <a:ext uri="{FF2B5EF4-FFF2-40B4-BE49-F238E27FC236}">
                <a16:creationId xmlns:a16="http://schemas.microsoft.com/office/drawing/2014/main" id="{04C0DE0A-DB45-42B4-BA76-70ECC5CE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101" y="61619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0" name="path-4437">
            <a:extLst xmlns:a="http://schemas.openxmlformats.org/drawingml/2006/main">
              <a:ext uri="{FF2B5EF4-FFF2-40B4-BE49-F238E27FC236}">
                <a16:creationId xmlns:a16="http://schemas.microsoft.com/office/drawing/2014/main" id="{6D2138E2-2762-412E-BF40-CB19CA8A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027" y="613645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1" name="path-4438">
            <a:extLst xmlns:a="http://schemas.openxmlformats.org/drawingml/2006/main">
              <a:ext uri="{FF2B5EF4-FFF2-40B4-BE49-F238E27FC236}">
                <a16:creationId xmlns:a16="http://schemas.microsoft.com/office/drawing/2014/main" id="{370A4415-5EB8-4AFF-90E0-C4138E3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018" y="612591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2" name="path-4439">
            <a:extLst xmlns:a="http://schemas.openxmlformats.org/drawingml/2006/main">
              <a:ext uri="{FF2B5EF4-FFF2-40B4-BE49-F238E27FC236}">
                <a16:creationId xmlns:a16="http://schemas.microsoft.com/office/drawing/2014/main" id="{FD6B80DA-F782-46DC-9009-ADE978FA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817" y="612738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3" name="path-4440">
            <a:extLst xmlns:a="http://schemas.openxmlformats.org/drawingml/2006/main">
              <a:ext uri="{FF2B5EF4-FFF2-40B4-BE49-F238E27FC236}">
                <a16:creationId xmlns:a16="http://schemas.microsoft.com/office/drawing/2014/main" id="{D7CDBF9F-C67E-469D-AC3C-EFB47DDE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197" y="613351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4" name="path-4441">
            <a:extLst xmlns:a="http://schemas.openxmlformats.org/drawingml/2006/main">
              <a:ext uri="{FF2B5EF4-FFF2-40B4-BE49-F238E27FC236}">
                <a16:creationId xmlns:a16="http://schemas.microsoft.com/office/drawing/2014/main" id="{F516F090-5759-43B8-8C8C-B32786E5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527" y="613175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5" name="path-4442">
            <a:extLst xmlns:a="http://schemas.openxmlformats.org/drawingml/2006/main">
              <a:ext uri="{FF2B5EF4-FFF2-40B4-BE49-F238E27FC236}">
                <a16:creationId xmlns:a16="http://schemas.microsoft.com/office/drawing/2014/main" id="{8881C762-6CF7-4A67-B400-67C248B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39" y="61612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6" name="path-4443">
            <a:extLst xmlns:a="http://schemas.openxmlformats.org/drawingml/2006/main">
              <a:ext uri="{FF2B5EF4-FFF2-40B4-BE49-F238E27FC236}">
                <a16:creationId xmlns:a16="http://schemas.microsoft.com/office/drawing/2014/main" id="{4135D83A-7D7A-48C8-98F0-4DCD3039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094" y="614553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7" name="path-4444">
            <a:extLst xmlns:a="http://schemas.openxmlformats.org/drawingml/2006/main">
              <a:ext uri="{FF2B5EF4-FFF2-40B4-BE49-F238E27FC236}">
                <a16:creationId xmlns:a16="http://schemas.microsoft.com/office/drawing/2014/main" id="{9DB99772-746E-40AA-837C-D6BDD423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33" y="61332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8" name="path-4445">
            <a:extLst xmlns:a="http://schemas.openxmlformats.org/drawingml/2006/main">
              <a:ext uri="{FF2B5EF4-FFF2-40B4-BE49-F238E27FC236}">
                <a16:creationId xmlns:a16="http://schemas.microsoft.com/office/drawing/2014/main" id="{3161B9AD-6E39-4BAA-832C-B0BDE7C4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32" y="617185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9" name="path-4446">
            <a:extLst xmlns:a="http://schemas.openxmlformats.org/drawingml/2006/main">
              <a:ext uri="{FF2B5EF4-FFF2-40B4-BE49-F238E27FC236}">
                <a16:creationId xmlns:a16="http://schemas.microsoft.com/office/drawing/2014/main" id="{215E5DAC-D462-45C9-8BC5-900CE817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049" y="61495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0" name="path-4447">
            <a:extLst xmlns:a="http://schemas.openxmlformats.org/drawingml/2006/main">
              <a:ext uri="{FF2B5EF4-FFF2-40B4-BE49-F238E27FC236}">
                <a16:creationId xmlns:a16="http://schemas.microsoft.com/office/drawing/2014/main" id="{8B39CB6A-6146-4B44-810E-AF884A7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098" y="61307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1" name="path-4448">
            <a:extLst xmlns:a="http://schemas.openxmlformats.org/drawingml/2006/main">
              <a:ext uri="{FF2B5EF4-FFF2-40B4-BE49-F238E27FC236}">
                <a16:creationId xmlns:a16="http://schemas.microsoft.com/office/drawing/2014/main" id="{F51E2A41-FC05-43CB-B4D6-151F9A7D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460" y="61077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2" name="path-4449">
            <a:extLst xmlns:a="http://schemas.openxmlformats.org/drawingml/2006/main">
              <a:ext uri="{FF2B5EF4-FFF2-40B4-BE49-F238E27FC236}">
                <a16:creationId xmlns:a16="http://schemas.microsoft.com/office/drawing/2014/main" id="{BBD3813C-0D5F-4C42-BED3-D9F10521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02" y="61392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3" name="path-4450">
            <a:extLst xmlns:a="http://schemas.openxmlformats.org/drawingml/2006/main">
              <a:ext uri="{FF2B5EF4-FFF2-40B4-BE49-F238E27FC236}">
                <a16:creationId xmlns:a16="http://schemas.microsoft.com/office/drawing/2014/main" id="{CC765A6D-275E-4978-A552-9564043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42" y="613905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4" name="path-4451">
            <a:extLst xmlns:a="http://schemas.openxmlformats.org/drawingml/2006/main">
              <a:ext uri="{FF2B5EF4-FFF2-40B4-BE49-F238E27FC236}">
                <a16:creationId xmlns:a16="http://schemas.microsoft.com/office/drawing/2014/main" id="{174D0D68-4B93-4FAE-B5B5-76CC6D57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699" y="61336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5" name="path-4452">
            <a:extLst xmlns:a="http://schemas.openxmlformats.org/drawingml/2006/main">
              <a:ext uri="{FF2B5EF4-FFF2-40B4-BE49-F238E27FC236}">
                <a16:creationId xmlns:a16="http://schemas.microsoft.com/office/drawing/2014/main" id="{74EA3BE7-0FE9-412E-9CC7-B8755F3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42" y="613415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6" name="path-4453">
            <a:extLst xmlns:a="http://schemas.openxmlformats.org/drawingml/2006/main">
              <a:ext uri="{FF2B5EF4-FFF2-40B4-BE49-F238E27FC236}">
                <a16:creationId xmlns:a16="http://schemas.microsoft.com/office/drawing/2014/main" id="{09796425-DAAB-40C2-A187-69F63B60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536" y="61320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7" name="path-4454">
            <a:extLst xmlns:a="http://schemas.openxmlformats.org/drawingml/2006/main">
              <a:ext uri="{FF2B5EF4-FFF2-40B4-BE49-F238E27FC236}">
                <a16:creationId xmlns:a16="http://schemas.microsoft.com/office/drawing/2014/main" id="{C7127EBA-FBF7-406F-8886-66603E6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29" y="61465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8" name="path-4455">
            <a:extLst xmlns:a="http://schemas.openxmlformats.org/drawingml/2006/main">
              <a:ext uri="{FF2B5EF4-FFF2-40B4-BE49-F238E27FC236}">
                <a16:creationId xmlns:a16="http://schemas.microsoft.com/office/drawing/2014/main" id="{F5AE327F-3BDB-4D63-8899-14CC4D94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980" y="61204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9" name="path-4456">
            <a:extLst xmlns:a="http://schemas.openxmlformats.org/drawingml/2006/main">
              <a:ext uri="{FF2B5EF4-FFF2-40B4-BE49-F238E27FC236}">
                <a16:creationId xmlns:a16="http://schemas.microsoft.com/office/drawing/2014/main" id="{CDBAD503-D4FE-42AB-982E-C8490E3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325" y="61189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0" name="path-4457">
            <a:extLst xmlns:a="http://schemas.openxmlformats.org/drawingml/2006/main">
              <a:ext uri="{FF2B5EF4-FFF2-40B4-BE49-F238E27FC236}">
                <a16:creationId xmlns:a16="http://schemas.microsoft.com/office/drawing/2014/main" id="{794728B5-2827-4575-B16E-1C6F6DC8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168" y="613063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1" name="path-4458">
            <a:extLst xmlns:a="http://schemas.openxmlformats.org/drawingml/2006/main">
              <a:ext uri="{FF2B5EF4-FFF2-40B4-BE49-F238E27FC236}">
                <a16:creationId xmlns:a16="http://schemas.microsoft.com/office/drawing/2014/main" id="{94B66A73-B8A7-4A03-A40E-65A76A15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68" y="61323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2" name="path-4459">
            <a:extLst xmlns:a="http://schemas.openxmlformats.org/drawingml/2006/main">
              <a:ext uri="{FF2B5EF4-FFF2-40B4-BE49-F238E27FC236}">
                <a16:creationId xmlns:a16="http://schemas.microsoft.com/office/drawing/2014/main" id="{9731098E-36DE-47FA-A09C-3DB7DC11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092" y="612651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3" name="path-4460">
            <a:extLst xmlns:a="http://schemas.openxmlformats.org/drawingml/2006/main">
              <a:ext uri="{FF2B5EF4-FFF2-40B4-BE49-F238E27FC236}">
                <a16:creationId xmlns:a16="http://schemas.microsoft.com/office/drawing/2014/main" id="{3A6A4A5C-FC67-4B69-8015-D49181A7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81" y="616509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4" name="path-4461">
            <a:extLst xmlns:a="http://schemas.openxmlformats.org/drawingml/2006/main">
              <a:ext uri="{FF2B5EF4-FFF2-40B4-BE49-F238E27FC236}">
                <a16:creationId xmlns:a16="http://schemas.microsoft.com/office/drawing/2014/main" id="{8AF5FBF6-C8C7-4D5F-ABE7-EB6E520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704" y="61466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5" name="path-4462">
            <a:extLst xmlns:a="http://schemas.openxmlformats.org/drawingml/2006/main">
              <a:ext uri="{FF2B5EF4-FFF2-40B4-BE49-F238E27FC236}">
                <a16:creationId xmlns:a16="http://schemas.microsoft.com/office/drawing/2014/main" id="{4358DA37-36CB-44F5-BE91-3587D9CE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20" y="61290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6" name="path-4463">
            <a:extLst xmlns:a="http://schemas.openxmlformats.org/drawingml/2006/main">
              <a:ext uri="{FF2B5EF4-FFF2-40B4-BE49-F238E27FC236}">
                <a16:creationId xmlns:a16="http://schemas.microsoft.com/office/drawing/2014/main" id="{3090A898-86E6-46B9-B2BE-BE81B021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52" y="614301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7" name="path-4464">
            <a:extLst xmlns:a="http://schemas.openxmlformats.org/drawingml/2006/main">
              <a:ext uri="{FF2B5EF4-FFF2-40B4-BE49-F238E27FC236}">
                <a16:creationId xmlns:a16="http://schemas.microsoft.com/office/drawing/2014/main" id="{9CC206D6-373B-4C00-941D-4A81B4E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03" y="61340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8" name="path-4465">
            <a:extLst xmlns:a="http://schemas.openxmlformats.org/drawingml/2006/main">
              <a:ext uri="{FF2B5EF4-FFF2-40B4-BE49-F238E27FC236}">
                <a16:creationId xmlns:a16="http://schemas.microsoft.com/office/drawing/2014/main" id="{63F9D359-CAEA-4496-ACA6-CDD78969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534" y="614558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9" name="path-4466">
            <a:extLst xmlns:a="http://schemas.openxmlformats.org/drawingml/2006/main">
              <a:ext uri="{FF2B5EF4-FFF2-40B4-BE49-F238E27FC236}">
                <a16:creationId xmlns:a16="http://schemas.microsoft.com/office/drawing/2014/main" id="{0E49F9D4-5DD3-4181-8769-E8B47D5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87" y="611676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0" name="path-4467">
            <a:extLst xmlns:a="http://schemas.openxmlformats.org/drawingml/2006/main">
              <a:ext uri="{FF2B5EF4-FFF2-40B4-BE49-F238E27FC236}">
                <a16:creationId xmlns:a16="http://schemas.microsoft.com/office/drawing/2014/main" id="{78612A24-880E-467F-B4EB-84A2BAD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471" y="61417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1" name="path-4468">
            <a:extLst xmlns:a="http://schemas.openxmlformats.org/drawingml/2006/main">
              <a:ext uri="{FF2B5EF4-FFF2-40B4-BE49-F238E27FC236}">
                <a16:creationId xmlns:a16="http://schemas.microsoft.com/office/drawing/2014/main" id="{D2AD60ED-4C2B-4364-BA8D-30C9FFE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205" y="61405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2" name="path-4469">
            <a:extLst xmlns:a="http://schemas.openxmlformats.org/drawingml/2006/main">
              <a:ext uri="{FF2B5EF4-FFF2-40B4-BE49-F238E27FC236}">
                <a16:creationId xmlns:a16="http://schemas.microsoft.com/office/drawing/2014/main" id="{0BF4A960-231C-4E7A-9C39-CB0CF7BD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82" y="613451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3" name="path-4470">
            <a:extLst xmlns:a="http://schemas.openxmlformats.org/drawingml/2006/main">
              <a:ext uri="{FF2B5EF4-FFF2-40B4-BE49-F238E27FC236}">
                <a16:creationId xmlns:a16="http://schemas.microsoft.com/office/drawing/2014/main" id="{9AE8EDB2-4878-44FE-B15C-1E131A2B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100" y="617573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4" name="path-4471">
            <a:extLst xmlns:a="http://schemas.openxmlformats.org/drawingml/2006/main">
              <a:ext uri="{FF2B5EF4-FFF2-40B4-BE49-F238E27FC236}">
                <a16:creationId xmlns:a16="http://schemas.microsoft.com/office/drawing/2014/main" id="{B8238E8C-A099-46C3-BB91-81B6CDFF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21" y="61458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5" name="path-4472">
            <a:extLst xmlns:a="http://schemas.openxmlformats.org/drawingml/2006/main">
              <a:ext uri="{FF2B5EF4-FFF2-40B4-BE49-F238E27FC236}">
                <a16:creationId xmlns:a16="http://schemas.microsoft.com/office/drawing/2014/main" id="{A7AF2ED3-0A0E-4819-BACA-09B9EB93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85" y="615133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6" name="path-4473">
            <a:extLst xmlns:a="http://schemas.openxmlformats.org/drawingml/2006/main">
              <a:ext uri="{FF2B5EF4-FFF2-40B4-BE49-F238E27FC236}">
                <a16:creationId xmlns:a16="http://schemas.microsoft.com/office/drawing/2014/main" id="{F541010F-23FE-4C9E-A2BB-62314E32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" y="614457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7" name="path-4474">
            <a:extLst xmlns:a="http://schemas.openxmlformats.org/drawingml/2006/main">
              <a:ext uri="{FF2B5EF4-FFF2-40B4-BE49-F238E27FC236}">
                <a16:creationId xmlns:a16="http://schemas.microsoft.com/office/drawing/2014/main" id="{455E33C2-19EA-4FF2-9E4A-A1DF5513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916" y="617505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8" name="path-4475">
            <a:extLst xmlns:a="http://schemas.openxmlformats.org/drawingml/2006/main">
              <a:ext uri="{FF2B5EF4-FFF2-40B4-BE49-F238E27FC236}">
                <a16:creationId xmlns:a16="http://schemas.microsoft.com/office/drawing/2014/main" id="{9CDB1B48-A2E7-47CF-A56F-9E0D9DE1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358" y="61392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9" name="path-4476">
            <a:extLst xmlns:a="http://schemas.openxmlformats.org/drawingml/2006/main">
              <a:ext uri="{FF2B5EF4-FFF2-40B4-BE49-F238E27FC236}">
                <a16:creationId xmlns:a16="http://schemas.microsoft.com/office/drawing/2014/main" id="{9738BE95-B97F-4A1C-B11F-B4AFD65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239" y="617293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0" name="path-4477">
            <a:extLst xmlns:a="http://schemas.openxmlformats.org/drawingml/2006/main">
              <a:ext uri="{FF2B5EF4-FFF2-40B4-BE49-F238E27FC236}">
                <a16:creationId xmlns:a16="http://schemas.microsoft.com/office/drawing/2014/main" id="{38C88BF8-7CDF-4DC2-931C-3126777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20" y="614329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1" name="path-4478">
            <a:extLst xmlns:a="http://schemas.openxmlformats.org/drawingml/2006/main">
              <a:ext uri="{FF2B5EF4-FFF2-40B4-BE49-F238E27FC236}">
                <a16:creationId xmlns:a16="http://schemas.microsoft.com/office/drawing/2014/main" id="{6F72228F-3DFD-4CB5-A18A-044A4636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279" y="61436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2" name="path-4479">
            <a:extLst xmlns:a="http://schemas.openxmlformats.org/drawingml/2006/main">
              <a:ext uri="{FF2B5EF4-FFF2-40B4-BE49-F238E27FC236}">
                <a16:creationId xmlns:a16="http://schemas.microsoft.com/office/drawing/2014/main" id="{DFCB3F85-0D28-4A94-8876-4D9868F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653" y="61389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3" name="path-4480">
            <a:extLst xmlns:a="http://schemas.openxmlformats.org/drawingml/2006/main">
              <a:ext uri="{FF2B5EF4-FFF2-40B4-BE49-F238E27FC236}">
                <a16:creationId xmlns:a16="http://schemas.microsoft.com/office/drawing/2014/main" id="{611D5B4E-00F9-4E56-B7D1-E7A89D4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9" y="61289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4" name="path-4481">
            <a:extLst xmlns:a="http://schemas.openxmlformats.org/drawingml/2006/main">
              <a:ext uri="{FF2B5EF4-FFF2-40B4-BE49-F238E27FC236}">
                <a16:creationId xmlns:a16="http://schemas.microsoft.com/office/drawing/2014/main" id="{13764691-4D93-4F32-A3EB-541B469B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73" y="615009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5" name="path-4482">
            <a:extLst xmlns:a="http://schemas.openxmlformats.org/drawingml/2006/main">
              <a:ext uri="{FF2B5EF4-FFF2-40B4-BE49-F238E27FC236}">
                <a16:creationId xmlns:a16="http://schemas.microsoft.com/office/drawing/2014/main" id="{2C93230B-E2C1-426E-B174-B80206A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395" y="612528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6" name="path-4483">
            <a:extLst xmlns:a="http://schemas.openxmlformats.org/drawingml/2006/main">
              <a:ext uri="{FF2B5EF4-FFF2-40B4-BE49-F238E27FC236}">
                <a16:creationId xmlns:a16="http://schemas.microsoft.com/office/drawing/2014/main" id="{17AF8D9D-B623-435B-8327-529DF34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39" y="615542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7" name="path-4484">
            <a:extLst xmlns:a="http://schemas.openxmlformats.org/drawingml/2006/main">
              <a:ext uri="{FF2B5EF4-FFF2-40B4-BE49-F238E27FC236}">
                <a16:creationId xmlns:a16="http://schemas.microsoft.com/office/drawing/2014/main" id="{B7DD3BCB-3522-43AC-8FAD-AD1E8943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36" y="61452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8" name="path-4485">
            <a:extLst xmlns:a="http://schemas.openxmlformats.org/drawingml/2006/main">
              <a:ext uri="{FF2B5EF4-FFF2-40B4-BE49-F238E27FC236}">
                <a16:creationId xmlns:a16="http://schemas.microsoft.com/office/drawing/2014/main" id="{D2C0135E-1CF4-44FA-90C8-2752675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1" y="610716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9" name="path-4486">
            <a:extLst xmlns:a="http://schemas.openxmlformats.org/drawingml/2006/main">
              <a:ext uri="{FF2B5EF4-FFF2-40B4-BE49-F238E27FC236}">
                <a16:creationId xmlns:a16="http://schemas.microsoft.com/office/drawing/2014/main" id="{605D5839-DA52-4C86-9177-FCB93607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905" y="616448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0" name="path-4487">
            <a:extLst xmlns:a="http://schemas.openxmlformats.org/drawingml/2006/main">
              <a:ext uri="{FF2B5EF4-FFF2-40B4-BE49-F238E27FC236}">
                <a16:creationId xmlns:a16="http://schemas.microsoft.com/office/drawing/2014/main" id="{856F3E62-D8A7-401C-A177-9CE0CF53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22" y="61335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1" name="path-4488">
            <a:extLst xmlns:a="http://schemas.openxmlformats.org/drawingml/2006/main">
              <a:ext uri="{FF2B5EF4-FFF2-40B4-BE49-F238E27FC236}">
                <a16:creationId xmlns:a16="http://schemas.microsoft.com/office/drawing/2014/main" id="{FC7854ED-7391-4E93-8E87-799F2A06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392" y="614457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2" name="path-4489">
            <a:extLst xmlns:a="http://schemas.openxmlformats.org/drawingml/2006/main">
              <a:ext uri="{FF2B5EF4-FFF2-40B4-BE49-F238E27FC236}">
                <a16:creationId xmlns:a16="http://schemas.microsoft.com/office/drawing/2014/main" id="{E1FC653A-DDFE-4BB8-8A4A-4EFB0777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957" y="613771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3" name="path-4490">
            <a:extLst xmlns:a="http://schemas.openxmlformats.org/drawingml/2006/main">
              <a:ext uri="{FF2B5EF4-FFF2-40B4-BE49-F238E27FC236}">
                <a16:creationId xmlns:a16="http://schemas.microsoft.com/office/drawing/2014/main" id="{B3C70462-678A-4456-9B28-DADD5F60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20" y="61327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4" name="path-4491">
            <a:extLst xmlns:a="http://schemas.openxmlformats.org/drawingml/2006/main">
              <a:ext uri="{FF2B5EF4-FFF2-40B4-BE49-F238E27FC236}">
                <a16:creationId xmlns:a16="http://schemas.microsoft.com/office/drawing/2014/main" id="{1F486CC7-DF4A-41E2-8CA6-C6B7383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571" y="613392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5" name="path-4492">
            <a:extLst xmlns:a="http://schemas.openxmlformats.org/drawingml/2006/main">
              <a:ext uri="{FF2B5EF4-FFF2-40B4-BE49-F238E27FC236}">
                <a16:creationId xmlns:a16="http://schemas.microsoft.com/office/drawing/2014/main" id="{3FC229D7-43F9-414D-ACBA-9588136F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978" y="613511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6" name="path-4493">
            <a:extLst xmlns:a="http://schemas.openxmlformats.org/drawingml/2006/main">
              <a:ext uri="{FF2B5EF4-FFF2-40B4-BE49-F238E27FC236}">
                <a16:creationId xmlns:a16="http://schemas.microsoft.com/office/drawing/2014/main" id="{5D065087-EC49-48A0-82AD-DE89054F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567" y="61485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7" name="path-4494">
            <a:extLst xmlns:a="http://schemas.openxmlformats.org/drawingml/2006/main">
              <a:ext uri="{FF2B5EF4-FFF2-40B4-BE49-F238E27FC236}">
                <a16:creationId xmlns:a16="http://schemas.microsoft.com/office/drawing/2014/main" id="{DE97053F-255C-47E7-9DDD-DFB275F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601" y="613069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8" name="path-4495">
            <a:extLst xmlns:a="http://schemas.openxmlformats.org/drawingml/2006/main">
              <a:ext uri="{FF2B5EF4-FFF2-40B4-BE49-F238E27FC236}">
                <a16:creationId xmlns:a16="http://schemas.microsoft.com/office/drawing/2014/main" id="{3C52ECE7-C1CC-4E05-AF3C-99FE5FF6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44" y="61594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9" name="path-4496">
            <a:extLst xmlns:a="http://schemas.openxmlformats.org/drawingml/2006/main">
              <a:ext uri="{FF2B5EF4-FFF2-40B4-BE49-F238E27FC236}">
                <a16:creationId xmlns:a16="http://schemas.microsoft.com/office/drawing/2014/main" id="{BB0DF99F-3927-4EEA-A1B8-68EF42A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57" y="614069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0" name="path-4497">
            <a:extLst xmlns:a="http://schemas.openxmlformats.org/drawingml/2006/main">
              <a:ext uri="{FF2B5EF4-FFF2-40B4-BE49-F238E27FC236}">
                <a16:creationId xmlns:a16="http://schemas.microsoft.com/office/drawing/2014/main" id="{BFCD3905-8022-4D76-8FF6-6B18C1C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78" y="613290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1" name="path-4498">
            <a:extLst xmlns:a="http://schemas.openxmlformats.org/drawingml/2006/main">
              <a:ext uri="{FF2B5EF4-FFF2-40B4-BE49-F238E27FC236}">
                <a16:creationId xmlns:a16="http://schemas.microsoft.com/office/drawing/2014/main" id="{11BD52EC-7AE9-4597-96D6-30F83A9B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21" y="61280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2" name="path-4499">
            <a:extLst xmlns:a="http://schemas.openxmlformats.org/drawingml/2006/main">
              <a:ext uri="{FF2B5EF4-FFF2-40B4-BE49-F238E27FC236}">
                <a16:creationId xmlns:a16="http://schemas.microsoft.com/office/drawing/2014/main" id="{E7508941-43A3-4040-9D96-4AB06CE0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577" y="614551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3" name="path-4500">
            <a:extLst xmlns:a="http://schemas.openxmlformats.org/drawingml/2006/main">
              <a:ext uri="{FF2B5EF4-FFF2-40B4-BE49-F238E27FC236}">
                <a16:creationId xmlns:a16="http://schemas.microsoft.com/office/drawing/2014/main" id="{61327216-44A9-48AE-8370-1CD524B8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76" y="615058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4" name="path-4501">
            <a:extLst xmlns:a="http://schemas.openxmlformats.org/drawingml/2006/main">
              <a:ext uri="{FF2B5EF4-FFF2-40B4-BE49-F238E27FC236}">
                <a16:creationId xmlns:a16="http://schemas.microsoft.com/office/drawing/2014/main" id="{19AAAC71-E46D-4084-A3D4-E38FAF2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56" y="61332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5" name="path-4502">
            <a:extLst xmlns:a="http://schemas.openxmlformats.org/drawingml/2006/main">
              <a:ext uri="{FF2B5EF4-FFF2-40B4-BE49-F238E27FC236}">
                <a16:creationId xmlns:a16="http://schemas.microsoft.com/office/drawing/2014/main" id="{E9D394EC-8636-4263-AFF3-157392B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75" y="613710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6" name="path-4503">
            <a:extLst xmlns:a="http://schemas.openxmlformats.org/drawingml/2006/main">
              <a:ext uri="{FF2B5EF4-FFF2-40B4-BE49-F238E27FC236}">
                <a16:creationId xmlns:a16="http://schemas.microsoft.com/office/drawing/2014/main" id="{17F28E51-11DE-43AE-B975-80F1BD48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493" y="613409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7" name="path-4504">
            <a:extLst xmlns:a="http://schemas.openxmlformats.org/drawingml/2006/main">
              <a:ext uri="{FF2B5EF4-FFF2-40B4-BE49-F238E27FC236}">
                <a16:creationId xmlns:a16="http://schemas.microsoft.com/office/drawing/2014/main" id="{8D157F9B-2360-4A58-94A7-BF988E61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96" y="61414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8" name="path-4505">
            <a:extLst xmlns:a="http://schemas.openxmlformats.org/drawingml/2006/main">
              <a:ext uri="{FF2B5EF4-FFF2-40B4-BE49-F238E27FC236}">
                <a16:creationId xmlns:a16="http://schemas.microsoft.com/office/drawing/2014/main" id="{42552D80-43E9-4D2F-BA62-27B2E0C2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094" y="613348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9" name="path-4506">
            <a:extLst xmlns:a="http://schemas.openxmlformats.org/drawingml/2006/main">
              <a:ext uri="{FF2B5EF4-FFF2-40B4-BE49-F238E27FC236}">
                <a16:creationId xmlns:a16="http://schemas.microsoft.com/office/drawing/2014/main" id="{7016EC83-4023-4EBE-8BA0-6FD4E30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914" y="61397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0" name="path-4507">
            <a:extLst xmlns:a="http://schemas.openxmlformats.org/drawingml/2006/main">
              <a:ext uri="{FF2B5EF4-FFF2-40B4-BE49-F238E27FC236}">
                <a16:creationId xmlns:a16="http://schemas.microsoft.com/office/drawing/2014/main" id="{5CC70526-52B3-4295-A783-BBC644A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299" y="61445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1" name="path-4508">
            <a:extLst xmlns:a="http://schemas.openxmlformats.org/drawingml/2006/main">
              <a:ext uri="{FF2B5EF4-FFF2-40B4-BE49-F238E27FC236}">
                <a16:creationId xmlns:a16="http://schemas.microsoft.com/office/drawing/2014/main" id="{A1EF88DF-A542-4304-BCF1-6C3B2855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237" y="612123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2" name="path-4509">
            <a:extLst xmlns:a="http://schemas.openxmlformats.org/drawingml/2006/main">
              <a:ext uri="{FF2B5EF4-FFF2-40B4-BE49-F238E27FC236}">
                <a16:creationId xmlns:a16="http://schemas.microsoft.com/office/drawing/2014/main" id="{4D4C5FC2-592E-40CE-BBCB-309E0F46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484" y="616551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3" name="path-4510">
            <a:extLst xmlns:a="http://schemas.openxmlformats.org/drawingml/2006/main">
              <a:ext uri="{FF2B5EF4-FFF2-40B4-BE49-F238E27FC236}">
                <a16:creationId xmlns:a16="http://schemas.microsoft.com/office/drawing/2014/main" id="{3D9B5E5E-ECFF-4D5B-AB0C-8475E481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270" y="61452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4" name="path-4511">
            <a:extLst xmlns:a="http://schemas.openxmlformats.org/drawingml/2006/main">
              <a:ext uri="{FF2B5EF4-FFF2-40B4-BE49-F238E27FC236}">
                <a16:creationId xmlns:a16="http://schemas.microsoft.com/office/drawing/2014/main" id="{BD10B419-1C0C-4233-A397-FFA3692F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47" y="612941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5" name="path-4512">
            <a:extLst xmlns:a="http://schemas.openxmlformats.org/drawingml/2006/main">
              <a:ext uri="{FF2B5EF4-FFF2-40B4-BE49-F238E27FC236}">
                <a16:creationId xmlns:a16="http://schemas.microsoft.com/office/drawing/2014/main" id="{C93504F6-1F4F-43E6-85C4-46FF2A46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927" y="61450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6" name="path-4513">
            <a:extLst xmlns:a="http://schemas.openxmlformats.org/drawingml/2006/main">
              <a:ext uri="{FF2B5EF4-FFF2-40B4-BE49-F238E27FC236}">
                <a16:creationId xmlns:a16="http://schemas.microsoft.com/office/drawing/2014/main" id="{D633849C-60CD-400D-8208-25323F83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075" y="61372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7" name="path-4514">
            <a:extLst xmlns:a="http://schemas.openxmlformats.org/drawingml/2006/main">
              <a:ext uri="{FF2B5EF4-FFF2-40B4-BE49-F238E27FC236}">
                <a16:creationId xmlns:a16="http://schemas.microsoft.com/office/drawing/2014/main" id="{8CD6EC24-9C4C-444C-9FEB-6540AB36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241" y="614210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8" name="path-4515">
            <a:extLst xmlns:a="http://schemas.openxmlformats.org/drawingml/2006/main">
              <a:ext uri="{FF2B5EF4-FFF2-40B4-BE49-F238E27FC236}">
                <a16:creationId xmlns:a16="http://schemas.microsoft.com/office/drawing/2014/main" id="{AA910FEE-B7E8-4BB2-8EBA-9917F0C9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40" y="616811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9" name="path-4516">
            <a:extLst xmlns:a="http://schemas.openxmlformats.org/drawingml/2006/main">
              <a:ext uri="{FF2B5EF4-FFF2-40B4-BE49-F238E27FC236}">
                <a16:creationId xmlns:a16="http://schemas.microsoft.com/office/drawing/2014/main" id="{96B1664E-1653-4796-90E7-C96B016B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86" y="61282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0" name="path-4517">
            <a:extLst xmlns:a="http://schemas.openxmlformats.org/drawingml/2006/main">
              <a:ext uri="{FF2B5EF4-FFF2-40B4-BE49-F238E27FC236}">
                <a16:creationId xmlns:a16="http://schemas.microsoft.com/office/drawing/2014/main" id="{794850B8-A9D7-4FB4-AC04-E633977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396" y="61458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1" name="path-4518">
            <a:extLst xmlns:a="http://schemas.openxmlformats.org/drawingml/2006/main">
              <a:ext uri="{FF2B5EF4-FFF2-40B4-BE49-F238E27FC236}">
                <a16:creationId xmlns:a16="http://schemas.microsoft.com/office/drawing/2014/main" id="{9F5E982A-5625-4DE9-B300-F360688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9" y="614645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2" name="path-4519">
            <a:extLst xmlns:a="http://schemas.openxmlformats.org/drawingml/2006/main">
              <a:ext uri="{FF2B5EF4-FFF2-40B4-BE49-F238E27FC236}">
                <a16:creationId xmlns:a16="http://schemas.microsoft.com/office/drawing/2014/main" id="{CA4FD30D-1D84-43A6-AB69-9557403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969" y="61242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3" name="path-4520">
            <a:extLst xmlns:a="http://schemas.openxmlformats.org/drawingml/2006/main">
              <a:ext uri="{FF2B5EF4-FFF2-40B4-BE49-F238E27FC236}">
                <a16:creationId xmlns:a16="http://schemas.microsoft.com/office/drawing/2014/main" id="{55A171F3-D99C-417A-831A-D0B5CAA6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25" y="615095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4" name="path-4521">
            <a:extLst xmlns:a="http://schemas.openxmlformats.org/drawingml/2006/main">
              <a:ext uri="{FF2B5EF4-FFF2-40B4-BE49-F238E27FC236}">
                <a16:creationId xmlns:a16="http://schemas.microsoft.com/office/drawing/2014/main" id="{5E942369-A0AF-4EF6-B079-9064C29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437" y="61360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5" name="path-4522">
            <a:extLst xmlns:a="http://schemas.openxmlformats.org/drawingml/2006/main">
              <a:ext uri="{FF2B5EF4-FFF2-40B4-BE49-F238E27FC236}">
                <a16:creationId xmlns:a16="http://schemas.microsoft.com/office/drawing/2014/main" id="{7802E834-BB82-4390-904F-8AD2030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94" y="614939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6" name="path-4523">
            <a:extLst xmlns:a="http://schemas.openxmlformats.org/drawingml/2006/main">
              <a:ext uri="{FF2B5EF4-FFF2-40B4-BE49-F238E27FC236}">
                <a16:creationId xmlns:a16="http://schemas.microsoft.com/office/drawing/2014/main" id="{24CC708C-814D-4A30-8A09-2255BE35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984" y="61453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7" name="path-4524">
            <a:extLst xmlns:a="http://schemas.openxmlformats.org/drawingml/2006/main">
              <a:ext uri="{FF2B5EF4-FFF2-40B4-BE49-F238E27FC236}">
                <a16:creationId xmlns:a16="http://schemas.microsoft.com/office/drawing/2014/main" id="{193B1EA2-2A3B-4427-9076-DC181074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079" y="614892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8" name="path-4525">
            <a:extLst xmlns:a="http://schemas.openxmlformats.org/drawingml/2006/main">
              <a:ext uri="{FF2B5EF4-FFF2-40B4-BE49-F238E27FC236}">
                <a16:creationId xmlns:a16="http://schemas.microsoft.com/office/drawing/2014/main" id="{60421C37-DE7E-441E-9428-4BDC6979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38" y="614899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9" name="path-4526">
            <a:extLst xmlns:a="http://schemas.openxmlformats.org/drawingml/2006/main">
              <a:ext uri="{FF2B5EF4-FFF2-40B4-BE49-F238E27FC236}">
                <a16:creationId xmlns:a16="http://schemas.microsoft.com/office/drawing/2014/main" id="{03D44104-6469-4330-B09A-A2BB3E7D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54" y="612936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0" name="path-4527">
            <a:extLst xmlns:a="http://schemas.openxmlformats.org/drawingml/2006/main">
              <a:ext uri="{FF2B5EF4-FFF2-40B4-BE49-F238E27FC236}">
                <a16:creationId xmlns:a16="http://schemas.microsoft.com/office/drawing/2014/main" id="{CEC20601-2B54-412C-9140-154942F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116" y="61299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1" name="path-4528">
            <a:extLst xmlns:a="http://schemas.openxmlformats.org/drawingml/2006/main">
              <a:ext uri="{FF2B5EF4-FFF2-40B4-BE49-F238E27FC236}">
                <a16:creationId xmlns:a16="http://schemas.microsoft.com/office/drawing/2014/main" id="{6870F6FC-AAEE-45A9-BEF5-35D896F4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301" y="614842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2" name="path-4529">
            <a:extLst xmlns:a="http://schemas.openxmlformats.org/drawingml/2006/main">
              <a:ext uri="{FF2B5EF4-FFF2-40B4-BE49-F238E27FC236}">
                <a16:creationId xmlns:a16="http://schemas.microsoft.com/office/drawing/2014/main" id="{635067DA-3272-485D-B0C6-8EDCCE1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77" y="61394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3" name="path-4530">
            <a:extLst xmlns:a="http://schemas.openxmlformats.org/drawingml/2006/main">
              <a:ext uri="{FF2B5EF4-FFF2-40B4-BE49-F238E27FC236}">
                <a16:creationId xmlns:a16="http://schemas.microsoft.com/office/drawing/2014/main" id="{22F0EA05-C14F-49BA-9060-723F36F3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396" y="61385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4" name="path-4531">
            <a:extLst xmlns:a="http://schemas.openxmlformats.org/drawingml/2006/main">
              <a:ext uri="{FF2B5EF4-FFF2-40B4-BE49-F238E27FC236}">
                <a16:creationId xmlns:a16="http://schemas.microsoft.com/office/drawing/2014/main" id="{2730EC65-647C-4108-94C2-A49DA8C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106" y="61628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5" name="path-4532">
            <a:extLst xmlns:a="http://schemas.openxmlformats.org/drawingml/2006/main">
              <a:ext uri="{FF2B5EF4-FFF2-40B4-BE49-F238E27FC236}">
                <a16:creationId xmlns:a16="http://schemas.microsoft.com/office/drawing/2014/main" id="{6B922562-559D-43B5-80CE-E77EA255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076" y="61465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6" name="path-4533">
            <a:extLst xmlns:a="http://schemas.openxmlformats.org/drawingml/2006/main">
              <a:ext uri="{FF2B5EF4-FFF2-40B4-BE49-F238E27FC236}">
                <a16:creationId xmlns:a16="http://schemas.microsoft.com/office/drawing/2014/main" id="{3127624B-E7E3-4BA0-A6E5-93314402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613" y="61442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7" name="path-4534">
            <a:extLst xmlns:a="http://schemas.openxmlformats.org/drawingml/2006/main">
              <a:ext uri="{FF2B5EF4-FFF2-40B4-BE49-F238E27FC236}">
                <a16:creationId xmlns:a16="http://schemas.microsoft.com/office/drawing/2014/main" id="{B8EF7579-12FD-484F-9458-AA64825A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439" y="61399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8" name="path-4535">
            <a:extLst xmlns:a="http://schemas.openxmlformats.org/drawingml/2006/main">
              <a:ext uri="{FF2B5EF4-FFF2-40B4-BE49-F238E27FC236}">
                <a16:creationId xmlns:a16="http://schemas.microsoft.com/office/drawing/2014/main" id="{026C9C09-6E7E-43F3-A891-1CB2B2FC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641" y="61164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9" name="path-4536">
            <a:extLst xmlns:a="http://schemas.openxmlformats.org/drawingml/2006/main">
              <a:ext uri="{FF2B5EF4-FFF2-40B4-BE49-F238E27FC236}">
                <a16:creationId xmlns:a16="http://schemas.microsoft.com/office/drawing/2014/main" id="{B909FAFE-BE83-4425-8C30-D0A0EFC3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604" y="61579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0" name="path-4537">
            <a:extLst xmlns:a="http://schemas.openxmlformats.org/drawingml/2006/main">
              <a:ext uri="{FF2B5EF4-FFF2-40B4-BE49-F238E27FC236}">
                <a16:creationId xmlns:a16="http://schemas.microsoft.com/office/drawing/2014/main" id="{ED529967-A933-40EA-9794-94E303CE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54" y="614409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1" name="path-4538">
            <a:extLst xmlns:a="http://schemas.openxmlformats.org/drawingml/2006/main">
              <a:ext uri="{FF2B5EF4-FFF2-40B4-BE49-F238E27FC236}">
                <a16:creationId xmlns:a16="http://schemas.microsoft.com/office/drawing/2014/main" id="{013A6E5B-DB32-4EFB-961B-8D717D73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215" y="613765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2" name="path-4539">
            <a:extLst xmlns:a="http://schemas.openxmlformats.org/drawingml/2006/main">
              <a:ext uri="{FF2B5EF4-FFF2-40B4-BE49-F238E27FC236}">
                <a16:creationId xmlns:a16="http://schemas.microsoft.com/office/drawing/2014/main" id="{60CA8B03-067F-4F70-B925-42E7F77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550" y="61561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3" name="path-4540">
            <a:extLst xmlns:a="http://schemas.openxmlformats.org/drawingml/2006/main">
              <a:ext uri="{FF2B5EF4-FFF2-40B4-BE49-F238E27FC236}">
                <a16:creationId xmlns:a16="http://schemas.microsoft.com/office/drawing/2014/main" id="{AE351ACF-E352-44AE-9BCC-AF2130B1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600" y="613018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4" name="path-4541">
            <a:extLst xmlns:a="http://schemas.openxmlformats.org/drawingml/2006/main">
              <a:ext uri="{FF2B5EF4-FFF2-40B4-BE49-F238E27FC236}">
                <a16:creationId xmlns:a16="http://schemas.microsoft.com/office/drawing/2014/main" id="{E7A33F95-2B26-4369-8219-4EADC235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122" y="613666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5" name="path-4542">
            <a:extLst xmlns:a="http://schemas.openxmlformats.org/drawingml/2006/main">
              <a:ext uri="{FF2B5EF4-FFF2-40B4-BE49-F238E27FC236}">
                <a16:creationId xmlns:a16="http://schemas.microsoft.com/office/drawing/2014/main" id="{E159D9BF-DF96-4BB6-9A0A-E9303D33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027" y="615303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6" name="path-4543">
            <a:extLst xmlns:a="http://schemas.openxmlformats.org/drawingml/2006/main">
              <a:ext uri="{FF2B5EF4-FFF2-40B4-BE49-F238E27FC236}">
                <a16:creationId xmlns:a16="http://schemas.microsoft.com/office/drawing/2014/main" id="{B9B4CB88-39E9-40F4-BB41-900D582A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04" y="612702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7" name="path-4544">
            <a:extLst xmlns:a="http://schemas.openxmlformats.org/drawingml/2006/main">
              <a:ext uri="{FF2B5EF4-FFF2-40B4-BE49-F238E27FC236}">
                <a16:creationId xmlns:a16="http://schemas.microsoft.com/office/drawing/2014/main" id="{31C27ACF-FF6F-4EA2-90FB-9132FDD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022" y="611170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8" name="path-4545">
            <a:extLst xmlns:a="http://schemas.openxmlformats.org/drawingml/2006/main">
              <a:ext uri="{FF2B5EF4-FFF2-40B4-BE49-F238E27FC236}">
                <a16:creationId xmlns:a16="http://schemas.microsoft.com/office/drawing/2014/main" id="{01463302-00B7-48DE-AE5B-BC6534B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66" y="615463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9" name="path-4546">
            <a:extLst xmlns:a="http://schemas.openxmlformats.org/drawingml/2006/main">
              <a:ext uri="{FF2B5EF4-FFF2-40B4-BE49-F238E27FC236}">
                <a16:creationId xmlns:a16="http://schemas.microsoft.com/office/drawing/2014/main" id="{D06943A0-EB93-453B-8D7C-353C3F2D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60" y="614524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0" name="path-4547">
            <a:extLst xmlns:a="http://schemas.openxmlformats.org/drawingml/2006/main">
              <a:ext uri="{FF2B5EF4-FFF2-40B4-BE49-F238E27FC236}">
                <a16:creationId xmlns:a16="http://schemas.microsoft.com/office/drawing/2014/main" id="{D7A32D73-A035-405F-889F-58B292C1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188" y="612585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1" name="path-4548">
            <a:extLst xmlns:a="http://schemas.openxmlformats.org/drawingml/2006/main">
              <a:ext uri="{FF2B5EF4-FFF2-40B4-BE49-F238E27FC236}">
                <a16:creationId xmlns:a16="http://schemas.microsoft.com/office/drawing/2014/main" id="{B4AF3D32-74CA-4BF6-8574-63D0091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240" y="61086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2" name="path-4549">
            <a:extLst xmlns:a="http://schemas.openxmlformats.org/drawingml/2006/main">
              <a:ext uri="{FF2B5EF4-FFF2-40B4-BE49-F238E27FC236}">
                <a16:creationId xmlns:a16="http://schemas.microsoft.com/office/drawing/2014/main" id="{A6DBFE6B-9BBD-4893-895B-8E693941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414" y="613443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3" name="path-4550">
            <a:extLst xmlns:a="http://schemas.openxmlformats.org/drawingml/2006/main">
              <a:ext uri="{FF2B5EF4-FFF2-40B4-BE49-F238E27FC236}">
                <a16:creationId xmlns:a16="http://schemas.microsoft.com/office/drawing/2014/main" id="{66CE73B7-EC7C-4347-8A2F-D27FDE14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7" y="614715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4" name="path-4551">
            <a:extLst xmlns:a="http://schemas.openxmlformats.org/drawingml/2006/main">
              <a:ext uri="{FF2B5EF4-FFF2-40B4-BE49-F238E27FC236}">
                <a16:creationId xmlns:a16="http://schemas.microsoft.com/office/drawing/2014/main" id="{3CA8E195-7028-40FE-9DCA-7BF68C3F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563" y="61429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5" name="path-4552">
            <a:extLst xmlns:a="http://schemas.openxmlformats.org/drawingml/2006/main">
              <a:ext uri="{FF2B5EF4-FFF2-40B4-BE49-F238E27FC236}">
                <a16:creationId xmlns:a16="http://schemas.microsoft.com/office/drawing/2014/main" id="{CD117CB2-5198-4693-B86A-B755DA2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14" y="61323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6" name="path-4553">
            <a:extLst xmlns:a="http://schemas.openxmlformats.org/drawingml/2006/main">
              <a:ext uri="{FF2B5EF4-FFF2-40B4-BE49-F238E27FC236}">
                <a16:creationId xmlns:a16="http://schemas.microsoft.com/office/drawing/2014/main" id="{B6AB6801-00C9-47F0-8B96-2067F6AF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916" y="616153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7" name="path-4554">
            <a:extLst xmlns:a="http://schemas.openxmlformats.org/drawingml/2006/main">
              <a:ext uri="{FF2B5EF4-FFF2-40B4-BE49-F238E27FC236}">
                <a16:creationId xmlns:a16="http://schemas.microsoft.com/office/drawing/2014/main" id="{2B81F839-4DE5-46D6-A5EB-D468E44B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709" y="613805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8" name="path-4555">
            <a:extLst xmlns:a="http://schemas.openxmlformats.org/drawingml/2006/main">
              <a:ext uri="{FF2B5EF4-FFF2-40B4-BE49-F238E27FC236}">
                <a16:creationId xmlns:a16="http://schemas.microsoft.com/office/drawing/2014/main" id="{96E1B56E-AD7A-4BD7-A037-3058C42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05" y="613715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9" name="path-4556">
            <a:extLst xmlns:a="http://schemas.openxmlformats.org/drawingml/2006/main">
              <a:ext uri="{FF2B5EF4-FFF2-40B4-BE49-F238E27FC236}">
                <a16:creationId xmlns:a16="http://schemas.microsoft.com/office/drawing/2014/main" id="{2D7C3B2A-8378-47AF-A96E-49FAD26D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381" y="613149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0" name="path-4557">
            <a:extLst xmlns:a="http://schemas.openxmlformats.org/drawingml/2006/main">
              <a:ext uri="{FF2B5EF4-FFF2-40B4-BE49-F238E27FC236}">
                <a16:creationId xmlns:a16="http://schemas.microsoft.com/office/drawing/2014/main" id="{0105E7F3-D79A-490B-8FEE-885E03BD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30" y="615231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1" name="path-4558">
            <a:extLst xmlns:a="http://schemas.openxmlformats.org/drawingml/2006/main">
              <a:ext uri="{FF2B5EF4-FFF2-40B4-BE49-F238E27FC236}">
                <a16:creationId xmlns:a16="http://schemas.microsoft.com/office/drawing/2014/main" id="{292C669C-1E1A-4540-B6F1-EEC2758D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671" y="615595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2" name="path-4559">
            <a:extLst xmlns:a="http://schemas.openxmlformats.org/drawingml/2006/main">
              <a:ext uri="{FF2B5EF4-FFF2-40B4-BE49-F238E27FC236}">
                <a16:creationId xmlns:a16="http://schemas.microsoft.com/office/drawing/2014/main" id="{A939CEA3-2F8D-4A55-8311-EF92E7E3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75" y="611453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3" name="path-4560">
            <a:extLst xmlns:a="http://schemas.openxmlformats.org/drawingml/2006/main">
              <a:ext uri="{FF2B5EF4-FFF2-40B4-BE49-F238E27FC236}">
                <a16:creationId xmlns:a16="http://schemas.microsoft.com/office/drawing/2014/main" id="{38F31C04-FB87-4D7F-B4FD-AD32A9F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573" y="61358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4" name="path-4561">
            <a:extLst xmlns:a="http://schemas.openxmlformats.org/drawingml/2006/main">
              <a:ext uri="{FF2B5EF4-FFF2-40B4-BE49-F238E27FC236}">
                <a16:creationId xmlns:a16="http://schemas.microsoft.com/office/drawing/2014/main" id="{97AE22B6-A204-4547-8FDA-10BD598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24" y="612663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5" name="path-4562">
            <a:extLst xmlns:a="http://schemas.openxmlformats.org/drawingml/2006/main">
              <a:ext uri="{FF2B5EF4-FFF2-40B4-BE49-F238E27FC236}">
                <a16:creationId xmlns:a16="http://schemas.microsoft.com/office/drawing/2014/main" id="{C9C6C320-B1C5-40AF-BE58-7D79063A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79" y="610631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6" name="path-4563">
            <a:extLst xmlns:a="http://schemas.openxmlformats.org/drawingml/2006/main">
              <a:ext uri="{FF2B5EF4-FFF2-40B4-BE49-F238E27FC236}">
                <a16:creationId xmlns:a16="http://schemas.microsoft.com/office/drawing/2014/main" id="{32560A92-DFF0-47BE-A712-8FED4D28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22" y="612656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7" name="path-4564">
            <a:extLst xmlns:a="http://schemas.openxmlformats.org/drawingml/2006/main">
              <a:ext uri="{FF2B5EF4-FFF2-40B4-BE49-F238E27FC236}">
                <a16:creationId xmlns:a16="http://schemas.microsoft.com/office/drawing/2014/main" id="{638BD262-1979-40A1-AAC9-CC1DC244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479" y="611961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8" name="path-4565">
            <a:extLst xmlns:a="http://schemas.openxmlformats.org/drawingml/2006/main">
              <a:ext uri="{FF2B5EF4-FFF2-40B4-BE49-F238E27FC236}">
                <a16:creationId xmlns:a16="http://schemas.microsoft.com/office/drawing/2014/main" id="{A64EBEEB-7017-403C-8FA2-CD9A82A7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037" y="615055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9" name="path-4566">
            <a:extLst xmlns:a="http://schemas.openxmlformats.org/drawingml/2006/main">
              <a:ext uri="{FF2B5EF4-FFF2-40B4-BE49-F238E27FC236}">
                <a16:creationId xmlns:a16="http://schemas.microsoft.com/office/drawing/2014/main" id="{A38D927C-C3B2-487C-9452-E2874699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257" y="61219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0" name="path-4567">
            <a:extLst xmlns:a="http://schemas.openxmlformats.org/drawingml/2006/main">
              <a:ext uri="{FF2B5EF4-FFF2-40B4-BE49-F238E27FC236}">
                <a16:creationId xmlns:a16="http://schemas.microsoft.com/office/drawing/2014/main" id="{18865120-5761-44B8-9010-819E94F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18" y="61298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1" name="path-4568">
            <a:extLst xmlns:a="http://schemas.openxmlformats.org/drawingml/2006/main">
              <a:ext uri="{FF2B5EF4-FFF2-40B4-BE49-F238E27FC236}">
                <a16:creationId xmlns:a16="http://schemas.microsoft.com/office/drawing/2014/main" id="{C0907A3C-92D6-4B17-8521-68EDA331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625" y="61392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2" name="path-4569">
            <a:extLst xmlns:a="http://schemas.openxmlformats.org/drawingml/2006/main">
              <a:ext uri="{FF2B5EF4-FFF2-40B4-BE49-F238E27FC236}">
                <a16:creationId xmlns:a16="http://schemas.microsoft.com/office/drawing/2014/main" id="{4E4305D8-F1F8-48E0-A200-A95C758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655" y="615210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3" name="path-4570">
            <a:extLst xmlns:a="http://schemas.openxmlformats.org/drawingml/2006/main">
              <a:ext uri="{FF2B5EF4-FFF2-40B4-BE49-F238E27FC236}">
                <a16:creationId xmlns:a16="http://schemas.microsoft.com/office/drawing/2014/main" id="{32CA156A-BE97-4BC9-941E-766DFAAD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932" y="61664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4" name="path-4571">
            <a:extLst xmlns:a="http://schemas.openxmlformats.org/drawingml/2006/main">
              <a:ext uri="{FF2B5EF4-FFF2-40B4-BE49-F238E27FC236}">
                <a16:creationId xmlns:a16="http://schemas.microsoft.com/office/drawing/2014/main" id="{25962BC1-40ED-4867-B94A-0EFD4700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549" y="61524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5" name="path-4572">
            <a:extLst xmlns:a="http://schemas.openxmlformats.org/drawingml/2006/main">
              <a:ext uri="{FF2B5EF4-FFF2-40B4-BE49-F238E27FC236}">
                <a16:creationId xmlns:a16="http://schemas.microsoft.com/office/drawing/2014/main" id="{12FE2D19-8F2F-424E-BCA9-8CDBF59C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870" y="612240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6" name="path-4573">
            <a:extLst xmlns:a="http://schemas.openxmlformats.org/drawingml/2006/main">
              <a:ext uri="{FF2B5EF4-FFF2-40B4-BE49-F238E27FC236}">
                <a16:creationId xmlns:a16="http://schemas.microsoft.com/office/drawing/2014/main" id="{E53AB30A-3A1A-4499-B482-959C67FE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619" y="613723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7" name="path-4574">
            <a:extLst xmlns:a="http://schemas.openxmlformats.org/drawingml/2006/main">
              <a:ext uri="{FF2B5EF4-FFF2-40B4-BE49-F238E27FC236}">
                <a16:creationId xmlns:a16="http://schemas.microsoft.com/office/drawing/2014/main" id="{C3E30D8E-2D61-4F44-B156-9F0D2CA5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93" y="616402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8" name="path-4575">
            <a:extLst xmlns:a="http://schemas.openxmlformats.org/drawingml/2006/main">
              <a:ext uri="{FF2B5EF4-FFF2-40B4-BE49-F238E27FC236}">
                <a16:creationId xmlns:a16="http://schemas.microsoft.com/office/drawing/2014/main" id="{18E8204F-4A8E-4A7F-867E-385CB26E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31" y="61392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9" name="path-4576">
            <a:extLst xmlns:a="http://schemas.openxmlformats.org/drawingml/2006/main">
              <a:ext uri="{FF2B5EF4-FFF2-40B4-BE49-F238E27FC236}">
                <a16:creationId xmlns:a16="http://schemas.microsoft.com/office/drawing/2014/main" id="{FC505FC4-2150-4EF4-9C3D-F6E640E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97" y="614165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0" name="path-4577">
            <a:extLst xmlns:a="http://schemas.openxmlformats.org/drawingml/2006/main">
              <a:ext uri="{FF2B5EF4-FFF2-40B4-BE49-F238E27FC236}">
                <a16:creationId xmlns:a16="http://schemas.microsoft.com/office/drawing/2014/main" id="{8679A488-A88E-44A8-B5C9-9191EFC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198" y="612340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1" name="path-4578">
            <a:extLst xmlns:a="http://schemas.openxmlformats.org/drawingml/2006/main">
              <a:ext uri="{FF2B5EF4-FFF2-40B4-BE49-F238E27FC236}">
                <a16:creationId xmlns:a16="http://schemas.microsoft.com/office/drawing/2014/main" id="{8D2C11D1-6CD7-4E7A-8E6B-5B8B6D5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598" y="614720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2" name="path-4579">
            <a:extLst xmlns:a="http://schemas.openxmlformats.org/drawingml/2006/main">
              <a:ext uri="{FF2B5EF4-FFF2-40B4-BE49-F238E27FC236}">
                <a16:creationId xmlns:a16="http://schemas.microsoft.com/office/drawing/2014/main" id="{FB274BF8-9907-48FA-AA92-6FE3E26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484" y="614813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3" name="path-4580">
            <a:extLst xmlns:a="http://schemas.openxmlformats.org/drawingml/2006/main">
              <a:ext uri="{FF2B5EF4-FFF2-40B4-BE49-F238E27FC236}">
                <a16:creationId xmlns:a16="http://schemas.microsoft.com/office/drawing/2014/main" id="{6F259706-AB3A-4DFB-B3F3-1235320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02" y="613789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4" name="path-4581">
            <a:extLst xmlns:a="http://schemas.openxmlformats.org/drawingml/2006/main">
              <a:ext uri="{FF2B5EF4-FFF2-40B4-BE49-F238E27FC236}">
                <a16:creationId xmlns:a16="http://schemas.microsoft.com/office/drawing/2014/main" id="{454335B9-2427-4586-B669-17B109F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394" y="611941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5" name="path-4582">
            <a:extLst xmlns:a="http://schemas.openxmlformats.org/drawingml/2006/main">
              <a:ext uri="{FF2B5EF4-FFF2-40B4-BE49-F238E27FC236}">
                <a16:creationId xmlns:a16="http://schemas.microsoft.com/office/drawing/2014/main" id="{4E6BFCFB-5F16-40D9-838F-B417913B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884" y="61566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6" name="path-4583">
            <a:extLst xmlns:a="http://schemas.openxmlformats.org/drawingml/2006/main">
              <a:ext uri="{FF2B5EF4-FFF2-40B4-BE49-F238E27FC236}">
                <a16:creationId xmlns:a16="http://schemas.microsoft.com/office/drawing/2014/main" id="{FDB61BD3-8EB2-4EA1-B0C3-958C123F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82" y="61731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7" name="path-4584">
            <a:extLst xmlns:a="http://schemas.openxmlformats.org/drawingml/2006/main">
              <a:ext uri="{FF2B5EF4-FFF2-40B4-BE49-F238E27FC236}">
                <a16:creationId xmlns:a16="http://schemas.microsoft.com/office/drawing/2014/main" id="{361FB37C-D85C-4D5D-BE76-9B35E9E8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163" y="61528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8" name="path-4585">
            <a:extLst xmlns:a="http://schemas.openxmlformats.org/drawingml/2006/main">
              <a:ext uri="{FF2B5EF4-FFF2-40B4-BE49-F238E27FC236}">
                <a16:creationId xmlns:a16="http://schemas.microsoft.com/office/drawing/2014/main" id="{E7D383A4-0A01-4E84-9AA2-CA930ECC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54" y="613165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9" name="path-4586">
            <a:extLst xmlns:a="http://schemas.openxmlformats.org/drawingml/2006/main">
              <a:ext uri="{FF2B5EF4-FFF2-40B4-BE49-F238E27FC236}">
                <a16:creationId xmlns:a16="http://schemas.microsoft.com/office/drawing/2014/main" id="{9EED6E85-13DF-4A96-AFE5-B3E42E9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32" y="61320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0" name="path-4587">
            <a:extLst xmlns:a="http://schemas.openxmlformats.org/drawingml/2006/main">
              <a:ext uri="{FF2B5EF4-FFF2-40B4-BE49-F238E27FC236}">
                <a16:creationId xmlns:a16="http://schemas.microsoft.com/office/drawing/2014/main" id="{5A6B35B1-41D6-4727-AC9E-C84475CC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294" y="61308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1" name="path-4588">
            <a:extLst xmlns:a="http://schemas.openxmlformats.org/drawingml/2006/main">
              <a:ext uri="{FF2B5EF4-FFF2-40B4-BE49-F238E27FC236}">
                <a16:creationId xmlns:a16="http://schemas.microsoft.com/office/drawing/2014/main" id="{8AD401EA-0BF6-4B20-B8E7-D1E203F7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57" y="612263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2" name="path-4589">
            <a:extLst xmlns:a="http://schemas.openxmlformats.org/drawingml/2006/main">
              <a:ext uri="{FF2B5EF4-FFF2-40B4-BE49-F238E27FC236}">
                <a16:creationId xmlns:a16="http://schemas.microsoft.com/office/drawing/2014/main" id="{13246369-D5B0-4841-BDA3-912A222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297" y="61548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3" name="path-4590">
            <a:extLst xmlns:a="http://schemas.openxmlformats.org/drawingml/2006/main">
              <a:ext uri="{FF2B5EF4-FFF2-40B4-BE49-F238E27FC236}">
                <a16:creationId xmlns:a16="http://schemas.microsoft.com/office/drawing/2014/main" id="{7396EA37-C831-4834-B4B0-50C16E96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617" y="616629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4" name="path-4591">
            <a:extLst xmlns:a="http://schemas.openxmlformats.org/drawingml/2006/main">
              <a:ext uri="{FF2B5EF4-FFF2-40B4-BE49-F238E27FC236}">
                <a16:creationId xmlns:a16="http://schemas.microsoft.com/office/drawing/2014/main" id="{7A7351E0-F250-4D94-9619-D4CF5681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56" y="61252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5" name="path-4592">
            <a:extLst xmlns:a="http://schemas.openxmlformats.org/drawingml/2006/main">
              <a:ext uri="{FF2B5EF4-FFF2-40B4-BE49-F238E27FC236}">
                <a16:creationId xmlns:a16="http://schemas.microsoft.com/office/drawing/2014/main" id="{B99932AD-8B81-4B1B-B033-AA3B80FE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185" y="615089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6" name="path-4593">
            <a:extLst xmlns:a="http://schemas.openxmlformats.org/drawingml/2006/main">
              <a:ext uri="{FF2B5EF4-FFF2-40B4-BE49-F238E27FC236}">
                <a16:creationId xmlns:a16="http://schemas.microsoft.com/office/drawing/2014/main" id="{42EBEB3A-6BAB-4F43-85D3-907877CA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43" y="615823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7" name="path-4594">
            <a:extLst xmlns:a="http://schemas.openxmlformats.org/drawingml/2006/main">
              <a:ext uri="{FF2B5EF4-FFF2-40B4-BE49-F238E27FC236}">
                <a16:creationId xmlns:a16="http://schemas.microsoft.com/office/drawing/2014/main" id="{42FDD69C-8C81-42B1-A3D1-B7CE331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89" y="612868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8" name="path-4595">
            <a:extLst xmlns:a="http://schemas.openxmlformats.org/drawingml/2006/main">
              <a:ext uri="{FF2B5EF4-FFF2-40B4-BE49-F238E27FC236}">
                <a16:creationId xmlns:a16="http://schemas.microsoft.com/office/drawing/2014/main" id="{1284DE9B-1C31-4140-B720-97A61B0B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40" y="616379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9" name="path-4596">
            <a:extLst xmlns:a="http://schemas.openxmlformats.org/drawingml/2006/main">
              <a:ext uri="{FF2B5EF4-FFF2-40B4-BE49-F238E27FC236}">
                <a16:creationId xmlns:a16="http://schemas.microsoft.com/office/drawing/2014/main" id="{C3B3C0E9-D6A8-4BAC-A198-DF5EB44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60" y="613050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0" name="path-4597">
            <a:extLst xmlns:a="http://schemas.openxmlformats.org/drawingml/2006/main">
              <a:ext uri="{FF2B5EF4-FFF2-40B4-BE49-F238E27FC236}">
                <a16:creationId xmlns:a16="http://schemas.microsoft.com/office/drawing/2014/main" id="{6DE0F615-0474-4F08-BEC0-1366656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15" y="61161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1" name="path-4598">
            <a:extLst xmlns:a="http://schemas.openxmlformats.org/drawingml/2006/main">
              <a:ext uri="{FF2B5EF4-FFF2-40B4-BE49-F238E27FC236}">
                <a16:creationId xmlns:a16="http://schemas.microsoft.com/office/drawing/2014/main" id="{6101D4A9-D7A1-4A45-9776-12ABEF52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36" y="61477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2" name="path-4599">
            <a:extLst xmlns:a="http://schemas.openxmlformats.org/drawingml/2006/main">
              <a:ext uri="{FF2B5EF4-FFF2-40B4-BE49-F238E27FC236}">
                <a16:creationId xmlns:a16="http://schemas.microsoft.com/office/drawing/2014/main" id="{DD146FDE-24BE-4E7B-AAB0-4989A09F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083" y="61498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3" name="path-4600">
            <a:extLst xmlns:a="http://schemas.openxmlformats.org/drawingml/2006/main">
              <a:ext uri="{FF2B5EF4-FFF2-40B4-BE49-F238E27FC236}">
                <a16:creationId xmlns:a16="http://schemas.microsoft.com/office/drawing/2014/main" id="{0335339F-33FF-4CE5-AE7B-EF485B90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535" y="61686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4" name="path-4601">
            <a:extLst xmlns:a="http://schemas.openxmlformats.org/drawingml/2006/main">
              <a:ext uri="{FF2B5EF4-FFF2-40B4-BE49-F238E27FC236}">
                <a16:creationId xmlns:a16="http://schemas.microsoft.com/office/drawing/2014/main" id="{41B5F622-CF77-475D-8E4E-E1D6D7FB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932" y="61542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5" name="path-4602">
            <a:extLst xmlns:a="http://schemas.openxmlformats.org/drawingml/2006/main">
              <a:ext uri="{FF2B5EF4-FFF2-40B4-BE49-F238E27FC236}">
                <a16:creationId xmlns:a16="http://schemas.microsoft.com/office/drawing/2014/main" id="{E001EE41-223E-49DF-82D0-0DC3C8A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257" y="618485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6" name="path-4603">
            <a:extLst xmlns:a="http://schemas.openxmlformats.org/drawingml/2006/main">
              <a:ext uri="{FF2B5EF4-FFF2-40B4-BE49-F238E27FC236}">
                <a16:creationId xmlns:a16="http://schemas.microsoft.com/office/drawing/2014/main" id="{28920A11-4756-4B57-94CD-8DBDC53E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13" y="615011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7" name="path-4604">
            <a:extLst xmlns:a="http://schemas.openxmlformats.org/drawingml/2006/main">
              <a:ext uri="{FF2B5EF4-FFF2-40B4-BE49-F238E27FC236}">
                <a16:creationId xmlns:a16="http://schemas.microsoft.com/office/drawing/2014/main" id="{FC71EC7A-44B1-4C48-BD17-D3B3225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722" y="61394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8" name="path-4605">
            <a:extLst xmlns:a="http://schemas.openxmlformats.org/drawingml/2006/main">
              <a:ext uri="{FF2B5EF4-FFF2-40B4-BE49-F238E27FC236}">
                <a16:creationId xmlns:a16="http://schemas.microsoft.com/office/drawing/2014/main" id="{FE9C48EE-7224-4C9D-9CD0-A160118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30" y="613278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9" name="path-4606">
            <a:extLst xmlns:a="http://schemas.openxmlformats.org/drawingml/2006/main">
              <a:ext uri="{FF2B5EF4-FFF2-40B4-BE49-F238E27FC236}">
                <a16:creationId xmlns:a16="http://schemas.microsoft.com/office/drawing/2014/main" id="{D913D653-2BED-4884-BD5B-74102702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10" y="61447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0" name="path-4607">
            <a:extLst xmlns:a="http://schemas.openxmlformats.org/drawingml/2006/main">
              <a:ext uri="{FF2B5EF4-FFF2-40B4-BE49-F238E27FC236}">
                <a16:creationId xmlns:a16="http://schemas.microsoft.com/office/drawing/2014/main" id="{E15CF1B2-C964-494D-9F54-9CCAA9AD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012" y="61487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1" name="path-4608">
            <a:extLst xmlns:a="http://schemas.openxmlformats.org/drawingml/2006/main">
              <a:ext uri="{FF2B5EF4-FFF2-40B4-BE49-F238E27FC236}">
                <a16:creationId xmlns:a16="http://schemas.microsoft.com/office/drawing/2014/main" id="{A8A19E3C-F8DF-44F1-9480-EBFA4F3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475" y="61822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2" name="path-4609">
            <a:extLst xmlns:a="http://schemas.openxmlformats.org/drawingml/2006/main">
              <a:ext uri="{FF2B5EF4-FFF2-40B4-BE49-F238E27FC236}">
                <a16:creationId xmlns:a16="http://schemas.microsoft.com/office/drawing/2014/main" id="{A8232029-B2FD-49E0-861D-47191CEC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863" y="612774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3" name="path-4610">
            <a:extLst xmlns:a="http://schemas.openxmlformats.org/drawingml/2006/main">
              <a:ext uri="{FF2B5EF4-FFF2-40B4-BE49-F238E27FC236}">
                <a16:creationId xmlns:a16="http://schemas.microsoft.com/office/drawing/2014/main" id="{8BF2C546-8F36-4DFD-9B49-4F2B10F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066" y="61592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4" name="path-4611">
            <a:extLst xmlns:a="http://schemas.openxmlformats.org/drawingml/2006/main">
              <a:ext uri="{FF2B5EF4-FFF2-40B4-BE49-F238E27FC236}">
                <a16:creationId xmlns:a16="http://schemas.microsoft.com/office/drawing/2014/main" id="{6A03005C-BA7C-42B6-814C-7A7AD366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25" y="615209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5" name="path-4612">
            <a:extLst xmlns:a="http://schemas.openxmlformats.org/drawingml/2006/main">
              <a:ext uri="{FF2B5EF4-FFF2-40B4-BE49-F238E27FC236}">
                <a16:creationId xmlns:a16="http://schemas.microsoft.com/office/drawing/2014/main" id="{DB4B717A-E545-4618-BF91-4C6AC566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18" y="61222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6" name="path-4613">
            <a:extLst xmlns:a="http://schemas.openxmlformats.org/drawingml/2006/main">
              <a:ext uri="{FF2B5EF4-FFF2-40B4-BE49-F238E27FC236}">
                <a16:creationId xmlns:a16="http://schemas.microsoft.com/office/drawing/2014/main" id="{88C027AC-4F9C-41E4-84C0-D5E31CC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632" y="61352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7" name="path-4614">
            <a:extLst xmlns:a="http://schemas.openxmlformats.org/drawingml/2006/main">
              <a:ext uri="{FF2B5EF4-FFF2-40B4-BE49-F238E27FC236}">
                <a16:creationId xmlns:a16="http://schemas.microsoft.com/office/drawing/2014/main" id="{1E79793E-D6CC-4C44-A66D-4046435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08" y="617719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8" name="path-4615">
            <a:extLst xmlns:a="http://schemas.openxmlformats.org/drawingml/2006/main">
              <a:ext uri="{FF2B5EF4-FFF2-40B4-BE49-F238E27FC236}">
                <a16:creationId xmlns:a16="http://schemas.microsoft.com/office/drawing/2014/main" id="{3D9A47B6-F39E-4855-8E3C-5E5D548C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696" y="615810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9" name="path-4616">
            <a:extLst xmlns:a="http://schemas.openxmlformats.org/drawingml/2006/main">
              <a:ext uri="{FF2B5EF4-FFF2-40B4-BE49-F238E27FC236}">
                <a16:creationId xmlns:a16="http://schemas.microsoft.com/office/drawing/2014/main" id="{43D58AA1-8D23-4BFA-B401-5C2359C8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50" y="611009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0" name="path-4617">
            <a:extLst xmlns:a="http://schemas.openxmlformats.org/drawingml/2006/main">
              <a:ext uri="{FF2B5EF4-FFF2-40B4-BE49-F238E27FC236}">
                <a16:creationId xmlns:a16="http://schemas.microsoft.com/office/drawing/2014/main" id="{F8CD8E7A-4DF2-41B1-93BE-94D13E56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249" y="616024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1" name="path-4618">
            <a:extLst xmlns:a="http://schemas.openxmlformats.org/drawingml/2006/main">
              <a:ext uri="{FF2B5EF4-FFF2-40B4-BE49-F238E27FC236}">
                <a16:creationId xmlns:a16="http://schemas.microsoft.com/office/drawing/2014/main" id="{3A10F774-1C6E-4449-9898-EB0B66ED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36" y="61330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2" name="path-4619">
            <a:extLst xmlns:a="http://schemas.openxmlformats.org/drawingml/2006/main">
              <a:ext uri="{FF2B5EF4-FFF2-40B4-BE49-F238E27FC236}">
                <a16:creationId xmlns:a16="http://schemas.microsoft.com/office/drawing/2014/main" id="{68588274-5365-4F4C-959D-BE049BAF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04" y="615458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3" name="path-4620">
            <a:extLst xmlns:a="http://schemas.openxmlformats.org/drawingml/2006/main">
              <a:ext uri="{FF2B5EF4-FFF2-40B4-BE49-F238E27FC236}">
                <a16:creationId xmlns:a16="http://schemas.microsoft.com/office/drawing/2014/main" id="{9F5C2083-055A-4043-9C3A-CAE20AE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854" y="612509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4" name="path-4621">
            <a:extLst xmlns:a="http://schemas.openxmlformats.org/drawingml/2006/main">
              <a:ext uri="{FF2B5EF4-FFF2-40B4-BE49-F238E27FC236}">
                <a16:creationId xmlns:a16="http://schemas.microsoft.com/office/drawing/2014/main" id="{A8F11588-76B6-4E1C-BD1C-BEAB7467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9" y="61586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6" y="49125"/>
                  <a:pt x="77656" y="38827"/>
                </a:cubicBezTo>
                <a:cubicBezTo>
                  <a:pt x="77656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5" name="path-4622">
            <a:extLst xmlns:a="http://schemas.openxmlformats.org/drawingml/2006/main">
              <a:ext uri="{FF2B5EF4-FFF2-40B4-BE49-F238E27FC236}">
                <a16:creationId xmlns:a16="http://schemas.microsoft.com/office/drawing/2014/main" id="{5C05E402-5505-44D4-9AE6-54211EE6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67" y="614766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6" name="path-4623">
            <a:extLst xmlns:a="http://schemas.openxmlformats.org/drawingml/2006/main">
              <a:ext uri="{FF2B5EF4-FFF2-40B4-BE49-F238E27FC236}">
                <a16:creationId xmlns:a16="http://schemas.microsoft.com/office/drawing/2014/main" id="{4A7BBF3E-E218-4FA0-B364-96239CD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41" y="61612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7" name="path-4624">
            <a:extLst xmlns:a="http://schemas.openxmlformats.org/drawingml/2006/main">
              <a:ext uri="{FF2B5EF4-FFF2-40B4-BE49-F238E27FC236}">
                <a16:creationId xmlns:a16="http://schemas.microsoft.com/office/drawing/2014/main" id="{AE8D3230-59F8-428C-A68D-235C1DE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568" y="61520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8" name="path-4625">
            <a:extLst xmlns:a="http://schemas.openxmlformats.org/drawingml/2006/main">
              <a:ext uri="{FF2B5EF4-FFF2-40B4-BE49-F238E27FC236}">
                <a16:creationId xmlns:a16="http://schemas.microsoft.com/office/drawing/2014/main" id="{B4887A25-F5C8-4204-A729-AC19CC2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294" y="61245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9" name="path-4626">
            <a:extLst xmlns:a="http://schemas.openxmlformats.org/drawingml/2006/main">
              <a:ext uri="{FF2B5EF4-FFF2-40B4-BE49-F238E27FC236}">
                <a16:creationId xmlns:a16="http://schemas.microsoft.com/office/drawing/2014/main" id="{A265948B-5990-4CB4-83EE-D1F99E2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391" y="61290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0" name="path-4627">
            <a:extLst xmlns:a="http://schemas.openxmlformats.org/drawingml/2006/main">
              <a:ext uri="{FF2B5EF4-FFF2-40B4-BE49-F238E27FC236}">
                <a16:creationId xmlns:a16="http://schemas.microsoft.com/office/drawing/2014/main" id="{5BB91919-7B9D-4E98-A38B-2143F47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011" y="612288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1" name="path-4628">
            <a:extLst xmlns:a="http://schemas.openxmlformats.org/drawingml/2006/main">
              <a:ext uri="{FF2B5EF4-FFF2-40B4-BE49-F238E27FC236}">
                <a16:creationId xmlns:a16="http://schemas.microsoft.com/office/drawing/2014/main" id="{E74E6006-BB2A-484F-B431-495D9193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68" y="614278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2" name="path-4629">
            <a:extLst xmlns:a="http://schemas.openxmlformats.org/drawingml/2006/main">
              <a:ext uri="{FF2B5EF4-FFF2-40B4-BE49-F238E27FC236}">
                <a16:creationId xmlns:a16="http://schemas.microsoft.com/office/drawing/2014/main" id="{ECA10C7E-A192-473B-A7CC-4510D5A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903" y="613081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3" name="path-4630">
            <a:extLst xmlns:a="http://schemas.openxmlformats.org/drawingml/2006/main">
              <a:ext uri="{FF2B5EF4-FFF2-40B4-BE49-F238E27FC236}">
                <a16:creationId xmlns:a16="http://schemas.microsoft.com/office/drawing/2014/main" id="{E254655B-586B-48CE-AEFA-3F7FC4CA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40" y="61577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4" name="path-4631">
            <a:extLst xmlns:a="http://schemas.openxmlformats.org/drawingml/2006/main">
              <a:ext uri="{FF2B5EF4-FFF2-40B4-BE49-F238E27FC236}">
                <a16:creationId xmlns:a16="http://schemas.microsoft.com/office/drawing/2014/main" id="{FE4CC1D3-C992-4554-8EF7-1F2C1FB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40" y="612294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5" name="path-4632">
            <a:extLst xmlns:a="http://schemas.openxmlformats.org/drawingml/2006/main">
              <a:ext uri="{FF2B5EF4-FFF2-40B4-BE49-F238E27FC236}">
                <a16:creationId xmlns:a16="http://schemas.microsoft.com/office/drawing/2014/main" id="{315E3477-24BB-4B10-BC4C-7367515A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121" y="614463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6" name="path-4633">
            <a:extLst xmlns:a="http://schemas.openxmlformats.org/drawingml/2006/main">
              <a:ext uri="{FF2B5EF4-FFF2-40B4-BE49-F238E27FC236}">
                <a16:creationId xmlns:a16="http://schemas.microsoft.com/office/drawing/2014/main" id="{401CBE25-2FF9-4D80-86A5-B0F27480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613881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7" name="path-4634">
            <a:extLst xmlns:a="http://schemas.openxmlformats.org/drawingml/2006/main">
              <a:ext uri="{FF2B5EF4-FFF2-40B4-BE49-F238E27FC236}">
                <a16:creationId xmlns:a16="http://schemas.microsoft.com/office/drawing/2014/main" id="{2A06DDB9-DABB-499C-A2F2-0E05B51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66" y="61203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8" name="path-4635">
            <a:extLst xmlns:a="http://schemas.openxmlformats.org/drawingml/2006/main">
              <a:ext uri="{FF2B5EF4-FFF2-40B4-BE49-F238E27FC236}">
                <a16:creationId xmlns:a16="http://schemas.microsoft.com/office/drawing/2014/main" id="{B9ABD167-684B-4488-A5FC-AE808D13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290" y="613787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9" name="path-4636">
            <a:extLst xmlns:a="http://schemas.openxmlformats.org/drawingml/2006/main">
              <a:ext uri="{FF2B5EF4-FFF2-40B4-BE49-F238E27FC236}">
                <a16:creationId xmlns:a16="http://schemas.microsoft.com/office/drawing/2014/main" id="{E9E510E1-CEF6-4BBB-99FB-DFDF3CB3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614" y="612588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0" name="path-4637">
            <a:extLst xmlns:a="http://schemas.openxmlformats.org/drawingml/2006/main">
              <a:ext uri="{FF2B5EF4-FFF2-40B4-BE49-F238E27FC236}">
                <a16:creationId xmlns:a16="http://schemas.microsoft.com/office/drawing/2014/main" id="{7859F6FA-F038-4C4B-9CAA-2786AA7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540" y="613937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1" name="path-4638">
            <a:extLst xmlns:a="http://schemas.openxmlformats.org/drawingml/2006/main">
              <a:ext uri="{FF2B5EF4-FFF2-40B4-BE49-F238E27FC236}">
                <a16:creationId xmlns:a16="http://schemas.microsoft.com/office/drawing/2014/main" id="{A00EFA87-1E46-4F80-987F-C2725866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431" y="613095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2" name="path-4639">
            <a:extLst xmlns:a="http://schemas.openxmlformats.org/drawingml/2006/main">
              <a:ext uri="{FF2B5EF4-FFF2-40B4-BE49-F238E27FC236}">
                <a16:creationId xmlns:a16="http://schemas.microsoft.com/office/drawing/2014/main" id="{4CB18563-D35C-4426-B940-24C1F35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871" y="61464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3" name="path-4640">
            <a:extLst xmlns:a="http://schemas.openxmlformats.org/drawingml/2006/main">
              <a:ext uri="{FF2B5EF4-FFF2-40B4-BE49-F238E27FC236}">
                <a16:creationId xmlns:a16="http://schemas.microsoft.com/office/drawing/2014/main" id="{FB1CF683-56DC-47A5-B803-E4739A6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398" y="61226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4" name="path-4641">
            <a:extLst xmlns:a="http://schemas.openxmlformats.org/drawingml/2006/main">
              <a:ext uri="{FF2B5EF4-FFF2-40B4-BE49-F238E27FC236}">
                <a16:creationId xmlns:a16="http://schemas.microsoft.com/office/drawing/2014/main" id="{00E430EC-F9B6-4E9D-99A0-C5C1E57E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30" y="614911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5" name="path-4642">
            <a:extLst xmlns:a="http://schemas.openxmlformats.org/drawingml/2006/main">
              <a:ext uri="{FF2B5EF4-FFF2-40B4-BE49-F238E27FC236}">
                <a16:creationId xmlns:a16="http://schemas.microsoft.com/office/drawing/2014/main" id="{BE8532E4-F3F0-4EBF-82C2-56F0573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5" y="612193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6" name="path-4643">
            <a:extLst xmlns:a="http://schemas.openxmlformats.org/drawingml/2006/main">
              <a:ext uri="{FF2B5EF4-FFF2-40B4-BE49-F238E27FC236}">
                <a16:creationId xmlns:a16="http://schemas.microsoft.com/office/drawing/2014/main" id="{25D953E4-C961-4846-AA9E-699CE11D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26" y="61249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7" name="path-4644">
            <a:extLst xmlns:a="http://schemas.openxmlformats.org/drawingml/2006/main">
              <a:ext uri="{FF2B5EF4-FFF2-40B4-BE49-F238E27FC236}">
                <a16:creationId xmlns:a16="http://schemas.microsoft.com/office/drawing/2014/main" id="{139193F4-459E-48AA-9169-664FB6E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94" y="61469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8" name="path-4645">
            <a:extLst xmlns:a="http://schemas.openxmlformats.org/drawingml/2006/main">
              <a:ext uri="{FF2B5EF4-FFF2-40B4-BE49-F238E27FC236}">
                <a16:creationId xmlns:a16="http://schemas.microsoft.com/office/drawing/2014/main" id="{A4404F5E-B8E9-491F-9949-030E0B2B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267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9" name="path-4646">
            <a:extLst xmlns:a="http://schemas.openxmlformats.org/drawingml/2006/main">
              <a:ext uri="{FF2B5EF4-FFF2-40B4-BE49-F238E27FC236}">
                <a16:creationId xmlns:a16="http://schemas.microsoft.com/office/drawing/2014/main" id="{9A52C610-BB40-4149-A401-F3B4C29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88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2" y="12279"/>
                </a:lnTo>
                <a:lnTo>
                  <a:pt x="186212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0" name="path-4647">
            <a:extLst xmlns:a="http://schemas.openxmlformats.org/drawingml/2006/main">
              <a:ext uri="{FF2B5EF4-FFF2-40B4-BE49-F238E27FC236}">
                <a16:creationId xmlns:a16="http://schemas.microsoft.com/office/drawing/2014/main" id="{867B5069-5D6A-465E-9C4C-277EA655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993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1" name="path-4648">
            <a:extLst xmlns:a="http://schemas.openxmlformats.org/drawingml/2006/main">
              <a:ext uri="{FF2B5EF4-FFF2-40B4-BE49-F238E27FC236}">
                <a16:creationId xmlns:a16="http://schemas.microsoft.com/office/drawing/2014/main" id="{CC68A449-5D0E-4759-9B28-3BE3AA0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714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2" y="12279"/>
                </a:lnTo>
                <a:lnTo>
                  <a:pt x="186212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2" name="path-4649">
            <a:extLst xmlns:a="http://schemas.openxmlformats.org/drawingml/2006/main">
              <a:ext uri="{FF2B5EF4-FFF2-40B4-BE49-F238E27FC236}">
                <a16:creationId xmlns:a16="http://schemas.microsoft.com/office/drawing/2014/main" id="{913B5306-62EA-45D0-9240-4DF9C13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03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3" name="path-4650">
            <a:extLst xmlns:a="http://schemas.openxmlformats.org/drawingml/2006/main">
              <a:ext uri="{FF2B5EF4-FFF2-40B4-BE49-F238E27FC236}">
                <a16:creationId xmlns:a16="http://schemas.microsoft.com/office/drawing/2014/main" id="{F61CE3D0-F98E-469E-82C2-AE84D272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036" y="6059312"/>
            <a:ext cx="225945" cy="225945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4" y="21964"/>
                </a:lnTo>
                <a:lnTo>
                  <a:pt x="112972" y="0"/>
                </a:lnTo>
                <a:lnTo>
                  <a:pt x="101990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0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4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4" y="21964"/>
                </a:lnTo>
                <a:lnTo>
                  <a:pt x="112972" y="27455"/>
                </a:lnTo>
                <a:lnTo>
                  <a:pt x="101990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4" name="path-4651">
            <a:extLst xmlns:a="http://schemas.openxmlformats.org/drawingml/2006/main">
              <a:ext uri="{FF2B5EF4-FFF2-40B4-BE49-F238E27FC236}">
                <a16:creationId xmlns:a16="http://schemas.microsoft.com/office/drawing/2014/main" id="{05282A86-6DC5-4B2A-BB83-F88502A6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6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5" name="path-4652">
            <a:extLst xmlns:a="http://schemas.openxmlformats.org/drawingml/2006/main">
              <a:ext uri="{FF2B5EF4-FFF2-40B4-BE49-F238E27FC236}">
                <a16:creationId xmlns:a16="http://schemas.microsoft.com/office/drawing/2014/main" id="{6D7E3004-3953-42C3-94A7-1540C2DB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09" y="6059312"/>
            <a:ext cx="225945" cy="225945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5" y="21964"/>
                </a:lnTo>
                <a:lnTo>
                  <a:pt x="112972" y="0"/>
                </a:lnTo>
                <a:lnTo>
                  <a:pt x="101991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2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6" name="path-4653">
            <a:extLst xmlns:a="http://schemas.openxmlformats.org/drawingml/2006/main">
              <a:ext uri="{FF2B5EF4-FFF2-40B4-BE49-F238E27FC236}">
                <a16:creationId xmlns:a16="http://schemas.microsoft.com/office/drawing/2014/main" id="{53DF6F17-33C5-4641-A724-9D18291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5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5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7" name="path-4654">
            <a:extLst xmlns:a="http://schemas.openxmlformats.org/drawingml/2006/main">
              <a:ext uri="{FF2B5EF4-FFF2-40B4-BE49-F238E27FC236}">
                <a16:creationId xmlns:a16="http://schemas.microsoft.com/office/drawing/2014/main" id="{C2A74622-CC55-48C4-9F9B-A05544A5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6115410"/>
            <a:ext cx="18417" cy="12892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8" name="path-4655">
            <a:extLst xmlns:a="http://schemas.openxmlformats.org/drawingml/2006/main">
              <a:ext uri="{FF2B5EF4-FFF2-40B4-BE49-F238E27FC236}">
                <a16:creationId xmlns:a16="http://schemas.microsoft.com/office/drawing/2014/main" id="{3C12E7E9-2F0F-4644-B234-4977984D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0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5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9" name="path-4656">
            <a:extLst xmlns:a="http://schemas.openxmlformats.org/drawingml/2006/main">
              <a:ext uri="{FF2B5EF4-FFF2-40B4-BE49-F238E27FC236}">
                <a16:creationId xmlns:a16="http://schemas.microsoft.com/office/drawing/2014/main" id="{7C5D0A29-DA76-4E7B-9351-55496BB9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0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0" name="path-4657">
            <a:extLst xmlns:a="http://schemas.openxmlformats.org/drawingml/2006/main">
              <a:ext uri="{FF2B5EF4-FFF2-40B4-BE49-F238E27FC236}">
                <a16:creationId xmlns:a16="http://schemas.microsoft.com/office/drawing/2014/main" id="{470B4078-401D-4B4B-9B2F-87A04C7F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47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1" name="path-4658">
            <a:extLst xmlns:a="http://schemas.openxmlformats.org/drawingml/2006/main">
              <a:ext uri="{FF2B5EF4-FFF2-40B4-BE49-F238E27FC236}">
                <a16:creationId xmlns:a16="http://schemas.microsoft.com/office/drawing/2014/main" id="{397453A3-D5FC-4103-B31F-63099C7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54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2" name="path-4659">
            <a:extLst xmlns:a="http://schemas.openxmlformats.org/drawingml/2006/main">
              <a:ext uri="{FF2B5EF4-FFF2-40B4-BE49-F238E27FC236}">
                <a16:creationId xmlns:a16="http://schemas.microsoft.com/office/drawing/2014/main" id="{FE9FEF96-A744-4FCA-B5D3-8D06FAA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61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3" name="path-4660">
            <a:extLst xmlns:a="http://schemas.openxmlformats.org/drawingml/2006/main">
              <a:ext uri="{FF2B5EF4-FFF2-40B4-BE49-F238E27FC236}">
                <a16:creationId xmlns:a16="http://schemas.microsoft.com/office/drawing/2014/main" id="{601088AB-0028-431F-809F-6B908C68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68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4" name="path-4661">
            <a:extLst xmlns:a="http://schemas.openxmlformats.org/drawingml/2006/main">
              <a:ext uri="{FF2B5EF4-FFF2-40B4-BE49-F238E27FC236}">
                <a16:creationId xmlns:a16="http://schemas.microsoft.com/office/drawing/2014/main" id="{ADE68468-5C37-4366-8ADA-44D9BCEF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774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5" name="path-4662">
            <a:extLst xmlns:a="http://schemas.openxmlformats.org/drawingml/2006/main">
              <a:ext uri="{FF2B5EF4-FFF2-40B4-BE49-F238E27FC236}">
                <a16:creationId xmlns:a16="http://schemas.microsoft.com/office/drawing/2014/main" id="{227D11A2-F8E8-4AE4-89B9-4806046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81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6" name="path-4663">
            <a:extLst xmlns:a="http://schemas.openxmlformats.org/drawingml/2006/main">
              <a:ext uri="{FF2B5EF4-FFF2-40B4-BE49-F238E27FC236}">
                <a16:creationId xmlns:a16="http://schemas.microsoft.com/office/drawing/2014/main" id="{C2AFEF2C-6FE1-465A-97E5-3E1AE6FD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588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7" name="path-4664">
            <a:extLst xmlns:a="http://schemas.openxmlformats.org/drawingml/2006/main">
              <a:ext uri="{FF2B5EF4-FFF2-40B4-BE49-F238E27FC236}">
                <a16:creationId xmlns:a16="http://schemas.microsoft.com/office/drawing/2014/main" id="{469E3EEC-A35B-47C6-86D3-3D6D89D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995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8" name="path-4665">
            <a:extLst xmlns:a="http://schemas.openxmlformats.org/drawingml/2006/main">
              <a:ext uri="{FF2B5EF4-FFF2-40B4-BE49-F238E27FC236}">
                <a16:creationId xmlns:a16="http://schemas.microsoft.com/office/drawing/2014/main" id="{C142E41B-7B83-4EAB-AF41-5C5F3CF8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402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9" name="path-4666">
            <a:extLst xmlns:a="http://schemas.openxmlformats.org/drawingml/2006/main">
              <a:ext uri="{FF2B5EF4-FFF2-40B4-BE49-F238E27FC236}">
                <a16:creationId xmlns:a16="http://schemas.microsoft.com/office/drawing/2014/main" id="{28FA5446-8379-4EE2-8393-0DECDFD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08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0" name="path-4667">
            <a:extLst xmlns:a="http://schemas.openxmlformats.org/drawingml/2006/main">
              <a:ext uri="{FF2B5EF4-FFF2-40B4-BE49-F238E27FC236}">
                <a16:creationId xmlns:a16="http://schemas.microsoft.com/office/drawing/2014/main" id="{12EE2280-EAE9-4A82-BCFF-DD90737A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16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1" name="path-4668">
            <a:extLst xmlns:a="http://schemas.openxmlformats.org/drawingml/2006/main">
              <a:ext uri="{FF2B5EF4-FFF2-40B4-BE49-F238E27FC236}">
                <a16:creationId xmlns:a16="http://schemas.microsoft.com/office/drawing/2014/main" id="{1D5E5048-66B8-4EA1-94D4-12AE1A9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622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2" name="path-4669">
            <a:extLst xmlns:a="http://schemas.openxmlformats.org/drawingml/2006/main">
              <a:ext uri="{FF2B5EF4-FFF2-40B4-BE49-F238E27FC236}">
                <a16:creationId xmlns:a16="http://schemas.microsoft.com/office/drawing/2014/main" id="{EEAF1735-03EF-4848-AD78-960FBB5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029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3" name="path-4670">
            <a:extLst xmlns:a="http://schemas.openxmlformats.org/drawingml/2006/main">
              <a:ext uri="{FF2B5EF4-FFF2-40B4-BE49-F238E27FC236}">
                <a16:creationId xmlns:a16="http://schemas.microsoft.com/office/drawing/2014/main" id="{5669CB91-E8ED-4D62-BDE0-681AAABD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436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4" name="path-4671">
            <a:extLst xmlns:a="http://schemas.openxmlformats.org/drawingml/2006/main">
              <a:ext uri="{FF2B5EF4-FFF2-40B4-BE49-F238E27FC236}">
                <a16:creationId xmlns:a16="http://schemas.microsoft.com/office/drawing/2014/main" id="{AD334649-E65A-4469-A1E6-C9CB058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843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20" y="36836"/>
                </a:lnTo>
                <a:lnTo>
                  <a:pt x="72520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9" y="10789"/>
                </a:lnTo>
                <a:lnTo>
                  <a:pt x="68440" y="2895"/>
                </a:lnTo>
                <a:lnTo>
                  <a:pt x="54102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5" name="path-4672">
            <a:extLst xmlns:a="http://schemas.openxmlformats.org/drawingml/2006/main">
              <a:ext uri="{FF2B5EF4-FFF2-40B4-BE49-F238E27FC236}">
                <a16:creationId xmlns:a16="http://schemas.microsoft.com/office/drawing/2014/main" id="{DE04BFD5-1063-4031-8485-CEF184D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362" y="6115410"/>
            <a:ext cx="18418" cy="12892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6" name="path-4673">
            <a:extLst xmlns:a="http://schemas.openxmlformats.org/drawingml/2006/main">
              <a:ext uri="{FF2B5EF4-FFF2-40B4-BE49-F238E27FC236}">
                <a16:creationId xmlns:a16="http://schemas.microsoft.com/office/drawing/2014/main" id="{EBF57A1C-4F39-4046-9CF5-552F6534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843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20" y="0"/>
                </a:lnTo>
                <a:lnTo>
                  <a:pt x="72520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2" y="101297"/>
                </a:lnTo>
                <a:lnTo>
                  <a:pt x="68440" y="98402"/>
                </a:lnTo>
                <a:lnTo>
                  <a:pt x="80149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7" name="path-4674">
            <a:extLst xmlns:a="http://schemas.openxmlformats.org/drawingml/2006/main">
              <a:ext uri="{FF2B5EF4-FFF2-40B4-BE49-F238E27FC236}">
                <a16:creationId xmlns:a16="http://schemas.microsoft.com/office/drawing/2014/main" id="{B36E1965-2247-4B44-8B30-1A3FDF88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436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8" name="path-4675">
            <a:extLst xmlns:a="http://schemas.openxmlformats.org/drawingml/2006/main">
              <a:ext uri="{FF2B5EF4-FFF2-40B4-BE49-F238E27FC236}">
                <a16:creationId xmlns:a16="http://schemas.microsoft.com/office/drawing/2014/main" id="{5297467A-B55E-4882-B27E-0214ECA3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029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9" name="path-4676">
            <a:extLst xmlns:a="http://schemas.openxmlformats.org/drawingml/2006/main">
              <a:ext uri="{FF2B5EF4-FFF2-40B4-BE49-F238E27FC236}">
                <a16:creationId xmlns:a16="http://schemas.microsoft.com/office/drawing/2014/main" id="{02B075F0-3CD9-41E0-B7B7-4194E2EA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622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0" name="path-4677">
            <a:extLst xmlns:a="http://schemas.openxmlformats.org/drawingml/2006/main">
              <a:ext uri="{FF2B5EF4-FFF2-40B4-BE49-F238E27FC236}">
                <a16:creationId xmlns:a16="http://schemas.microsoft.com/office/drawing/2014/main" id="{E39B6828-14B0-4E71-BC69-8BB2E62B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16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1" name="path-4678">
            <a:extLst xmlns:a="http://schemas.openxmlformats.org/drawingml/2006/main">
              <a:ext uri="{FF2B5EF4-FFF2-40B4-BE49-F238E27FC236}">
                <a16:creationId xmlns:a16="http://schemas.microsoft.com/office/drawing/2014/main" id="{08A12B8A-B71D-4B59-9E3D-6EB5F78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808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2" name="path-4679">
            <a:extLst xmlns:a="http://schemas.openxmlformats.org/drawingml/2006/main">
              <a:ext uri="{FF2B5EF4-FFF2-40B4-BE49-F238E27FC236}">
                <a16:creationId xmlns:a16="http://schemas.microsoft.com/office/drawing/2014/main" id="{C54F69EA-EC15-4B44-9875-173A7B40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402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3" name="path-4680">
            <a:extLst xmlns:a="http://schemas.openxmlformats.org/drawingml/2006/main">
              <a:ext uri="{FF2B5EF4-FFF2-40B4-BE49-F238E27FC236}">
                <a16:creationId xmlns:a16="http://schemas.microsoft.com/office/drawing/2014/main" id="{6A0A6170-637A-4796-BC52-818B0D5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995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4" name="path-4681">
            <a:extLst xmlns:a="http://schemas.openxmlformats.org/drawingml/2006/main">
              <a:ext uri="{FF2B5EF4-FFF2-40B4-BE49-F238E27FC236}">
                <a16:creationId xmlns:a16="http://schemas.microsoft.com/office/drawing/2014/main" id="{DF5F38FF-EDFF-4964-9148-07FF516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588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5" name="path-4682">
            <a:extLst xmlns:a="http://schemas.openxmlformats.org/drawingml/2006/main">
              <a:ext uri="{FF2B5EF4-FFF2-40B4-BE49-F238E27FC236}">
                <a16:creationId xmlns:a16="http://schemas.microsoft.com/office/drawing/2014/main" id="{04E441E6-F388-4CAD-917D-D0C7E38F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81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6" name="path-4683">
            <a:extLst xmlns:a="http://schemas.openxmlformats.org/drawingml/2006/main">
              <a:ext uri="{FF2B5EF4-FFF2-40B4-BE49-F238E27FC236}">
                <a16:creationId xmlns:a16="http://schemas.microsoft.com/office/drawing/2014/main" id="{D9472F63-9ACC-47E8-8C0F-AC3C54EC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774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7" name="path-4684">
            <a:extLst xmlns:a="http://schemas.openxmlformats.org/drawingml/2006/main">
              <a:ext uri="{FF2B5EF4-FFF2-40B4-BE49-F238E27FC236}">
                <a16:creationId xmlns:a16="http://schemas.microsoft.com/office/drawing/2014/main" id="{78B0A4BF-0859-4F5A-9110-988FFD71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68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8" name="path-4685">
            <a:extLst xmlns:a="http://schemas.openxmlformats.org/drawingml/2006/main">
              <a:ext uri="{FF2B5EF4-FFF2-40B4-BE49-F238E27FC236}">
                <a16:creationId xmlns:a16="http://schemas.microsoft.com/office/drawing/2014/main" id="{3E1D2AFE-AE66-4997-8C52-A8AB745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61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9" name="path-4686">
            <a:extLst xmlns:a="http://schemas.openxmlformats.org/drawingml/2006/main">
              <a:ext uri="{FF2B5EF4-FFF2-40B4-BE49-F238E27FC236}">
                <a16:creationId xmlns:a16="http://schemas.microsoft.com/office/drawing/2014/main" id="{B1A7298D-DF50-4E74-9DFA-89D364B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54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0" name="path-4687">
            <a:extLst xmlns:a="http://schemas.openxmlformats.org/drawingml/2006/main">
              <a:ext uri="{FF2B5EF4-FFF2-40B4-BE49-F238E27FC236}">
                <a16:creationId xmlns:a16="http://schemas.microsoft.com/office/drawing/2014/main" id="{2B54918B-78B5-444E-B9E2-51EC826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47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1" name="path-4688">
            <a:extLst xmlns:a="http://schemas.openxmlformats.org/drawingml/2006/main">
              <a:ext uri="{FF2B5EF4-FFF2-40B4-BE49-F238E27FC236}">
                <a16:creationId xmlns:a16="http://schemas.microsoft.com/office/drawing/2014/main" id="{36399CFD-FF45-47C0-9FFE-41C304D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0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2" name="path-4689">
            <a:extLst xmlns:a="http://schemas.openxmlformats.org/drawingml/2006/main">
              <a:ext uri="{FF2B5EF4-FFF2-40B4-BE49-F238E27FC236}">
                <a16:creationId xmlns:a16="http://schemas.microsoft.com/office/drawing/2014/main" id="{1357BDEF-C435-4B60-B65A-96938E99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48" y="3797229"/>
            <a:ext cx="3038860" cy="311831"/>
          </a:xfrm>
          <a:custGeom xmlns:a="http://schemas.openxmlformats.org/drawingml/2006/main">
            <a:pathLst>
              <a:path w="3038860" h="311831">
                <a:moveTo>
                  <a:pt x="45621" y="242289"/>
                </a:moveTo>
                <a:lnTo>
                  <a:pt x="61341" y="44084"/>
                </a:lnTo>
                <a:cubicBezTo>
                  <a:pt x="61797" y="38274"/>
                  <a:pt x="62024" y="33490"/>
                  <a:pt x="62024" y="29731"/>
                </a:cubicBezTo>
                <a:cubicBezTo>
                  <a:pt x="62024" y="23694"/>
                  <a:pt x="60600" y="19251"/>
                  <a:pt x="57753" y="16403"/>
                </a:cubicBezTo>
                <a:cubicBezTo>
                  <a:pt x="55019" y="13555"/>
                  <a:pt x="50121" y="11961"/>
                  <a:pt x="43058" y="11619"/>
                </a:cubicBezTo>
                <a:lnTo>
                  <a:pt x="45621" y="5297"/>
                </a:lnTo>
                <a:lnTo>
                  <a:pt x="139256" y="5297"/>
                </a:lnTo>
                <a:lnTo>
                  <a:pt x="137377" y="11619"/>
                </a:lnTo>
                <a:lnTo>
                  <a:pt x="132763" y="11619"/>
                </a:lnTo>
                <a:cubicBezTo>
                  <a:pt x="126612" y="11619"/>
                  <a:pt x="121600" y="13669"/>
                  <a:pt x="117727" y="17770"/>
                </a:cubicBezTo>
                <a:cubicBezTo>
                  <a:pt x="113968" y="21757"/>
                  <a:pt x="111690" y="29275"/>
                  <a:pt x="110892" y="40325"/>
                </a:cubicBezTo>
                <a:lnTo>
                  <a:pt x="101836" y="157881"/>
                </a:lnTo>
                <a:lnTo>
                  <a:pt x="171721" y="62367"/>
                </a:lnTo>
                <a:lnTo>
                  <a:pt x="173429" y="40325"/>
                </a:lnTo>
                <a:cubicBezTo>
                  <a:pt x="173885" y="35768"/>
                  <a:pt x="174113" y="32123"/>
                  <a:pt x="174113" y="29389"/>
                </a:cubicBezTo>
                <a:cubicBezTo>
                  <a:pt x="174113" y="23808"/>
                  <a:pt x="172575" y="19536"/>
                  <a:pt x="169499" y="16574"/>
                </a:cubicBezTo>
                <a:cubicBezTo>
                  <a:pt x="166538" y="13613"/>
                  <a:pt x="161583" y="11961"/>
                  <a:pt x="154634" y="11619"/>
                </a:cubicBezTo>
                <a:lnTo>
                  <a:pt x="156343" y="5297"/>
                </a:lnTo>
                <a:lnTo>
                  <a:pt x="250661" y="5297"/>
                </a:lnTo>
                <a:lnTo>
                  <a:pt x="248781" y="11619"/>
                </a:lnTo>
                <a:cubicBezTo>
                  <a:pt x="240466" y="11619"/>
                  <a:pt x="234315" y="13669"/>
                  <a:pt x="230328" y="17770"/>
                </a:cubicBezTo>
                <a:cubicBezTo>
                  <a:pt x="226341" y="21757"/>
                  <a:pt x="223892" y="29275"/>
                  <a:pt x="222981" y="40325"/>
                </a:cubicBezTo>
                <a:lnTo>
                  <a:pt x="214096" y="157881"/>
                </a:lnTo>
                <a:lnTo>
                  <a:pt x="281417" y="65271"/>
                </a:lnTo>
                <a:cubicBezTo>
                  <a:pt x="292922" y="49438"/>
                  <a:pt x="300041" y="38673"/>
                  <a:pt x="302775" y="32977"/>
                </a:cubicBezTo>
                <a:cubicBezTo>
                  <a:pt x="304712" y="29104"/>
                  <a:pt x="305680" y="25801"/>
                  <a:pt x="305680" y="23067"/>
                </a:cubicBezTo>
                <a:cubicBezTo>
                  <a:pt x="305680" y="20447"/>
                  <a:pt x="304370" y="18112"/>
                  <a:pt x="301750" y="16062"/>
                </a:cubicBezTo>
                <a:cubicBezTo>
                  <a:pt x="299244" y="13897"/>
                  <a:pt x="294346" y="12416"/>
                  <a:pt x="287055" y="11619"/>
                </a:cubicBezTo>
                <a:lnTo>
                  <a:pt x="288764" y="5297"/>
                </a:lnTo>
                <a:lnTo>
                  <a:pt x="350618" y="5297"/>
                </a:lnTo>
                <a:lnTo>
                  <a:pt x="349080" y="11619"/>
                </a:lnTo>
                <a:cubicBezTo>
                  <a:pt x="343498" y="12644"/>
                  <a:pt x="338885" y="14581"/>
                  <a:pt x="335240" y="17428"/>
                </a:cubicBezTo>
                <a:cubicBezTo>
                  <a:pt x="330114" y="21416"/>
                  <a:pt x="323450" y="29047"/>
                  <a:pt x="315248" y="40325"/>
                </a:cubicBezTo>
                <a:lnTo>
                  <a:pt x="168132" y="242289"/>
                </a:lnTo>
                <a:lnTo>
                  <a:pt x="158051" y="242289"/>
                </a:lnTo>
                <a:lnTo>
                  <a:pt x="169841" y="85946"/>
                </a:lnTo>
                <a:lnTo>
                  <a:pt x="55873" y="242289"/>
                </a:lnTo>
                <a:lnTo>
                  <a:pt x="45621" y="242289"/>
                </a:lnTo>
                <a:moveTo>
                  <a:pt x="340024" y="172917"/>
                </a:moveTo>
                <a:cubicBezTo>
                  <a:pt x="338999" y="180321"/>
                  <a:pt x="338486" y="186416"/>
                  <a:pt x="338486" y="191199"/>
                </a:cubicBezTo>
                <a:cubicBezTo>
                  <a:pt x="338486" y="199743"/>
                  <a:pt x="340935" y="206577"/>
                  <a:pt x="345834" y="211704"/>
                </a:cubicBezTo>
                <a:cubicBezTo>
                  <a:pt x="350846" y="216830"/>
                  <a:pt x="357509" y="219393"/>
                  <a:pt x="365825" y="219393"/>
                </a:cubicBezTo>
                <a:cubicBezTo>
                  <a:pt x="373799" y="219393"/>
                  <a:pt x="381773" y="217456"/>
                  <a:pt x="389746" y="213583"/>
                </a:cubicBezTo>
                <a:cubicBezTo>
                  <a:pt x="397834" y="209710"/>
                  <a:pt x="407175" y="202933"/>
                  <a:pt x="417768" y="193250"/>
                </a:cubicBezTo>
                <a:lnTo>
                  <a:pt x="422894" y="197863"/>
                </a:lnTo>
                <a:cubicBezTo>
                  <a:pt x="409795" y="213697"/>
                  <a:pt x="397037" y="224974"/>
                  <a:pt x="384620" y="231695"/>
                </a:cubicBezTo>
                <a:cubicBezTo>
                  <a:pt x="372204" y="238416"/>
                  <a:pt x="358478" y="241776"/>
                  <a:pt x="343442" y="241776"/>
                </a:cubicBezTo>
                <a:cubicBezTo>
                  <a:pt x="324418" y="241776"/>
                  <a:pt x="311262" y="237220"/>
                  <a:pt x="303971" y="228107"/>
                </a:cubicBezTo>
                <a:cubicBezTo>
                  <a:pt x="296681" y="218994"/>
                  <a:pt x="293036" y="208457"/>
                  <a:pt x="293036" y="196497"/>
                </a:cubicBezTo>
                <a:cubicBezTo>
                  <a:pt x="293036" y="177815"/>
                  <a:pt x="298447" y="159134"/>
                  <a:pt x="309268" y="140452"/>
                </a:cubicBezTo>
                <a:cubicBezTo>
                  <a:pt x="320204" y="121771"/>
                  <a:pt x="335012" y="106792"/>
                  <a:pt x="353693" y="95514"/>
                </a:cubicBezTo>
                <a:cubicBezTo>
                  <a:pt x="372489" y="84238"/>
                  <a:pt x="391341" y="78599"/>
                  <a:pt x="410250" y="78599"/>
                </a:cubicBezTo>
                <a:cubicBezTo>
                  <a:pt x="419819" y="78599"/>
                  <a:pt x="427052" y="80877"/>
                  <a:pt x="431950" y="85433"/>
                </a:cubicBezTo>
                <a:cubicBezTo>
                  <a:pt x="436848" y="89990"/>
                  <a:pt x="439298" y="95743"/>
                  <a:pt x="439298" y="102691"/>
                </a:cubicBezTo>
                <a:cubicBezTo>
                  <a:pt x="439298" y="111006"/>
                  <a:pt x="436906" y="119094"/>
                  <a:pt x="432121" y="126954"/>
                </a:cubicBezTo>
                <a:cubicBezTo>
                  <a:pt x="425514" y="137662"/>
                  <a:pt x="417199" y="146319"/>
                  <a:pt x="407175" y="152926"/>
                </a:cubicBezTo>
                <a:cubicBezTo>
                  <a:pt x="397151" y="159418"/>
                  <a:pt x="385930" y="164374"/>
                  <a:pt x="373514" y="167791"/>
                </a:cubicBezTo>
                <a:cubicBezTo>
                  <a:pt x="365198" y="170069"/>
                  <a:pt x="354035" y="171778"/>
                  <a:pt x="340024" y="172917"/>
                </a:cubicBezTo>
                <a:moveTo>
                  <a:pt x="341562" y="164032"/>
                </a:moveTo>
                <a:cubicBezTo>
                  <a:pt x="351586" y="162551"/>
                  <a:pt x="359332" y="160558"/>
                  <a:pt x="364800" y="158052"/>
                </a:cubicBezTo>
                <a:cubicBezTo>
                  <a:pt x="370381" y="155432"/>
                  <a:pt x="375792" y="151331"/>
                  <a:pt x="381032" y="145749"/>
                </a:cubicBezTo>
                <a:cubicBezTo>
                  <a:pt x="386386" y="140054"/>
                  <a:pt x="390999" y="132934"/>
                  <a:pt x="394872" y="124391"/>
                </a:cubicBezTo>
                <a:cubicBezTo>
                  <a:pt x="398745" y="115733"/>
                  <a:pt x="400682" y="107646"/>
                  <a:pt x="400682" y="100128"/>
                </a:cubicBezTo>
                <a:cubicBezTo>
                  <a:pt x="400682" y="96938"/>
                  <a:pt x="399770" y="94433"/>
                  <a:pt x="397948" y="92610"/>
                </a:cubicBezTo>
                <a:cubicBezTo>
                  <a:pt x="396239" y="90787"/>
                  <a:pt x="394018" y="89876"/>
                  <a:pt x="391284" y="89876"/>
                </a:cubicBezTo>
                <a:cubicBezTo>
                  <a:pt x="385816" y="89876"/>
                  <a:pt x="379665" y="93692"/>
                  <a:pt x="372830" y="101324"/>
                </a:cubicBezTo>
                <a:cubicBezTo>
                  <a:pt x="360300" y="115221"/>
                  <a:pt x="349877" y="136123"/>
                  <a:pt x="341562" y="164032"/>
                </a:cubicBezTo>
                <a:moveTo>
                  <a:pt x="608455" y="80991"/>
                </a:moveTo>
                <a:lnTo>
                  <a:pt x="575307" y="194617"/>
                </a:lnTo>
                <a:lnTo>
                  <a:pt x="571890" y="208457"/>
                </a:lnTo>
                <a:cubicBezTo>
                  <a:pt x="571548" y="210166"/>
                  <a:pt x="571377" y="211419"/>
                  <a:pt x="571377" y="212216"/>
                </a:cubicBezTo>
                <a:cubicBezTo>
                  <a:pt x="571377" y="213583"/>
                  <a:pt x="571833" y="214779"/>
                  <a:pt x="572745" y="215804"/>
                </a:cubicBezTo>
                <a:cubicBezTo>
                  <a:pt x="573769" y="216830"/>
                  <a:pt x="574795" y="217342"/>
                  <a:pt x="575820" y="217342"/>
                </a:cubicBezTo>
                <a:cubicBezTo>
                  <a:pt x="578212" y="217342"/>
                  <a:pt x="581515" y="215520"/>
                  <a:pt x="585730" y="211875"/>
                </a:cubicBezTo>
                <a:cubicBezTo>
                  <a:pt x="587439" y="210394"/>
                  <a:pt x="591540" y="205154"/>
                  <a:pt x="598033" y="196155"/>
                </a:cubicBezTo>
                <a:lnTo>
                  <a:pt x="604013" y="199231"/>
                </a:lnTo>
                <a:cubicBezTo>
                  <a:pt x="595925" y="214039"/>
                  <a:pt x="587268" y="224860"/>
                  <a:pt x="578041" y="231695"/>
                </a:cubicBezTo>
                <a:cubicBezTo>
                  <a:pt x="568928" y="238416"/>
                  <a:pt x="559075" y="241776"/>
                  <a:pt x="548481" y="241776"/>
                </a:cubicBezTo>
                <a:cubicBezTo>
                  <a:pt x="541989" y="241776"/>
                  <a:pt x="537033" y="240124"/>
                  <a:pt x="533616" y="236821"/>
                </a:cubicBezTo>
                <a:cubicBezTo>
                  <a:pt x="530198" y="233404"/>
                  <a:pt x="528490" y="229132"/>
                  <a:pt x="528490" y="224006"/>
                </a:cubicBezTo>
                <a:cubicBezTo>
                  <a:pt x="528490" y="219563"/>
                  <a:pt x="530312" y="211305"/>
                  <a:pt x="533958" y="199231"/>
                </a:cubicBezTo>
                <a:lnTo>
                  <a:pt x="538058" y="185390"/>
                </a:lnTo>
                <a:cubicBezTo>
                  <a:pt x="524845" y="208058"/>
                  <a:pt x="512144" y="224120"/>
                  <a:pt x="499955" y="233575"/>
                </a:cubicBezTo>
                <a:cubicBezTo>
                  <a:pt x="492893" y="239043"/>
                  <a:pt x="485374" y="241776"/>
                  <a:pt x="477401" y="241776"/>
                </a:cubicBezTo>
                <a:cubicBezTo>
                  <a:pt x="466921" y="241776"/>
                  <a:pt x="459346" y="237504"/>
                  <a:pt x="454676" y="228961"/>
                </a:cubicBezTo>
                <a:cubicBezTo>
                  <a:pt x="450005" y="220304"/>
                  <a:pt x="447670" y="210565"/>
                  <a:pt x="447670" y="199743"/>
                </a:cubicBezTo>
                <a:cubicBezTo>
                  <a:pt x="447670" y="183682"/>
                  <a:pt x="452568" y="165285"/>
                  <a:pt x="462364" y="144553"/>
                </a:cubicBezTo>
                <a:cubicBezTo>
                  <a:pt x="472161" y="123707"/>
                  <a:pt x="485033" y="106962"/>
                  <a:pt x="500980" y="94318"/>
                </a:cubicBezTo>
                <a:cubicBezTo>
                  <a:pt x="514080" y="83838"/>
                  <a:pt x="526383" y="78599"/>
                  <a:pt x="537888" y="78599"/>
                </a:cubicBezTo>
                <a:cubicBezTo>
                  <a:pt x="544267" y="78599"/>
                  <a:pt x="549393" y="80478"/>
                  <a:pt x="553265" y="84238"/>
                </a:cubicBezTo>
                <a:cubicBezTo>
                  <a:pt x="557138" y="87882"/>
                  <a:pt x="559986" y="94603"/>
                  <a:pt x="561808" y="104399"/>
                </a:cubicBezTo>
                <a:lnTo>
                  <a:pt x="567960" y="83383"/>
                </a:lnTo>
                <a:lnTo>
                  <a:pt x="608455" y="80991"/>
                </a:lnTo>
                <a:moveTo>
                  <a:pt x="553778" y="113455"/>
                </a:moveTo>
                <a:cubicBezTo>
                  <a:pt x="553778" y="104228"/>
                  <a:pt x="552354" y="97565"/>
                  <a:pt x="549506" y="93464"/>
                </a:cubicBezTo>
                <a:cubicBezTo>
                  <a:pt x="547456" y="90616"/>
                  <a:pt x="544665" y="89192"/>
                  <a:pt x="541134" y="89192"/>
                </a:cubicBezTo>
                <a:cubicBezTo>
                  <a:pt x="537603" y="89192"/>
                  <a:pt x="533958" y="90901"/>
                  <a:pt x="530198" y="94318"/>
                </a:cubicBezTo>
                <a:cubicBezTo>
                  <a:pt x="522567" y="101381"/>
                  <a:pt x="514308" y="115733"/>
                  <a:pt x="505423" y="137377"/>
                </a:cubicBezTo>
                <a:cubicBezTo>
                  <a:pt x="496652" y="158906"/>
                  <a:pt x="492266" y="177531"/>
                  <a:pt x="492266" y="193250"/>
                </a:cubicBezTo>
                <a:cubicBezTo>
                  <a:pt x="492266" y="199287"/>
                  <a:pt x="493234" y="203673"/>
                  <a:pt x="495171" y="206407"/>
                </a:cubicBezTo>
                <a:cubicBezTo>
                  <a:pt x="497221" y="209027"/>
                  <a:pt x="499442" y="210337"/>
                  <a:pt x="501835" y="210337"/>
                </a:cubicBezTo>
                <a:cubicBezTo>
                  <a:pt x="506961" y="210337"/>
                  <a:pt x="512144" y="207375"/>
                  <a:pt x="517384" y="201452"/>
                </a:cubicBezTo>
                <a:cubicBezTo>
                  <a:pt x="524902" y="193022"/>
                  <a:pt x="531679" y="182713"/>
                  <a:pt x="537717" y="170525"/>
                </a:cubicBezTo>
                <a:cubicBezTo>
                  <a:pt x="548424" y="149109"/>
                  <a:pt x="553778" y="130087"/>
                  <a:pt x="553778" y="113455"/>
                </a:cubicBezTo>
                <a:moveTo>
                  <a:pt x="729770" y="0"/>
                </a:moveTo>
                <a:lnTo>
                  <a:pt x="682611" y="161640"/>
                </a:lnTo>
                <a:lnTo>
                  <a:pt x="721740" y="125416"/>
                </a:lnTo>
                <a:lnTo>
                  <a:pt x="734726" y="113797"/>
                </a:lnTo>
                <a:cubicBezTo>
                  <a:pt x="738485" y="109924"/>
                  <a:pt x="741105" y="106621"/>
                  <a:pt x="742586" y="103887"/>
                </a:cubicBezTo>
                <a:cubicBezTo>
                  <a:pt x="743496" y="102178"/>
                  <a:pt x="743952" y="100584"/>
                  <a:pt x="743952" y="99103"/>
                </a:cubicBezTo>
                <a:cubicBezTo>
                  <a:pt x="743952" y="96711"/>
                  <a:pt x="742813" y="94717"/>
                  <a:pt x="740535" y="93122"/>
                </a:cubicBezTo>
                <a:cubicBezTo>
                  <a:pt x="738257" y="91528"/>
                  <a:pt x="732732" y="90445"/>
                  <a:pt x="723961" y="89876"/>
                </a:cubicBezTo>
                <a:lnTo>
                  <a:pt x="725840" y="83383"/>
                </a:lnTo>
                <a:lnTo>
                  <a:pt x="795383" y="83383"/>
                </a:lnTo>
                <a:lnTo>
                  <a:pt x="793674" y="89876"/>
                </a:lnTo>
                <a:cubicBezTo>
                  <a:pt x="785473" y="91812"/>
                  <a:pt x="778809" y="94033"/>
                  <a:pt x="773683" y="96540"/>
                </a:cubicBezTo>
                <a:cubicBezTo>
                  <a:pt x="769696" y="98476"/>
                  <a:pt x="764798" y="101666"/>
                  <a:pt x="758989" y="106108"/>
                </a:cubicBezTo>
                <a:cubicBezTo>
                  <a:pt x="750331" y="112829"/>
                  <a:pt x="744123" y="118012"/>
                  <a:pt x="740364" y="121657"/>
                </a:cubicBezTo>
                <a:lnTo>
                  <a:pt x="732846" y="128662"/>
                </a:lnTo>
                <a:lnTo>
                  <a:pt x="743269" y="175822"/>
                </a:lnTo>
                <a:cubicBezTo>
                  <a:pt x="747256" y="194048"/>
                  <a:pt x="750218" y="204584"/>
                  <a:pt x="752154" y="207432"/>
                </a:cubicBezTo>
                <a:cubicBezTo>
                  <a:pt x="753407" y="209141"/>
                  <a:pt x="754888" y="209995"/>
                  <a:pt x="756596" y="209995"/>
                </a:cubicBezTo>
                <a:cubicBezTo>
                  <a:pt x="760584" y="209995"/>
                  <a:pt x="765311" y="205325"/>
                  <a:pt x="770779" y="195984"/>
                </a:cubicBezTo>
                <a:cubicBezTo>
                  <a:pt x="771576" y="194731"/>
                  <a:pt x="772658" y="192965"/>
                  <a:pt x="774025" y="190687"/>
                </a:cubicBezTo>
                <a:lnTo>
                  <a:pt x="780347" y="194617"/>
                </a:lnTo>
                <a:cubicBezTo>
                  <a:pt x="771804" y="210565"/>
                  <a:pt x="762178" y="222696"/>
                  <a:pt x="751471" y="231011"/>
                </a:cubicBezTo>
                <a:cubicBezTo>
                  <a:pt x="744294" y="236593"/>
                  <a:pt x="737801" y="239384"/>
                  <a:pt x="731992" y="239384"/>
                </a:cubicBezTo>
                <a:cubicBezTo>
                  <a:pt x="726182" y="239384"/>
                  <a:pt x="721341" y="237333"/>
                  <a:pt x="717468" y="233233"/>
                </a:cubicBezTo>
                <a:cubicBezTo>
                  <a:pt x="713595" y="229018"/>
                  <a:pt x="709722" y="218082"/>
                  <a:pt x="705850" y="200426"/>
                </a:cubicBezTo>
                <a:lnTo>
                  <a:pt x="697306" y="161640"/>
                </a:lnTo>
                <a:lnTo>
                  <a:pt x="678511" y="178384"/>
                </a:lnTo>
                <a:lnTo>
                  <a:pt x="661424" y="236992"/>
                </a:lnTo>
                <a:lnTo>
                  <a:pt x="617853" y="236992"/>
                </a:lnTo>
                <a:lnTo>
                  <a:pt x="674581" y="44084"/>
                </a:lnTo>
                <a:cubicBezTo>
                  <a:pt x="676973" y="35882"/>
                  <a:pt x="678169" y="30357"/>
                  <a:pt x="678169" y="27510"/>
                </a:cubicBezTo>
                <a:cubicBezTo>
                  <a:pt x="678169" y="24889"/>
                  <a:pt x="677599" y="22782"/>
                  <a:pt x="676460" y="21187"/>
                </a:cubicBezTo>
                <a:cubicBezTo>
                  <a:pt x="675321" y="19479"/>
                  <a:pt x="673726" y="18226"/>
                  <a:pt x="671676" y="17428"/>
                </a:cubicBezTo>
                <a:cubicBezTo>
                  <a:pt x="669740" y="16631"/>
                  <a:pt x="665810" y="16233"/>
                  <a:pt x="659886" y="16233"/>
                </a:cubicBezTo>
                <a:lnTo>
                  <a:pt x="661424" y="9911"/>
                </a:lnTo>
                <a:lnTo>
                  <a:pt x="719518" y="0"/>
                </a:lnTo>
                <a:lnTo>
                  <a:pt x="729770" y="0"/>
                </a:lnTo>
                <a:moveTo>
                  <a:pt x="978723" y="123878"/>
                </a:moveTo>
                <a:lnTo>
                  <a:pt x="958219" y="194104"/>
                </a:lnTo>
                <a:cubicBezTo>
                  <a:pt x="955257" y="204015"/>
                  <a:pt x="953777" y="211305"/>
                  <a:pt x="953777" y="215975"/>
                </a:cubicBezTo>
                <a:cubicBezTo>
                  <a:pt x="953777" y="220304"/>
                  <a:pt x="955542" y="223778"/>
                  <a:pt x="959073" y="226398"/>
                </a:cubicBezTo>
                <a:cubicBezTo>
                  <a:pt x="962604" y="229018"/>
                  <a:pt x="969952" y="230442"/>
                  <a:pt x="981115" y="230670"/>
                </a:cubicBezTo>
                <a:lnTo>
                  <a:pt x="978723" y="236992"/>
                </a:lnTo>
                <a:lnTo>
                  <a:pt x="867147" y="236992"/>
                </a:lnTo>
                <a:lnTo>
                  <a:pt x="869197" y="230670"/>
                </a:lnTo>
                <a:cubicBezTo>
                  <a:pt x="880361" y="230670"/>
                  <a:pt x="888506" y="228506"/>
                  <a:pt x="893631" y="224177"/>
                </a:cubicBezTo>
                <a:cubicBezTo>
                  <a:pt x="898871" y="219848"/>
                  <a:pt x="903655" y="210166"/>
                  <a:pt x="907984" y="195130"/>
                </a:cubicBezTo>
                <a:lnTo>
                  <a:pt x="951043" y="46476"/>
                </a:lnTo>
                <a:cubicBezTo>
                  <a:pt x="953435" y="38160"/>
                  <a:pt x="954631" y="31611"/>
                  <a:pt x="954631" y="26826"/>
                </a:cubicBezTo>
                <a:cubicBezTo>
                  <a:pt x="954631" y="22270"/>
                  <a:pt x="953150" y="18796"/>
                  <a:pt x="950188" y="16403"/>
                </a:cubicBezTo>
                <a:cubicBezTo>
                  <a:pt x="947227" y="14011"/>
                  <a:pt x="940335" y="12416"/>
                  <a:pt x="929514" y="11619"/>
                </a:cubicBezTo>
                <a:lnTo>
                  <a:pt x="931222" y="5297"/>
                </a:lnTo>
                <a:lnTo>
                  <a:pt x="1027249" y="5297"/>
                </a:lnTo>
                <a:cubicBezTo>
                  <a:pt x="1054702" y="5297"/>
                  <a:pt x="1074009" y="10081"/>
                  <a:pt x="1085173" y="19650"/>
                </a:cubicBezTo>
                <a:cubicBezTo>
                  <a:pt x="1096336" y="29218"/>
                  <a:pt x="1101918" y="41521"/>
                  <a:pt x="1101918" y="56557"/>
                </a:cubicBezTo>
                <a:cubicBezTo>
                  <a:pt x="1101918" y="72391"/>
                  <a:pt x="1095425" y="86687"/>
                  <a:pt x="1082439" y="99445"/>
                </a:cubicBezTo>
                <a:cubicBezTo>
                  <a:pt x="1074237" y="107418"/>
                  <a:pt x="1059714" y="114310"/>
                  <a:pt x="1038868" y="120119"/>
                </a:cubicBezTo>
                <a:lnTo>
                  <a:pt x="1059714" y="190345"/>
                </a:lnTo>
                <a:cubicBezTo>
                  <a:pt x="1065295" y="209141"/>
                  <a:pt x="1070136" y="220475"/>
                  <a:pt x="1074237" y="224348"/>
                </a:cubicBezTo>
                <a:cubicBezTo>
                  <a:pt x="1078452" y="228221"/>
                  <a:pt x="1085400" y="230328"/>
                  <a:pt x="1095083" y="230670"/>
                </a:cubicBezTo>
                <a:lnTo>
                  <a:pt x="1095083" y="236992"/>
                </a:lnTo>
                <a:lnTo>
                  <a:pt x="1022977" y="236992"/>
                </a:lnTo>
                <a:lnTo>
                  <a:pt x="990171" y="123878"/>
                </a:lnTo>
                <a:lnTo>
                  <a:pt x="984533" y="124220"/>
                </a:lnTo>
                <a:cubicBezTo>
                  <a:pt x="983279" y="124220"/>
                  <a:pt x="981343" y="124106"/>
                  <a:pt x="978723" y="123878"/>
                </a:cubicBezTo>
                <a:moveTo>
                  <a:pt x="981115" y="113626"/>
                </a:moveTo>
                <a:cubicBezTo>
                  <a:pt x="985102" y="113854"/>
                  <a:pt x="988462" y="113968"/>
                  <a:pt x="991196" y="113968"/>
                </a:cubicBezTo>
                <a:cubicBezTo>
                  <a:pt x="1007827" y="113968"/>
                  <a:pt x="1021497" y="108272"/>
                  <a:pt x="1032204" y="96882"/>
                </a:cubicBezTo>
                <a:cubicBezTo>
                  <a:pt x="1042912" y="85490"/>
                  <a:pt x="1048265" y="70568"/>
                  <a:pt x="1048265" y="52114"/>
                </a:cubicBezTo>
                <a:cubicBezTo>
                  <a:pt x="1048265" y="41179"/>
                  <a:pt x="1045418" y="32863"/>
                  <a:pt x="1039722" y="27168"/>
                </a:cubicBezTo>
                <a:cubicBezTo>
                  <a:pt x="1034027" y="21472"/>
                  <a:pt x="1026509" y="18625"/>
                  <a:pt x="1017168" y="18625"/>
                </a:cubicBezTo>
                <a:cubicBezTo>
                  <a:pt x="1014889" y="18625"/>
                  <a:pt x="1012213" y="18682"/>
                  <a:pt x="1009137" y="18796"/>
                </a:cubicBezTo>
                <a:lnTo>
                  <a:pt x="981115" y="113626"/>
                </a:lnTo>
                <a:moveTo>
                  <a:pt x="1166334" y="172917"/>
                </a:moveTo>
                <a:cubicBezTo>
                  <a:pt x="1165309" y="180321"/>
                  <a:pt x="1164797" y="186416"/>
                  <a:pt x="1164797" y="191199"/>
                </a:cubicBezTo>
                <a:cubicBezTo>
                  <a:pt x="1164797" y="199743"/>
                  <a:pt x="1167246" y="206577"/>
                  <a:pt x="1172143" y="211704"/>
                </a:cubicBezTo>
                <a:cubicBezTo>
                  <a:pt x="1177156" y="216830"/>
                  <a:pt x="1183820" y="219393"/>
                  <a:pt x="1192135" y="219393"/>
                </a:cubicBezTo>
                <a:cubicBezTo>
                  <a:pt x="1200109" y="219393"/>
                  <a:pt x="1208082" y="217456"/>
                  <a:pt x="1216056" y="213583"/>
                </a:cubicBezTo>
                <a:cubicBezTo>
                  <a:pt x="1224144" y="209710"/>
                  <a:pt x="1233485" y="202933"/>
                  <a:pt x="1244078" y="193250"/>
                </a:cubicBezTo>
                <a:lnTo>
                  <a:pt x="1249204" y="197863"/>
                </a:lnTo>
                <a:cubicBezTo>
                  <a:pt x="1236105" y="213697"/>
                  <a:pt x="1223347" y="224974"/>
                  <a:pt x="1210931" y="231695"/>
                </a:cubicBezTo>
                <a:cubicBezTo>
                  <a:pt x="1198514" y="238416"/>
                  <a:pt x="1184788" y="241776"/>
                  <a:pt x="1169752" y="241776"/>
                </a:cubicBezTo>
                <a:cubicBezTo>
                  <a:pt x="1150729" y="241776"/>
                  <a:pt x="1137572" y="237220"/>
                  <a:pt x="1130282" y="228107"/>
                </a:cubicBezTo>
                <a:cubicBezTo>
                  <a:pt x="1122991" y="218994"/>
                  <a:pt x="1119346" y="208457"/>
                  <a:pt x="1119346" y="196497"/>
                </a:cubicBezTo>
                <a:cubicBezTo>
                  <a:pt x="1119346" y="177815"/>
                  <a:pt x="1124757" y="159134"/>
                  <a:pt x="1135578" y="140452"/>
                </a:cubicBezTo>
                <a:cubicBezTo>
                  <a:pt x="1146514" y="121771"/>
                  <a:pt x="1161322" y="106792"/>
                  <a:pt x="1180004" y="95514"/>
                </a:cubicBezTo>
                <a:cubicBezTo>
                  <a:pt x="1198799" y="84238"/>
                  <a:pt x="1217651" y="78599"/>
                  <a:pt x="1236560" y="78599"/>
                </a:cubicBezTo>
                <a:cubicBezTo>
                  <a:pt x="1246129" y="78599"/>
                  <a:pt x="1253362" y="80877"/>
                  <a:pt x="1258260" y="85433"/>
                </a:cubicBezTo>
                <a:cubicBezTo>
                  <a:pt x="1263159" y="89990"/>
                  <a:pt x="1265607" y="95743"/>
                  <a:pt x="1265607" y="102691"/>
                </a:cubicBezTo>
                <a:cubicBezTo>
                  <a:pt x="1265607" y="111006"/>
                  <a:pt x="1263216" y="119094"/>
                  <a:pt x="1258431" y="126954"/>
                </a:cubicBezTo>
                <a:cubicBezTo>
                  <a:pt x="1251824" y="137662"/>
                  <a:pt x="1243509" y="146319"/>
                  <a:pt x="1233485" y="152926"/>
                </a:cubicBezTo>
                <a:cubicBezTo>
                  <a:pt x="1223460" y="159418"/>
                  <a:pt x="1212241" y="164374"/>
                  <a:pt x="1199824" y="167791"/>
                </a:cubicBezTo>
                <a:cubicBezTo>
                  <a:pt x="1191509" y="170069"/>
                  <a:pt x="1180346" y="171778"/>
                  <a:pt x="1166334" y="172917"/>
                </a:cubicBezTo>
                <a:moveTo>
                  <a:pt x="1167872" y="164032"/>
                </a:moveTo>
                <a:cubicBezTo>
                  <a:pt x="1177897" y="162551"/>
                  <a:pt x="1185642" y="160558"/>
                  <a:pt x="1191110" y="158052"/>
                </a:cubicBezTo>
                <a:cubicBezTo>
                  <a:pt x="1196692" y="155432"/>
                  <a:pt x="1202102" y="151331"/>
                  <a:pt x="1207342" y="145749"/>
                </a:cubicBezTo>
                <a:cubicBezTo>
                  <a:pt x="1212696" y="140054"/>
                  <a:pt x="1217309" y="132934"/>
                  <a:pt x="1221182" y="124391"/>
                </a:cubicBezTo>
                <a:cubicBezTo>
                  <a:pt x="1225055" y="115733"/>
                  <a:pt x="1226992" y="107646"/>
                  <a:pt x="1226992" y="100128"/>
                </a:cubicBezTo>
                <a:cubicBezTo>
                  <a:pt x="1226992" y="96938"/>
                  <a:pt x="1226081" y="94433"/>
                  <a:pt x="1224258" y="92610"/>
                </a:cubicBezTo>
                <a:cubicBezTo>
                  <a:pt x="1222549" y="90787"/>
                  <a:pt x="1220328" y="89876"/>
                  <a:pt x="1217594" y="89876"/>
                </a:cubicBezTo>
                <a:cubicBezTo>
                  <a:pt x="1212126" y="89876"/>
                  <a:pt x="1205975" y="93692"/>
                  <a:pt x="1199141" y="101324"/>
                </a:cubicBezTo>
                <a:cubicBezTo>
                  <a:pt x="1186610" y="115221"/>
                  <a:pt x="1176187" y="136123"/>
                  <a:pt x="1167872" y="164032"/>
                </a:cubicBezTo>
                <a:moveTo>
                  <a:pt x="1288333" y="88167"/>
                </a:moveTo>
                <a:lnTo>
                  <a:pt x="1344890" y="78599"/>
                </a:lnTo>
                <a:lnTo>
                  <a:pt x="1355142" y="78599"/>
                </a:lnTo>
                <a:lnTo>
                  <a:pt x="1347453" y="106450"/>
                </a:lnTo>
                <a:cubicBezTo>
                  <a:pt x="1359413" y="95514"/>
                  <a:pt x="1369210" y="88167"/>
                  <a:pt x="1376841" y="84408"/>
                </a:cubicBezTo>
                <a:cubicBezTo>
                  <a:pt x="1384474" y="80535"/>
                  <a:pt x="1392049" y="78599"/>
                  <a:pt x="1399567" y="78599"/>
                </a:cubicBezTo>
                <a:cubicBezTo>
                  <a:pt x="1410275" y="78599"/>
                  <a:pt x="1418534" y="82757"/>
                  <a:pt x="1424343" y="91072"/>
                </a:cubicBezTo>
                <a:cubicBezTo>
                  <a:pt x="1430152" y="99274"/>
                  <a:pt x="1433057" y="109355"/>
                  <a:pt x="1433057" y="121316"/>
                </a:cubicBezTo>
                <a:cubicBezTo>
                  <a:pt x="1433057" y="154008"/>
                  <a:pt x="1421723" y="182998"/>
                  <a:pt x="1399054" y="208287"/>
                </a:cubicBezTo>
                <a:cubicBezTo>
                  <a:pt x="1379006" y="230613"/>
                  <a:pt x="1357135" y="241776"/>
                  <a:pt x="1333441" y="241776"/>
                </a:cubicBezTo>
                <a:cubicBezTo>
                  <a:pt x="1329227" y="241776"/>
                  <a:pt x="1325639" y="241377"/>
                  <a:pt x="1322677" y="240580"/>
                </a:cubicBezTo>
                <a:cubicBezTo>
                  <a:pt x="1319715" y="239782"/>
                  <a:pt x="1315558" y="238017"/>
                  <a:pt x="1310204" y="235283"/>
                </a:cubicBezTo>
                <a:lnTo>
                  <a:pt x="1301319" y="266039"/>
                </a:lnTo>
                <a:cubicBezTo>
                  <a:pt x="1298129" y="277202"/>
                  <a:pt x="1296535" y="285689"/>
                  <a:pt x="1296535" y="291498"/>
                </a:cubicBezTo>
                <a:cubicBezTo>
                  <a:pt x="1296535" y="295143"/>
                  <a:pt x="1297787" y="297991"/>
                  <a:pt x="1300294" y="300042"/>
                </a:cubicBezTo>
                <a:cubicBezTo>
                  <a:pt x="1302800" y="302206"/>
                  <a:pt x="1308666" y="304028"/>
                  <a:pt x="1317892" y="305509"/>
                </a:cubicBezTo>
                <a:lnTo>
                  <a:pt x="1316355" y="311831"/>
                </a:lnTo>
                <a:lnTo>
                  <a:pt x="1224429" y="311831"/>
                </a:lnTo>
                <a:lnTo>
                  <a:pt x="1226138" y="305509"/>
                </a:lnTo>
                <a:cubicBezTo>
                  <a:pt x="1233428" y="305282"/>
                  <a:pt x="1239522" y="302946"/>
                  <a:pt x="1244420" y="298504"/>
                </a:cubicBezTo>
                <a:cubicBezTo>
                  <a:pt x="1249204" y="294061"/>
                  <a:pt x="1253704" y="284493"/>
                  <a:pt x="1257919" y="269798"/>
                </a:cubicBezTo>
                <a:lnTo>
                  <a:pt x="1299610" y="126099"/>
                </a:lnTo>
                <a:cubicBezTo>
                  <a:pt x="1302685" y="115392"/>
                  <a:pt x="1304224" y="107817"/>
                  <a:pt x="1304224" y="103374"/>
                </a:cubicBezTo>
                <a:cubicBezTo>
                  <a:pt x="1304224" y="101438"/>
                  <a:pt x="1303768" y="99843"/>
                  <a:pt x="1302857" y="98590"/>
                </a:cubicBezTo>
                <a:cubicBezTo>
                  <a:pt x="1301946" y="97223"/>
                  <a:pt x="1300578" y="96255"/>
                  <a:pt x="1298756" y="95685"/>
                </a:cubicBezTo>
                <a:cubicBezTo>
                  <a:pt x="1296933" y="95116"/>
                  <a:pt x="1292833" y="94831"/>
                  <a:pt x="1286453" y="94831"/>
                </a:cubicBezTo>
                <a:lnTo>
                  <a:pt x="1288333" y="88167"/>
                </a:lnTo>
                <a:moveTo>
                  <a:pt x="1314988" y="219393"/>
                </a:moveTo>
                <a:cubicBezTo>
                  <a:pt x="1318406" y="224974"/>
                  <a:pt x="1321481" y="228733"/>
                  <a:pt x="1324215" y="230670"/>
                </a:cubicBezTo>
                <a:cubicBezTo>
                  <a:pt x="1326949" y="232492"/>
                  <a:pt x="1330138" y="233404"/>
                  <a:pt x="1333783" y="233404"/>
                </a:cubicBezTo>
                <a:cubicBezTo>
                  <a:pt x="1337429" y="233404"/>
                  <a:pt x="1340960" y="232436"/>
                  <a:pt x="1344377" y="230499"/>
                </a:cubicBezTo>
                <a:cubicBezTo>
                  <a:pt x="1347908" y="228448"/>
                  <a:pt x="1352237" y="224405"/>
                  <a:pt x="1357363" y="218367"/>
                </a:cubicBezTo>
                <a:cubicBezTo>
                  <a:pt x="1362489" y="212330"/>
                  <a:pt x="1367387" y="204584"/>
                  <a:pt x="1372058" y="195130"/>
                </a:cubicBezTo>
                <a:cubicBezTo>
                  <a:pt x="1376841" y="185675"/>
                  <a:pt x="1380658" y="174967"/>
                  <a:pt x="1383505" y="163006"/>
                </a:cubicBezTo>
                <a:cubicBezTo>
                  <a:pt x="1386353" y="150932"/>
                  <a:pt x="1387778" y="139427"/>
                  <a:pt x="1387778" y="128492"/>
                </a:cubicBezTo>
                <a:cubicBezTo>
                  <a:pt x="1387778" y="119721"/>
                  <a:pt x="1386183" y="113342"/>
                  <a:pt x="1382993" y="109355"/>
                </a:cubicBezTo>
                <a:cubicBezTo>
                  <a:pt x="1379917" y="105368"/>
                  <a:pt x="1376158" y="103374"/>
                  <a:pt x="1371716" y="103374"/>
                </a:cubicBezTo>
                <a:cubicBezTo>
                  <a:pt x="1367729" y="103374"/>
                  <a:pt x="1363970" y="104399"/>
                  <a:pt x="1360439" y="106450"/>
                </a:cubicBezTo>
                <a:cubicBezTo>
                  <a:pt x="1355312" y="109411"/>
                  <a:pt x="1349275" y="114936"/>
                  <a:pt x="1342327" y="123024"/>
                </a:cubicBezTo>
                <a:lnTo>
                  <a:pt x="1314988" y="219393"/>
                </a:lnTo>
                <a:moveTo>
                  <a:pt x="1524983" y="78599"/>
                </a:moveTo>
                <a:lnTo>
                  <a:pt x="1499182" y="174626"/>
                </a:lnTo>
                <a:cubicBezTo>
                  <a:pt x="1520370" y="127808"/>
                  <a:pt x="1536317" y="98989"/>
                  <a:pt x="1547024" y="88167"/>
                </a:cubicBezTo>
                <a:cubicBezTo>
                  <a:pt x="1553290" y="81788"/>
                  <a:pt x="1559897" y="78599"/>
                  <a:pt x="1566846" y="78599"/>
                </a:cubicBezTo>
                <a:cubicBezTo>
                  <a:pt x="1571629" y="78599"/>
                  <a:pt x="1575502" y="80365"/>
                  <a:pt x="1578464" y="83896"/>
                </a:cubicBezTo>
                <a:cubicBezTo>
                  <a:pt x="1581426" y="87313"/>
                  <a:pt x="1582907" y="92211"/>
                  <a:pt x="1582907" y="98590"/>
                </a:cubicBezTo>
                <a:cubicBezTo>
                  <a:pt x="1582907" y="109640"/>
                  <a:pt x="1580230" y="118923"/>
                  <a:pt x="1574876" y="126441"/>
                </a:cubicBezTo>
                <a:cubicBezTo>
                  <a:pt x="1571459" y="131226"/>
                  <a:pt x="1567643" y="133618"/>
                  <a:pt x="1563428" y="133618"/>
                </a:cubicBezTo>
                <a:cubicBezTo>
                  <a:pt x="1558871" y="133618"/>
                  <a:pt x="1555454" y="131511"/>
                  <a:pt x="1553176" y="127296"/>
                </a:cubicBezTo>
                <a:cubicBezTo>
                  <a:pt x="1550898" y="123081"/>
                  <a:pt x="1549303" y="120632"/>
                  <a:pt x="1548392" y="119948"/>
                </a:cubicBezTo>
                <a:cubicBezTo>
                  <a:pt x="1547480" y="119151"/>
                  <a:pt x="1546512" y="118752"/>
                  <a:pt x="1545487" y="118752"/>
                </a:cubicBezTo>
                <a:cubicBezTo>
                  <a:pt x="1544348" y="118752"/>
                  <a:pt x="1543152" y="119094"/>
                  <a:pt x="1541899" y="119777"/>
                </a:cubicBezTo>
                <a:cubicBezTo>
                  <a:pt x="1539393" y="121145"/>
                  <a:pt x="1536090" y="124505"/>
                  <a:pt x="1531989" y="129859"/>
                </a:cubicBezTo>
                <a:cubicBezTo>
                  <a:pt x="1528002" y="135099"/>
                  <a:pt x="1523046" y="143927"/>
                  <a:pt x="1517123" y="156343"/>
                </a:cubicBezTo>
                <a:cubicBezTo>
                  <a:pt x="1511200" y="168759"/>
                  <a:pt x="1506586" y="179296"/>
                  <a:pt x="1503283" y="187953"/>
                </a:cubicBezTo>
                <a:cubicBezTo>
                  <a:pt x="1499980" y="196497"/>
                  <a:pt x="1495366" y="212843"/>
                  <a:pt x="1489443" y="236992"/>
                </a:cubicBezTo>
                <a:lnTo>
                  <a:pt x="1448093" y="236992"/>
                </a:lnTo>
                <a:lnTo>
                  <a:pt x="1476286" y="123707"/>
                </a:lnTo>
                <a:cubicBezTo>
                  <a:pt x="1478336" y="115278"/>
                  <a:pt x="1479362" y="109696"/>
                  <a:pt x="1479362" y="106962"/>
                </a:cubicBezTo>
                <a:cubicBezTo>
                  <a:pt x="1479362" y="103887"/>
                  <a:pt x="1478792" y="101495"/>
                  <a:pt x="1477653" y="99786"/>
                </a:cubicBezTo>
                <a:cubicBezTo>
                  <a:pt x="1476628" y="98077"/>
                  <a:pt x="1475147" y="96824"/>
                  <a:pt x="1473210" y="96027"/>
                </a:cubicBezTo>
                <a:cubicBezTo>
                  <a:pt x="1471388" y="95230"/>
                  <a:pt x="1467515" y="94831"/>
                  <a:pt x="1461592" y="94831"/>
                </a:cubicBezTo>
                <a:lnTo>
                  <a:pt x="1463129" y="89876"/>
                </a:lnTo>
                <a:lnTo>
                  <a:pt x="1514731" y="78599"/>
                </a:lnTo>
                <a:lnTo>
                  <a:pt x="1524983" y="78599"/>
                </a:lnTo>
                <a:moveTo>
                  <a:pt x="1633141" y="172917"/>
                </a:moveTo>
                <a:cubicBezTo>
                  <a:pt x="1632117" y="180321"/>
                  <a:pt x="1631604" y="186416"/>
                  <a:pt x="1631604" y="191199"/>
                </a:cubicBezTo>
                <a:cubicBezTo>
                  <a:pt x="1631604" y="199743"/>
                  <a:pt x="1634053" y="206577"/>
                  <a:pt x="1638951" y="211704"/>
                </a:cubicBezTo>
                <a:cubicBezTo>
                  <a:pt x="1643963" y="216830"/>
                  <a:pt x="1650627" y="219393"/>
                  <a:pt x="1658942" y="219393"/>
                </a:cubicBezTo>
                <a:cubicBezTo>
                  <a:pt x="1666916" y="219393"/>
                  <a:pt x="1674890" y="217456"/>
                  <a:pt x="1682864" y="213583"/>
                </a:cubicBezTo>
                <a:cubicBezTo>
                  <a:pt x="1690951" y="209710"/>
                  <a:pt x="1700292" y="202933"/>
                  <a:pt x="1710886" y="193250"/>
                </a:cubicBezTo>
                <a:lnTo>
                  <a:pt x="1716012" y="197863"/>
                </a:lnTo>
                <a:cubicBezTo>
                  <a:pt x="1702912" y="213697"/>
                  <a:pt x="1690154" y="224974"/>
                  <a:pt x="1677738" y="231695"/>
                </a:cubicBezTo>
                <a:cubicBezTo>
                  <a:pt x="1665321" y="238416"/>
                  <a:pt x="1651595" y="241776"/>
                  <a:pt x="1636559" y="241776"/>
                </a:cubicBezTo>
                <a:cubicBezTo>
                  <a:pt x="1617536" y="241776"/>
                  <a:pt x="1604379" y="237220"/>
                  <a:pt x="1597088" y="228107"/>
                </a:cubicBezTo>
                <a:cubicBezTo>
                  <a:pt x="1589798" y="218994"/>
                  <a:pt x="1586153" y="208457"/>
                  <a:pt x="1586153" y="196497"/>
                </a:cubicBezTo>
                <a:cubicBezTo>
                  <a:pt x="1586153" y="177815"/>
                  <a:pt x="1591564" y="159134"/>
                  <a:pt x="1602385" y="140452"/>
                </a:cubicBezTo>
                <a:cubicBezTo>
                  <a:pt x="1613321" y="121771"/>
                  <a:pt x="1628129" y="106792"/>
                  <a:pt x="1646811" y="95514"/>
                </a:cubicBezTo>
                <a:cubicBezTo>
                  <a:pt x="1665606" y="84238"/>
                  <a:pt x="1684458" y="78599"/>
                  <a:pt x="1703368" y="78599"/>
                </a:cubicBezTo>
                <a:cubicBezTo>
                  <a:pt x="1712936" y="78599"/>
                  <a:pt x="1720169" y="80877"/>
                  <a:pt x="1725068" y="85433"/>
                </a:cubicBezTo>
                <a:cubicBezTo>
                  <a:pt x="1729966" y="89990"/>
                  <a:pt x="1732415" y="95743"/>
                  <a:pt x="1732415" y="102691"/>
                </a:cubicBezTo>
                <a:cubicBezTo>
                  <a:pt x="1732415" y="111006"/>
                  <a:pt x="1730023" y="119094"/>
                  <a:pt x="1725239" y="126954"/>
                </a:cubicBezTo>
                <a:cubicBezTo>
                  <a:pt x="1718632" y="137662"/>
                  <a:pt x="1710316" y="146319"/>
                  <a:pt x="1700292" y="152926"/>
                </a:cubicBezTo>
                <a:cubicBezTo>
                  <a:pt x="1690268" y="159418"/>
                  <a:pt x="1679048" y="164374"/>
                  <a:pt x="1666632" y="167791"/>
                </a:cubicBezTo>
                <a:cubicBezTo>
                  <a:pt x="1658316" y="170069"/>
                  <a:pt x="1647152" y="171778"/>
                  <a:pt x="1633141" y="172917"/>
                </a:cubicBezTo>
                <a:moveTo>
                  <a:pt x="1634679" y="164032"/>
                </a:moveTo>
                <a:cubicBezTo>
                  <a:pt x="1644704" y="162551"/>
                  <a:pt x="1652449" y="160558"/>
                  <a:pt x="1657917" y="158052"/>
                </a:cubicBezTo>
                <a:cubicBezTo>
                  <a:pt x="1663499" y="155432"/>
                  <a:pt x="1668910" y="151331"/>
                  <a:pt x="1674149" y="145749"/>
                </a:cubicBezTo>
                <a:cubicBezTo>
                  <a:pt x="1679503" y="140054"/>
                  <a:pt x="1684117" y="132934"/>
                  <a:pt x="1687990" y="124391"/>
                </a:cubicBezTo>
                <a:cubicBezTo>
                  <a:pt x="1691863" y="115733"/>
                  <a:pt x="1693799" y="107646"/>
                  <a:pt x="1693799" y="100128"/>
                </a:cubicBezTo>
                <a:cubicBezTo>
                  <a:pt x="1693799" y="96938"/>
                  <a:pt x="1692888" y="94433"/>
                  <a:pt x="1691066" y="92610"/>
                </a:cubicBezTo>
                <a:cubicBezTo>
                  <a:pt x="1689356" y="90787"/>
                  <a:pt x="1687135" y="89876"/>
                  <a:pt x="1684402" y="89876"/>
                </a:cubicBezTo>
                <a:cubicBezTo>
                  <a:pt x="1678934" y="89876"/>
                  <a:pt x="1672783" y="93692"/>
                  <a:pt x="1665948" y="101324"/>
                </a:cubicBezTo>
                <a:cubicBezTo>
                  <a:pt x="1653417" y="115221"/>
                  <a:pt x="1642995" y="136123"/>
                  <a:pt x="1634679" y="164032"/>
                </a:cubicBezTo>
                <a:moveTo>
                  <a:pt x="1864153" y="78599"/>
                </a:moveTo>
                <a:lnTo>
                  <a:pt x="1856635" y="131396"/>
                </a:lnTo>
                <a:lnTo>
                  <a:pt x="1850313" y="131396"/>
                </a:lnTo>
                <a:cubicBezTo>
                  <a:pt x="1849402" y="117727"/>
                  <a:pt x="1845187" y="106962"/>
                  <a:pt x="1837669" y="99103"/>
                </a:cubicBezTo>
                <a:cubicBezTo>
                  <a:pt x="1830264" y="91243"/>
                  <a:pt x="1822291" y="87313"/>
                  <a:pt x="1813747" y="87313"/>
                </a:cubicBezTo>
                <a:cubicBezTo>
                  <a:pt x="1808507" y="87313"/>
                  <a:pt x="1804179" y="88850"/>
                  <a:pt x="1800761" y="91926"/>
                </a:cubicBezTo>
                <a:cubicBezTo>
                  <a:pt x="1797344" y="95002"/>
                  <a:pt x="1795636" y="98704"/>
                  <a:pt x="1795636" y="103033"/>
                </a:cubicBezTo>
                <a:cubicBezTo>
                  <a:pt x="1795636" y="106678"/>
                  <a:pt x="1796376" y="110095"/>
                  <a:pt x="1797857" y="113284"/>
                </a:cubicBezTo>
                <a:cubicBezTo>
                  <a:pt x="1799338" y="116474"/>
                  <a:pt x="1802641" y="120803"/>
                  <a:pt x="1807767" y="126270"/>
                </a:cubicBezTo>
                <a:cubicBezTo>
                  <a:pt x="1825765" y="145635"/>
                  <a:pt x="1836700" y="158963"/>
                  <a:pt x="1840573" y="166253"/>
                </a:cubicBezTo>
                <a:cubicBezTo>
                  <a:pt x="1844447" y="173543"/>
                  <a:pt x="1846383" y="181346"/>
                  <a:pt x="1846383" y="189662"/>
                </a:cubicBezTo>
                <a:cubicBezTo>
                  <a:pt x="1846383" y="198661"/>
                  <a:pt x="1844105" y="207204"/>
                  <a:pt x="1839548" y="215292"/>
                </a:cubicBezTo>
                <a:cubicBezTo>
                  <a:pt x="1834992" y="223265"/>
                  <a:pt x="1828157" y="229702"/>
                  <a:pt x="1819044" y="234600"/>
                </a:cubicBezTo>
                <a:cubicBezTo>
                  <a:pt x="1810045" y="239384"/>
                  <a:pt x="1800647" y="241776"/>
                  <a:pt x="1790851" y="241776"/>
                </a:cubicBezTo>
                <a:cubicBezTo>
                  <a:pt x="1784244" y="241776"/>
                  <a:pt x="1776100" y="240466"/>
                  <a:pt x="1766417" y="237846"/>
                </a:cubicBezTo>
                <a:cubicBezTo>
                  <a:pt x="1760039" y="236024"/>
                  <a:pt x="1755254" y="235112"/>
                  <a:pt x="1752064" y="235112"/>
                </a:cubicBezTo>
                <a:cubicBezTo>
                  <a:pt x="1749217" y="235112"/>
                  <a:pt x="1746995" y="235568"/>
                  <a:pt x="1745400" y="236479"/>
                </a:cubicBezTo>
                <a:cubicBezTo>
                  <a:pt x="1743806" y="237277"/>
                  <a:pt x="1742040" y="239043"/>
                  <a:pt x="1740104" y="241776"/>
                </a:cubicBezTo>
                <a:lnTo>
                  <a:pt x="1733782" y="241776"/>
                </a:lnTo>
                <a:lnTo>
                  <a:pt x="1742154" y="184877"/>
                </a:lnTo>
                <a:lnTo>
                  <a:pt x="1747622" y="184877"/>
                </a:lnTo>
                <a:cubicBezTo>
                  <a:pt x="1751609" y="198661"/>
                  <a:pt x="1755311" y="208514"/>
                  <a:pt x="1758728" y="214438"/>
                </a:cubicBezTo>
                <a:cubicBezTo>
                  <a:pt x="1762260" y="220247"/>
                  <a:pt x="1766930" y="224917"/>
                  <a:pt x="1772739" y="228448"/>
                </a:cubicBezTo>
                <a:cubicBezTo>
                  <a:pt x="1778549" y="231866"/>
                  <a:pt x="1784131" y="233575"/>
                  <a:pt x="1789484" y="233575"/>
                </a:cubicBezTo>
                <a:cubicBezTo>
                  <a:pt x="1795749" y="233575"/>
                  <a:pt x="1800932" y="231638"/>
                  <a:pt x="1805033" y="227765"/>
                </a:cubicBezTo>
                <a:cubicBezTo>
                  <a:pt x="1809134" y="223778"/>
                  <a:pt x="1811184" y="219051"/>
                  <a:pt x="1811184" y="213583"/>
                </a:cubicBezTo>
                <a:cubicBezTo>
                  <a:pt x="1811184" y="208229"/>
                  <a:pt x="1809817" y="203046"/>
                  <a:pt x="1807083" y="198034"/>
                </a:cubicBezTo>
                <a:cubicBezTo>
                  <a:pt x="1804464" y="193022"/>
                  <a:pt x="1798312" y="185219"/>
                  <a:pt x="1788630" y="174626"/>
                </a:cubicBezTo>
                <a:cubicBezTo>
                  <a:pt x="1775303" y="160159"/>
                  <a:pt x="1766531" y="148996"/>
                  <a:pt x="1762317" y="141136"/>
                </a:cubicBezTo>
                <a:cubicBezTo>
                  <a:pt x="1759355" y="135440"/>
                  <a:pt x="1757874" y="128948"/>
                  <a:pt x="1757874" y="121657"/>
                </a:cubicBezTo>
                <a:cubicBezTo>
                  <a:pt x="1757874" y="109355"/>
                  <a:pt x="1762317" y="99103"/>
                  <a:pt x="1771202" y="90901"/>
                </a:cubicBezTo>
                <a:cubicBezTo>
                  <a:pt x="1780200" y="82699"/>
                  <a:pt x="1792788" y="78599"/>
                  <a:pt x="1808963" y="78599"/>
                </a:cubicBezTo>
                <a:cubicBezTo>
                  <a:pt x="1816025" y="78599"/>
                  <a:pt x="1824683" y="79852"/>
                  <a:pt x="1834935" y="82358"/>
                </a:cubicBezTo>
                <a:cubicBezTo>
                  <a:pt x="1840061" y="83611"/>
                  <a:pt x="1844161" y="84238"/>
                  <a:pt x="1847237" y="84238"/>
                </a:cubicBezTo>
                <a:cubicBezTo>
                  <a:pt x="1851680" y="84238"/>
                  <a:pt x="1855268" y="82358"/>
                  <a:pt x="1858002" y="78599"/>
                </a:cubicBezTo>
                <a:lnTo>
                  <a:pt x="1864153" y="78599"/>
                </a:lnTo>
                <a:moveTo>
                  <a:pt x="1924981" y="172917"/>
                </a:moveTo>
                <a:cubicBezTo>
                  <a:pt x="1923956" y="180321"/>
                  <a:pt x="1923444" y="186416"/>
                  <a:pt x="1923444" y="191199"/>
                </a:cubicBezTo>
                <a:cubicBezTo>
                  <a:pt x="1923444" y="199743"/>
                  <a:pt x="1925893" y="206577"/>
                  <a:pt x="1930791" y="211704"/>
                </a:cubicBezTo>
                <a:cubicBezTo>
                  <a:pt x="1935803" y="216830"/>
                  <a:pt x="1942466" y="219393"/>
                  <a:pt x="1950782" y="219393"/>
                </a:cubicBezTo>
                <a:cubicBezTo>
                  <a:pt x="1958756" y="219393"/>
                  <a:pt x="1966730" y="217456"/>
                  <a:pt x="1974703" y="213583"/>
                </a:cubicBezTo>
                <a:cubicBezTo>
                  <a:pt x="1982791" y="209710"/>
                  <a:pt x="1992132" y="202933"/>
                  <a:pt x="2002725" y="193250"/>
                </a:cubicBezTo>
                <a:lnTo>
                  <a:pt x="2007852" y="197863"/>
                </a:lnTo>
                <a:cubicBezTo>
                  <a:pt x="1994752" y="213697"/>
                  <a:pt x="1981994" y="224974"/>
                  <a:pt x="1969578" y="231695"/>
                </a:cubicBezTo>
                <a:cubicBezTo>
                  <a:pt x="1957161" y="238416"/>
                  <a:pt x="1943435" y="241776"/>
                  <a:pt x="1928399" y="241776"/>
                </a:cubicBezTo>
                <a:cubicBezTo>
                  <a:pt x="1909376" y="241776"/>
                  <a:pt x="1896219" y="237220"/>
                  <a:pt x="1888928" y="228107"/>
                </a:cubicBezTo>
                <a:cubicBezTo>
                  <a:pt x="1881638" y="218994"/>
                  <a:pt x="1877993" y="208457"/>
                  <a:pt x="1877993" y="196497"/>
                </a:cubicBezTo>
                <a:cubicBezTo>
                  <a:pt x="1877993" y="177815"/>
                  <a:pt x="1883404" y="159134"/>
                  <a:pt x="1894225" y="140452"/>
                </a:cubicBezTo>
                <a:cubicBezTo>
                  <a:pt x="1905161" y="121771"/>
                  <a:pt x="1919969" y="106792"/>
                  <a:pt x="1938651" y="95514"/>
                </a:cubicBezTo>
                <a:cubicBezTo>
                  <a:pt x="1957446" y="84238"/>
                  <a:pt x="1976298" y="78599"/>
                  <a:pt x="1995208" y="78599"/>
                </a:cubicBezTo>
                <a:cubicBezTo>
                  <a:pt x="2004776" y="78599"/>
                  <a:pt x="2012009" y="80877"/>
                  <a:pt x="2016908" y="85433"/>
                </a:cubicBezTo>
                <a:cubicBezTo>
                  <a:pt x="2021806" y="89990"/>
                  <a:pt x="2024254" y="95743"/>
                  <a:pt x="2024254" y="102691"/>
                </a:cubicBezTo>
                <a:cubicBezTo>
                  <a:pt x="2024254" y="111006"/>
                  <a:pt x="2021863" y="119094"/>
                  <a:pt x="2017079" y="126954"/>
                </a:cubicBezTo>
                <a:cubicBezTo>
                  <a:pt x="2010471" y="137662"/>
                  <a:pt x="2002156" y="146319"/>
                  <a:pt x="1992132" y="152926"/>
                </a:cubicBezTo>
                <a:cubicBezTo>
                  <a:pt x="1982108" y="159418"/>
                  <a:pt x="1970888" y="164374"/>
                  <a:pt x="1958471" y="167791"/>
                </a:cubicBezTo>
                <a:cubicBezTo>
                  <a:pt x="1950156" y="170069"/>
                  <a:pt x="1938993" y="171778"/>
                  <a:pt x="1924981" y="172917"/>
                </a:cubicBezTo>
                <a:moveTo>
                  <a:pt x="1926519" y="164032"/>
                </a:moveTo>
                <a:cubicBezTo>
                  <a:pt x="1936544" y="162551"/>
                  <a:pt x="1944289" y="160558"/>
                  <a:pt x="1949757" y="158052"/>
                </a:cubicBezTo>
                <a:cubicBezTo>
                  <a:pt x="1955339" y="155432"/>
                  <a:pt x="1960749" y="151331"/>
                  <a:pt x="1965989" y="145749"/>
                </a:cubicBezTo>
                <a:cubicBezTo>
                  <a:pt x="1971343" y="140054"/>
                  <a:pt x="1975957" y="132934"/>
                  <a:pt x="1979830" y="124391"/>
                </a:cubicBezTo>
                <a:cubicBezTo>
                  <a:pt x="1983703" y="115733"/>
                  <a:pt x="1985639" y="107646"/>
                  <a:pt x="1985639" y="100128"/>
                </a:cubicBezTo>
                <a:cubicBezTo>
                  <a:pt x="1985639" y="96938"/>
                  <a:pt x="1984728" y="94433"/>
                  <a:pt x="1982905" y="92610"/>
                </a:cubicBezTo>
                <a:cubicBezTo>
                  <a:pt x="1981196" y="90787"/>
                  <a:pt x="1978975" y="89876"/>
                  <a:pt x="1976242" y="89876"/>
                </a:cubicBezTo>
                <a:cubicBezTo>
                  <a:pt x="1970774" y="89876"/>
                  <a:pt x="1964622" y="93692"/>
                  <a:pt x="1957788" y="101324"/>
                </a:cubicBezTo>
                <a:cubicBezTo>
                  <a:pt x="1945257" y="115221"/>
                  <a:pt x="1934835" y="136123"/>
                  <a:pt x="1926519" y="164032"/>
                </a:cubicBezTo>
                <a:moveTo>
                  <a:pt x="2119257" y="78599"/>
                </a:moveTo>
                <a:lnTo>
                  <a:pt x="2098069" y="151900"/>
                </a:lnTo>
                <a:cubicBezTo>
                  <a:pt x="2112308" y="130485"/>
                  <a:pt x="2122959" y="115848"/>
                  <a:pt x="2130021" y="107988"/>
                </a:cubicBezTo>
                <a:cubicBezTo>
                  <a:pt x="2140387" y="96596"/>
                  <a:pt x="2149329" y="88850"/>
                  <a:pt x="2156847" y="84750"/>
                </a:cubicBezTo>
                <a:cubicBezTo>
                  <a:pt x="2164365" y="80649"/>
                  <a:pt x="2171428" y="78599"/>
                  <a:pt x="2178035" y="78599"/>
                </a:cubicBezTo>
                <a:cubicBezTo>
                  <a:pt x="2183958" y="78599"/>
                  <a:pt x="2189027" y="80820"/>
                  <a:pt x="2193242" y="85262"/>
                </a:cubicBezTo>
                <a:cubicBezTo>
                  <a:pt x="2197456" y="89591"/>
                  <a:pt x="2199564" y="95287"/>
                  <a:pt x="2199564" y="102349"/>
                </a:cubicBezTo>
                <a:cubicBezTo>
                  <a:pt x="2199564" y="108728"/>
                  <a:pt x="2198197" y="116474"/>
                  <a:pt x="2195463" y="125587"/>
                </a:cubicBezTo>
                <a:lnTo>
                  <a:pt x="2173592" y="198547"/>
                </a:lnTo>
                <a:cubicBezTo>
                  <a:pt x="2171769" y="204926"/>
                  <a:pt x="2170858" y="209084"/>
                  <a:pt x="2170858" y="211020"/>
                </a:cubicBezTo>
                <a:cubicBezTo>
                  <a:pt x="2170858" y="212160"/>
                  <a:pt x="2171257" y="213184"/>
                  <a:pt x="2172054" y="214096"/>
                </a:cubicBezTo>
                <a:cubicBezTo>
                  <a:pt x="2172966" y="215007"/>
                  <a:pt x="2173877" y="215463"/>
                  <a:pt x="2174788" y="215463"/>
                </a:cubicBezTo>
                <a:cubicBezTo>
                  <a:pt x="2175927" y="215463"/>
                  <a:pt x="2177123" y="215007"/>
                  <a:pt x="2178376" y="214096"/>
                </a:cubicBezTo>
                <a:cubicBezTo>
                  <a:pt x="2182364" y="210792"/>
                  <a:pt x="2186407" y="206122"/>
                  <a:pt x="2190508" y="200085"/>
                </a:cubicBezTo>
                <a:cubicBezTo>
                  <a:pt x="2191533" y="198490"/>
                  <a:pt x="2193185" y="196098"/>
                  <a:pt x="2195463" y="192909"/>
                </a:cubicBezTo>
                <a:lnTo>
                  <a:pt x="2201956" y="196838"/>
                </a:lnTo>
                <a:cubicBezTo>
                  <a:pt x="2185211" y="224974"/>
                  <a:pt x="2167612" y="239043"/>
                  <a:pt x="2149158" y="239043"/>
                </a:cubicBezTo>
                <a:cubicBezTo>
                  <a:pt x="2142096" y="239043"/>
                  <a:pt x="2136571" y="237220"/>
                  <a:pt x="2132584" y="233575"/>
                </a:cubicBezTo>
                <a:cubicBezTo>
                  <a:pt x="2128597" y="229929"/>
                  <a:pt x="2126603" y="225373"/>
                  <a:pt x="2126603" y="219905"/>
                </a:cubicBezTo>
                <a:cubicBezTo>
                  <a:pt x="2126603" y="215121"/>
                  <a:pt x="2127971" y="208001"/>
                  <a:pt x="2130705" y="198547"/>
                </a:cubicBezTo>
                <a:lnTo>
                  <a:pt x="2152063" y="125587"/>
                </a:lnTo>
                <a:cubicBezTo>
                  <a:pt x="2153544" y="120803"/>
                  <a:pt x="2154284" y="117272"/>
                  <a:pt x="2154284" y="114993"/>
                </a:cubicBezTo>
                <a:cubicBezTo>
                  <a:pt x="2154284" y="113740"/>
                  <a:pt x="2153772" y="112658"/>
                  <a:pt x="2152747" y="111747"/>
                </a:cubicBezTo>
                <a:cubicBezTo>
                  <a:pt x="2151721" y="110721"/>
                  <a:pt x="2150525" y="110209"/>
                  <a:pt x="2149158" y="110209"/>
                </a:cubicBezTo>
                <a:cubicBezTo>
                  <a:pt x="2144830" y="110209"/>
                  <a:pt x="2139589" y="113171"/>
                  <a:pt x="2133439" y="119094"/>
                </a:cubicBezTo>
                <a:cubicBezTo>
                  <a:pt x="2117718" y="134130"/>
                  <a:pt x="2102511" y="156514"/>
                  <a:pt x="2087817" y="186245"/>
                </a:cubicBezTo>
                <a:lnTo>
                  <a:pt x="2073806" y="236992"/>
                </a:lnTo>
                <a:lnTo>
                  <a:pt x="2030235" y="236992"/>
                </a:lnTo>
                <a:lnTo>
                  <a:pt x="2062187" y="127296"/>
                </a:lnTo>
                <a:cubicBezTo>
                  <a:pt x="2065263" y="116474"/>
                  <a:pt x="2066801" y="108785"/>
                  <a:pt x="2066801" y="104228"/>
                </a:cubicBezTo>
                <a:cubicBezTo>
                  <a:pt x="2066801" y="102292"/>
                  <a:pt x="2066345" y="100697"/>
                  <a:pt x="2065433" y="99445"/>
                </a:cubicBezTo>
                <a:cubicBezTo>
                  <a:pt x="2064522" y="98077"/>
                  <a:pt x="2063042" y="97052"/>
                  <a:pt x="2060991" y="96369"/>
                </a:cubicBezTo>
                <a:cubicBezTo>
                  <a:pt x="2058941" y="95572"/>
                  <a:pt x="2055068" y="95173"/>
                  <a:pt x="2049372" y="95173"/>
                </a:cubicBezTo>
                <a:lnTo>
                  <a:pt x="2051252" y="88680"/>
                </a:lnTo>
                <a:lnTo>
                  <a:pt x="2108834" y="78599"/>
                </a:lnTo>
                <a:lnTo>
                  <a:pt x="2119257" y="78599"/>
                </a:lnTo>
                <a:moveTo>
                  <a:pt x="2320879" y="36907"/>
                </a:moveTo>
                <a:lnTo>
                  <a:pt x="2307209" y="83383"/>
                </a:lnTo>
                <a:lnTo>
                  <a:pt x="2329593" y="83383"/>
                </a:lnTo>
                <a:lnTo>
                  <a:pt x="2323613" y="103033"/>
                </a:lnTo>
                <a:lnTo>
                  <a:pt x="2301571" y="103033"/>
                </a:lnTo>
                <a:lnTo>
                  <a:pt x="2273036" y="202135"/>
                </a:lnTo>
                <a:cubicBezTo>
                  <a:pt x="2271213" y="208287"/>
                  <a:pt x="2270303" y="212957"/>
                  <a:pt x="2270303" y="216146"/>
                </a:cubicBezTo>
                <a:cubicBezTo>
                  <a:pt x="2270303" y="217627"/>
                  <a:pt x="2270815" y="218937"/>
                  <a:pt x="2271840" y="220076"/>
                </a:cubicBezTo>
                <a:cubicBezTo>
                  <a:pt x="2272866" y="221101"/>
                  <a:pt x="2274005" y="221614"/>
                  <a:pt x="2275257" y="221614"/>
                </a:cubicBezTo>
                <a:cubicBezTo>
                  <a:pt x="2277194" y="221614"/>
                  <a:pt x="2279188" y="220816"/>
                  <a:pt x="2281238" y="219222"/>
                </a:cubicBezTo>
                <a:cubicBezTo>
                  <a:pt x="2286477" y="215235"/>
                  <a:pt x="2292572" y="208287"/>
                  <a:pt x="2299521" y="198376"/>
                </a:cubicBezTo>
                <a:lnTo>
                  <a:pt x="2305501" y="202135"/>
                </a:lnTo>
                <a:cubicBezTo>
                  <a:pt x="2297641" y="215804"/>
                  <a:pt x="2288984" y="225828"/>
                  <a:pt x="2279530" y="232208"/>
                </a:cubicBezTo>
                <a:cubicBezTo>
                  <a:pt x="2270074" y="238587"/>
                  <a:pt x="2260791" y="241776"/>
                  <a:pt x="2251678" y="241776"/>
                </a:cubicBezTo>
                <a:cubicBezTo>
                  <a:pt x="2243932" y="241776"/>
                  <a:pt x="2237895" y="239840"/>
                  <a:pt x="2233566" y="235967"/>
                </a:cubicBezTo>
                <a:cubicBezTo>
                  <a:pt x="2229352" y="231980"/>
                  <a:pt x="2227244" y="226967"/>
                  <a:pt x="2227244" y="220931"/>
                </a:cubicBezTo>
                <a:cubicBezTo>
                  <a:pt x="2227244" y="214323"/>
                  <a:pt x="2228725" y="205837"/>
                  <a:pt x="2231686" y="195472"/>
                </a:cubicBezTo>
                <a:lnTo>
                  <a:pt x="2258684" y="103033"/>
                </a:lnTo>
                <a:lnTo>
                  <a:pt x="2235446" y="103033"/>
                </a:lnTo>
                <a:lnTo>
                  <a:pt x="2238863" y="90389"/>
                </a:lnTo>
                <a:cubicBezTo>
                  <a:pt x="2253444" y="85035"/>
                  <a:pt x="2265746" y="78770"/>
                  <a:pt x="2275770" y="71593"/>
                </a:cubicBezTo>
                <a:cubicBezTo>
                  <a:pt x="2285794" y="64417"/>
                  <a:pt x="2297869" y="52855"/>
                  <a:pt x="2311994" y="36907"/>
                </a:cubicBezTo>
                <a:lnTo>
                  <a:pt x="2320879" y="36907"/>
                </a:lnTo>
                <a:moveTo>
                  <a:pt x="2485594" y="80991"/>
                </a:moveTo>
                <a:lnTo>
                  <a:pt x="2452446" y="194617"/>
                </a:lnTo>
                <a:lnTo>
                  <a:pt x="2449029" y="208457"/>
                </a:lnTo>
                <a:cubicBezTo>
                  <a:pt x="2448687" y="210166"/>
                  <a:pt x="2448516" y="211419"/>
                  <a:pt x="2448516" y="212216"/>
                </a:cubicBezTo>
                <a:cubicBezTo>
                  <a:pt x="2448516" y="213583"/>
                  <a:pt x="2448972" y="214779"/>
                  <a:pt x="2449883" y="215804"/>
                </a:cubicBezTo>
                <a:cubicBezTo>
                  <a:pt x="2450908" y="216830"/>
                  <a:pt x="2451934" y="217342"/>
                  <a:pt x="2452959" y="217342"/>
                </a:cubicBezTo>
                <a:cubicBezTo>
                  <a:pt x="2455351" y="217342"/>
                  <a:pt x="2458655" y="215520"/>
                  <a:pt x="2462869" y="211875"/>
                </a:cubicBezTo>
                <a:cubicBezTo>
                  <a:pt x="2464578" y="210394"/>
                  <a:pt x="2468679" y="205154"/>
                  <a:pt x="2475171" y="196155"/>
                </a:cubicBezTo>
                <a:lnTo>
                  <a:pt x="2481152" y="199231"/>
                </a:lnTo>
                <a:cubicBezTo>
                  <a:pt x="2473064" y="214039"/>
                  <a:pt x="2464406" y="224860"/>
                  <a:pt x="2455180" y="231695"/>
                </a:cubicBezTo>
                <a:cubicBezTo>
                  <a:pt x="2446067" y="238416"/>
                  <a:pt x="2436214" y="241776"/>
                  <a:pt x="2425620" y="241776"/>
                </a:cubicBezTo>
                <a:cubicBezTo>
                  <a:pt x="2419127" y="241776"/>
                  <a:pt x="2414172" y="240124"/>
                  <a:pt x="2410755" y="236821"/>
                </a:cubicBezTo>
                <a:cubicBezTo>
                  <a:pt x="2407337" y="233404"/>
                  <a:pt x="2405629" y="229132"/>
                  <a:pt x="2405629" y="224006"/>
                </a:cubicBezTo>
                <a:cubicBezTo>
                  <a:pt x="2405629" y="219563"/>
                  <a:pt x="2407451" y="211305"/>
                  <a:pt x="2411096" y="199231"/>
                </a:cubicBezTo>
                <a:lnTo>
                  <a:pt x="2415197" y="185390"/>
                </a:lnTo>
                <a:cubicBezTo>
                  <a:pt x="2401984" y="208058"/>
                  <a:pt x="2389283" y="224120"/>
                  <a:pt x="2377094" y="233575"/>
                </a:cubicBezTo>
                <a:cubicBezTo>
                  <a:pt x="2370032" y="239043"/>
                  <a:pt x="2362513" y="241776"/>
                  <a:pt x="2354540" y="241776"/>
                </a:cubicBezTo>
                <a:cubicBezTo>
                  <a:pt x="2344060" y="241776"/>
                  <a:pt x="2336484" y="237504"/>
                  <a:pt x="2331815" y="228961"/>
                </a:cubicBezTo>
                <a:cubicBezTo>
                  <a:pt x="2327144" y="220304"/>
                  <a:pt x="2324809" y="210565"/>
                  <a:pt x="2324809" y="199743"/>
                </a:cubicBezTo>
                <a:cubicBezTo>
                  <a:pt x="2324809" y="183682"/>
                  <a:pt x="2329707" y="165285"/>
                  <a:pt x="2339503" y="144553"/>
                </a:cubicBezTo>
                <a:cubicBezTo>
                  <a:pt x="2349300" y="123707"/>
                  <a:pt x="2362172" y="106962"/>
                  <a:pt x="2378119" y="94318"/>
                </a:cubicBezTo>
                <a:cubicBezTo>
                  <a:pt x="2391219" y="83838"/>
                  <a:pt x="2403521" y="78599"/>
                  <a:pt x="2415026" y="78599"/>
                </a:cubicBezTo>
                <a:cubicBezTo>
                  <a:pt x="2421406" y="78599"/>
                  <a:pt x="2426531" y="80478"/>
                  <a:pt x="2430404" y="84238"/>
                </a:cubicBezTo>
                <a:cubicBezTo>
                  <a:pt x="2434277" y="87882"/>
                  <a:pt x="2437125" y="94603"/>
                  <a:pt x="2438948" y="104399"/>
                </a:cubicBezTo>
                <a:lnTo>
                  <a:pt x="2445099" y="83383"/>
                </a:lnTo>
                <a:lnTo>
                  <a:pt x="2485594" y="80991"/>
                </a:lnTo>
                <a:moveTo>
                  <a:pt x="2430917" y="113455"/>
                </a:moveTo>
                <a:cubicBezTo>
                  <a:pt x="2430917" y="104228"/>
                  <a:pt x="2429493" y="97565"/>
                  <a:pt x="2426645" y="93464"/>
                </a:cubicBezTo>
                <a:cubicBezTo>
                  <a:pt x="2424595" y="90616"/>
                  <a:pt x="2421804" y="89192"/>
                  <a:pt x="2418273" y="89192"/>
                </a:cubicBezTo>
                <a:cubicBezTo>
                  <a:pt x="2414742" y="89192"/>
                  <a:pt x="2411096" y="90901"/>
                  <a:pt x="2407337" y="94318"/>
                </a:cubicBezTo>
                <a:cubicBezTo>
                  <a:pt x="2399706" y="101381"/>
                  <a:pt x="2391447" y="115733"/>
                  <a:pt x="2382562" y="137377"/>
                </a:cubicBezTo>
                <a:cubicBezTo>
                  <a:pt x="2373791" y="158906"/>
                  <a:pt x="2369405" y="177531"/>
                  <a:pt x="2369405" y="193250"/>
                </a:cubicBezTo>
                <a:cubicBezTo>
                  <a:pt x="2369405" y="199287"/>
                  <a:pt x="2370373" y="203673"/>
                  <a:pt x="2372310" y="206407"/>
                </a:cubicBezTo>
                <a:cubicBezTo>
                  <a:pt x="2374360" y="209027"/>
                  <a:pt x="2376581" y="210337"/>
                  <a:pt x="2378974" y="210337"/>
                </a:cubicBezTo>
                <a:cubicBezTo>
                  <a:pt x="2384100" y="210337"/>
                  <a:pt x="2389283" y="207375"/>
                  <a:pt x="2394523" y="201452"/>
                </a:cubicBezTo>
                <a:cubicBezTo>
                  <a:pt x="2402040" y="193022"/>
                  <a:pt x="2408818" y="182713"/>
                  <a:pt x="2414856" y="170525"/>
                </a:cubicBezTo>
                <a:cubicBezTo>
                  <a:pt x="2425563" y="149109"/>
                  <a:pt x="2430917" y="130087"/>
                  <a:pt x="2430917" y="113455"/>
                </a:cubicBezTo>
                <a:moveTo>
                  <a:pt x="2593240" y="36907"/>
                </a:moveTo>
                <a:lnTo>
                  <a:pt x="2579571" y="83383"/>
                </a:lnTo>
                <a:lnTo>
                  <a:pt x="2601954" y="83383"/>
                </a:lnTo>
                <a:lnTo>
                  <a:pt x="2595974" y="103033"/>
                </a:lnTo>
                <a:lnTo>
                  <a:pt x="2573933" y="103033"/>
                </a:lnTo>
                <a:lnTo>
                  <a:pt x="2545398" y="202135"/>
                </a:lnTo>
                <a:cubicBezTo>
                  <a:pt x="2543575" y="208287"/>
                  <a:pt x="2542663" y="212957"/>
                  <a:pt x="2542663" y="216146"/>
                </a:cubicBezTo>
                <a:cubicBezTo>
                  <a:pt x="2542663" y="217627"/>
                  <a:pt x="2543177" y="218937"/>
                  <a:pt x="2544201" y="220076"/>
                </a:cubicBezTo>
                <a:cubicBezTo>
                  <a:pt x="2545226" y="221101"/>
                  <a:pt x="2546365" y="221614"/>
                  <a:pt x="2547619" y="221614"/>
                </a:cubicBezTo>
                <a:cubicBezTo>
                  <a:pt x="2549555" y="221614"/>
                  <a:pt x="2551548" y="220816"/>
                  <a:pt x="2553599" y="219222"/>
                </a:cubicBezTo>
                <a:cubicBezTo>
                  <a:pt x="2558839" y="215235"/>
                  <a:pt x="2564933" y="208287"/>
                  <a:pt x="2571882" y="198376"/>
                </a:cubicBezTo>
                <a:lnTo>
                  <a:pt x="2577862" y="202135"/>
                </a:lnTo>
                <a:cubicBezTo>
                  <a:pt x="2570002" y="215804"/>
                  <a:pt x="2561345" y="225828"/>
                  <a:pt x="2551890" y="232208"/>
                </a:cubicBezTo>
                <a:cubicBezTo>
                  <a:pt x="2542436" y="238587"/>
                  <a:pt x="2533152" y="241776"/>
                  <a:pt x="2524039" y="241776"/>
                </a:cubicBezTo>
                <a:cubicBezTo>
                  <a:pt x="2516293" y="241776"/>
                  <a:pt x="2510256" y="239840"/>
                  <a:pt x="2505927" y="235967"/>
                </a:cubicBezTo>
                <a:cubicBezTo>
                  <a:pt x="2501713" y="231980"/>
                  <a:pt x="2499605" y="226967"/>
                  <a:pt x="2499605" y="220931"/>
                </a:cubicBezTo>
                <a:cubicBezTo>
                  <a:pt x="2499605" y="214323"/>
                  <a:pt x="2501086" y="205837"/>
                  <a:pt x="2504048" y="195472"/>
                </a:cubicBezTo>
                <a:lnTo>
                  <a:pt x="2531045" y="103033"/>
                </a:lnTo>
                <a:lnTo>
                  <a:pt x="2507806" y="103033"/>
                </a:lnTo>
                <a:lnTo>
                  <a:pt x="2511224" y="90389"/>
                </a:lnTo>
                <a:cubicBezTo>
                  <a:pt x="2525805" y="85035"/>
                  <a:pt x="2538107" y="78770"/>
                  <a:pt x="2548131" y="71593"/>
                </a:cubicBezTo>
                <a:cubicBezTo>
                  <a:pt x="2558155" y="64417"/>
                  <a:pt x="2570230" y="52855"/>
                  <a:pt x="2584355" y="36907"/>
                </a:cubicBezTo>
                <a:lnTo>
                  <a:pt x="2593240" y="36907"/>
                </a:lnTo>
                <a:moveTo>
                  <a:pt x="2668934" y="0"/>
                </a:moveTo>
                <a:cubicBezTo>
                  <a:pt x="2675997" y="0"/>
                  <a:pt x="2681920" y="2449"/>
                  <a:pt x="2686704" y="7347"/>
                </a:cubicBezTo>
                <a:cubicBezTo>
                  <a:pt x="2691602" y="12245"/>
                  <a:pt x="2694051" y="18169"/>
                  <a:pt x="2694051" y="25118"/>
                </a:cubicBezTo>
                <a:cubicBezTo>
                  <a:pt x="2694051" y="32066"/>
                  <a:pt x="2691602" y="37989"/>
                  <a:pt x="2686704" y="42888"/>
                </a:cubicBezTo>
                <a:cubicBezTo>
                  <a:pt x="2681806" y="47786"/>
                  <a:pt x="2675882" y="50235"/>
                  <a:pt x="2668934" y="50235"/>
                </a:cubicBezTo>
                <a:cubicBezTo>
                  <a:pt x="2662099" y="50235"/>
                  <a:pt x="2656233" y="47786"/>
                  <a:pt x="2651335" y="42888"/>
                </a:cubicBezTo>
                <a:cubicBezTo>
                  <a:pt x="2646436" y="37989"/>
                  <a:pt x="2643987" y="32066"/>
                  <a:pt x="2643987" y="25118"/>
                </a:cubicBezTo>
                <a:cubicBezTo>
                  <a:pt x="2643987" y="18169"/>
                  <a:pt x="2646380" y="12245"/>
                  <a:pt x="2651164" y="7347"/>
                </a:cubicBezTo>
                <a:cubicBezTo>
                  <a:pt x="2656062" y="2449"/>
                  <a:pt x="2661985" y="0"/>
                  <a:pt x="2668934" y="0"/>
                </a:cubicBezTo>
                <a:moveTo>
                  <a:pt x="2679528" y="78599"/>
                </a:moveTo>
                <a:lnTo>
                  <a:pt x="2644500" y="200085"/>
                </a:lnTo>
                <a:cubicBezTo>
                  <a:pt x="2642564" y="207033"/>
                  <a:pt x="2641595" y="211589"/>
                  <a:pt x="2641595" y="213754"/>
                </a:cubicBezTo>
                <a:cubicBezTo>
                  <a:pt x="2641595" y="215007"/>
                  <a:pt x="2642108" y="216203"/>
                  <a:pt x="2643133" y="217342"/>
                </a:cubicBezTo>
                <a:cubicBezTo>
                  <a:pt x="2644158" y="218367"/>
                  <a:pt x="2645240" y="218880"/>
                  <a:pt x="2646380" y="218880"/>
                </a:cubicBezTo>
                <a:cubicBezTo>
                  <a:pt x="2648316" y="218880"/>
                  <a:pt x="2650253" y="218026"/>
                  <a:pt x="2652189" y="216317"/>
                </a:cubicBezTo>
                <a:cubicBezTo>
                  <a:pt x="2657315" y="212102"/>
                  <a:pt x="2663466" y="204470"/>
                  <a:pt x="2670643" y="193421"/>
                </a:cubicBezTo>
                <a:lnTo>
                  <a:pt x="2676452" y="196838"/>
                </a:lnTo>
                <a:cubicBezTo>
                  <a:pt x="2659252" y="226797"/>
                  <a:pt x="2640969" y="241776"/>
                  <a:pt x="2621604" y="241776"/>
                </a:cubicBezTo>
                <a:cubicBezTo>
                  <a:pt x="2614199" y="241776"/>
                  <a:pt x="2608276" y="239726"/>
                  <a:pt x="2603833" y="235625"/>
                </a:cubicBezTo>
                <a:cubicBezTo>
                  <a:pt x="2599505" y="231410"/>
                  <a:pt x="2597341" y="226114"/>
                  <a:pt x="2597341" y="219734"/>
                </a:cubicBezTo>
                <a:cubicBezTo>
                  <a:pt x="2597341" y="215520"/>
                  <a:pt x="2598309" y="210166"/>
                  <a:pt x="2600245" y="203673"/>
                </a:cubicBezTo>
                <a:lnTo>
                  <a:pt x="2623996" y="121999"/>
                </a:lnTo>
                <a:cubicBezTo>
                  <a:pt x="2626274" y="114139"/>
                  <a:pt x="2627414" y="108216"/>
                  <a:pt x="2627414" y="104228"/>
                </a:cubicBezTo>
                <a:cubicBezTo>
                  <a:pt x="2627414" y="101723"/>
                  <a:pt x="2626331" y="99501"/>
                  <a:pt x="2624167" y="97565"/>
                </a:cubicBezTo>
                <a:cubicBezTo>
                  <a:pt x="2622002" y="95628"/>
                  <a:pt x="2619041" y="94660"/>
                  <a:pt x="2615282" y="94660"/>
                </a:cubicBezTo>
                <a:cubicBezTo>
                  <a:pt x="2613573" y="94660"/>
                  <a:pt x="2611523" y="94717"/>
                  <a:pt x="2609131" y="94831"/>
                </a:cubicBezTo>
                <a:lnTo>
                  <a:pt x="2611352" y="87996"/>
                </a:lnTo>
                <a:lnTo>
                  <a:pt x="2669276" y="78599"/>
                </a:lnTo>
                <a:lnTo>
                  <a:pt x="2679528" y="78599"/>
                </a:lnTo>
                <a:moveTo>
                  <a:pt x="2802723" y="78599"/>
                </a:moveTo>
                <a:cubicBezTo>
                  <a:pt x="2811721" y="78599"/>
                  <a:pt x="2820151" y="80706"/>
                  <a:pt x="2828011" y="84921"/>
                </a:cubicBezTo>
                <a:cubicBezTo>
                  <a:pt x="2835984" y="89021"/>
                  <a:pt x="2841965" y="94774"/>
                  <a:pt x="2845951" y="102178"/>
                </a:cubicBezTo>
                <a:cubicBezTo>
                  <a:pt x="2850052" y="109582"/>
                  <a:pt x="2852103" y="117784"/>
                  <a:pt x="2852103" y="126783"/>
                </a:cubicBezTo>
                <a:cubicBezTo>
                  <a:pt x="2852103" y="145237"/>
                  <a:pt x="2846920" y="163690"/>
                  <a:pt x="2836554" y="182144"/>
                </a:cubicBezTo>
                <a:cubicBezTo>
                  <a:pt x="2826302" y="200597"/>
                  <a:pt x="2812746" y="215178"/>
                  <a:pt x="2795887" y="225886"/>
                </a:cubicBezTo>
                <a:cubicBezTo>
                  <a:pt x="2779029" y="236479"/>
                  <a:pt x="2762056" y="241776"/>
                  <a:pt x="2744970" y="241776"/>
                </a:cubicBezTo>
                <a:cubicBezTo>
                  <a:pt x="2729477" y="241776"/>
                  <a:pt x="2717460" y="237163"/>
                  <a:pt x="2708917" y="227936"/>
                </a:cubicBezTo>
                <a:cubicBezTo>
                  <a:pt x="2700487" y="218709"/>
                  <a:pt x="2696272" y="207432"/>
                  <a:pt x="2696272" y="194104"/>
                </a:cubicBezTo>
                <a:cubicBezTo>
                  <a:pt x="2696272" y="178271"/>
                  <a:pt x="2699405" y="163462"/>
                  <a:pt x="2705670" y="149679"/>
                </a:cubicBezTo>
                <a:cubicBezTo>
                  <a:pt x="2712049" y="135782"/>
                  <a:pt x="2720080" y="123707"/>
                  <a:pt x="2729762" y="113455"/>
                </a:cubicBezTo>
                <a:cubicBezTo>
                  <a:pt x="2739559" y="103089"/>
                  <a:pt x="2750779" y="94717"/>
                  <a:pt x="2763423" y="88338"/>
                </a:cubicBezTo>
                <a:cubicBezTo>
                  <a:pt x="2776067" y="81845"/>
                  <a:pt x="2789167" y="78599"/>
                  <a:pt x="2802723" y="78599"/>
                </a:cubicBezTo>
                <a:moveTo>
                  <a:pt x="2795717" y="87655"/>
                </a:moveTo>
                <a:cubicBezTo>
                  <a:pt x="2789680" y="87655"/>
                  <a:pt x="2784667" y="89421"/>
                  <a:pt x="2780680" y="92952"/>
                </a:cubicBezTo>
                <a:cubicBezTo>
                  <a:pt x="2772707" y="100128"/>
                  <a:pt x="2763707" y="116930"/>
                  <a:pt x="2753684" y="143357"/>
                </a:cubicBezTo>
                <a:cubicBezTo>
                  <a:pt x="2743660" y="169670"/>
                  <a:pt x="2738648" y="193421"/>
                  <a:pt x="2738648" y="214609"/>
                </a:cubicBezTo>
                <a:cubicBezTo>
                  <a:pt x="2738648" y="219848"/>
                  <a:pt x="2740242" y="224177"/>
                  <a:pt x="2743432" y="227594"/>
                </a:cubicBezTo>
                <a:cubicBezTo>
                  <a:pt x="2746621" y="231011"/>
                  <a:pt x="2750380" y="232720"/>
                  <a:pt x="2754709" y="232720"/>
                </a:cubicBezTo>
                <a:cubicBezTo>
                  <a:pt x="2759151" y="232720"/>
                  <a:pt x="2763082" y="231353"/>
                  <a:pt x="2766499" y="228619"/>
                </a:cubicBezTo>
                <a:cubicBezTo>
                  <a:pt x="2771511" y="224519"/>
                  <a:pt x="2777662" y="215349"/>
                  <a:pt x="2784953" y="201110"/>
                </a:cubicBezTo>
                <a:cubicBezTo>
                  <a:pt x="2792242" y="186757"/>
                  <a:pt x="2798223" y="170980"/>
                  <a:pt x="2802893" y="153780"/>
                </a:cubicBezTo>
                <a:cubicBezTo>
                  <a:pt x="2807564" y="136465"/>
                  <a:pt x="2809899" y="120632"/>
                  <a:pt x="2809899" y="106279"/>
                </a:cubicBezTo>
                <a:cubicBezTo>
                  <a:pt x="2809899" y="100355"/>
                  <a:pt x="2808475" y="95799"/>
                  <a:pt x="2805627" y="92610"/>
                </a:cubicBezTo>
                <a:cubicBezTo>
                  <a:pt x="2802780" y="89306"/>
                  <a:pt x="2799476" y="87655"/>
                  <a:pt x="2795717" y="87655"/>
                </a:cubicBezTo>
                <a:moveTo>
                  <a:pt x="2956160" y="78599"/>
                </a:moveTo>
                <a:lnTo>
                  <a:pt x="2934973" y="151900"/>
                </a:lnTo>
                <a:cubicBezTo>
                  <a:pt x="2949212" y="130485"/>
                  <a:pt x="2959862" y="115848"/>
                  <a:pt x="2966925" y="107988"/>
                </a:cubicBezTo>
                <a:cubicBezTo>
                  <a:pt x="2977290" y="96596"/>
                  <a:pt x="2986233" y="88850"/>
                  <a:pt x="2993751" y="84750"/>
                </a:cubicBezTo>
                <a:cubicBezTo>
                  <a:pt x="3001269" y="80649"/>
                  <a:pt x="3008331" y="78599"/>
                  <a:pt x="3014939" y="78599"/>
                </a:cubicBezTo>
                <a:cubicBezTo>
                  <a:pt x="3020862" y="78599"/>
                  <a:pt x="3025931" y="80820"/>
                  <a:pt x="3030146" y="85262"/>
                </a:cubicBezTo>
                <a:cubicBezTo>
                  <a:pt x="3034360" y="89591"/>
                  <a:pt x="3036468" y="95287"/>
                  <a:pt x="3036468" y="102349"/>
                </a:cubicBezTo>
                <a:cubicBezTo>
                  <a:pt x="3036468" y="108728"/>
                  <a:pt x="3035100" y="116474"/>
                  <a:pt x="3032367" y="125587"/>
                </a:cubicBezTo>
                <a:lnTo>
                  <a:pt x="3010496" y="198547"/>
                </a:lnTo>
                <a:cubicBezTo>
                  <a:pt x="3008673" y="204926"/>
                  <a:pt x="3007762" y="209084"/>
                  <a:pt x="3007762" y="211020"/>
                </a:cubicBezTo>
                <a:cubicBezTo>
                  <a:pt x="3007762" y="212160"/>
                  <a:pt x="3008161" y="213184"/>
                  <a:pt x="3008958" y="214096"/>
                </a:cubicBezTo>
                <a:cubicBezTo>
                  <a:pt x="3009870" y="215007"/>
                  <a:pt x="3010781" y="215463"/>
                  <a:pt x="3011692" y="215463"/>
                </a:cubicBezTo>
                <a:cubicBezTo>
                  <a:pt x="3012831" y="215463"/>
                  <a:pt x="3014027" y="215007"/>
                  <a:pt x="3015280" y="214096"/>
                </a:cubicBezTo>
                <a:cubicBezTo>
                  <a:pt x="3019268" y="210792"/>
                  <a:pt x="3023311" y="206122"/>
                  <a:pt x="3027412" y="200085"/>
                </a:cubicBezTo>
                <a:cubicBezTo>
                  <a:pt x="3028436" y="198490"/>
                  <a:pt x="3030089" y="196098"/>
                  <a:pt x="3032367" y="192909"/>
                </a:cubicBezTo>
                <a:lnTo>
                  <a:pt x="3038860" y="196838"/>
                </a:lnTo>
                <a:cubicBezTo>
                  <a:pt x="3022114" y="224974"/>
                  <a:pt x="3004516" y="239043"/>
                  <a:pt x="2986062" y="239043"/>
                </a:cubicBezTo>
                <a:cubicBezTo>
                  <a:pt x="2979000" y="239043"/>
                  <a:pt x="2973475" y="237220"/>
                  <a:pt x="2969488" y="233575"/>
                </a:cubicBezTo>
                <a:cubicBezTo>
                  <a:pt x="2965501" y="229929"/>
                  <a:pt x="2963507" y="225373"/>
                  <a:pt x="2963507" y="219905"/>
                </a:cubicBezTo>
                <a:cubicBezTo>
                  <a:pt x="2963507" y="215121"/>
                  <a:pt x="2964875" y="208001"/>
                  <a:pt x="2967608" y="198547"/>
                </a:cubicBezTo>
                <a:lnTo>
                  <a:pt x="2988967" y="125587"/>
                </a:lnTo>
                <a:cubicBezTo>
                  <a:pt x="2990448" y="120803"/>
                  <a:pt x="2991188" y="117272"/>
                  <a:pt x="2991188" y="114993"/>
                </a:cubicBezTo>
                <a:cubicBezTo>
                  <a:pt x="2991188" y="113740"/>
                  <a:pt x="2990675" y="112658"/>
                  <a:pt x="2989651" y="111747"/>
                </a:cubicBezTo>
                <a:cubicBezTo>
                  <a:pt x="2988625" y="110721"/>
                  <a:pt x="2987429" y="110209"/>
                  <a:pt x="2986062" y="110209"/>
                </a:cubicBezTo>
                <a:cubicBezTo>
                  <a:pt x="2981733" y="110209"/>
                  <a:pt x="2976493" y="113171"/>
                  <a:pt x="2970343" y="119094"/>
                </a:cubicBezTo>
                <a:cubicBezTo>
                  <a:pt x="2954622" y="134130"/>
                  <a:pt x="2939415" y="156514"/>
                  <a:pt x="2924721" y="186245"/>
                </a:cubicBezTo>
                <a:lnTo>
                  <a:pt x="2910710" y="236992"/>
                </a:lnTo>
                <a:lnTo>
                  <a:pt x="2867139" y="236992"/>
                </a:lnTo>
                <a:lnTo>
                  <a:pt x="2899091" y="127296"/>
                </a:lnTo>
                <a:cubicBezTo>
                  <a:pt x="2902167" y="116474"/>
                  <a:pt x="2903704" y="108785"/>
                  <a:pt x="2903704" y="104228"/>
                </a:cubicBezTo>
                <a:cubicBezTo>
                  <a:pt x="2903704" y="102292"/>
                  <a:pt x="2903249" y="100697"/>
                  <a:pt x="2902337" y="99445"/>
                </a:cubicBezTo>
                <a:cubicBezTo>
                  <a:pt x="2901426" y="98077"/>
                  <a:pt x="2899946" y="97052"/>
                  <a:pt x="2897895" y="96369"/>
                </a:cubicBezTo>
                <a:cubicBezTo>
                  <a:pt x="2895845" y="95572"/>
                  <a:pt x="2891972" y="95173"/>
                  <a:pt x="2886276" y="95173"/>
                </a:cubicBezTo>
                <a:lnTo>
                  <a:pt x="2888156" y="88680"/>
                </a:lnTo>
                <a:lnTo>
                  <a:pt x="2945737" y="78599"/>
                </a:lnTo>
                <a:lnTo>
                  <a:pt x="2956160" y="7859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3" name="path-4691">
            <a:extLst xmlns:a="http://schemas.openxmlformats.org/drawingml/2006/main">
              <a:ext uri="{FF2B5EF4-FFF2-40B4-BE49-F238E27FC236}">
                <a16:creationId xmlns:a16="http://schemas.microsoft.com/office/drawing/2014/main" id="{3C518E2E-4B97-4D9A-BA8E-332C17DB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21" y="4775529"/>
            <a:ext cx="1220166" cy="741309"/>
          </a:xfrm>
          <a:custGeom xmlns:a="http://schemas.openxmlformats.org/drawingml/2006/main">
            <a:pathLst>
              <a:path w="1220166" h="741309">
                <a:moveTo>
                  <a:pt x="1220166" y="732100"/>
                </a:moveTo>
                <a:lnTo>
                  <a:pt x="1220166" y="741309"/>
                </a:lnTo>
                <a:lnTo>
                  <a:pt x="1184626" y="741309"/>
                </a:lnTo>
                <a:lnTo>
                  <a:pt x="1184626" y="732100"/>
                </a:lnTo>
                <a:lnTo>
                  <a:pt x="1184626" y="722891"/>
                </a:lnTo>
                <a:lnTo>
                  <a:pt x="1220166" y="722891"/>
                </a:lnTo>
                <a:lnTo>
                  <a:pt x="1220166" y="732100"/>
                </a:lnTo>
                <a:moveTo>
                  <a:pt x="1113546" y="732100"/>
                </a:moveTo>
                <a:lnTo>
                  <a:pt x="1113546" y="741309"/>
                </a:lnTo>
                <a:lnTo>
                  <a:pt x="1042465" y="741309"/>
                </a:lnTo>
                <a:lnTo>
                  <a:pt x="1042465" y="732100"/>
                </a:lnTo>
                <a:lnTo>
                  <a:pt x="1042465" y="722891"/>
                </a:lnTo>
                <a:lnTo>
                  <a:pt x="1113546" y="722891"/>
                </a:lnTo>
                <a:lnTo>
                  <a:pt x="1113546" y="732100"/>
                </a:lnTo>
                <a:moveTo>
                  <a:pt x="971384" y="732100"/>
                </a:moveTo>
                <a:lnTo>
                  <a:pt x="971384" y="741309"/>
                </a:lnTo>
                <a:lnTo>
                  <a:pt x="900304" y="741309"/>
                </a:lnTo>
                <a:lnTo>
                  <a:pt x="900304" y="732100"/>
                </a:lnTo>
                <a:lnTo>
                  <a:pt x="900304" y="722891"/>
                </a:lnTo>
                <a:lnTo>
                  <a:pt x="971384" y="722891"/>
                </a:lnTo>
                <a:lnTo>
                  <a:pt x="971384" y="732100"/>
                </a:lnTo>
                <a:moveTo>
                  <a:pt x="829223" y="732100"/>
                </a:moveTo>
                <a:lnTo>
                  <a:pt x="829223" y="741309"/>
                </a:lnTo>
                <a:lnTo>
                  <a:pt x="758143" y="741309"/>
                </a:lnTo>
                <a:lnTo>
                  <a:pt x="758143" y="732100"/>
                </a:lnTo>
                <a:lnTo>
                  <a:pt x="758143" y="722891"/>
                </a:lnTo>
                <a:lnTo>
                  <a:pt x="829223" y="722891"/>
                </a:lnTo>
                <a:lnTo>
                  <a:pt x="829223" y="732100"/>
                </a:lnTo>
                <a:moveTo>
                  <a:pt x="687063" y="732100"/>
                </a:moveTo>
                <a:lnTo>
                  <a:pt x="687063" y="741309"/>
                </a:lnTo>
                <a:lnTo>
                  <a:pt x="615982" y="741309"/>
                </a:lnTo>
                <a:lnTo>
                  <a:pt x="615982" y="732100"/>
                </a:lnTo>
                <a:lnTo>
                  <a:pt x="615982" y="722891"/>
                </a:lnTo>
                <a:lnTo>
                  <a:pt x="687063" y="722891"/>
                </a:lnTo>
                <a:lnTo>
                  <a:pt x="687063" y="732100"/>
                </a:lnTo>
                <a:moveTo>
                  <a:pt x="544902" y="732100"/>
                </a:moveTo>
                <a:lnTo>
                  <a:pt x="544902" y="741309"/>
                </a:lnTo>
                <a:lnTo>
                  <a:pt x="473821" y="741309"/>
                </a:lnTo>
                <a:lnTo>
                  <a:pt x="473821" y="732100"/>
                </a:lnTo>
                <a:lnTo>
                  <a:pt x="473821" y="722891"/>
                </a:lnTo>
                <a:lnTo>
                  <a:pt x="544902" y="722891"/>
                </a:lnTo>
                <a:lnTo>
                  <a:pt x="544902" y="732100"/>
                </a:lnTo>
                <a:moveTo>
                  <a:pt x="402741" y="732100"/>
                </a:moveTo>
                <a:lnTo>
                  <a:pt x="402741" y="741309"/>
                </a:lnTo>
                <a:lnTo>
                  <a:pt x="331661" y="741309"/>
                </a:lnTo>
                <a:lnTo>
                  <a:pt x="331661" y="732100"/>
                </a:lnTo>
                <a:lnTo>
                  <a:pt x="331661" y="722891"/>
                </a:lnTo>
                <a:lnTo>
                  <a:pt x="402741" y="722891"/>
                </a:lnTo>
                <a:lnTo>
                  <a:pt x="402741" y="732100"/>
                </a:lnTo>
                <a:moveTo>
                  <a:pt x="260580" y="732100"/>
                </a:moveTo>
                <a:lnTo>
                  <a:pt x="260580" y="741309"/>
                </a:lnTo>
                <a:lnTo>
                  <a:pt x="189500" y="741309"/>
                </a:lnTo>
                <a:lnTo>
                  <a:pt x="189500" y="732100"/>
                </a:lnTo>
                <a:lnTo>
                  <a:pt x="189500" y="722891"/>
                </a:lnTo>
                <a:lnTo>
                  <a:pt x="260580" y="722891"/>
                </a:lnTo>
                <a:lnTo>
                  <a:pt x="260580" y="732100"/>
                </a:lnTo>
                <a:moveTo>
                  <a:pt x="118420" y="732100"/>
                </a:moveTo>
                <a:lnTo>
                  <a:pt x="118420" y="741309"/>
                </a:lnTo>
                <a:lnTo>
                  <a:pt x="82879" y="741309"/>
                </a:lnTo>
                <a:lnTo>
                  <a:pt x="82879" y="732100"/>
                </a:lnTo>
                <a:lnTo>
                  <a:pt x="82879" y="722891"/>
                </a:lnTo>
                <a:lnTo>
                  <a:pt x="118420" y="722891"/>
                </a:lnTo>
                <a:lnTo>
                  <a:pt x="118420" y="732100"/>
                </a:lnTo>
                <a:moveTo>
                  <a:pt x="82879" y="732100"/>
                </a:moveTo>
                <a:lnTo>
                  <a:pt x="82879" y="741309"/>
                </a:lnTo>
                <a:cubicBezTo>
                  <a:pt x="71658" y="741309"/>
                  <a:pt x="60936" y="739074"/>
                  <a:pt x="51151" y="735016"/>
                </a:cubicBezTo>
                <a:lnTo>
                  <a:pt x="54679" y="726510"/>
                </a:lnTo>
                <a:lnTo>
                  <a:pt x="58206" y="718004"/>
                </a:lnTo>
                <a:cubicBezTo>
                  <a:pt x="65794" y="721150"/>
                  <a:pt x="74122" y="722891"/>
                  <a:pt x="82879" y="722891"/>
                </a:cubicBezTo>
                <a:lnTo>
                  <a:pt x="82879" y="732100"/>
                </a:lnTo>
                <a:moveTo>
                  <a:pt x="14799" y="686630"/>
                </a:moveTo>
                <a:lnTo>
                  <a:pt x="6292" y="690157"/>
                </a:lnTo>
                <a:cubicBezTo>
                  <a:pt x="2235" y="680372"/>
                  <a:pt x="0" y="669650"/>
                  <a:pt x="0" y="658430"/>
                </a:cubicBezTo>
                <a:lnTo>
                  <a:pt x="9209" y="658430"/>
                </a:lnTo>
                <a:lnTo>
                  <a:pt x="18417" y="658430"/>
                </a:lnTo>
                <a:cubicBezTo>
                  <a:pt x="18417" y="667187"/>
                  <a:pt x="20159" y="675514"/>
                  <a:pt x="23305" y="683102"/>
                </a:cubicBezTo>
                <a:lnTo>
                  <a:pt x="14799" y="686630"/>
                </a:lnTo>
                <a:moveTo>
                  <a:pt x="9209" y="658430"/>
                </a:moveTo>
                <a:lnTo>
                  <a:pt x="0" y="658430"/>
                </a:lnTo>
                <a:lnTo>
                  <a:pt x="0" y="617277"/>
                </a:lnTo>
                <a:lnTo>
                  <a:pt x="9209" y="617277"/>
                </a:lnTo>
                <a:lnTo>
                  <a:pt x="18417" y="617277"/>
                </a:lnTo>
                <a:lnTo>
                  <a:pt x="18417" y="658430"/>
                </a:lnTo>
                <a:lnTo>
                  <a:pt x="9209" y="658430"/>
                </a:lnTo>
                <a:moveTo>
                  <a:pt x="9209" y="534974"/>
                </a:moveTo>
                <a:lnTo>
                  <a:pt x="0" y="534974"/>
                </a:lnTo>
                <a:lnTo>
                  <a:pt x="0" y="452670"/>
                </a:lnTo>
                <a:lnTo>
                  <a:pt x="9209" y="452670"/>
                </a:lnTo>
                <a:lnTo>
                  <a:pt x="18417" y="452670"/>
                </a:lnTo>
                <a:lnTo>
                  <a:pt x="18417" y="534974"/>
                </a:lnTo>
                <a:lnTo>
                  <a:pt x="9209" y="534974"/>
                </a:lnTo>
                <a:moveTo>
                  <a:pt x="9209" y="370366"/>
                </a:moveTo>
                <a:lnTo>
                  <a:pt x="0" y="370366"/>
                </a:lnTo>
                <a:lnTo>
                  <a:pt x="0" y="288063"/>
                </a:lnTo>
                <a:lnTo>
                  <a:pt x="9209" y="288063"/>
                </a:lnTo>
                <a:lnTo>
                  <a:pt x="18417" y="288063"/>
                </a:lnTo>
                <a:lnTo>
                  <a:pt x="18417" y="370366"/>
                </a:lnTo>
                <a:lnTo>
                  <a:pt x="9209" y="370366"/>
                </a:lnTo>
                <a:moveTo>
                  <a:pt x="9209" y="205760"/>
                </a:moveTo>
                <a:lnTo>
                  <a:pt x="0" y="205760"/>
                </a:lnTo>
                <a:lnTo>
                  <a:pt x="0" y="123455"/>
                </a:lnTo>
                <a:lnTo>
                  <a:pt x="9209" y="123455"/>
                </a:lnTo>
                <a:lnTo>
                  <a:pt x="18417" y="123455"/>
                </a:lnTo>
                <a:lnTo>
                  <a:pt x="18417" y="205760"/>
                </a:lnTo>
                <a:lnTo>
                  <a:pt x="9209" y="205760"/>
                </a:lnTo>
                <a:moveTo>
                  <a:pt x="9209" y="41152"/>
                </a:moveTo>
                <a:lnTo>
                  <a:pt x="0" y="41152"/>
                </a:lnTo>
                <a:lnTo>
                  <a:pt x="0" y="0"/>
                </a:lnTo>
                <a:lnTo>
                  <a:pt x="9209" y="0"/>
                </a:lnTo>
                <a:lnTo>
                  <a:pt x="18417" y="0"/>
                </a:lnTo>
                <a:lnTo>
                  <a:pt x="18417" y="41152"/>
                </a:lnTo>
                <a:lnTo>
                  <a:pt x="9209" y="41152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4" name="path-4692">
            <a:extLst xmlns:a="http://schemas.openxmlformats.org/drawingml/2006/main">
              <a:ext uri="{FF2B5EF4-FFF2-40B4-BE49-F238E27FC236}">
                <a16:creationId xmlns:a16="http://schemas.microsoft.com/office/drawing/2014/main" id="{AF49D8A6-27E3-41F3-9E02-B3FBBE63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07" y="4310485"/>
            <a:ext cx="294682" cy="920880"/>
          </a:xfrm>
          <a:custGeom xmlns:a="http://schemas.openxmlformats.org/drawingml/2006/main">
            <a:pathLst>
              <a:path w="294682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6" y="0"/>
                </a:lnTo>
                <a:cubicBezTo>
                  <a:pt x="278190" y="0"/>
                  <a:pt x="294682" y="16492"/>
                  <a:pt x="294682" y="36835"/>
                </a:cubicBezTo>
                <a:lnTo>
                  <a:pt x="294682" y="884045"/>
                </a:lnTo>
                <a:cubicBezTo>
                  <a:pt x="294682" y="904388"/>
                  <a:pt x="278190" y="920880"/>
                  <a:pt x="257846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5" name="path-4693">
            <a:extLst xmlns:a="http://schemas.openxmlformats.org/drawingml/2006/main">
              <a:ext uri="{FF2B5EF4-FFF2-40B4-BE49-F238E27FC236}">
                <a16:creationId xmlns:a16="http://schemas.microsoft.com/office/drawing/2014/main" id="{8CE87074-C459-4CC6-B7BD-5320D004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07" y="4310485"/>
            <a:ext cx="294682" cy="920880"/>
          </a:xfrm>
          <a:custGeom xmlns:a="http://schemas.openxmlformats.org/drawingml/2006/main">
            <a:pathLst>
              <a:path w="294682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5" y="920880"/>
                </a:lnTo>
                <a:lnTo>
                  <a:pt x="257846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2" y="884045"/>
                </a:lnTo>
                <a:lnTo>
                  <a:pt x="294682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6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49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49" y="893341"/>
                </a:lnTo>
                <a:lnTo>
                  <a:pt x="267142" y="899948"/>
                </a:lnTo>
                <a:lnTo>
                  <a:pt x="257846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7" y="884045"/>
                </a:lnTo>
                <a:lnTo>
                  <a:pt x="18417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6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6" name="path-4694">
            <a:extLst xmlns:a="http://schemas.openxmlformats.org/drawingml/2006/main">
              <a:ext uri="{FF2B5EF4-FFF2-40B4-BE49-F238E27FC236}">
                <a16:creationId xmlns:a16="http://schemas.microsoft.com/office/drawing/2014/main" id="{77E814C2-EB47-423E-B822-7A8D5FAE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95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7" name="path-4695">
            <a:extLst xmlns:a="http://schemas.openxmlformats.org/drawingml/2006/main">
              <a:ext uri="{FF2B5EF4-FFF2-40B4-BE49-F238E27FC236}">
                <a16:creationId xmlns:a16="http://schemas.microsoft.com/office/drawing/2014/main" id="{DAD08CE8-15CD-456D-977E-653FFCC9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95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5" y="920880"/>
                </a:lnTo>
                <a:lnTo>
                  <a:pt x="257847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7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8" name="path-4696">
            <a:extLst xmlns:a="http://schemas.openxmlformats.org/drawingml/2006/main">
              <a:ext uri="{FF2B5EF4-FFF2-40B4-BE49-F238E27FC236}">
                <a16:creationId xmlns:a16="http://schemas.microsoft.com/office/drawing/2014/main" id="{19E46603-DE11-467E-8466-D1DDA5F7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382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9" name="path-4697">
            <a:extLst xmlns:a="http://schemas.openxmlformats.org/drawingml/2006/main">
              <a:ext uri="{FF2B5EF4-FFF2-40B4-BE49-F238E27FC236}">
                <a16:creationId xmlns:a16="http://schemas.microsoft.com/office/drawing/2014/main" id="{9EAF4ED9-2E34-4250-8683-23A24806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382" y="4310485"/>
            <a:ext cx="294682" cy="920880"/>
          </a:xfrm>
          <a:custGeom xmlns:a="http://schemas.openxmlformats.org/drawingml/2006/main">
            <a:pathLst>
              <a:path w="294682" h="920880">
                <a:moveTo>
                  <a:pt x="2895" y="898383"/>
                </a:moveTo>
                <a:lnTo>
                  <a:pt x="10789" y="910091"/>
                </a:lnTo>
                <a:lnTo>
                  <a:pt x="22498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2" y="884045"/>
                </a:lnTo>
                <a:lnTo>
                  <a:pt x="294682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8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0" name="path-4698">
            <a:extLst xmlns:a="http://schemas.openxmlformats.org/drawingml/2006/main">
              <a:ext uri="{FF2B5EF4-FFF2-40B4-BE49-F238E27FC236}">
                <a16:creationId xmlns:a16="http://schemas.microsoft.com/office/drawing/2014/main" id="{704D167B-A8C5-437D-BB83-B3D156BB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69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1" name="path-4699">
            <a:extLst xmlns:a="http://schemas.openxmlformats.org/drawingml/2006/main">
              <a:ext uri="{FF2B5EF4-FFF2-40B4-BE49-F238E27FC236}">
                <a16:creationId xmlns:a16="http://schemas.microsoft.com/office/drawing/2014/main" id="{66B6DDDA-A8D8-4358-822E-B0B76473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69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92" name="">
            <a:extLst xmlns:a="http://schemas.openxmlformats.org/drawingml/2006/main">
              <a:ext uri="{FF2B5EF4-FFF2-40B4-BE49-F238E27FC236}">
                <a16:creationId xmlns:a16="http://schemas.microsoft.com/office/drawing/2014/main" id="{B9027E36-F045-4127-8C7E-322F2A5FE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c169b4655493c"/>
          <a:stretch xmlns:a="http://schemas.openxmlformats.org/drawingml/2006/main"/>
        </p:blipFill>
        <p:spPr>
          <a:xfrm xmlns:a="http://schemas.openxmlformats.org/drawingml/2006/main">
            <a:off x="2739581" y="4610475"/>
            <a:ext cx="933450" cy="933450"/>
          </a:xfrm>
          <a:prstGeom xmlns:a="http://schemas.openxmlformats.org/drawingml/2006/main" prst="rect">
            <a:avLst/>
          </a:prstGeom>
        </p:spPr>
      </p:pic>
      <p:pic>
        <p:nvPicPr>
          <p:cNvPr id="4693" name="">
            <a:extLst xmlns:a="http://schemas.openxmlformats.org/drawingml/2006/main">
              <a:ext uri="{FF2B5EF4-FFF2-40B4-BE49-F238E27FC236}">
                <a16:creationId xmlns:a16="http://schemas.microsoft.com/office/drawing/2014/main" id="{E04ABFA6-BB33-4964-ADF1-571FE022C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1ace0dd064cae"/>
          <a:stretch xmlns:a="http://schemas.openxmlformats.org/drawingml/2006/main"/>
        </p:blipFill>
        <p:spPr>
          <a:xfrm xmlns:a="http://schemas.openxmlformats.org/drawingml/2006/main">
            <a:off x="2577656" y="4762875"/>
            <a:ext cx="942975" cy="942975"/>
          </a:xfrm>
          <a:prstGeom xmlns:a="http://schemas.openxmlformats.org/drawingml/2006/main" prst="rect">
            <a:avLst/>
          </a:prstGeom>
        </p:spPr>
      </p:pic>
      <p:sp>
        <p:nvSpPr>
          <p:cNvPr id="4694" name="path-4702">
            <a:extLst xmlns:a="http://schemas.openxmlformats.org/drawingml/2006/main">
              <a:ext uri="{FF2B5EF4-FFF2-40B4-BE49-F238E27FC236}">
                <a16:creationId xmlns:a16="http://schemas.microsoft.com/office/drawing/2014/main" id="{F8066BE2-78AE-49F4-8A28-B3DF7B86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667" y="5109329"/>
            <a:ext cx="19524" cy="71137"/>
          </a:xfrm>
          <a:custGeom xmlns:a="http://schemas.openxmlformats.org/drawingml/2006/main">
            <a:pathLst>
              <a:path w="19524" h="71137">
                <a:moveTo>
                  <a:pt x="983" y="24045"/>
                </a:moveTo>
                <a:lnTo>
                  <a:pt x="1107" y="35569"/>
                </a:lnTo>
                <a:lnTo>
                  <a:pt x="983" y="47092"/>
                </a:lnTo>
                <a:lnTo>
                  <a:pt x="613" y="58554"/>
                </a:lnTo>
                <a:lnTo>
                  <a:pt x="0" y="69950"/>
                </a:lnTo>
                <a:lnTo>
                  <a:pt x="9189" y="70544"/>
                </a:lnTo>
                <a:lnTo>
                  <a:pt x="9189" y="70544"/>
                </a:lnTo>
                <a:lnTo>
                  <a:pt x="18376" y="71137"/>
                </a:lnTo>
                <a:lnTo>
                  <a:pt x="19234" y="53503"/>
                </a:lnTo>
                <a:lnTo>
                  <a:pt x="19524" y="35569"/>
                </a:lnTo>
                <a:lnTo>
                  <a:pt x="19234" y="17634"/>
                </a:lnTo>
                <a:lnTo>
                  <a:pt x="18376" y="0"/>
                </a:lnTo>
                <a:lnTo>
                  <a:pt x="9189" y="594"/>
                </a:lnTo>
                <a:lnTo>
                  <a:pt x="9189" y="594"/>
                </a:lnTo>
                <a:lnTo>
                  <a:pt x="0" y="1188"/>
                </a:lnTo>
                <a:lnTo>
                  <a:pt x="613" y="12584"/>
                </a:lnTo>
                <a:lnTo>
                  <a:pt x="983" y="2404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5" name="path-4703">
            <a:extLst xmlns:a="http://schemas.openxmlformats.org/drawingml/2006/main">
              <a:ext uri="{FF2B5EF4-FFF2-40B4-BE49-F238E27FC236}">
                <a16:creationId xmlns:a16="http://schemas.microsoft.com/office/drawing/2014/main" id="{99818285-1613-4E0E-B8C7-82B3335B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052" y="4970203"/>
            <a:ext cx="35786" cy="72235"/>
          </a:xfrm>
          <a:custGeom xmlns:a="http://schemas.openxmlformats.org/drawingml/2006/main">
            <a:pathLst>
              <a:path w="35786" h="72235">
                <a:moveTo>
                  <a:pt x="0" y="5906"/>
                </a:moveTo>
                <a:lnTo>
                  <a:pt x="5220" y="22159"/>
                </a:lnTo>
                <a:lnTo>
                  <a:pt x="9922" y="38637"/>
                </a:lnTo>
                <a:lnTo>
                  <a:pt x="14096" y="55332"/>
                </a:lnTo>
                <a:lnTo>
                  <a:pt x="17731" y="72235"/>
                </a:lnTo>
                <a:lnTo>
                  <a:pt x="26765" y="70447"/>
                </a:lnTo>
                <a:lnTo>
                  <a:pt x="26765" y="70447"/>
                </a:lnTo>
                <a:lnTo>
                  <a:pt x="35786" y="68663"/>
                </a:lnTo>
                <a:lnTo>
                  <a:pt x="32348" y="52519"/>
                </a:lnTo>
                <a:lnTo>
                  <a:pt x="28222" y="35790"/>
                </a:lnTo>
                <a:lnTo>
                  <a:pt x="23583" y="19269"/>
                </a:lnTo>
                <a:lnTo>
                  <a:pt x="18441" y="2964"/>
                </a:lnTo>
                <a:lnTo>
                  <a:pt x="17402" y="0"/>
                </a:lnTo>
                <a:lnTo>
                  <a:pt x="0" y="5906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6" name="path-4704">
            <a:extLst xmlns:a="http://schemas.openxmlformats.org/drawingml/2006/main">
              <a:ext uri="{FF2B5EF4-FFF2-40B4-BE49-F238E27FC236}">
                <a16:creationId xmlns:a16="http://schemas.microsoft.com/office/drawing/2014/main" id="{2E4CBF32-2094-42C9-B615-C82CC117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74" y="4843055"/>
            <a:ext cx="50841" cy="69645"/>
          </a:xfrm>
          <a:custGeom xmlns:a="http://schemas.openxmlformats.org/drawingml/2006/main">
            <a:pathLst>
              <a:path w="50841" h="69645">
                <a:moveTo>
                  <a:pt x="7652" y="5089"/>
                </a:moveTo>
                <a:lnTo>
                  <a:pt x="0" y="10212"/>
                </a:lnTo>
                <a:lnTo>
                  <a:pt x="9300" y="24605"/>
                </a:lnTo>
                <a:lnTo>
                  <a:pt x="18137" y="39316"/>
                </a:lnTo>
                <a:lnTo>
                  <a:pt x="26502" y="54332"/>
                </a:lnTo>
                <a:lnTo>
                  <a:pt x="34384" y="69645"/>
                </a:lnTo>
                <a:lnTo>
                  <a:pt x="50841" y="61514"/>
                </a:lnTo>
                <a:lnTo>
                  <a:pt x="46173" y="52156"/>
                </a:lnTo>
                <a:lnTo>
                  <a:pt x="38200" y="37341"/>
                </a:lnTo>
                <a:lnTo>
                  <a:pt x="29785" y="22805"/>
                </a:lnTo>
                <a:lnTo>
                  <a:pt x="20940" y="8558"/>
                </a:lnTo>
                <a:lnTo>
                  <a:pt x="15253" y="0"/>
                </a:lnTo>
                <a:lnTo>
                  <a:pt x="7652" y="508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7" name="path-4705">
            <a:extLst xmlns:a="http://schemas.openxmlformats.org/drawingml/2006/main">
              <a:ext uri="{FF2B5EF4-FFF2-40B4-BE49-F238E27FC236}">
                <a16:creationId xmlns:a16="http://schemas.microsoft.com/office/drawing/2014/main" id="{8EEFE2C5-326E-48F7-962C-9A5818C5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962" y="4736423"/>
            <a:ext cx="62385" cy="62385"/>
          </a:xfrm>
          <a:custGeom xmlns:a="http://schemas.openxmlformats.org/drawingml/2006/main">
            <a:pathLst>
              <a:path w="62385" h="62385">
                <a:moveTo>
                  <a:pt x="12729" y="25364"/>
                </a:moveTo>
                <a:lnTo>
                  <a:pt x="25073" y="37313"/>
                </a:lnTo>
                <a:lnTo>
                  <a:pt x="37021" y="49657"/>
                </a:lnTo>
                <a:lnTo>
                  <a:pt x="48565" y="62385"/>
                </a:lnTo>
                <a:lnTo>
                  <a:pt x="55486" y="56311"/>
                </a:lnTo>
                <a:lnTo>
                  <a:pt x="55486" y="56311"/>
                </a:lnTo>
                <a:lnTo>
                  <a:pt x="62385" y="50256"/>
                </a:lnTo>
                <a:lnTo>
                  <a:pt x="60960" y="48595"/>
                </a:lnTo>
                <a:lnTo>
                  <a:pt x="49712" y="36267"/>
                </a:lnTo>
                <a:lnTo>
                  <a:pt x="38095" y="24289"/>
                </a:lnTo>
                <a:lnTo>
                  <a:pt x="26118" y="12672"/>
                </a:lnTo>
                <a:lnTo>
                  <a:pt x="13790" y="1424"/>
                </a:lnTo>
                <a:lnTo>
                  <a:pt x="12130" y="0"/>
                </a:lnTo>
                <a:lnTo>
                  <a:pt x="6074" y="6899"/>
                </a:lnTo>
                <a:lnTo>
                  <a:pt x="6075" y="6899"/>
                </a:lnTo>
                <a:lnTo>
                  <a:pt x="0" y="13821"/>
                </a:lnTo>
                <a:lnTo>
                  <a:pt x="12729" y="2536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8" name="path-4706">
            <a:extLst xmlns:a="http://schemas.openxmlformats.org/drawingml/2006/main">
              <a:ext uri="{FF2B5EF4-FFF2-40B4-BE49-F238E27FC236}">
                <a16:creationId xmlns:a16="http://schemas.microsoft.com/office/drawing/2014/main" id="{11A0FD7E-7CFE-4A9C-8E38-C1746A24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1" y="4657556"/>
            <a:ext cx="69645" cy="50841"/>
          </a:xfrm>
          <a:custGeom xmlns:a="http://schemas.openxmlformats.org/drawingml/2006/main">
            <a:pathLst>
              <a:path w="69645" h="50841">
                <a:moveTo>
                  <a:pt x="64556" y="43189"/>
                </a:moveTo>
                <a:lnTo>
                  <a:pt x="69645" y="35587"/>
                </a:lnTo>
                <a:lnTo>
                  <a:pt x="61086" y="29901"/>
                </a:lnTo>
                <a:lnTo>
                  <a:pt x="46839" y="21055"/>
                </a:lnTo>
                <a:lnTo>
                  <a:pt x="32303" y="12641"/>
                </a:lnTo>
                <a:lnTo>
                  <a:pt x="17488" y="4667"/>
                </a:lnTo>
                <a:lnTo>
                  <a:pt x="8131" y="0"/>
                </a:lnTo>
                <a:lnTo>
                  <a:pt x="4079" y="8201"/>
                </a:lnTo>
                <a:lnTo>
                  <a:pt x="4079" y="8201"/>
                </a:lnTo>
                <a:lnTo>
                  <a:pt x="0" y="16457"/>
                </a:lnTo>
                <a:lnTo>
                  <a:pt x="15313" y="24339"/>
                </a:lnTo>
                <a:lnTo>
                  <a:pt x="30330" y="32704"/>
                </a:lnTo>
                <a:lnTo>
                  <a:pt x="45040" y="41541"/>
                </a:lnTo>
                <a:lnTo>
                  <a:pt x="59433" y="50841"/>
                </a:lnTo>
                <a:lnTo>
                  <a:pt x="64556" y="43189"/>
                </a:lnTo>
                <a:lnTo>
                  <a:pt x="64556" y="4318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9" name="path-4707">
            <a:extLst xmlns:a="http://schemas.openxmlformats.org/drawingml/2006/main">
              <a:ext uri="{FF2B5EF4-FFF2-40B4-BE49-F238E27FC236}">
                <a16:creationId xmlns:a16="http://schemas.microsoft.com/office/drawing/2014/main" id="{334DFAFA-E9EB-418E-97E9-BD8BC49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334" y="4611932"/>
            <a:ext cx="72234" cy="35787"/>
          </a:xfrm>
          <a:custGeom xmlns:a="http://schemas.openxmlformats.org/drawingml/2006/main">
            <a:pathLst>
              <a:path w="72234" h="35787">
                <a:moveTo>
                  <a:pt x="72234" y="18384"/>
                </a:moveTo>
                <a:lnTo>
                  <a:pt x="69270" y="17345"/>
                </a:lnTo>
                <a:lnTo>
                  <a:pt x="52965" y="12203"/>
                </a:lnTo>
                <a:lnTo>
                  <a:pt x="36444" y="7564"/>
                </a:lnTo>
                <a:lnTo>
                  <a:pt x="19715" y="3438"/>
                </a:lnTo>
                <a:lnTo>
                  <a:pt x="3572" y="0"/>
                </a:lnTo>
                <a:lnTo>
                  <a:pt x="1787" y="9022"/>
                </a:lnTo>
                <a:lnTo>
                  <a:pt x="1787" y="9022"/>
                </a:lnTo>
                <a:lnTo>
                  <a:pt x="0" y="18056"/>
                </a:lnTo>
                <a:lnTo>
                  <a:pt x="16902" y="21691"/>
                </a:lnTo>
                <a:lnTo>
                  <a:pt x="33597" y="25865"/>
                </a:lnTo>
                <a:lnTo>
                  <a:pt x="50076" y="30566"/>
                </a:lnTo>
                <a:lnTo>
                  <a:pt x="66328" y="35787"/>
                </a:lnTo>
                <a:lnTo>
                  <a:pt x="72234" y="18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0" name="path-4708">
            <a:extLst xmlns:a="http://schemas.openxmlformats.org/drawingml/2006/main">
              <a:ext uri="{FF2B5EF4-FFF2-40B4-BE49-F238E27FC236}">
                <a16:creationId xmlns:a16="http://schemas.microsoft.com/office/drawing/2014/main" id="{45BDDEB5-911A-4B9D-AD6C-7C78957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304" y="4601578"/>
            <a:ext cx="71137" cy="19525"/>
          </a:xfrm>
          <a:custGeom xmlns:a="http://schemas.openxmlformats.org/drawingml/2006/main">
            <a:pathLst>
              <a:path w="71137" h="19525">
                <a:moveTo>
                  <a:pt x="70543" y="10335"/>
                </a:moveTo>
                <a:lnTo>
                  <a:pt x="70544" y="10335"/>
                </a:lnTo>
                <a:lnTo>
                  <a:pt x="71137" y="1148"/>
                </a:lnTo>
                <a:lnTo>
                  <a:pt x="53502" y="290"/>
                </a:lnTo>
                <a:lnTo>
                  <a:pt x="35568" y="0"/>
                </a:lnTo>
                <a:lnTo>
                  <a:pt x="17634" y="290"/>
                </a:lnTo>
                <a:lnTo>
                  <a:pt x="0" y="1148"/>
                </a:lnTo>
                <a:lnTo>
                  <a:pt x="1187" y="19525"/>
                </a:lnTo>
                <a:lnTo>
                  <a:pt x="12584" y="18912"/>
                </a:lnTo>
                <a:lnTo>
                  <a:pt x="24045" y="18542"/>
                </a:lnTo>
                <a:lnTo>
                  <a:pt x="35569" y="18418"/>
                </a:lnTo>
                <a:lnTo>
                  <a:pt x="47092" y="18542"/>
                </a:lnTo>
                <a:lnTo>
                  <a:pt x="58553" y="18912"/>
                </a:lnTo>
                <a:lnTo>
                  <a:pt x="69949" y="19525"/>
                </a:lnTo>
                <a:lnTo>
                  <a:pt x="70543" y="103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1" name="path-4709">
            <a:extLst xmlns:a="http://schemas.openxmlformats.org/drawingml/2006/main">
              <a:ext uri="{FF2B5EF4-FFF2-40B4-BE49-F238E27FC236}">
                <a16:creationId xmlns:a16="http://schemas.microsoft.com/office/drawing/2014/main" id="{42DCA9E7-73AF-4851-A52F-E82222AD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177" y="4611932"/>
            <a:ext cx="72234" cy="35787"/>
          </a:xfrm>
          <a:custGeom xmlns:a="http://schemas.openxmlformats.org/drawingml/2006/main">
            <a:pathLst>
              <a:path w="72234" h="35787">
                <a:moveTo>
                  <a:pt x="5906" y="35787"/>
                </a:moveTo>
                <a:lnTo>
                  <a:pt x="22159" y="30566"/>
                </a:lnTo>
                <a:lnTo>
                  <a:pt x="38638" y="25865"/>
                </a:lnTo>
                <a:lnTo>
                  <a:pt x="55332" y="21691"/>
                </a:lnTo>
                <a:lnTo>
                  <a:pt x="72234" y="18056"/>
                </a:lnTo>
                <a:lnTo>
                  <a:pt x="70447" y="9022"/>
                </a:lnTo>
                <a:lnTo>
                  <a:pt x="70448" y="9022"/>
                </a:lnTo>
                <a:lnTo>
                  <a:pt x="68663" y="0"/>
                </a:lnTo>
                <a:lnTo>
                  <a:pt x="52519" y="3438"/>
                </a:lnTo>
                <a:lnTo>
                  <a:pt x="35790" y="7565"/>
                </a:lnTo>
                <a:lnTo>
                  <a:pt x="19269" y="12203"/>
                </a:lnTo>
                <a:lnTo>
                  <a:pt x="2964" y="17345"/>
                </a:lnTo>
                <a:lnTo>
                  <a:pt x="0" y="18384"/>
                </a:lnTo>
                <a:lnTo>
                  <a:pt x="2946" y="27066"/>
                </a:lnTo>
                <a:lnTo>
                  <a:pt x="2947" y="27066"/>
                </a:lnTo>
                <a:lnTo>
                  <a:pt x="5906" y="3578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2" name="path-4710">
            <a:extLst xmlns:a="http://schemas.openxmlformats.org/drawingml/2006/main">
              <a:ext uri="{FF2B5EF4-FFF2-40B4-BE49-F238E27FC236}">
                <a16:creationId xmlns:a16="http://schemas.microsoft.com/office/drawing/2014/main" id="{9B7FC5FD-C1DD-479E-AF44-FAF71489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30" y="4657555"/>
            <a:ext cx="69645" cy="50841"/>
          </a:xfrm>
          <a:custGeom xmlns:a="http://schemas.openxmlformats.org/drawingml/2006/main">
            <a:pathLst>
              <a:path w="69645" h="50841">
                <a:moveTo>
                  <a:pt x="5089" y="43189"/>
                </a:moveTo>
                <a:lnTo>
                  <a:pt x="10213" y="50841"/>
                </a:lnTo>
                <a:lnTo>
                  <a:pt x="24606" y="41542"/>
                </a:lnTo>
                <a:lnTo>
                  <a:pt x="39316" y="32704"/>
                </a:lnTo>
                <a:lnTo>
                  <a:pt x="54332" y="24339"/>
                </a:lnTo>
                <a:lnTo>
                  <a:pt x="69645" y="16457"/>
                </a:lnTo>
                <a:lnTo>
                  <a:pt x="61514" y="0"/>
                </a:lnTo>
                <a:lnTo>
                  <a:pt x="52156" y="4667"/>
                </a:lnTo>
                <a:lnTo>
                  <a:pt x="37341" y="12641"/>
                </a:lnTo>
                <a:lnTo>
                  <a:pt x="22806" y="21055"/>
                </a:lnTo>
                <a:lnTo>
                  <a:pt x="8558" y="29901"/>
                </a:lnTo>
                <a:lnTo>
                  <a:pt x="0" y="35588"/>
                </a:lnTo>
                <a:lnTo>
                  <a:pt x="5089" y="4318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3" name="path-4711">
            <a:extLst xmlns:a="http://schemas.openxmlformats.org/drawingml/2006/main">
              <a:ext uri="{FF2B5EF4-FFF2-40B4-BE49-F238E27FC236}">
                <a16:creationId xmlns:a16="http://schemas.microsoft.com/office/drawing/2014/main" id="{A7FBCADA-63C4-4F47-84A3-B6F8D54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398" y="4736423"/>
            <a:ext cx="62386" cy="62386"/>
          </a:xfrm>
          <a:custGeom xmlns:a="http://schemas.openxmlformats.org/drawingml/2006/main">
            <a:pathLst>
              <a:path w="62386" h="62386">
                <a:moveTo>
                  <a:pt x="6899" y="56312"/>
                </a:moveTo>
                <a:lnTo>
                  <a:pt x="6900" y="56311"/>
                </a:lnTo>
                <a:lnTo>
                  <a:pt x="13820" y="62386"/>
                </a:lnTo>
                <a:lnTo>
                  <a:pt x="25364" y="49657"/>
                </a:lnTo>
                <a:lnTo>
                  <a:pt x="37313" y="37313"/>
                </a:lnTo>
                <a:lnTo>
                  <a:pt x="49657" y="25364"/>
                </a:lnTo>
                <a:lnTo>
                  <a:pt x="62386" y="13821"/>
                </a:lnTo>
                <a:lnTo>
                  <a:pt x="50256" y="0"/>
                </a:lnTo>
                <a:lnTo>
                  <a:pt x="48595" y="1425"/>
                </a:lnTo>
                <a:lnTo>
                  <a:pt x="36267" y="12673"/>
                </a:lnTo>
                <a:lnTo>
                  <a:pt x="24290" y="24290"/>
                </a:lnTo>
                <a:lnTo>
                  <a:pt x="12673" y="36267"/>
                </a:lnTo>
                <a:lnTo>
                  <a:pt x="1425" y="48595"/>
                </a:lnTo>
                <a:lnTo>
                  <a:pt x="0" y="50256"/>
                </a:lnTo>
                <a:lnTo>
                  <a:pt x="6899" y="5631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4" name="path-4712">
            <a:extLst xmlns:a="http://schemas.openxmlformats.org/drawingml/2006/main">
              <a:ext uri="{FF2B5EF4-FFF2-40B4-BE49-F238E27FC236}">
                <a16:creationId xmlns:a16="http://schemas.microsoft.com/office/drawing/2014/main" id="{D5394106-CACC-40DD-86C5-45FFAF9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530" y="4843055"/>
            <a:ext cx="50841" cy="69645"/>
          </a:xfrm>
          <a:custGeom xmlns:a="http://schemas.openxmlformats.org/drawingml/2006/main">
            <a:pathLst>
              <a:path w="50841" h="69645">
                <a:moveTo>
                  <a:pt x="35587" y="0"/>
                </a:moveTo>
                <a:lnTo>
                  <a:pt x="29901" y="8558"/>
                </a:lnTo>
                <a:lnTo>
                  <a:pt x="21055" y="22805"/>
                </a:lnTo>
                <a:lnTo>
                  <a:pt x="12641" y="37341"/>
                </a:lnTo>
                <a:lnTo>
                  <a:pt x="4667" y="52156"/>
                </a:lnTo>
                <a:lnTo>
                  <a:pt x="0" y="61514"/>
                </a:lnTo>
                <a:lnTo>
                  <a:pt x="16457" y="69645"/>
                </a:lnTo>
                <a:lnTo>
                  <a:pt x="24339" y="54332"/>
                </a:lnTo>
                <a:lnTo>
                  <a:pt x="32704" y="39316"/>
                </a:lnTo>
                <a:lnTo>
                  <a:pt x="41542" y="24605"/>
                </a:lnTo>
                <a:lnTo>
                  <a:pt x="50841" y="10212"/>
                </a:lnTo>
                <a:lnTo>
                  <a:pt x="43189" y="5089"/>
                </a:lnTo>
                <a:lnTo>
                  <a:pt x="43189" y="5089"/>
                </a:lnTo>
                <a:lnTo>
                  <a:pt x="35587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5" name="path-4713">
            <a:extLst xmlns:a="http://schemas.openxmlformats.org/drawingml/2006/main">
              <a:ext uri="{FF2B5EF4-FFF2-40B4-BE49-F238E27FC236}">
                <a16:creationId xmlns:a16="http://schemas.microsoft.com/office/drawing/2014/main" id="{90922F9B-16F7-4BC1-95B2-A7FDE152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907" y="4970202"/>
            <a:ext cx="35786" cy="72235"/>
          </a:xfrm>
          <a:custGeom xmlns:a="http://schemas.openxmlformats.org/drawingml/2006/main">
            <a:pathLst>
              <a:path w="35786" h="72235">
                <a:moveTo>
                  <a:pt x="18055" y="72235"/>
                </a:moveTo>
                <a:lnTo>
                  <a:pt x="21691" y="55333"/>
                </a:lnTo>
                <a:lnTo>
                  <a:pt x="25865" y="38638"/>
                </a:lnTo>
                <a:lnTo>
                  <a:pt x="30566" y="22159"/>
                </a:lnTo>
                <a:lnTo>
                  <a:pt x="35786" y="5906"/>
                </a:lnTo>
                <a:lnTo>
                  <a:pt x="18384" y="0"/>
                </a:lnTo>
                <a:lnTo>
                  <a:pt x="17345" y="2964"/>
                </a:lnTo>
                <a:lnTo>
                  <a:pt x="12203" y="19269"/>
                </a:lnTo>
                <a:lnTo>
                  <a:pt x="7565" y="35790"/>
                </a:lnTo>
                <a:lnTo>
                  <a:pt x="3438" y="52519"/>
                </a:lnTo>
                <a:lnTo>
                  <a:pt x="0" y="68663"/>
                </a:lnTo>
                <a:lnTo>
                  <a:pt x="18055" y="722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6" name="path-4714">
            <a:extLst xmlns:a="http://schemas.openxmlformats.org/drawingml/2006/main">
              <a:ext uri="{FF2B5EF4-FFF2-40B4-BE49-F238E27FC236}">
                <a16:creationId xmlns:a16="http://schemas.microsoft.com/office/drawing/2014/main" id="{252D26B1-591C-45A1-93DB-DD870F8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553" y="5109329"/>
            <a:ext cx="19525" cy="71137"/>
          </a:xfrm>
          <a:custGeom xmlns:a="http://schemas.openxmlformats.org/drawingml/2006/main">
            <a:pathLst>
              <a:path w="19525" h="71137">
                <a:moveTo>
                  <a:pt x="10335" y="70544"/>
                </a:moveTo>
                <a:lnTo>
                  <a:pt x="19525" y="69950"/>
                </a:lnTo>
                <a:lnTo>
                  <a:pt x="18911" y="58554"/>
                </a:lnTo>
                <a:lnTo>
                  <a:pt x="18542" y="47092"/>
                </a:lnTo>
                <a:lnTo>
                  <a:pt x="18418" y="35569"/>
                </a:lnTo>
                <a:lnTo>
                  <a:pt x="18542" y="24045"/>
                </a:lnTo>
                <a:lnTo>
                  <a:pt x="18911" y="12584"/>
                </a:lnTo>
                <a:lnTo>
                  <a:pt x="19525" y="1187"/>
                </a:lnTo>
                <a:lnTo>
                  <a:pt x="10335" y="594"/>
                </a:lnTo>
                <a:lnTo>
                  <a:pt x="1148" y="0"/>
                </a:lnTo>
                <a:lnTo>
                  <a:pt x="290" y="17634"/>
                </a:lnTo>
                <a:lnTo>
                  <a:pt x="0" y="35569"/>
                </a:lnTo>
                <a:lnTo>
                  <a:pt x="290" y="53503"/>
                </a:lnTo>
                <a:lnTo>
                  <a:pt x="1148" y="71137"/>
                </a:lnTo>
                <a:lnTo>
                  <a:pt x="10335" y="7054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7" name="path-4715">
            <a:extLst xmlns:a="http://schemas.openxmlformats.org/drawingml/2006/main">
              <a:ext uri="{FF2B5EF4-FFF2-40B4-BE49-F238E27FC236}">
                <a16:creationId xmlns:a16="http://schemas.microsoft.com/office/drawing/2014/main" id="{66000486-8B3D-480C-9918-BEA7C45E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907" y="5247359"/>
            <a:ext cx="35786" cy="72234"/>
          </a:xfrm>
          <a:custGeom xmlns:a="http://schemas.openxmlformats.org/drawingml/2006/main">
            <a:pathLst>
              <a:path w="35786" h="72234">
                <a:moveTo>
                  <a:pt x="25864" y="33597"/>
                </a:moveTo>
                <a:lnTo>
                  <a:pt x="21691" y="16902"/>
                </a:lnTo>
                <a:lnTo>
                  <a:pt x="18055" y="0"/>
                </a:lnTo>
                <a:lnTo>
                  <a:pt x="9022" y="1787"/>
                </a:lnTo>
                <a:lnTo>
                  <a:pt x="9022" y="1787"/>
                </a:lnTo>
                <a:lnTo>
                  <a:pt x="0" y="3571"/>
                </a:lnTo>
                <a:lnTo>
                  <a:pt x="3438" y="19714"/>
                </a:lnTo>
                <a:lnTo>
                  <a:pt x="7565" y="36444"/>
                </a:lnTo>
                <a:lnTo>
                  <a:pt x="12203" y="52965"/>
                </a:lnTo>
                <a:lnTo>
                  <a:pt x="17345" y="69269"/>
                </a:lnTo>
                <a:lnTo>
                  <a:pt x="18384" y="72234"/>
                </a:lnTo>
                <a:lnTo>
                  <a:pt x="27066" y="69288"/>
                </a:lnTo>
                <a:lnTo>
                  <a:pt x="27066" y="69287"/>
                </a:lnTo>
                <a:lnTo>
                  <a:pt x="35786" y="66328"/>
                </a:lnTo>
                <a:lnTo>
                  <a:pt x="30566" y="50075"/>
                </a:lnTo>
                <a:lnTo>
                  <a:pt x="25864" y="335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8" name="path-4716">
            <a:extLst xmlns:a="http://schemas.openxmlformats.org/drawingml/2006/main">
              <a:ext uri="{FF2B5EF4-FFF2-40B4-BE49-F238E27FC236}">
                <a16:creationId xmlns:a16="http://schemas.microsoft.com/office/drawing/2014/main" id="{F965A0C7-8D9B-48E7-9741-0BA6F49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530" y="5377096"/>
            <a:ext cx="50841" cy="69645"/>
          </a:xfrm>
          <a:custGeom xmlns:a="http://schemas.openxmlformats.org/drawingml/2006/main">
            <a:pathLst>
              <a:path w="50841" h="69645">
                <a:moveTo>
                  <a:pt x="43189" y="64556"/>
                </a:moveTo>
                <a:lnTo>
                  <a:pt x="50841" y="59433"/>
                </a:lnTo>
                <a:lnTo>
                  <a:pt x="41541" y="45040"/>
                </a:lnTo>
                <a:lnTo>
                  <a:pt x="32704" y="30330"/>
                </a:lnTo>
                <a:lnTo>
                  <a:pt x="24339" y="15313"/>
                </a:lnTo>
                <a:lnTo>
                  <a:pt x="16457" y="0"/>
                </a:lnTo>
                <a:lnTo>
                  <a:pt x="0" y="8131"/>
                </a:lnTo>
                <a:lnTo>
                  <a:pt x="4667" y="17489"/>
                </a:lnTo>
                <a:lnTo>
                  <a:pt x="12641" y="32304"/>
                </a:lnTo>
                <a:lnTo>
                  <a:pt x="21055" y="46839"/>
                </a:lnTo>
                <a:lnTo>
                  <a:pt x="29901" y="61087"/>
                </a:lnTo>
                <a:lnTo>
                  <a:pt x="35588" y="69645"/>
                </a:lnTo>
                <a:lnTo>
                  <a:pt x="43189" y="64556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9" name="path-4717">
            <a:extLst xmlns:a="http://schemas.openxmlformats.org/drawingml/2006/main">
              <a:ext uri="{FF2B5EF4-FFF2-40B4-BE49-F238E27FC236}">
                <a16:creationId xmlns:a16="http://schemas.microsoft.com/office/drawing/2014/main" id="{2AFC5D61-6C35-40F3-889D-C75045A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30" y="5581399"/>
            <a:ext cx="69645" cy="50841"/>
          </a:xfrm>
          <a:custGeom xmlns:a="http://schemas.openxmlformats.org/drawingml/2006/main">
            <a:pathLst>
              <a:path w="69645" h="50841">
                <a:moveTo>
                  <a:pt x="39315" y="18137"/>
                </a:moveTo>
                <a:lnTo>
                  <a:pt x="24605" y="9300"/>
                </a:lnTo>
                <a:lnTo>
                  <a:pt x="10212" y="0"/>
                </a:lnTo>
                <a:lnTo>
                  <a:pt x="5089" y="7652"/>
                </a:lnTo>
                <a:lnTo>
                  <a:pt x="5089" y="7652"/>
                </a:lnTo>
                <a:lnTo>
                  <a:pt x="0" y="15254"/>
                </a:lnTo>
                <a:lnTo>
                  <a:pt x="8558" y="20940"/>
                </a:lnTo>
                <a:lnTo>
                  <a:pt x="22805" y="29786"/>
                </a:lnTo>
                <a:lnTo>
                  <a:pt x="37341" y="38200"/>
                </a:lnTo>
                <a:lnTo>
                  <a:pt x="52156" y="46174"/>
                </a:lnTo>
                <a:lnTo>
                  <a:pt x="61514" y="50841"/>
                </a:lnTo>
                <a:lnTo>
                  <a:pt x="69645" y="34384"/>
                </a:lnTo>
                <a:lnTo>
                  <a:pt x="54332" y="26502"/>
                </a:lnTo>
                <a:lnTo>
                  <a:pt x="39315" y="1813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0" name="path-4718">
            <a:extLst xmlns:a="http://schemas.openxmlformats.org/drawingml/2006/main">
              <a:ext uri="{FF2B5EF4-FFF2-40B4-BE49-F238E27FC236}">
                <a16:creationId xmlns:a16="http://schemas.microsoft.com/office/drawing/2014/main" id="{B6F3733F-60B2-423B-A046-23E4D8F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177" y="5642077"/>
            <a:ext cx="72235" cy="35786"/>
          </a:xfrm>
          <a:custGeom xmlns:a="http://schemas.openxmlformats.org/drawingml/2006/main">
            <a:pathLst>
              <a:path w="72235" h="35786">
                <a:moveTo>
                  <a:pt x="70448" y="26765"/>
                </a:moveTo>
                <a:lnTo>
                  <a:pt x="72235" y="17731"/>
                </a:lnTo>
                <a:lnTo>
                  <a:pt x="55333" y="14095"/>
                </a:lnTo>
                <a:lnTo>
                  <a:pt x="38638" y="9922"/>
                </a:lnTo>
                <a:lnTo>
                  <a:pt x="22159" y="5220"/>
                </a:lnTo>
                <a:lnTo>
                  <a:pt x="5906" y="0"/>
                </a:lnTo>
                <a:lnTo>
                  <a:pt x="0" y="17402"/>
                </a:lnTo>
                <a:lnTo>
                  <a:pt x="2964" y="18441"/>
                </a:lnTo>
                <a:lnTo>
                  <a:pt x="19269" y="23583"/>
                </a:lnTo>
                <a:lnTo>
                  <a:pt x="35790" y="28222"/>
                </a:lnTo>
                <a:lnTo>
                  <a:pt x="52519" y="32348"/>
                </a:lnTo>
                <a:lnTo>
                  <a:pt x="68663" y="35786"/>
                </a:lnTo>
                <a:lnTo>
                  <a:pt x="70448" y="2676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1" name="path-4719">
            <a:extLst xmlns:a="http://schemas.openxmlformats.org/drawingml/2006/main">
              <a:ext uri="{FF2B5EF4-FFF2-40B4-BE49-F238E27FC236}">
                <a16:creationId xmlns:a16="http://schemas.microsoft.com/office/drawing/2014/main" id="{8DB6DBB8-9109-44D9-97C6-CA1A823E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304" y="5668692"/>
            <a:ext cx="71137" cy="19525"/>
          </a:xfrm>
          <a:custGeom xmlns:a="http://schemas.openxmlformats.org/drawingml/2006/main">
            <a:pathLst>
              <a:path w="71137" h="19525">
                <a:moveTo>
                  <a:pt x="70544" y="9190"/>
                </a:moveTo>
                <a:lnTo>
                  <a:pt x="70543" y="9190"/>
                </a:lnTo>
                <a:lnTo>
                  <a:pt x="69949" y="0"/>
                </a:lnTo>
                <a:lnTo>
                  <a:pt x="58553" y="613"/>
                </a:lnTo>
                <a:lnTo>
                  <a:pt x="47092" y="983"/>
                </a:lnTo>
                <a:lnTo>
                  <a:pt x="35569" y="1107"/>
                </a:lnTo>
                <a:lnTo>
                  <a:pt x="24045" y="983"/>
                </a:lnTo>
                <a:lnTo>
                  <a:pt x="12584" y="613"/>
                </a:lnTo>
                <a:lnTo>
                  <a:pt x="1187" y="0"/>
                </a:lnTo>
                <a:lnTo>
                  <a:pt x="594" y="9190"/>
                </a:lnTo>
                <a:lnTo>
                  <a:pt x="0" y="18377"/>
                </a:lnTo>
                <a:lnTo>
                  <a:pt x="17634" y="19234"/>
                </a:lnTo>
                <a:lnTo>
                  <a:pt x="35568" y="19525"/>
                </a:lnTo>
                <a:lnTo>
                  <a:pt x="53502" y="19234"/>
                </a:lnTo>
                <a:lnTo>
                  <a:pt x="71137" y="18377"/>
                </a:lnTo>
                <a:lnTo>
                  <a:pt x="70544" y="919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2" name="path-4720">
            <a:extLst xmlns:a="http://schemas.openxmlformats.org/drawingml/2006/main">
              <a:ext uri="{FF2B5EF4-FFF2-40B4-BE49-F238E27FC236}">
                <a16:creationId xmlns:a16="http://schemas.microsoft.com/office/drawing/2014/main" id="{779F9D33-9525-4EC0-B295-6DF58C1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334" y="5642077"/>
            <a:ext cx="72234" cy="35786"/>
          </a:xfrm>
          <a:custGeom xmlns:a="http://schemas.openxmlformats.org/drawingml/2006/main">
            <a:pathLst>
              <a:path w="72234" h="35786">
                <a:moveTo>
                  <a:pt x="0" y="17731"/>
                </a:moveTo>
                <a:lnTo>
                  <a:pt x="1787" y="26765"/>
                </a:lnTo>
                <a:lnTo>
                  <a:pt x="3572" y="35786"/>
                </a:lnTo>
                <a:lnTo>
                  <a:pt x="19715" y="32348"/>
                </a:lnTo>
                <a:lnTo>
                  <a:pt x="36444" y="28222"/>
                </a:lnTo>
                <a:lnTo>
                  <a:pt x="52965" y="23583"/>
                </a:lnTo>
                <a:lnTo>
                  <a:pt x="69270" y="18441"/>
                </a:lnTo>
                <a:lnTo>
                  <a:pt x="72234" y="17402"/>
                </a:lnTo>
                <a:lnTo>
                  <a:pt x="66328" y="0"/>
                </a:lnTo>
                <a:lnTo>
                  <a:pt x="50076" y="5220"/>
                </a:lnTo>
                <a:lnTo>
                  <a:pt x="33597" y="9922"/>
                </a:lnTo>
                <a:lnTo>
                  <a:pt x="16902" y="14095"/>
                </a:lnTo>
                <a:lnTo>
                  <a:pt x="0" y="1773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3" name="path-4721">
            <a:extLst xmlns:a="http://schemas.openxmlformats.org/drawingml/2006/main">
              <a:ext uri="{FF2B5EF4-FFF2-40B4-BE49-F238E27FC236}">
                <a16:creationId xmlns:a16="http://schemas.microsoft.com/office/drawing/2014/main" id="{9181C6CC-9343-401C-B7AC-C4E7F2B2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071" y="5581399"/>
            <a:ext cx="69645" cy="50841"/>
          </a:xfrm>
          <a:custGeom xmlns:a="http://schemas.openxmlformats.org/drawingml/2006/main">
            <a:pathLst>
              <a:path w="69645" h="50841">
                <a:moveTo>
                  <a:pt x="15313" y="26502"/>
                </a:moveTo>
                <a:lnTo>
                  <a:pt x="0" y="34384"/>
                </a:lnTo>
                <a:lnTo>
                  <a:pt x="4079" y="42640"/>
                </a:lnTo>
                <a:lnTo>
                  <a:pt x="4079" y="42640"/>
                </a:lnTo>
                <a:lnTo>
                  <a:pt x="8131" y="50841"/>
                </a:lnTo>
                <a:lnTo>
                  <a:pt x="17488" y="46174"/>
                </a:lnTo>
                <a:lnTo>
                  <a:pt x="32303" y="38200"/>
                </a:lnTo>
                <a:lnTo>
                  <a:pt x="46839" y="29786"/>
                </a:lnTo>
                <a:lnTo>
                  <a:pt x="61086" y="20940"/>
                </a:lnTo>
                <a:lnTo>
                  <a:pt x="69645" y="15253"/>
                </a:lnTo>
                <a:lnTo>
                  <a:pt x="64556" y="7652"/>
                </a:lnTo>
                <a:lnTo>
                  <a:pt x="64556" y="7652"/>
                </a:lnTo>
                <a:lnTo>
                  <a:pt x="59433" y="0"/>
                </a:lnTo>
                <a:lnTo>
                  <a:pt x="45040" y="9300"/>
                </a:lnTo>
                <a:lnTo>
                  <a:pt x="30330" y="18137"/>
                </a:lnTo>
                <a:lnTo>
                  <a:pt x="15313" y="2650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4" name="path-4722">
            <a:extLst xmlns:a="http://schemas.openxmlformats.org/drawingml/2006/main">
              <a:ext uri="{FF2B5EF4-FFF2-40B4-BE49-F238E27FC236}">
                <a16:creationId xmlns:a16="http://schemas.microsoft.com/office/drawing/2014/main" id="{BEEC6D18-2826-413B-83BC-64C4D6A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962" y="5490987"/>
            <a:ext cx="62385" cy="62385"/>
          </a:xfrm>
          <a:custGeom xmlns:a="http://schemas.openxmlformats.org/drawingml/2006/main">
            <a:pathLst>
              <a:path w="62385" h="62385">
                <a:moveTo>
                  <a:pt x="48565" y="0"/>
                </a:moveTo>
                <a:lnTo>
                  <a:pt x="37022" y="12729"/>
                </a:lnTo>
                <a:lnTo>
                  <a:pt x="25073" y="25073"/>
                </a:lnTo>
                <a:lnTo>
                  <a:pt x="12729" y="37022"/>
                </a:lnTo>
                <a:lnTo>
                  <a:pt x="0" y="48565"/>
                </a:lnTo>
                <a:lnTo>
                  <a:pt x="6074" y="55486"/>
                </a:lnTo>
                <a:lnTo>
                  <a:pt x="6074" y="55486"/>
                </a:lnTo>
                <a:lnTo>
                  <a:pt x="12130" y="62385"/>
                </a:lnTo>
                <a:lnTo>
                  <a:pt x="13790" y="60961"/>
                </a:lnTo>
                <a:lnTo>
                  <a:pt x="26118" y="49713"/>
                </a:lnTo>
                <a:lnTo>
                  <a:pt x="38095" y="38096"/>
                </a:lnTo>
                <a:lnTo>
                  <a:pt x="49712" y="26119"/>
                </a:lnTo>
                <a:lnTo>
                  <a:pt x="60960" y="13790"/>
                </a:lnTo>
                <a:lnTo>
                  <a:pt x="62385" y="12130"/>
                </a:lnTo>
                <a:lnTo>
                  <a:pt x="48565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5" name="path-4723">
            <a:extLst xmlns:a="http://schemas.openxmlformats.org/drawingml/2006/main">
              <a:ext uri="{FF2B5EF4-FFF2-40B4-BE49-F238E27FC236}">
                <a16:creationId xmlns:a16="http://schemas.microsoft.com/office/drawing/2014/main" id="{8381F0BD-E957-48C3-8B59-88409D03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74" y="5377096"/>
            <a:ext cx="50841" cy="69645"/>
          </a:xfrm>
          <a:custGeom xmlns:a="http://schemas.openxmlformats.org/drawingml/2006/main">
            <a:pathLst>
              <a:path w="50841" h="69645">
                <a:moveTo>
                  <a:pt x="34384" y="0"/>
                </a:moveTo>
                <a:lnTo>
                  <a:pt x="26502" y="15313"/>
                </a:lnTo>
                <a:lnTo>
                  <a:pt x="18137" y="30330"/>
                </a:lnTo>
                <a:lnTo>
                  <a:pt x="9300" y="45040"/>
                </a:lnTo>
                <a:lnTo>
                  <a:pt x="0" y="59433"/>
                </a:lnTo>
                <a:lnTo>
                  <a:pt x="7652" y="64556"/>
                </a:lnTo>
                <a:lnTo>
                  <a:pt x="15253" y="69645"/>
                </a:lnTo>
                <a:lnTo>
                  <a:pt x="20940" y="61087"/>
                </a:lnTo>
                <a:lnTo>
                  <a:pt x="29785" y="46839"/>
                </a:lnTo>
                <a:lnTo>
                  <a:pt x="38200" y="32304"/>
                </a:lnTo>
                <a:lnTo>
                  <a:pt x="46173" y="17489"/>
                </a:lnTo>
                <a:lnTo>
                  <a:pt x="50841" y="8131"/>
                </a:lnTo>
                <a:lnTo>
                  <a:pt x="3438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6" name="path-4724">
            <a:extLst xmlns:a="http://schemas.openxmlformats.org/drawingml/2006/main">
              <a:ext uri="{FF2B5EF4-FFF2-40B4-BE49-F238E27FC236}">
                <a16:creationId xmlns:a16="http://schemas.microsoft.com/office/drawing/2014/main" id="{497E601C-5F7D-48C3-9845-D053F9D9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052" y="5247359"/>
            <a:ext cx="35786" cy="72234"/>
          </a:xfrm>
          <a:custGeom xmlns:a="http://schemas.openxmlformats.org/drawingml/2006/main">
            <a:pathLst>
              <a:path w="35786" h="72234">
                <a:moveTo>
                  <a:pt x="26765" y="1787"/>
                </a:moveTo>
                <a:lnTo>
                  <a:pt x="17731" y="0"/>
                </a:lnTo>
                <a:lnTo>
                  <a:pt x="14096" y="16902"/>
                </a:lnTo>
                <a:lnTo>
                  <a:pt x="9922" y="33597"/>
                </a:lnTo>
                <a:lnTo>
                  <a:pt x="5220" y="50076"/>
                </a:lnTo>
                <a:lnTo>
                  <a:pt x="0" y="66328"/>
                </a:lnTo>
                <a:lnTo>
                  <a:pt x="17402" y="72234"/>
                </a:lnTo>
                <a:lnTo>
                  <a:pt x="18441" y="69270"/>
                </a:lnTo>
                <a:lnTo>
                  <a:pt x="23583" y="52966"/>
                </a:lnTo>
                <a:lnTo>
                  <a:pt x="28222" y="36444"/>
                </a:lnTo>
                <a:lnTo>
                  <a:pt x="32348" y="19715"/>
                </a:lnTo>
                <a:lnTo>
                  <a:pt x="35786" y="3572"/>
                </a:lnTo>
                <a:lnTo>
                  <a:pt x="26765" y="1787"/>
                </a:lnTo>
                <a:lnTo>
                  <a:pt x="26765" y="178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7" name="path-4725">
            <a:extLst xmlns:a="http://schemas.openxmlformats.org/drawingml/2006/main">
              <a:ext uri="{FF2B5EF4-FFF2-40B4-BE49-F238E27FC236}">
                <a16:creationId xmlns:a16="http://schemas.microsoft.com/office/drawing/2014/main" id="{35768C13-0C08-4202-BF2F-51D5D528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398" y="5490987"/>
            <a:ext cx="62386" cy="62386"/>
          </a:xfrm>
          <a:custGeom xmlns:a="http://schemas.openxmlformats.org/drawingml/2006/main">
            <a:pathLst>
              <a:path w="62386" h="62386">
                <a:moveTo>
                  <a:pt x="0" y="12130"/>
                </a:moveTo>
                <a:lnTo>
                  <a:pt x="1425" y="13790"/>
                </a:lnTo>
                <a:lnTo>
                  <a:pt x="12673" y="26119"/>
                </a:lnTo>
                <a:lnTo>
                  <a:pt x="24290" y="38096"/>
                </a:lnTo>
                <a:lnTo>
                  <a:pt x="36267" y="49713"/>
                </a:lnTo>
                <a:lnTo>
                  <a:pt x="48595" y="60961"/>
                </a:lnTo>
                <a:lnTo>
                  <a:pt x="50256" y="62386"/>
                </a:lnTo>
                <a:lnTo>
                  <a:pt x="62386" y="48565"/>
                </a:lnTo>
                <a:lnTo>
                  <a:pt x="49657" y="37022"/>
                </a:lnTo>
                <a:lnTo>
                  <a:pt x="37313" y="25073"/>
                </a:lnTo>
                <a:lnTo>
                  <a:pt x="25364" y="12729"/>
                </a:lnTo>
                <a:lnTo>
                  <a:pt x="13820" y="0"/>
                </a:lnTo>
                <a:lnTo>
                  <a:pt x="0" y="1213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8" name="path-4726">
            <a:extLst xmlns:a="http://schemas.openxmlformats.org/drawingml/2006/main">
              <a:ext uri="{FF2B5EF4-FFF2-40B4-BE49-F238E27FC236}">
                <a16:creationId xmlns:a16="http://schemas.microsoft.com/office/drawing/2014/main" id="{57CA05F7-114A-42B0-A9B0-D4CE77E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22" y="4717758"/>
            <a:ext cx="193385" cy="106334"/>
          </a:xfrm>
          <a:custGeom xmlns:a="http://schemas.openxmlformats.org/drawingml/2006/main">
            <a:pathLst>
              <a:path w="193385" h="106334">
                <a:moveTo>
                  <a:pt x="193385" y="53167"/>
                </a:moveTo>
                <a:lnTo>
                  <a:pt x="101297" y="0"/>
                </a:lnTo>
                <a:lnTo>
                  <a:pt x="101297" y="106334"/>
                </a:lnTo>
                <a:lnTo>
                  <a:pt x="193385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110505" y="62376"/>
                </a:lnTo>
                <a:lnTo>
                  <a:pt x="110505" y="53167"/>
                </a:lnTo>
                <a:lnTo>
                  <a:pt x="110505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9" name="path-4727">
            <a:extLst xmlns:a="http://schemas.openxmlformats.org/drawingml/2006/main">
              <a:ext uri="{FF2B5EF4-FFF2-40B4-BE49-F238E27FC236}">
                <a16:creationId xmlns:a16="http://schemas.microsoft.com/office/drawing/2014/main" id="{8CE6A65F-3C97-4E9D-A4BC-2964B0BE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80" y="4761716"/>
            <a:ext cx="119715" cy="18418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0" name="path-4728">
            <a:extLst xmlns:a="http://schemas.openxmlformats.org/drawingml/2006/main">
              <a:ext uri="{FF2B5EF4-FFF2-40B4-BE49-F238E27FC236}">
                <a16:creationId xmlns:a16="http://schemas.microsoft.com/office/drawing/2014/main" id="{4DE83B95-6501-4D6A-A78F-A7DDFCE0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76" y="4761716"/>
            <a:ext cx="119715" cy="18418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1" name="path-4729">
            <a:extLst xmlns:a="http://schemas.openxmlformats.org/drawingml/2006/main">
              <a:ext uri="{FF2B5EF4-FFF2-40B4-BE49-F238E27FC236}">
                <a16:creationId xmlns:a16="http://schemas.microsoft.com/office/drawing/2014/main" id="{F606A2B8-F63C-473A-8030-9E7992D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64" y="4761716"/>
            <a:ext cx="119715" cy="18418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2" name="path-4730">
            <a:extLst xmlns:a="http://schemas.openxmlformats.org/drawingml/2006/main">
              <a:ext uri="{FF2B5EF4-FFF2-40B4-BE49-F238E27FC236}">
                <a16:creationId xmlns:a16="http://schemas.microsoft.com/office/drawing/2014/main" id="{94C9B914-CC7A-48DB-9ED3-51B2CD69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70" y="4853804"/>
            <a:ext cx="331517" cy="331517"/>
          </a:xfrm>
          <a:custGeom xmlns:a="http://schemas.openxmlformats.org/drawingml/2006/main">
            <a:pathLst>
              <a:path w="331517" h="331517">
                <a:moveTo>
                  <a:pt x="0" y="0"/>
                </a:moveTo>
                <a:lnTo>
                  <a:pt x="331517" y="0"/>
                </a:lnTo>
                <a:lnTo>
                  <a:pt x="331517" y="331517"/>
                </a:lnTo>
                <a:lnTo>
                  <a:pt x="0" y="3315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3" name="path-4731">
            <a:extLst xmlns:a="http://schemas.openxmlformats.org/drawingml/2006/main">
              <a:ext uri="{FF2B5EF4-FFF2-40B4-BE49-F238E27FC236}">
                <a16:creationId xmlns:a16="http://schemas.microsoft.com/office/drawing/2014/main" id="{2AB4FE14-57A9-4504-BD6A-593F9F5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70" y="4853804"/>
            <a:ext cx="331517" cy="331516"/>
          </a:xfrm>
          <a:custGeom xmlns:a="http://schemas.openxmlformats.org/drawingml/2006/main">
            <a:pathLst>
              <a:path w="331517" h="331516">
                <a:moveTo>
                  <a:pt x="331517" y="331516"/>
                </a:moveTo>
                <a:lnTo>
                  <a:pt x="331517" y="0"/>
                </a:lnTo>
                <a:lnTo>
                  <a:pt x="0" y="0"/>
                </a:lnTo>
                <a:lnTo>
                  <a:pt x="0" y="331516"/>
                </a:lnTo>
                <a:lnTo>
                  <a:pt x="331517" y="331516"/>
                </a:lnTo>
                <a:close/>
                <a:moveTo>
                  <a:pt x="313099" y="313099"/>
                </a:moveTo>
                <a:lnTo>
                  <a:pt x="18417" y="313099"/>
                </a:lnTo>
                <a:lnTo>
                  <a:pt x="18417" y="18417"/>
                </a:lnTo>
                <a:lnTo>
                  <a:pt x="313099" y="18417"/>
                </a:lnTo>
                <a:lnTo>
                  <a:pt x="313099" y="313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4" name="path-4732">
            <a:extLst xmlns:a="http://schemas.openxmlformats.org/drawingml/2006/main">
              <a:ext uri="{FF2B5EF4-FFF2-40B4-BE49-F238E27FC236}">
                <a16:creationId xmlns:a16="http://schemas.microsoft.com/office/drawing/2014/main" id="{682750D8-D635-4374-9AFD-780DD11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7" y="4338111"/>
            <a:ext cx="414703" cy="359143"/>
          </a:xfrm>
          <a:custGeom xmlns:a="http://schemas.openxmlformats.org/drawingml/2006/main">
            <a:pathLst>
              <a:path w="414703" h="359143">
                <a:moveTo>
                  <a:pt x="207351" y="0"/>
                </a:moveTo>
                <a:lnTo>
                  <a:pt x="414703" y="359143"/>
                </a:lnTo>
                <a:lnTo>
                  <a:pt x="0" y="359143"/>
                </a:lnTo>
                <a:lnTo>
                  <a:pt x="207351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5" name="path-4733">
            <a:extLst xmlns:a="http://schemas.openxmlformats.org/drawingml/2006/main">
              <a:ext uri="{FF2B5EF4-FFF2-40B4-BE49-F238E27FC236}">
                <a16:creationId xmlns:a16="http://schemas.microsoft.com/office/drawing/2014/main" id="{78B255B6-794B-4FA5-9CB3-41EC465D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77" y="4338111"/>
            <a:ext cx="414703" cy="359143"/>
          </a:xfrm>
          <a:custGeom xmlns:a="http://schemas.openxmlformats.org/drawingml/2006/main">
            <a:pathLst>
              <a:path w="414703" h="359143">
                <a:moveTo>
                  <a:pt x="414703" y="359143"/>
                </a:moveTo>
                <a:lnTo>
                  <a:pt x="207351" y="0"/>
                </a:lnTo>
                <a:lnTo>
                  <a:pt x="0" y="359143"/>
                </a:lnTo>
                <a:lnTo>
                  <a:pt x="414703" y="359143"/>
                </a:lnTo>
                <a:close/>
                <a:moveTo>
                  <a:pt x="31900" y="340726"/>
                </a:moveTo>
                <a:lnTo>
                  <a:pt x="207351" y="36835"/>
                </a:lnTo>
                <a:lnTo>
                  <a:pt x="382803" y="340726"/>
                </a:lnTo>
                <a:lnTo>
                  <a:pt x="31900" y="34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6" name="path-4734">
            <a:extLst xmlns:a="http://schemas.openxmlformats.org/drawingml/2006/main">
              <a:ext uri="{FF2B5EF4-FFF2-40B4-BE49-F238E27FC236}">
                <a16:creationId xmlns:a16="http://schemas.microsoft.com/office/drawing/2014/main" id="{C17F8B12-6219-41CB-A0E1-1AD2F78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180" y="4755205"/>
            <a:ext cx="777354" cy="777354"/>
          </a:xfrm>
          <a:custGeom xmlns:a="http://schemas.openxmlformats.org/drawingml/2006/main">
            <a:pathLst>
              <a:path w="777354" h="777354">
                <a:moveTo>
                  <a:pt x="6512" y="6511"/>
                </a:moveTo>
                <a:lnTo>
                  <a:pt x="0" y="13023"/>
                </a:lnTo>
                <a:lnTo>
                  <a:pt x="27298" y="40321"/>
                </a:lnTo>
                <a:lnTo>
                  <a:pt x="33809" y="33809"/>
                </a:lnTo>
                <a:lnTo>
                  <a:pt x="40321" y="27298"/>
                </a:lnTo>
                <a:lnTo>
                  <a:pt x="13023" y="0"/>
                </a:lnTo>
                <a:lnTo>
                  <a:pt x="6512" y="6511"/>
                </a:lnTo>
                <a:moveTo>
                  <a:pt x="88405" y="88404"/>
                </a:moveTo>
                <a:lnTo>
                  <a:pt x="81893" y="94916"/>
                </a:lnTo>
                <a:lnTo>
                  <a:pt x="136488" y="149511"/>
                </a:lnTo>
                <a:lnTo>
                  <a:pt x="142999" y="142999"/>
                </a:lnTo>
                <a:lnTo>
                  <a:pt x="149511" y="136488"/>
                </a:lnTo>
                <a:lnTo>
                  <a:pt x="94916" y="81893"/>
                </a:lnTo>
                <a:lnTo>
                  <a:pt x="88405" y="88404"/>
                </a:lnTo>
                <a:moveTo>
                  <a:pt x="197594" y="197594"/>
                </a:moveTo>
                <a:lnTo>
                  <a:pt x="191083" y="204106"/>
                </a:lnTo>
                <a:lnTo>
                  <a:pt x="245677" y="258701"/>
                </a:lnTo>
                <a:lnTo>
                  <a:pt x="252189" y="252189"/>
                </a:lnTo>
                <a:lnTo>
                  <a:pt x="258701" y="245677"/>
                </a:lnTo>
                <a:lnTo>
                  <a:pt x="204106" y="191083"/>
                </a:lnTo>
                <a:lnTo>
                  <a:pt x="197594" y="197594"/>
                </a:lnTo>
                <a:moveTo>
                  <a:pt x="306784" y="306784"/>
                </a:moveTo>
                <a:lnTo>
                  <a:pt x="300273" y="313296"/>
                </a:lnTo>
                <a:lnTo>
                  <a:pt x="354868" y="367891"/>
                </a:lnTo>
                <a:lnTo>
                  <a:pt x="361379" y="361379"/>
                </a:lnTo>
                <a:lnTo>
                  <a:pt x="367891" y="354868"/>
                </a:lnTo>
                <a:lnTo>
                  <a:pt x="313296" y="300273"/>
                </a:lnTo>
                <a:lnTo>
                  <a:pt x="306784" y="306784"/>
                </a:lnTo>
                <a:moveTo>
                  <a:pt x="415975" y="415975"/>
                </a:moveTo>
                <a:lnTo>
                  <a:pt x="409463" y="422486"/>
                </a:lnTo>
                <a:lnTo>
                  <a:pt x="464058" y="477081"/>
                </a:lnTo>
                <a:lnTo>
                  <a:pt x="470570" y="470570"/>
                </a:lnTo>
                <a:lnTo>
                  <a:pt x="477081" y="464058"/>
                </a:lnTo>
                <a:lnTo>
                  <a:pt x="422486" y="409463"/>
                </a:lnTo>
                <a:lnTo>
                  <a:pt x="415975" y="415975"/>
                </a:lnTo>
                <a:moveTo>
                  <a:pt x="525165" y="525164"/>
                </a:moveTo>
                <a:lnTo>
                  <a:pt x="518653" y="531676"/>
                </a:lnTo>
                <a:lnTo>
                  <a:pt x="573248" y="586271"/>
                </a:lnTo>
                <a:lnTo>
                  <a:pt x="579759" y="579759"/>
                </a:lnTo>
                <a:lnTo>
                  <a:pt x="586271" y="573248"/>
                </a:lnTo>
                <a:lnTo>
                  <a:pt x="531676" y="518653"/>
                </a:lnTo>
                <a:lnTo>
                  <a:pt x="525165" y="525164"/>
                </a:lnTo>
                <a:moveTo>
                  <a:pt x="634354" y="634354"/>
                </a:moveTo>
                <a:lnTo>
                  <a:pt x="627843" y="640866"/>
                </a:lnTo>
                <a:lnTo>
                  <a:pt x="682438" y="695461"/>
                </a:lnTo>
                <a:lnTo>
                  <a:pt x="688950" y="688950"/>
                </a:lnTo>
                <a:lnTo>
                  <a:pt x="695461" y="682438"/>
                </a:lnTo>
                <a:lnTo>
                  <a:pt x="640866" y="627843"/>
                </a:lnTo>
                <a:lnTo>
                  <a:pt x="634354" y="634354"/>
                </a:lnTo>
                <a:moveTo>
                  <a:pt x="743545" y="743545"/>
                </a:moveTo>
                <a:lnTo>
                  <a:pt x="737033" y="750057"/>
                </a:lnTo>
                <a:lnTo>
                  <a:pt x="764331" y="777354"/>
                </a:lnTo>
                <a:lnTo>
                  <a:pt x="770842" y="770842"/>
                </a:lnTo>
                <a:lnTo>
                  <a:pt x="777354" y="764330"/>
                </a:lnTo>
                <a:lnTo>
                  <a:pt x="750057" y="737033"/>
                </a:lnTo>
                <a:lnTo>
                  <a:pt x="743545" y="743545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7" name="path-4735">
            <a:extLst xmlns:a="http://schemas.openxmlformats.org/drawingml/2006/main">
              <a:ext uri="{FF2B5EF4-FFF2-40B4-BE49-F238E27FC236}">
                <a16:creationId xmlns:a16="http://schemas.microsoft.com/office/drawing/2014/main" id="{0B054899-52BA-4176-ABE9-1BA56BB2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62" y="3711913"/>
            <a:ext cx="3536181" cy="2762641"/>
          </a:xfrm>
          <a:custGeom xmlns:a="http://schemas.openxmlformats.org/drawingml/2006/main">
            <a:pathLst>
              <a:path w="3536181" h="2762641">
                <a:moveTo>
                  <a:pt x="0" y="0"/>
                </a:moveTo>
                <a:lnTo>
                  <a:pt x="3536181" y="0"/>
                </a:lnTo>
                <a:lnTo>
                  <a:pt x="3536181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8" name="path-4736">
            <a:extLst xmlns:a="http://schemas.openxmlformats.org/drawingml/2006/main">
              <a:ext uri="{FF2B5EF4-FFF2-40B4-BE49-F238E27FC236}">
                <a16:creationId xmlns:a16="http://schemas.microsoft.com/office/drawing/2014/main" id="{7DEB2DE4-3DE1-4C6E-93A4-BD3FF9CD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62" y="5885190"/>
            <a:ext cx="3536181" cy="589364"/>
          </a:xfrm>
          <a:custGeom xmlns:a="http://schemas.openxmlformats.org/drawingml/2006/main">
            <a:pathLst>
              <a:path w="3536181" h="589364">
                <a:moveTo>
                  <a:pt x="0" y="589364"/>
                </a:moveTo>
                <a:lnTo>
                  <a:pt x="3536181" y="589364"/>
                </a:lnTo>
                <a:lnTo>
                  <a:pt x="3536181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9" name="path-4737">
            <a:extLst xmlns:a="http://schemas.openxmlformats.org/drawingml/2006/main">
              <a:ext uri="{FF2B5EF4-FFF2-40B4-BE49-F238E27FC236}">
                <a16:creationId xmlns:a16="http://schemas.microsoft.com/office/drawing/2014/main" id="{67216B15-9F1A-46EE-BA8F-F0C03E2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62" y="5885190"/>
            <a:ext cx="3536181" cy="589364"/>
          </a:xfrm>
          <a:custGeom xmlns:a="http://schemas.openxmlformats.org/drawingml/2006/main">
            <a:pathLst>
              <a:path w="3536181" h="589364">
                <a:moveTo>
                  <a:pt x="0" y="589364"/>
                </a:moveTo>
                <a:lnTo>
                  <a:pt x="3536181" y="589364"/>
                </a:lnTo>
                <a:lnTo>
                  <a:pt x="3536181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0" name="path-4738">
            <a:extLst xmlns:a="http://schemas.openxmlformats.org/drawingml/2006/main">
              <a:ext uri="{FF2B5EF4-FFF2-40B4-BE49-F238E27FC236}">
                <a16:creationId xmlns:a16="http://schemas.microsoft.com/office/drawing/2014/main" id="{7F9A52C3-38B5-4234-88D3-8FA722E2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32" y="613208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1" name="path-4739">
            <a:extLst xmlns:a="http://schemas.openxmlformats.org/drawingml/2006/main">
              <a:ext uri="{FF2B5EF4-FFF2-40B4-BE49-F238E27FC236}">
                <a16:creationId xmlns:a16="http://schemas.microsoft.com/office/drawing/2014/main" id="{8141636B-94EE-4384-BED7-F2179238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083" y="612146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2" name="path-4740">
            <a:extLst xmlns:a="http://schemas.openxmlformats.org/drawingml/2006/main">
              <a:ext uri="{FF2B5EF4-FFF2-40B4-BE49-F238E27FC236}">
                <a16:creationId xmlns:a16="http://schemas.microsoft.com/office/drawing/2014/main" id="{3D8B60C3-E7CE-4A0C-96E2-A70368D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850" y="61277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3" name="path-4741">
            <a:extLst xmlns:a="http://schemas.openxmlformats.org/drawingml/2006/main">
              <a:ext uri="{FF2B5EF4-FFF2-40B4-BE49-F238E27FC236}">
                <a16:creationId xmlns:a16="http://schemas.microsoft.com/office/drawing/2014/main" id="{9BF1880D-DFF4-461C-A281-D452FDB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115" y="61595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4" name="path-4742">
            <a:extLst xmlns:a="http://schemas.openxmlformats.org/drawingml/2006/main">
              <a:ext uri="{FF2B5EF4-FFF2-40B4-BE49-F238E27FC236}">
                <a16:creationId xmlns:a16="http://schemas.microsoft.com/office/drawing/2014/main" id="{7D05FDBF-037D-45FA-860C-0A7049B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754" y="61513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5" name="path-4743">
            <a:extLst xmlns:a="http://schemas.openxmlformats.org/drawingml/2006/main">
              <a:ext uri="{FF2B5EF4-FFF2-40B4-BE49-F238E27FC236}">
                <a16:creationId xmlns:a16="http://schemas.microsoft.com/office/drawing/2014/main" id="{79865865-193D-44D2-BEC1-8F9D302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218" y="6145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6" name="path-4744">
            <a:extLst xmlns:a="http://schemas.openxmlformats.org/drawingml/2006/main">
              <a:ext uri="{FF2B5EF4-FFF2-40B4-BE49-F238E27FC236}">
                <a16:creationId xmlns:a16="http://schemas.microsoft.com/office/drawing/2014/main" id="{742494E7-504E-447C-B7E6-B947AC02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847" y="6149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7" name="path-4745">
            <a:extLst xmlns:a="http://schemas.openxmlformats.org/drawingml/2006/main">
              <a:ext uri="{FF2B5EF4-FFF2-40B4-BE49-F238E27FC236}">
                <a16:creationId xmlns:a16="http://schemas.microsoft.com/office/drawing/2014/main" id="{9304C38F-B00D-475A-A51F-3E0DD0F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249" y="61498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8" name="path-4746">
            <a:extLst xmlns:a="http://schemas.openxmlformats.org/drawingml/2006/main">
              <a:ext uri="{FF2B5EF4-FFF2-40B4-BE49-F238E27FC236}">
                <a16:creationId xmlns:a16="http://schemas.microsoft.com/office/drawing/2014/main" id="{29CE3AF7-7569-41B1-9248-BC9F54E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585" y="613844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9" name="path-4747">
            <a:extLst xmlns:a="http://schemas.openxmlformats.org/drawingml/2006/main">
              <a:ext uri="{FF2B5EF4-FFF2-40B4-BE49-F238E27FC236}">
                <a16:creationId xmlns:a16="http://schemas.microsoft.com/office/drawing/2014/main" id="{9ED739BD-DE48-4EF1-98E8-DC453045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783" y="61528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0" name="path-4748">
            <a:extLst xmlns:a="http://schemas.openxmlformats.org/drawingml/2006/main">
              <a:ext uri="{FF2B5EF4-FFF2-40B4-BE49-F238E27FC236}">
                <a16:creationId xmlns:a16="http://schemas.microsoft.com/office/drawing/2014/main" id="{23AF5D57-D5AF-4B5F-9EE1-1F723C55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935" y="607515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1" name="path-4749">
            <a:extLst xmlns:a="http://schemas.openxmlformats.org/drawingml/2006/main">
              <a:ext uri="{FF2B5EF4-FFF2-40B4-BE49-F238E27FC236}">
                <a16:creationId xmlns:a16="http://schemas.microsoft.com/office/drawing/2014/main" id="{EBB18570-282B-4E13-B3DF-BF5D5E23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98" y="612287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2" name="path-4750">
            <a:extLst xmlns:a="http://schemas.openxmlformats.org/drawingml/2006/main">
              <a:ext uri="{FF2B5EF4-FFF2-40B4-BE49-F238E27FC236}">
                <a16:creationId xmlns:a16="http://schemas.microsoft.com/office/drawing/2014/main" id="{60071564-9562-4F11-83CA-5C8754B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236" y="615610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3" name="path-4751">
            <a:extLst xmlns:a="http://schemas.openxmlformats.org/drawingml/2006/main">
              <a:ext uri="{FF2B5EF4-FFF2-40B4-BE49-F238E27FC236}">
                <a16:creationId xmlns:a16="http://schemas.microsoft.com/office/drawing/2014/main" id="{A7B83970-EE92-4BB9-AFB2-8E1D238F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24" y="61560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4" name="path-4752">
            <a:extLst xmlns:a="http://schemas.openxmlformats.org/drawingml/2006/main">
              <a:ext uri="{FF2B5EF4-FFF2-40B4-BE49-F238E27FC236}">
                <a16:creationId xmlns:a16="http://schemas.microsoft.com/office/drawing/2014/main" id="{902D1977-3CB9-42FA-ADC1-CC15D761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776" y="614589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5" name="path-4753">
            <a:extLst xmlns:a="http://schemas.openxmlformats.org/drawingml/2006/main">
              <a:ext uri="{FF2B5EF4-FFF2-40B4-BE49-F238E27FC236}">
                <a16:creationId xmlns:a16="http://schemas.microsoft.com/office/drawing/2014/main" id="{6BBFAEE9-735C-40BC-AA80-C47B6099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167" y="614122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6" name="path-4754">
            <a:extLst xmlns:a="http://schemas.openxmlformats.org/drawingml/2006/main">
              <a:ext uri="{FF2B5EF4-FFF2-40B4-BE49-F238E27FC236}">
                <a16:creationId xmlns:a16="http://schemas.microsoft.com/office/drawing/2014/main" id="{1A96E904-EC02-4AE9-ACCF-FDAA249D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911" y="61410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7" name="path-4755">
            <a:extLst xmlns:a="http://schemas.openxmlformats.org/drawingml/2006/main">
              <a:ext uri="{FF2B5EF4-FFF2-40B4-BE49-F238E27FC236}">
                <a16:creationId xmlns:a16="http://schemas.microsoft.com/office/drawing/2014/main" id="{EB61814D-D3B5-4ABE-ADDB-D14F2546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825" y="61646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8" name="path-4756">
            <a:extLst xmlns:a="http://schemas.openxmlformats.org/drawingml/2006/main">
              <a:ext uri="{FF2B5EF4-FFF2-40B4-BE49-F238E27FC236}">
                <a16:creationId xmlns:a16="http://schemas.microsoft.com/office/drawing/2014/main" id="{8A1DA6B3-DF69-41DF-9F30-1C2834C2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387" y="61481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9" name="path-4757">
            <a:extLst xmlns:a="http://schemas.openxmlformats.org/drawingml/2006/main">
              <a:ext uri="{FF2B5EF4-FFF2-40B4-BE49-F238E27FC236}">
                <a16:creationId xmlns:a16="http://schemas.microsoft.com/office/drawing/2014/main" id="{BDB0268F-1206-49D1-A97A-957FE274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680" y="613331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0" name="path-4758">
            <a:extLst xmlns:a="http://schemas.openxmlformats.org/drawingml/2006/main">
              <a:ext uri="{FF2B5EF4-FFF2-40B4-BE49-F238E27FC236}">
                <a16:creationId xmlns:a16="http://schemas.microsoft.com/office/drawing/2014/main" id="{DC48D64E-7DAE-486D-9C9B-6CE93024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68" y="61598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1" name="path-4759">
            <a:extLst xmlns:a="http://schemas.openxmlformats.org/drawingml/2006/main">
              <a:ext uri="{FF2B5EF4-FFF2-40B4-BE49-F238E27FC236}">
                <a16:creationId xmlns:a16="http://schemas.microsoft.com/office/drawing/2014/main" id="{49AEAFE1-1D60-4F47-9022-547573A2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170" y="61648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2" name="path-4760">
            <a:extLst xmlns:a="http://schemas.openxmlformats.org/drawingml/2006/main">
              <a:ext uri="{FF2B5EF4-FFF2-40B4-BE49-F238E27FC236}">
                <a16:creationId xmlns:a16="http://schemas.microsoft.com/office/drawing/2014/main" id="{9C7145A0-EEA9-4E8F-AC2D-3520486B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228" y="6148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3" name="path-4761">
            <a:extLst xmlns:a="http://schemas.openxmlformats.org/drawingml/2006/main">
              <a:ext uri="{FF2B5EF4-FFF2-40B4-BE49-F238E27FC236}">
                <a16:creationId xmlns:a16="http://schemas.microsoft.com/office/drawing/2014/main" id="{3FF2F5ED-462A-4479-811D-8E852E52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056" y="613223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4" name="path-4762">
            <a:extLst xmlns:a="http://schemas.openxmlformats.org/drawingml/2006/main">
              <a:ext uri="{FF2B5EF4-FFF2-40B4-BE49-F238E27FC236}">
                <a16:creationId xmlns:a16="http://schemas.microsoft.com/office/drawing/2014/main" id="{77A20EA3-58E5-4D1F-9450-22C4A7BC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232" y="6162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5" name="path-4763">
            <a:extLst xmlns:a="http://schemas.openxmlformats.org/drawingml/2006/main">
              <a:ext uri="{FF2B5EF4-FFF2-40B4-BE49-F238E27FC236}">
                <a16:creationId xmlns:a16="http://schemas.microsoft.com/office/drawing/2014/main" id="{D7897A57-7482-4B3E-90E4-E2B169B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432" y="6141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6" name="path-4764">
            <a:extLst xmlns:a="http://schemas.openxmlformats.org/drawingml/2006/main">
              <a:ext uri="{FF2B5EF4-FFF2-40B4-BE49-F238E27FC236}">
                <a16:creationId xmlns:a16="http://schemas.microsoft.com/office/drawing/2014/main" id="{912B9F58-4889-4FCC-9BC4-B9F75892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526" y="6155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7" name="path-4765">
            <a:extLst xmlns:a="http://schemas.openxmlformats.org/drawingml/2006/main">
              <a:ext uri="{FF2B5EF4-FFF2-40B4-BE49-F238E27FC236}">
                <a16:creationId xmlns:a16="http://schemas.microsoft.com/office/drawing/2014/main" id="{C50AE82B-4893-4F60-8F1A-5BE68052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353" y="6136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8" name="path-4766">
            <a:extLst xmlns:a="http://schemas.openxmlformats.org/drawingml/2006/main">
              <a:ext uri="{FF2B5EF4-FFF2-40B4-BE49-F238E27FC236}">
                <a16:creationId xmlns:a16="http://schemas.microsoft.com/office/drawing/2014/main" id="{1748E363-C154-4333-8F2E-85C9735E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41" y="61398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9" name="path-4767">
            <a:extLst xmlns:a="http://schemas.openxmlformats.org/drawingml/2006/main">
              <a:ext uri="{FF2B5EF4-FFF2-40B4-BE49-F238E27FC236}">
                <a16:creationId xmlns:a16="http://schemas.microsoft.com/office/drawing/2014/main" id="{F684E484-0CF1-491A-A413-140C3C5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098" y="6146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0" name="path-4768">
            <a:extLst xmlns:a="http://schemas.openxmlformats.org/drawingml/2006/main">
              <a:ext uri="{FF2B5EF4-FFF2-40B4-BE49-F238E27FC236}">
                <a16:creationId xmlns:a16="http://schemas.microsoft.com/office/drawing/2014/main" id="{16F367FB-09AA-43BB-B318-1497B91E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242" y="6134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1" name="path-4769">
            <a:extLst xmlns:a="http://schemas.openxmlformats.org/drawingml/2006/main">
              <a:ext uri="{FF2B5EF4-FFF2-40B4-BE49-F238E27FC236}">
                <a16:creationId xmlns:a16="http://schemas.microsoft.com/office/drawing/2014/main" id="{4D6B9F69-825A-49AA-BCEC-7E15AED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093" y="612424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2" name="path-4770">
            <a:extLst xmlns:a="http://schemas.openxmlformats.org/drawingml/2006/main">
              <a:ext uri="{FF2B5EF4-FFF2-40B4-BE49-F238E27FC236}">
                <a16:creationId xmlns:a16="http://schemas.microsoft.com/office/drawing/2014/main" id="{D338FA71-2E15-4185-AFEC-A56D7B52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519" y="6146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3" name="path-4771">
            <a:extLst xmlns:a="http://schemas.openxmlformats.org/drawingml/2006/main">
              <a:ext uri="{FF2B5EF4-FFF2-40B4-BE49-F238E27FC236}">
                <a16:creationId xmlns:a16="http://schemas.microsoft.com/office/drawing/2014/main" id="{E817DC6A-8216-470B-905A-C005E5A7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31" y="6128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4" name="path-4772">
            <a:extLst xmlns:a="http://schemas.openxmlformats.org/drawingml/2006/main">
              <a:ext uri="{FF2B5EF4-FFF2-40B4-BE49-F238E27FC236}">
                <a16:creationId xmlns:a16="http://schemas.microsoft.com/office/drawing/2014/main" id="{BA923C04-2566-46B7-94DE-D920D431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246" y="6128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5" name="path-4773">
            <a:extLst xmlns:a="http://schemas.openxmlformats.org/drawingml/2006/main">
              <a:ext uri="{FF2B5EF4-FFF2-40B4-BE49-F238E27FC236}">
                <a16:creationId xmlns:a16="http://schemas.microsoft.com/office/drawing/2014/main" id="{B0C45690-DAB5-47B0-9610-AC82D98B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033" y="61492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6" name="path-4774">
            <a:extLst xmlns:a="http://schemas.openxmlformats.org/drawingml/2006/main">
              <a:ext uri="{FF2B5EF4-FFF2-40B4-BE49-F238E27FC236}">
                <a16:creationId xmlns:a16="http://schemas.microsoft.com/office/drawing/2014/main" id="{184F5400-9FB9-43BE-8B48-C35E7DE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735" y="61185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7" name="path-4775">
            <a:extLst xmlns:a="http://schemas.openxmlformats.org/drawingml/2006/main">
              <a:ext uri="{FF2B5EF4-FFF2-40B4-BE49-F238E27FC236}">
                <a16:creationId xmlns:a16="http://schemas.microsoft.com/office/drawing/2014/main" id="{419118A8-9D49-4EF5-9F40-B918977F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958" y="6158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8" name="path-4776">
            <a:extLst xmlns:a="http://schemas.openxmlformats.org/drawingml/2006/main">
              <a:ext uri="{FF2B5EF4-FFF2-40B4-BE49-F238E27FC236}">
                <a16:creationId xmlns:a16="http://schemas.microsoft.com/office/drawing/2014/main" id="{C366EA28-F6F3-44E0-AD7F-32F88676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798" y="6154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9" name="path-4777">
            <a:extLst xmlns:a="http://schemas.openxmlformats.org/drawingml/2006/main">
              <a:ext uri="{FF2B5EF4-FFF2-40B4-BE49-F238E27FC236}">
                <a16:creationId xmlns:a16="http://schemas.microsoft.com/office/drawing/2014/main" id="{61A0E793-433C-4F32-A430-3511006B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725" y="6113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0" name="path-4778">
            <a:extLst xmlns:a="http://schemas.openxmlformats.org/drawingml/2006/main">
              <a:ext uri="{FF2B5EF4-FFF2-40B4-BE49-F238E27FC236}">
                <a16:creationId xmlns:a16="http://schemas.microsoft.com/office/drawing/2014/main" id="{F5A2A528-B0C9-4C13-8948-2CAF540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001" y="611965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1" name="path-4779">
            <a:extLst xmlns:a="http://schemas.openxmlformats.org/drawingml/2006/main">
              <a:ext uri="{FF2B5EF4-FFF2-40B4-BE49-F238E27FC236}">
                <a16:creationId xmlns:a16="http://schemas.microsoft.com/office/drawing/2014/main" id="{278E5A6B-A61F-4F0A-A7DF-682E33D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57" y="615330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2" name="path-4780">
            <a:extLst xmlns:a="http://schemas.openxmlformats.org/drawingml/2006/main">
              <a:ext uri="{FF2B5EF4-FFF2-40B4-BE49-F238E27FC236}">
                <a16:creationId xmlns:a16="http://schemas.microsoft.com/office/drawing/2014/main" id="{F2F78C90-096F-464A-9D17-A907861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077" y="6134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3" name="path-4781">
            <a:extLst xmlns:a="http://schemas.openxmlformats.org/drawingml/2006/main">
              <a:ext uri="{FF2B5EF4-FFF2-40B4-BE49-F238E27FC236}">
                <a16:creationId xmlns:a16="http://schemas.microsoft.com/office/drawing/2014/main" id="{4B25E188-5F7F-43EE-9040-FA705B1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838" y="6141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4" name="path-4782">
            <a:extLst xmlns:a="http://schemas.openxmlformats.org/drawingml/2006/main">
              <a:ext uri="{FF2B5EF4-FFF2-40B4-BE49-F238E27FC236}">
                <a16:creationId xmlns:a16="http://schemas.microsoft.com/office/drawing/2014/main" id="{3FD1E0C3-E13B-4BD1-8660-CDADAC4A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516" y="6166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5" name="path-4783">
            <a:extLst xmlns:a="http://schemas.openxmlformats.org/drawingml/2006/main">
              <a:ext uri="{FF2B5EF4-FFF2-40B4-BE49-F238E27FC236}">
                <a16:creationId xmlns:a16="http://schemas.microsoft.com/office/drawing/2014/main" id="{21DDE844-A00F-422C-8BCF-CE81B93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785" y="61327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6" name="path-4784">
            <a:extLst xmlns:a="http://schemas.openxmlformats.org/drawingml/2006/main">
              <a:ext uri="{FF2B5EF4-FFF2-40B4-BE49-F238E27FC236}">
                <a16:creationId xmlns:a16="http://schemas.microsoft.com/office/drawing/2014/main" id="{A4DB61FC-A51D-49DE-B094-3FF0365F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23" y="61619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7" name="path-4785">
            <a:extLst xmlns:a="http://schemas.openxmlformats.org/drawingml/2006/main">
              <a:ext uri="{FF2B5EF4-FFF2-40B4-BE49-F238E27FC236}">
                <a16:creationId xmlns:a16="http://schemas.microsoft.com/office/drawing/2014/main" id="{2320DB2E-4754-48E5-BE29-3CACA989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39" y="6144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8" name="path-4786">
            <a:extLst xmlns:a="http://schemas.openxmlformats.org/drawingml/2006/main">
              <a:ext uri="{FF2B5EF4-FFF2-40B4-BE49-F238E27FC236}">
                <a16:creationId xmlns:a16="http://schemas.microsoft.com/office/drawing/2014/main" id="{2FF6DAF7-3BAA-4388-94A3-B6E2455F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149" y="6168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9" name="path-4787">
            <a:extLst xmlns:a="http://schemas.openxmlformats.org/drawingml/2006/main">
              <a:ext uri="{FF2B5EF4-FFF2-40B4-BE49-F238E27FC236}">
                <a16:creationId xmlns:a16="http://schemas.microsoft.com/office/drawing/2014/main" id="{6A0CF59E-B087-4F55-92E9-83725758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353" y="61485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0" name="path-4788">
            <a:extLst xmlns:a="http://schemas.openxmlformats.org/drawingml/2006/main">
              <a:ext uri="{FF2B5EF4-FFF2-40B4-BE49-F238E27FC236}">
                <a16:creationId xmlns:a16="http://schemas.microsoft.com/office/drawing/2014/main" id="{FBEFCDD1-9E3C-496C-89D7-8B26107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118" y="61255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1" name="path-4789">
            <a:extLst xmlns:a="http://schemas.openxmlformats.org/drawingml/2006/main">
              <a:ext uri="{FF2B5EF4-FFF2-40B4-BE49-F238E27FC236}">
                <a16:creationId xmlns:a16="http://schemas.microsoft.com/office/drawing/2014/main" id="{B48A8F8C-AED4-4CAA-A1E0-F73EB883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504" y="6135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2" name="path-4790">
            <a:extLst xmlns:a="http://schemas.openxmlformats.org/drawingml/2006/main">
              <a:ext uri="{FF2B5EF4-FFF2-40B4-BE49-F238E27FC236}">
                <a16:creationId xmlns:a16="http://schemas.microsoft.com/office/drawing/2014/main" id="{0739C6A1-D197-4177-A6A0-A4B71B44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147" y="610800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3" name="path-4791">
            <a:extLst xmlns:a="http://schemas.openxmlformats.org/drawingml/2006/main">
              <a:ext uri="{FF2B5EF4-FFF2-40B4-BE49-F238E27FC236}">
                <a16:creationId xmlns:a16="http://schemas.microsoft.com/office/drawing/2014/main" id="{F02B86EF-0A5E-410E-9F78-09E0659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088" y="613753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4" name="path-4792">
            <a:extLst xmlns:a="http://schemas.openxmlformats.org/drawingml/2006/main">
              <a:ext uri="{FF2B5EF4-FFF2-40B4-BE49-F238E27FC236}">
                <a16:creationId xmlns:a16="http://schemas.microsoft.com/office/drawing/2014/main" id="{DDBF08F0-40C5-48C3-8587-5DDA9990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479" y="6155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5" name="path-4793">
            <a:extLst xmlns:a="http://schemas.openxmlformats.org/drawingml/2006/main">
              <a:ext uri="{FF2B5EF4-FFF2-40B4-BE49-F238E27FC236}">
                <a16:creationId xmlns:a16="http://schemas.microsoft.com/office/drawing/2014/main" id="{39018FAA-551E-4A23-B4C3-0EB49A5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937" y="61595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6" name="path-4794">
            <a:extLst xmlns:a="http://schemas.openxmlformats.org/drawingml/2006/main">
              <a:ext uri="{FF2B5EF4-FFF2-40B4-BE49-F238E27FC236}">
                <a16:creationId xmlns:a16="http://schemas.microsoft.com/office/drawing/2014/main" id="{F1C6DCCE-4283-428F-B256-AB855729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74" y="61562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7" name="path-4795">
            <a:extLst xmlns:a="http://schemas.openxmlformats.org/drawingml/2006/main">
              <a:ext uri="{FF2B5EF4-FFF2-40B4-BE49-F238E27FC236}">
                <a16:creationId xmlns:a16="http://schemas.microsoft.com/office/drawing/2014/main" id="{00A9E60B-8D1C-4BD4-AA22-0BEE35D9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16" y="614665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8" name="path-4796">
            <a:extLst xmlns:a="http://schemas.openxmlformats.org/drawingml/2006/main">
              <a:ext uri="{FF2B5EF4-FFF2-40B4-BE49-F238E27FC236}">
                <a16:creationId xmlns:a16="http://schemas.microsoft.com/office/drawing/2014/main" id="{3173C15F-28D6-443E-823E-10E90A3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778" y="611971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9" name="path-4797">
            <a:extLst xmlns:a="http://schemas.openxmlformats.org/drawingml/2006/main">
              <a:ext uri="{FF2B5EF4-FFF2-40B4-BE49-F238E27FC236}">
                <a16:creationId xmlns:a16="http://schemas.microsoft.com/office/drawing/2014/main" id="{734367AF-61A7-4411-8D07-34FE26D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035" y="61448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0" name="path-4798">
            <a:extLst xmlns:a="http://schemas.openxmlformats.org/drawingml/2006/main">
              <a:ext uri="{FF2B5EF4-FFF2-40B4-BE49-F238E27FC236}">
                <a16:creationId xmlns:a16="http://schemas.microsoft.com/office/drawing/2014/main" id="{66F4FB9D-E699-4476-A7F3-A8D275B3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263" y="614854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1" name="path-4799">
            <a:extLst xmlns:a="http://schemas.openxmlformats.org/drawingml/2006/main">
              <a:ext uri="{FF2B5EF4-FFF2-40B4-BE49-F238E27FC236}">
                <a16:creationId xmlns:a16="http://schemas.microsoft.com/office/drawing/2014/main" id="{41741640-CBE0-4BB6-9EFC-BAA2E16E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653" y="61329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2" name="path-4800">
            <a:extLst xmlns:a="http://schemas.openxmlformats.org/drawingml/2006/main">
              <a:ext uri="{FF2B5EF4-FFF2-40B4-BE49-F238E27FC236}">
                <a16:creationId xmlns:a16="http://schemas.microsoft.com/office/drawing/2014/main" id="{C84DF50E-1043-43D9-9524-90EBF59F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132" y="6141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3" name="path-4801">
            <a:extLst xmlns:a="http://schemas.openxmlformats.org/drawingml/2006/main">
              <a:ext uri="{FF2B5EF4-FFF2-40B4-BE49-F238E27FC236}">
                <a16:creationId xmlns:a16="http://schemas.microsoft.com/office/drawing/2014/main" id="{E55EF9C4-2A51-4A37-B823-C66393AA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939" y="614964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4" name="path-4802">
            <a:extLst xmlns:a="http://schemas.openxmlformats.org/drawingml/2006/main">
              <a:ext uri="{FF2B5EF4-FFF2-40B4-BE49-F238E27FC236}">
                <a16:creationId xmlns:a16="http://schemas.microsoft.com/office/drawing/2014/main" id="{4AA9F54C-DDC1-4491-B06E-D63402D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8" y="6160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5" name="path-4803">
            <a:extLst xmlns:a="http://schemas.openxmlformats.org/drawingml/2006/main">
              <a:ext uri="{FF2B5EF4-FFF2-40B4-BE49-F238E27FC236}">
                <a16:creationId xmlns:a16="http://schemas.microsoft.com/office/drawing/2014/main" id="{BC2019BA-45A5-4F8F-AC61-10DCEDB8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035" y="61313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6" name="path-4804">
            <a:extLst xmlns:a="http://schemas.openxmlformats.org/drawingml/2006/main">
              <a:ext uri="{FF2B5EF4-FFF2-40B4-BE49-F238E27FC236}">
                <a16:creationId xmlns:a16="http://schemas.microsoft.com/office/drawing/2014/main" id="{422EEBD1-0442-4711-BAED-33EFE48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546" y="6143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7" name="path-4805">
            <a:extLst xmlns:a="http://schemas.openxmlformats.org/drawingml/2006/main">
              <a:ext uri="{FF2B5EF4-FFF2-40B4-BE49-F238E27FC236}">
                <a16:creationId xmlns:a16="http://schemas.microsoft.com/office/drawing/2014/main" id="{54AB2F20-A06B-4FC6-8814-D4965C3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729" y="61382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8" name="path-4806">
            <a:extLst xmlns:a="http://schemas.openxmlformats.org/drawingml/2006/main">
              <a:ext uri="{FF2B5EF4-FFF2-40B4-BE49-F238E27FC236}">
                <a16:creationId xmlns:a16="http://schemas.microsoft.com/office/drawing/2014/main" id="{0C1E93AE-7F88-4316-BF85-01DDA8E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89" y="613803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9" name="path-4807">
            <a:extLst xmlns:a="http://schemas.openxmlformats.org/drawingml/2006/main">
              <a:ext uri="{FF2B5EF4-FFF2-40B4-BE49-F238E27FC236}">
                <a16:creationId xmlns:a16="http://schemas.microsoft.com/office/drawing/2014/main" id="{8031DF37-2BD9-49D3-ACC0-CB86536D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257" y="61336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0" name="path-4808">
            <a:extLst xmlns:a="http://schemas.openxmlformats.org/drawingml/2006/main">
              <a:ext uri="{FF2B5EF4-FFF2-40B4-BE49-F238E27FC236}">
                <a16:creationId xmlns:a16="http://schemas.microsoft.com/office/drawing/2014/main" id="{79F69C72-E0B1-4D4A-A396-4696D44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345" y="617103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1" name="path-4809">
            <a:extLst xmlns:a="http://schemas.openxmlformats.org/drawingml/2006/main">
              <a:ext uri="{FF2B5EF4-FFF2-40B4-BE49-F238E27FC236}">
                <a16:creationId xmlns:a16="http://schemas.microsoft.com/office/drawing/2014/main" id="{F884C5FE-1497-4592-88BB-879DECFE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007" y="61177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2" name="path-4810">
            <a:extLst xmlns:a="http://schemas.openxmlformats.org/drawingml/2006/main">
              <a:ext uri="{FF2B5EF4-FFF2-40B4-BE49-F238E27FC236}">
                <a16:creationId xmlns:a16="http://schemas.microsoft.com/office/drawing/2014/main" id="{BC1A6B3A-6A72-4FDC-8BF4-39909A5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096" y="61120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3" name="path-4811">
            <a:extLst xmlns:a="http://schemas.openxmlformats.org/drawingml/2006/main">
              <a:ext uri="{FF2B5EF4-FFF2-40B4-BE49-F238E27FC236}">
                <a16:creationId xmlns:a16="http://schemas.microsoft.com/office/drawing/2014/main" id="{55D315CC-BCD8-41BF-AD60-DF6B412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858" y="616890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4" name="path-4812">
            <a:extLst xmlns:a="http://schemas.openxmlformats.org/drawingml/2006/main">
              <a:ext uri="{FF2B5EF4-FFF2-40B4-BE49-F238E27FC236}">
                <a16:creationId xmlns:a16="http://schemas.microsoft.com/office/drawing/2014/main" id="{52B1942A-7C85-4A60-9E7D-F349D79D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00" y="61370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5" name="path-4813">
            <a:extLst xmlns:a="http://schemas.openxmlformats.org/drawingml/2006/main">
              <a:ext uri="{FF2B5EF4-FFF2-40B4-BE49-F238E27FC236}">
                <a16:creationId xmlns:a16="http://schemas.microsoft.com/office/drawing/2014/main" id="{B081B619-EEBD-4DC7-9672-0E0D991C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537" y="6153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6" name="path-4814">
            <a:extLst xmlns:a="http://schemas.openxmlformats.org/drawingml/2006/main">
              <a:ext uri="{FF2B5EF4-FFF2-40B4-BE49-F238E27FC236}">
                <a16:creationId xmlns:a16="http://schemas.microsoft.com/office/drawing/2014/main" id="{E47C56E1-0D93-4275-B1E2-9424539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003" y="61191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7" name="path-4815">
            <a:extLst xmlns:a="http://schemas.openxmlformats.org/drawingml/2006/main">
              <a:ext uri="{FF2B5EF4-FFF2-40B4-BE49-F238E27FC236}">
                <a16:creationId xmlns:a16="http://schemas.microsoft.com/office/drawing/2014/main" id="{96486C25-C26E-42E1-A0C8-1A5654B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60" y="6129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8" name="path-4816">
            <a:extLst xmlns:a="http://schemas.openxmlformats.org/drawingml/2006/main">
              <a:ext uri="{FF2B5EF4-FFF2-40B4-BE49-F238E27FC236}">
                <a16:creationId xmlns:a16="http://schemas.microsoft.com/office/drawing/2014/main" id="{35CCA405-A9DC-46F3-8798-3E8CD3BF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315" y="61311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9" name="path-4817">
            <a:extLst xmlns:a="http://schemas.openxmlformats.org/drawingml/2006/main">
              <a:ext uri="{FF2B5EF4-FFF2-40B4-BE49-F238E27FC236}">
                <a16:creationId xmlns:a16="http://schemas.microsoft.com/office/drawing/2014/main" id="{441F3125-0724-4C9E-A2FD-ACB8955F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162" y="6145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0" name="path-4818">
            <a:extLst xmlns:a="http://schemas.openxmlformats.org/drawingml/2006/main">
              <a:ext uri="{FF2B5EF4-FFF2-40B4-BE49-F238E27FC236}">
                <a16:creationId xmlns:a16="http://schemas.microsoft.com/office/drawing/2014/main" id="{51890563-4762-40A8-872A-AAFCD2B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187" y="6133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1" name="path-4819">
            <a:extLst xmlns:a="http://schemas.openxmlformats.org/drawingml/2006/main">
              <a:ext uri="{FF2B5EF4-FFF2-40B4-BE49-F238E27FC236}">
                <a16:creationId xmlns:a16="http://schemas.microsoft.com/office/drawing/2014/main" id="{3447FE77-8333-4A28-A19C-41CC6501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046" y="61255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2" name="path-4820">
            <a:extLst xmlns:a="http://schemas.openxmlformats.org/drawingml/2006/main">
              <a:ext uri="{FF2B5EF4-FFF2-40B4-BE49-F238E27FC236}">
                <a16:creationId xmlns:a16="http://schemas.microsoft.com/office/drawing/2014/main" id="{E1F026A3-3C56-4303-A91B-C9F86623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580" y="6139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3" name="path-4821">
            <a:extLst xmlns:a="http://schemas.openxmlformats.org/drawingml/2006/main">
              <a:ext uri="{FF2B5EF4-FFF2-40B4-BE49-F238E27FC236}">
                <a16:creationId xmlns:a16="http://schemas.microsoft.com/office/drawing/2014/main" id="{5B29E136-2C27-4864-AD71-6C3D652F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852" y="615207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4" name="path-4822">
            <a:extLst xmlns:a="http://schemas.openxmlformats.org/drawingml/2006/main">
              <a:ext uri="{FF2B5EF4-FFF2-40B4-BE49-F238E27FC236}">
                <a16:creationId xmlns:a16="http://schemas.microsoft.com/office/drawing/2014/main" id="{089FC090-1D8C-4DCB-8E4F-C970DD1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169" y="6115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5" name="path-4823">
            <a:extLst xmlns:a="http://schemas.openxmlformats.org/drawingml/2006/main">
              <a:ext uri="{FF2B5EF4-FFF2-40B4-BE49-F238E27FC236}">
                <a16:creationId xmlns:a16="http://schemas.microsoft.com/office/drawing/2014/main" id="{7C813C41-B68E-4ECB-8504-6E3B0F8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79" y="611425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6" name="path-4824">
            <a:extLst xmlns:a="http://schemas.openxmlformats.org/drawingml/2006/main">
              <a:ext uri="{FF2B5EF4-FFF2-40B4-BE49-F238E27FC236}">
                <a16:creationId xmlns:a16="http://schemas.microsoft.com/office/drawing/2014/main" id="{66B49E09-D38F-4B25-9746-67436B6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721" y="613910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7" name="path-4825">
            <a:extLst xmlns:a="http://schemas.openxmlformats.org/drawingml/2006/main">
              <a:ext uri="{FF2B5EF4-FFF2-40B4-BE49-F238E27FC236}">
                <a16:creationId xmlns:a16="http://schemas.microsoft.com/office/drawing/2014/main" id="{29F8A881-3DDF-4DFB-91CE-73BE26D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823" y="61348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8" name="path-4826">
            <a:extLst xmlns:a="http://schemas.openxmlformats.org/drawingml/2006/main">
              <a:ext uri="{FF2B5EF4-FFF2-40B4-BE49-F238E27FC236}">
                <a16:creationId xmlns:a16="http://schemas.microsoft.com/office/drawing/2014/main" id="{D25BA4F1-EA7B-481C-83C8-ACBBCC15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04" y="615610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9" name="path-4827">
            <a:extLst xmlns:a="http://schemas.openxmlformats.org/drawingml/2006/main">
              <a:ext uri="{FF2B5EF4-FFF2-40B4-BE49-F238E27FC236}">
                <a16:creationId xmlns:a16="http://schemas.microsoft.com/office/drawing/2014/main" id="{CD3D9A90-9CB8-4A5D-9D58-059C00B9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161" y="614706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0" name="path-4828">
            <a:extLst xmlns:a="http://schemas.openxmlformats.org/drawingml/2006/main">
              <a:ext uri="{FF2B5EF4-FFF2-40B4-BE49-F238E27FC236}">
                <a16:creationId xmlns:a16="http://schemas.microsoft.com/office/drawing/2014/main" id="{55322DE2-3899-458A-892C-36C0635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863" y="6134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1" name="path-4829">
            <a:extLst xmlns:a="http://schemas.openxmlformats.org/drawingml/2006/main">
              <a:ext uri="{FF2B5EF4-FFF2-40B4-BE49-F238E27FC236}">
                <a16:creationId xmlns:a16="http://schemas.microsoft.com/office/drawing/2014/main" id="{C72CB9C2-AF39-44E6-9E53-C481D6A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08" y="61470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2" name="path-4830">
            <a:extLst xmlns:a="http://schemas.openxmlformats.org/drawingml/2006/main">
              <a:ext uri="{FF2B5EF4-FFF2-40B4-BE49-F238E27FC236}">
                <a16:creationId xmlns:a16="http://schemas.microsoft.com/office/drawing/2014/main" id="{A700444C-2A85-481F-BC15-D216978A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617" y="612113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3" name="path-4831">
            <a:extLst xmlns:a="http://schemas.openxmlformats.org/drawingml/2006/main">
              <a:ext uri="{FF2B5EF4-FFF2-40B4-BE49-F238E27FC236}">
                <a16:creationId xmlns:a16="http://schemas.microsoft.com/office/drawing/2014/main" id="{B4D2898A-0F37-45AE-BFD5-27B1F960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618" y="61395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4" name="path-4832">
            <a:extLst xmlns:a="http://schemas.openxmlformats.org/drawingml/2006/main">
              <a:ext uri="{FF2B5EF4-FFF2-40B4-BE49-F238E27FC236}">
                <a16:creationId xmlns:a16="http://schemas.microsoft.com/office/drawing/2014/main" id="{8DD6741A-4E30-48D1-97A3-C17D779F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275" y="61327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5" name="path-4833">
            <a:extLst xmlns:a="http://schemas.openxmlformats.org/drawingml/2006/main">
              <a:ext uri="{FF2B5EF4-FFF2-40B4-BE49-F238E27FC236}">
                <a16:creationId xmlns:a16="http://schemas.microsoft.com/office/drawing/2014/main" id="{A6A50F40-3108-4B04-823A-A966C5A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447" y="6150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6" name="path-4834">
            <a:extLst xmlns:a="http://schemas.openxmlformats.org/drawingml/2006/main">
              <a:ext uri="{FF2B5EF4-FFF2-40B4-BE49-F238E27FC236}">
                <a16:creationId xmlns:a16="http://schemas.microsoft.com/office/drawing/2014/main" id="{9CB0388B-8FEE-463A-BD26-9D907007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067" y="6140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7" name="path-4835">
            <a:extLst xmlns:a="http://schemas.openxmlformats.org/drawingml/2006/main">
              <a:ext uri="{FF2B5EF4-FFF2-40B4-BE49-F238E27FC236}">
                <a16:creationId xmlns:a16="http://schemas.microsoft.com/office/drawing/2014/main" id="{091BC280-022C-4692-9D3B-F31A949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934" y="613529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8" name="path-4836">
            <a:extLst xmlns:a="http://schemas.openxmlformats.org/drawingml/2006/main">
              <a:ext uri="{FF2B5EF4-FFF2-40B4-BE49-F238E27FC236}">
                <a16:creationId xmlns:a16="http://schemas.microsoft.com/office/drawing/2014/main" id="{78441D8D-156D-4E8A-BBD0-632E5E72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022" y="614518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9" name="path-4837">
            <a:extLst xmlns:a="http://schemas.openxmlformats.org/drawingml/2006/main">
              <a:ext uri="{FF2B5EF4-FFF2-40B4-BE49-F238E27FC236}">
                <a16:creationId xmlns:a16="http://schemas.microsoft.com/office/drawing/2014/main" id="{6A8D8902-2AF6-40D6-8724-4C306780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895" y="61381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0" name="path-4838">
            <a:extLst xmlns:a="http://schemas.openxmlformats.org/drawingml/2006/main">
              <a:ext uri="{FF2B5EF4-FFF2-40B4-BE49-F238E27FC236}">
                <a16:creationId xmlns:a16="http://schemas.microsoft.com/office/drawing/2014/main" id="{21F93332-51CC-4565-B0DA-862931FE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321" y="6152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1" name="path-4839">
            <a:extLst xmlns:a="http://schemas.openxmlformats.org/drawingml/2006/main">
              <a:ext uri="{FF2B5EF4-FFF2-40B4-BE49-F238E27FC236}">
                <a16:creationId xmlns:a16="http://schemas.microsoft.com/office/drawing/2014/main" id="{A74D19EA-14AE-4EFE-B9E9-86C50B64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41" y="61221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2" name="path-4840">
            <a:extLst xmlns:a="http://schemas.openxmlformats.org/drawingml/2006/main">
              <a:ext uri="{FF2B5EF4-FFF2-40B4-BE49-F238E27FC236}">
                <a16:creationId xmlns:a16="http://schemas.microsoft.com/office/drawing/2014/main" id="{AFD20ECA-0979-439B-9DDA-A54F5CC9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073" y="615507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3" name="path-4841">
            <a:extLst xmlns:a="http://schemas.openxmlformats.org/drawingml/2006/main">
              <a:ext uri="{FF2B5EF4-FFF2-40B4-BE49-F238E27FC236}">
                <a16:creationId xmlns:a16="http://schemas.microsoft.com/office/drawing/2014/main" id="{F44870DF-236A-45C7-994B-8BEC4624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671" y="61328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4" name="path-4842">
            <a:extLst xmlns:a="http://schemas.openxmlformats.org/drawingml/2006/main">
              <a:ext uri="{FF2B5EF4-FFF2-40B4-BE49-F238E27FC236}">
                <a16:creationId xmlns:a16="http://schemas.microsoft.com/office/drawing/2014/main" id="{D798EA2D-6764-40A8-B5AC-F1AD3D6B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397" y="6097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5" name="path-4843">
            <a:extLst xmlns:a="http://schemas.openxmlformats.org/drawingml/2006/main">
              <a:ext uri="{FF2B5EF4-FFF2-40B4-BE49-F238E27FC236}">
                <a16:creationId xmlns:a16="http://schemas.microsoft.com/office/drawing/2014/main" id="{89412E32-6979-42B4-875C-F4C7BB0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11" y="613445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6" name="path-4844">
            <a:extLst xmlns:a="http://schemas.openxmlformats.org/drawingml/2006/main">
              <a:ext uri="{FF2B5EF4-FFF2-40B4-BE49-F238E27FC236}">
                <a16:creationId xmlns:a16="http://schemas.microsoft.com/office/drawing/2014/main" id="{CC0948FD-A6C5-45D4-A177-255C7141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961" y="61296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7" name="path-4845">
            <a:extLst xmlns:a="http://schemas.openxmlformats.org/drawingml/2006/main">
              <a:ext uri="{FF2B5EF4-FFF2-40B4-BE49-F238E27FC236}">
                <a16:creationId xmlns:a16="http://schemas.microsoft.com/office/drawing/2014/main" id="{D5548EE7-A6D6-40AC-99AA-B1BC5FFE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409" y="615868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8" name="path-4846">
            <a:extLst xmlns:a="http://schemas.openxmlformats.org/drawingml/2006/main">
              <a:ext uri="{FF2B5EF4-FFF2-40B4-BE49-F238E27FC236}">
                <a16:creationId xmlns:a16="http://schemas.microsoft.com/office/drawing/2014/main" id="{9422DF7A-CC80-44A5-A29A-D5BD24CD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777" y="6127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9" name="path-4847">
            <a:extLst xmlns:a="http://schemas.openxmlformats.org/drawingml/2006/main">
              <a:ext uri="{FF2B5EF4-FFF2-40B4-BE49-F238E27FC236}">
                <a16:creationId xmlns:a16="http://schemas.microsoft.com/office/drawing/2014/main" id="{29EBA286-65B7-4DF4-A6F0-487A61C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504" y="6161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0" name="path-4848">
            <a:extLst xmlns:a="http://schemas.openxmlformats.org/drawingml/2006/main">
              <a:ext uri="{FF2B5EF4-FFF2-40B4-BE49-F238E27FC236}">
                <a16:creationId xmlns:a16="http://schemas.microsoft.com/office/drawing/2014/main" id="{AAC3E760-B166-4897-B4C8-B2BEBA1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344" y="6136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1" name="path-4849">
            <a:extLst xmlns:a="http://schemas.openxmlformats.org/drawingml/2006/main">
              <a:ext uri="{FF2B5EF4-FFF2-40B4-BE49-F238E27FC236}">
                <a16:creationId xmlns:a16="http://schemas.microsoft.com/office/drawing/2014/main" id="{2427C91E-A3A8-475F-A948-958D1ED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448" y="61451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2" name="path-4850">
            <a:extLst xmlns:a="http://schemas.openxmlformats.org/drawingml/2006/main">
              <a:ext uri="{FF2B5EF4-FFF2-40B4-BE49-F238E27FC236}">
                <a16:creationId xmlns:a16="http://schemas.microsoft.com/office/drawing/2014/main" id="{C24E91ED-4C52-41FE-AD2B-85AD53E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712" y="6145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3" name="path-4851">
            <a:extLst xmlns:a="http://schemas.openxmlformats.org/drawingml/2006/main">
              <a:ext uri="{FF2B5EF4-FFF2-40B4-BE49-F238E27FC236}">
                <a16:creationId xmlns:a16="http://schemas.microsoft.com/office/drawing/2014/main" id="{B9E20ABB-C714-4027-81C0-560091CE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751" y="61352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4" name="path-4852">
            <a:extLst xmlns:a="http://schemas.openxmlformats.org/drawingml/2006/main">
              <a:ext uri="{FF2B5EF4-FFF2-40B4-BE49-F238E27FC236}">
                <a16:creationId xmlns:a16="http://schemas.microsoft.com/office/drawing/2014/main" id="{85B8A607-6871-453E-B634-2C6F58D6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50" y="610931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5" name="path-4853">
            <a:extLst xmlns:a="http://schemas.openxmlformats.org/drawingml/2006/main">
              <a:ext uri="{FF2B5EF4-FFF2-40B4-BE49-F238E27FC236}">
                <a16:creationId xmlns:a16="http://schemas.microsoft.com/office/drawing/2014/main" id="{BDD227B4-8F06-4558-851A-2E8256FE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473" y="6138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6" name="path-4854">
            <a:extLst xmlns:a="http://schemas.openxmlformats.org/drawingml/2006/main">
              <a:ext uri="{FF2B5EF4-FFF2-40B4-BE49-F238E27FC236}">
                <a16:creationId xmlns:a16="http://schemas.microsoft.com/office/drawing/2014/main" id="{774D826E-F15A-4E81-B390-436DC74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158" y="614596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7" name="path-4855">
            <a:extLst xmlns:a="http://schemas.openxmlformats.org/drawingml/2006/main">
              <a:ext uri="{FF2B5EF4-FFF2-40B4-BE49-F238E27FC236}">
                <a16:creationId xmlns:a16="http://schemas.microsoft.com/office/drawing/2014/main" id="{8CC08D84-3C48-4ADC-A193-F9BA2B61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618" y="615775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8" name="path-4856">
            <a:extLst xmlns:a="http://schemas.openxmlformats.org/drawingml/2006/main">
              <a:ext uri="{FF2B5EF4-FFF2-40B4-BE49-F238E27FC236}">
                <a16:creationId xmlns:a16="http://schemas.microsoft.com/office/drawing/2014/main" id="{50C5B4AE-549A-498A-8763-42EA48F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355" y="614301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9" name="path-4857">
            <a:extLst xmlns:a="http://schemas.openxmlformats.org/drawingml/2006/main">
              <a:ext uri="{FF2B5EF4-FFF2-40B4-BE49-F238E27FC236}">
                <a16:creationId xmlns:a16="http://schemas.microsoft.com/office/drawing/2014/main" id="{546F2280-9F24-4265-98EC-7892C345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116" y="6125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0" name="path-4858">
            <a:extLst xmlns:a="http://schemas.openxmlformats.org/drawingml/2006/main">
              <a:ext uri="{FF2B5EF4-FFF2-40B4-BE49-F238E27FC236}">
                <a16:creationId xmlns:a16="http://schemas.microsoft.com/office/drawing/2014/main" id="{F35A703E-1C88-4D7B-9E95-6E264F1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73" y="61391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1" name="path-4859">
            <a:extLst xmlns:a="http://schemas.openxmlformats.org/drawingml/2006/main">
              <a:ext uri="{FF2B5EF4-FFF2-40B4-BE49-F238E27FC236}">
                <a16:creationId xmlns:a16="http://schemas.microsoft.com/office/drawing/2014/main" id="{A1BA9C53-05BF-4356-B0EB-77A155C6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133" y="6139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2" name="path-4860">
            <a:extLst xmlns:a="http://schemas.openxmlformats.org/drawingml/2006/main">
              <a:ext uri="{FF2B5EF4-FFF2-40B4-BE49-F238E27FC236}">
                <a16:creationId xmlns:a16="http://schemas.microsoft.com/office/drawing/2014/main" id="{05841276-EC7B-4A28-B90A-35DDDFA2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513" y="611909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3" name="path-4861">
            <a:extLst xmlns:a="http://schemas.openxmlformats.org/drawingml/2006/main">
              <a:ext uri="{FF2B5EF4-FFF2-40B4-BE49-F238E27FC236}">
                <a16:creationId xmlns:a16="http://schemas.microsoft.com/office/drawing/2014/main" id="{9201C6EF-82B1-4FCF-993C-57BB5D1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23" y="61322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4" name="path-4862">
            <a:extLst xmlns:a="http://schemas.openxmlformats.org/drawingml/2006/main">
              <a:ext uri="{FF2B5EF4-FFF2-40B4-BE49-F238E27FC236}">
                <a16:creationId xmlns:a16="http://schemas.microsoft.com/office/drawing/2014/main" id="{83F88CEA-93F5-4C70-A420-70203D2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771" y="61332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5" name="path-4863">
            <a:extLst xmlns:a="http://schemas.openxmlformats.org/drawingml/2006/main">
              <a:ext uri="{FF2B5EF4-FFF2-40B4-BE49-F238E27FC236}">
                <a16:creationId xmlns:a16="http://schemas.microsoft.com/office/drawing/2014/main" id="{41B5EFCA-819B-4A2D-B9B1-1EC17A91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148" y="61674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6" name="path-4864">
            <a:extLst xmlns:a="http://schemas.openxmlformats.org/drawingml/2006/main">
              <a:ext uri="{FF2B5EF4-FFF2-40B4-BE49-F238E27FC236}">
                <a16:creationId xmlns:a16="http://schemas.microsoft.com/office/drawing/2014/main" id="{358D140B-3600-4F57-B264-CD99797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184" y="61460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7" name="path-4865">
            <a:extLst xmlns:a="http://schemas.openxmlformats.org/drawingml/2006/main">
              <a:ext uri="{FF2B5EF4-FFF2-40B4-BE49-F238E27FC236}">
                <a16:creationId xmlns:a16="http://schemas.microsoft.com/office/drawing/2014/main" id="{05CB55F4-FAAA-4D18-A25C-8D7DDCA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222" y="6153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8" name="path-4866">
            <a:extLst xmlns:a="http://schemas.openxmlformats.org/drawingml/2006/main">
              <a:ext uri="{FF2B5EF4-FFF2-40B4-BE49-F238E27FC236}">
                <a16:creationId xmlns:a16="http://schemas.microsoft.com/office/drawing/2014/main" id="{DA54A588-27E3-49B4-B9CD-0733CEF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649" y="61486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9" name="path-4867">
            <a:extLst xmlns:a="http://schemas.openxmlformats.org/drawingml/2006/main">
              <a:ext uri="{FF2B5EF4-FFF2-40B4-BE49-F238E27FC236}">
                <a16:creationId xmlns:a16="http://schemas.microsoft.com/office/drawing/2014/main" id="{453A5906-5A3F-464E-B1F7-EB465D42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304" y="61304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0" name="path-4868">
            <a:extLst xmlns:a="http://schemas.openxmlformats.org/drawingml/2006/main">
              <a:ext uri="{FF2B5EF4-FFF2-40B4-BE49-F238E27FC236}">
                <a16:creationId xmlns:a16="http://schemas.microsoft.com/office/drawing/2014/main" id="{4D433EBC-690F-4CA9-A6A9-07CA9369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416" y="61394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1" name="path-4869">
            <a:extLst xmlns:a="http://schemas.openxmlformats.org/drawingml/2006/main">
              <a:ext uri="{FF2B5EF4-FFF2-40B4-BE49-F238E27FC236}">
                <a16:creationId xmlns:a16="http://schemas.microsoft.com/office/drawing/2014/main" id="{50145144-A01E-4188-85FF-40B3A3C7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097" y="6135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2" name="path-4870">
            <a:extLst xmlns:a="http://schemas.openxmlformats.org/drawingml/2006/main">
              <a:ext uri="{FF2B5EF4-FFF2-40B4-BE49-F238E27FC236}">
                <a16:creationId xmlns:a16="http://schemas.microsoft.com/office/drawing/2014/main" id="{5DC7EBAA-77AF-434D-8E71-5EADC32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205" y="612299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3" name="path-4871">
            <a:extLst xmlns:a="http://schemas.openxmlformats.org/drawingml/2006/main">
              <a:ext uri="{FF2B5EF4-FFF2-40B4-BE49-F238E27FC236}">
                <a16:creationId xmlns:a16="http://schemas.microsoft.com/office/drawing/2014/main" id="{A413DA85-3F12-4C4A-B5D3-7ADC9CF5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356" y="61527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4" name="path-4872">
            <a:extLst xmlns:a="http://schemas.openxmlformats.org/drawingml/2006/main">
              <a:ext uri="{FF2B5EF4-FFF2-40B4-BE49-F238E27FC236}">
                <a16:creationId xmlns:a16="http://schemas.microsoft.com/office/drawing/2014/main" id="{86F9C68B-2B59-404A-8E12-FBF5A0B3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758" y="6135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5" name="path-4873">
            <a:extLst xmlns:a="http://schemas.openxmlformats.org/drawingml/2006/main">
              <a:ext uri="{FF2B5EF4-FFF2-40B4-BE49-F238E27FC236}">
                <a16:creationId xmlns:a16="http://schemas.microsoft.com/office/drawing/2014/main" id="{C395FDFB-C7A5-4936-8A4C-84142795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982" y="61458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6" name="path-4874">
            <a:extLst xmlns:a="http://schemas.openxmlformats.org/drawingml/2006/main">
              <a:ext uri="{FF2B5EF4-FFF2-40B4-BE49-F238E27FC236}">
                <a16:creationId xmlns:a16="http://schemas.microsoft.com/office/drawing/2014/main" id="{5298DCE8-4F65-45D2-BE62-E6C887E5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291" y="613554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7" name="path-4875">
            <a:extLst xmlns:a="http://schemas.openxmlformats.org/drawingml/2006/main">
              <a:ext uri="{FF2B5EF4-FFF2-40B4-BE49-F238E27FC236}">
                <a16:creationId xmlns:a16="http://schemas.microsoft.com/office/drawing/2014/main" id="{4143AF1C-00DB-4C61-9253-A26BA6B7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28" y="6112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8" name="path-4876">
            <a:extLst xmlns:a="http://schemas.openxmlformats.org/drawingml/2006/main">
              <a:ext uri="{FF2B5EF4-FFF2-40B4-BE49-F238E27FC236}">
                <a16:creationId xmlns:a16="http://schemas.microsoft.com/office/drawing/2014/main" id="{7C801A8D-13C0-4558-9782-B725481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001" y="617203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9" name="path-4877">
            <a:extLst xmlns:a="http://schemas.openxmlformats.org/drawingml/2006/main">
              <a:ext uri="{FF2B5EF4-FFF2-40B4-BE49-F238E27FC236}">
                <a16:creationId xmlns:a16="http://schemas.microsoft.com/office/drawing/2014/main" id="{C0B211CE-7A8B-42E8-947A-F2578308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578" y="6147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0" name="path-4878">
            <a:extLst xmlns:a="http://schemas.openxmlformats.org/drawingml/2006/main">
              <a:ext uri="{FF2B5EF4-FFF2-40B4-BE49-F238E27FC236}">
                <a16:creationId xmlns:a16="http://schemas.microsoft.com/office/drawing/2014/main" id="{A849AC63-16BE-4969-AE38-A4D2BBC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849" y="6130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1" name="path-4879">
            <a:extLst xmlns:a="http://schemas.openxmlformats.org/drawingml/2006/main">
              <a:ext uri="{FF2B5EF4-FFF2-40B4-BE49-F238E27FC236}">
                <a16:creationId xmlns:a16="http://schemas.microsoft.com/office/drawing/2014/main" id="{3FBA8641-F294-434B-9333-4FCA170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479" y="61158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2" name="path-4880">
            <a:extLst xmlns:a="http://schemas.openxmlformats.org/drawingml/2006/main">
              <a:ext uri="{FF2B5EF4-FFF2-40B4-BE49-F238E27FC236}">
                <a16:creationId xmlns:a16="http://schemas.microsoft.com/office/drawing/2014/main" id="{3302C7BD-72AD-4F9E-B15B-5B7CA81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85" y="614789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3" name="path-4881">
            <a:extLst xmlns:a="http://schemas.openxmlformats.org/drawingml/2006/main">
              <a:ext uri="{FF2B5EF4-FFF2-40B4-BE49-F238E27FC236}">
                <a16:creationId xmlns:a16="http://schemas.microsoft.com/office/drawing/2014/main" id="{A8016E56-40FD-41BC-AA83-7AF5E9B8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36" y="61231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4" name="path-4882">
            <a:extLst xmlns:a="http://schemas.openxmlformats.org/drawingml/2006/main">
              <a:ext uri="{FF2B5EF4-FFF2-40B4-BE49-F238E27FC236}">
                <a16:creationId xmlns:a16="http://schemas.microsoft.com/office/drawing/2014/main" id="{671B7237-0584-4B0C-8627-37A4512F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408" y="6138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5" name="path-4883">
            <a:extLst xmlns:a="http://schemas.openxmlformats.org/drawingml/2006/main">
              <a:ext uri="{FF2B5EF4-FFF2-40B4-BE49-F238E27FC236}">
                <a16:creationId xmlns:a16="http://schemas.microsoft.com/office/drawing/2014/main" id="{06467830-46C5-4C07-BA92-B41F4203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383" y="61486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6" name="path-4884">
            <a:extLst xmlns:a="http://schemas.openxmlformats.org/drawingml/2006/main">
              <a:ext uri="{FF2B5EF4-FFF2-40B4-BE49-F238E27FC236}">
                <a16:creationId xmlns:a16="http://schemas.microsoft.com/office/drawing/2014/main" id="{871FC053-69B6-4975-8287-489AEB1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401" y="6131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7" name="path-4885">
            <a:extLst xmlns:a="http://schemas.openxmlformats.org/drawingml/2006/main">
              <a:ext uri="{FF2B5EF4-FFF2-40B4-BE49-F238E27FC236}">
                <a16:creationId xmlns:a16="http://schemas.microsoft.com/office/drawing/2014/main" id="{F6C3175F-980C-464B-B2A9-A4AC996D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303" y="61482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8" name="path-4886">
            <a:extLst xmlns:a="http://schemas.openxmlformats.org/drawingml/2006/main">
              <a:ext uri="{FF2B5EF4-FFF2-40B4-BE49-F238E27FC236}">
                <a16:creationId xmlns:a16="http://schemas.microsoft.com/office/drawing/2014/main" id="{AF07CF2F-41F7-44F6-A55E-7A3DA7D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613" y="61607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9" name="path-4887">
            <a:extLst xmlns:a="http://schemas.openxmlformats.org/drawingml/2006/main">
              <a:ext uri="{FF2B5EF4-FFF2-40B4-BE49-F238E27FC236}">
                <a16:creationId xmlns:a16="http://schemas.microsoft.com/office/drawing/2014/main" id="{72D2483A-08D1-46FD-BE6F-5B0D1939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592" y="612164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0" name="path-4888">
            <a:extLst xmlns:a="http://schemas.openxmlformats.org/drawingml/2006/main">
              <a:ext uri="{FF2B5EF4-FFF2-40B4-BE49-F238E27FC236}">
                <a16:creationId xmlns:a16="http://schemas.microsoft.com/office/drawing/2014/main" id="{2A450D93-C35B-4671-ACE1-CB42B63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793" y="61062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1" name="path-4889">
            <a:extLst xmlns:a="http://schemas.openxmlformats.org/drawingml/2006/main">
              <a:ext uri="{FF2B5EF4-FFF2-40B4-BE49-F238E27FC236}">
                <a16:creationId xmlns:a16="http://schemas.microsoft.com/office/drawing/2014/main" id="{E06276A8-ECFD-4069-BD8C-43E2E08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458" y="61229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2" name="path-4890">
            <a:extLst xmlns:a="http://schemas.openxmlformats.org/drawingml/2006/main">
              <a:ext uri="{FF2B5EF4-FFF2-40B4-BE49-F238E27FC236}">
                <a16:creationId xmlns:a16="http://schemas.microsoft.com/office/drawing/2014/main" id="{9CCAAA66-89E0-4AA0-A36D-3670FD7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667" y="61392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3" name="path-4891">
            <a:extLst xmlns:a="http://schemas.openxmlformats.org/drawingml/2006/main">
              <a:ext uri="{FF2B5EF4-FFF2-40B4-BE49-F238E27FC236}">
                <a16:creationId xmlns:a16="http://schemas.microsoft.com/office/drawing/2014/main" id="{692CB81B-3ACD-49B8-8F33-C4BD32A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23" y="61547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4" name="path-4892">
            <a:extLst xmlns:a="http://schemas.openxmlformats.org/drawingml/2006/main">
              <a:ext uri="{FF2B5EF4-FFF2-40B4-BE49-F238E27FC236}">
                <a16:creationId xmlns:a16="http://schemas.microsoft.com/office/drawing/2014/main" id="{D5C50D1B-4635-4543-AFF7-37425CA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058" y="6122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5" name="path-4893">
            <a:extLst xmlns:a="http://schemas.openxmlformats.org/drawingml/2006/main">
              <a:ext uri="{FF2B5EF4-FFF2-40B4-BE49-F238E27FC236}">
                <a16:creationId xmlns:a16="http://schemas.microsoft.com/office/drawing/2014/main" id="{409D6D0C-99B5-4A22-86D3-71AC13FF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16" y="6132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6" name="path-4894">
            <a:extLst xmlns:a="http://schemas.openxmlformats.org/drawingml/2006/main">
              <a:ext uri="{FF2B5EF4-FFF2-40B4-BE49-F238E27FC236}">
                <a16:creationId xmlns:a16="http://schemas.microsoft.com/office/drawing/2014/main" id="{A30D2CCC-321A-4496-889D-36BE738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159" y="613437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7" name="path-4895">
            <a:extLst xmlns:a="http://schemas.openxmlformats.org/drawingml/2006/main">
              <a:ext uri="{FF2B5EF4-FFF2-40B4-BE49-F238E27FC236}">
                <a16:creationId xmlns:a16="http://schemas.microsoft.com/office/drawing/2014/main" id="{F909B871-CDB1-4145-AC12-37F5BDA1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356" y="61442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8" name="path-4896">
            <a:extLst xmlns:a="http://schemas.openxmlformats.org/drawingml/2006/main">
              <a:ext uri="{FF2B5EF4-FFF2-40B4-BE49-F238E27FC236}">
                <a16:creationId xmlns:a16="http://schemas.microsoft.com/office/drawing/2014/main" id="{C1E9F55B-6C55-4AE2-AD60-9110DD0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744" y="614432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9" name="path-4897">
            <a:extLst xmlns:a="http://schemas.openxmlformats.org/drawingml/2006/main">
              <a:ext uri="{FF2B5EF4-FFF2-40B4-BE49-F238E27FC236}">
                <a16:creationId xmlns:a16="http://schemas.microsoft.com/office/drawing/2014/main" id="{83A1ED99-22D6-4C67-9A1F-192431AD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096" y="61502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0" name="path-4898">
            <a:extLst xmlns:a="http://schemas.openxmlformats.org/drawingml/2006/main">
              <a:ext uri="{FF2B5EF4-FFF2-40B4-BE49-F238E27FC236}">
                <a16:creationId xmlns:a16="http://schemas.microsoft.com/office/drawing/2014/main" id="{B1FAB3E6-CDB9-4266-9ED8-EEDF30F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338" y="61106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1" name="path-4899">
            <a:extLst xmlns:a="http://schemas.openxmlformats.org/drawingml/2006/main">
              <a:ext uri="{FF2B5EF4-FFF2-40B4-BE49-F238E27FC236}">
                <a16:creationId xmlns:a16="http://schemas.microsoft.com/office/drawing/2014/main" id="{2CE923DF-FA98-40C1-8D4E-99ECD55A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220" y="61598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2" name="path-4900">
            <a:extLst xmlns:a="http://schemas.openxmlformats.org/drawingml/2006/main">
              <a:ext uri="{FF2B5EF4-FFF2-40B4-BE49-F238E27FC236}">
                <a16:creationId xmlns:a16="http://schemas.microsoft.com/office/drawing/2014/main" id="{F407AC1C-9724-43F9-A459-4ADA1537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305" y="6158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3" name="path-4901">
            <a:extLst xmlns:a="http://schemas.openxmlformats.org/drawingml/2006/main">
              <a:ext uri="{FF2B5EF4-FFF2-40B4-BE49-F238E27FC236}">
                <a16:creationId xmlns:a16="http://schemas.microsoft.com/office/drawing/2014/main" id="{4EF494F8-28BE-42DE-989C-9C87AD6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679" y="6146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4" name="path-4902">
            <a:extLst xmlns:a="http://schemas.openxmlformats.org/drawingml/2006/main">
              <a:ext uri="{FF2B5EF4-FFF2-40B4-BE49-F238E27FC236}">
                <a16:creationId xmlns:a16="http://schemas.microsoft.com/office/drawing/2014/main" id="{E7D310D8-6036-4769-8307-3B2B62E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397" y="615247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5" name="path-4903">
            <a:extLst xmlns:a="http://schemas.openxmlformats.org/drawingml/2006/main">
              <a:ext uri="{FF2B5EF4-FFF2-40B4-BE49-F238E27FC236}">
                <a16:creationId xmlns:a16="http://schemas.microsoft.com/office/drawing/2014/main" id="{D4E6251F-9D47-45BE-93B8-A2ADB745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41" y="6133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6" name="path-4904">
            <a:extLst xmlns:a="http://schemas.openxmlformats.org/drawingml/2006/main">
              <a:ext uri="{FF2B5EF4-FFF2-40B4-BE49-F238E27FC236}">
                <a16:creationId xmlns:a16="http://schemas.microsoft.com/office/drawing/2014/main" id="{D89F08F7-7FD6-441C-A9F5-DE15A10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684" y="616827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7" name="path-4905">
            <a:extLst xmlns:a="http://schemas.openxmlformats.org/drawingml/2006/main">
              <a:ext uri="{FF2B5EF4-FFF2-40B4-BE49-F238E27FC236}">
                <a16:creationId xmlns:a16="http://schemas.microsoft.com/office/drawing/2014/main" id="{566E82A9-D30A-4D57-9D0D-552DF1BB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589" y="61510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8" name="path-4906">
            <a:extLst xmlns:a="http://schemas.openxmlformats.org/drawingml/2006/main">
              <a:ext uri="{FF2B5EF4-FFF2-40B4-BE49-F238E27FC236}">
                <a16:creationId xmlns:a16="http://schemas.microsoft.com/office/drawing/2014/main" id="{D57E6361-A12B-4DC8-B714-E7C681ED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383" y="615076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9" name="path-4907">
            <a:extLst xmlns:a="http://schemas.openxmlformats.org/drawingml/2006/main">
              <a:ext uri="{FF2B5EF4-FFF2-40B4-BE49-F238E27FC236}">
                <a16:creationId xmlns:a16="http://schemas.microsoft.com/office/drawing/2014/main" id="{D7080698-7FC2-452C-B317-B8DD7AB4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889" y="6143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0" name="path-4908">
            <a:extLst xmlns:a="http://schemas.openxmlformats.org/drawingml/2006/main">
              <a:ext uri="{FF2B5EF4-FFF2-40B4-BE49-F238E27FC236}">
                <a16:creationId xmlns:a16="http://schemas.microsoft.com/office/drawing/2014/main" id="{92E7F9D2-8AF9-4C4E-A5D4-192F2BD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506" y="61374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1" name="path-4909">
            <a:extLst xmlns:a="http://schemas.openxmlformats.org/drawingml/2006/main">
              <a:ext uri="{FF2B5EF4-FFF2-40B4-BE49-F238E27FC236}">
                <a16:creationId xmlns:a16="http://schemas.microsoft.com/office/drawing/2014/main" id="{73AFC380-7C73-411A-99B5-3E9948E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691" y="61245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2" name="path-4910">
            <a:extLst xmlns:a="http://schemas.openxmlformats.org/drawingml/2006/main">
              <a:ext uri="{FF2B5EF4-FFF2-40B4-BE49-F238E27FC236}">
                <a16:creationId xmlns:a16="http://schemas.microsoft.com/office/drawing/2014/main" id="{A2366D7C-B0B4-4CDE-9752-C0714424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339" y="61543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3" name="path-4911">
            <a:extLst xmlns:a="http://schemas.openxmlformats.org/drawingml/2006/main">
              <a:ext uri="{FF2B5EF4-FFF2-40B4-BE49-F238E27FC236}">
                <a16:creationId xmlns:a16="http://schemas.microsoft.com/office/drawing/2014/main" id="{3DD429A4-847F-4306-AC7D-2575D4BA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837" y="61282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4" name="path-4912">
            <a:extLst xmlns:a="http://schemas.openxmlformats.org/drawingml/2006/main">
              <a:ext uri="{FF2B5EF4-FFF2-40B4-BE49-F238E27FC236}">
                <a16:creationId xmlns:a16="http://schemas.microsoft.com/office/drawing/2014/main" id="{057B31A5-1A55-4194-9860-74EDB1F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740" y="61361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5" name="path-4913">
            <a:extLst xmlns:a="http://schemas.openxmlformats.org/drawingml/2006/main">
              <a:ext uri="{FF2B5EF4-FFF2-40B4-BE49-F238E27FC236}">
                <a16:creationId xmlns:a16="http://schemas.microsoft.com/office/drawing/2014/main" id="{1693A16B-403D-4E66-9A50-DBD07C9C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366" y="6141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6" name="path-4914">
            <a:extLst xmlns:a="http://schemas.openxmlformats.org/drawingml/2006/main">
              <a:ext uri="{FF2B5EF4-FFF2-40B4-BE49-F238E27FC236}">
                <a16:creationId xmlns:a16="http://schemas.microsoft.com/office/drawing/2014/main" id="{FA4C7930-75A4-4D5B-B864-4B4444B8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84" y="6140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7" name="path-4915">
            <a:extLst xmlns:a="http://schemas.openxmlformats.org/drawingml/2006/main">
              <a:ext uri="{FF2B5EF4-FFF2-40B4-BE49-F238E27FC236}">
                <a16:creationId xmlns:a16="http://schemas.microsoft.com/office/drawing/2014/main" id="{0F0EACFA-F22E-47A2-8C4A-485A59E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280" y="612573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8" name="path-4916">
            <a:extLst xmlns:a="http://schemas.openxmlformats.org/drawingml/2006/main">
              <a:ext uri="{FF2B5EF4-FFF2-40B4-BE49-F238E27FC236}">
                <a16:creationId xmlns:a16="http://schemas.microsoft.com/office/drawing/2014/main" id="{118C82AB-6650-408C-B5D5-6BD7D19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307" y="61494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9" name="path-4917">
            <a:extLst xmlns:a="http://schemas.openxmlformats.org/drawingml/2006/main">
              <a:ext uri="{FF2B5EF4-FFF2-40B4-BE49-F238E27FC236}">
                <a16:creationId xmlns:a16="http://schemas.microsoft.com/office/drawing/2014/main" id="{045C744C-79A3-4B09-816A-68C4AF38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216" y="61446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0" name="path-4918">
            <a:extLst xmlns:a="http://schemas.openxmlformats.org/drawingml/2006/main">
              <a:ext uri="{FF2B5EF4-FFF2-40B4-BE49-F238E27FC236}">
                <a16:creationId xmlns:a16="http://schemas.microsoft.com/office/drawing/2014/main" id="{45D3DB30-922F-439E-901C-1EE7CD2D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736" y="6111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1" name="path-4919">
            <a:extLst xmlns:a="http://schemas.openxmlformats.org/drawingml/2006/main">
              <a:ext uri="{FF2B5EF4-FFF2-40B4-BE49-F238E27FC236}">
                <a16:creationId xmlns:a16="http://schemas.microsoft.com/office/drawing/2014/main" id="{6029571D-DEF0-4333-B4E5-EBDAD76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839" y="61381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2" name="path-4920">
            <a:extLst xmlns:a="http://schemas.openxmlformats.org/drawingml/2006/main">
              <a:ext uri="{FF2B5EF4-FFF2-40B4-BE49-F238E27FC236}">
                <a16:creationId xmlns:a16="http://schemas.microsoft.com/office/drawing/2014/main" id="{76FED2B1-F6CB-436D-BEE6-C3CD6C7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000" y="613952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3" name="path-4921">
            <a:extLst xmlns:a="http://schemas.openxmlformats.org/drawingml/2006/main">
              <a:ext uri="{FF2B5EF4-FFF2-40B4-BE49-F238E27FC236}">
                <a16:creationId xmlns:a16="http://schemas.microsoft.com/office/drawing/2014/main" id="{5BB36713-C447-449B-BE8B-05EAD419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254" y="61278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4" name="path-4922">
            <a:extLst xmlns:a="http://schemas.openxmlformats.org/drawingml/2006/main">
              <a:ext uri="{FF2B5EF4-FFF2-40B4-BE49-F238E27FC236}">
                <a16:creationId xmlns:a16="http://schemas.microsoft.com/office/drawing/2014/main" id="{C867FB23-D323-46DC-BD36-3356AA64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069" y="613054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5" name="path-4923">
            <a:extLst xmlns:a="http://schemas.openxmlformats.org/drawingml/2006/main">
              <a:ext uri="{FF2B5EF4-FFF2-40B4-BE49-F238E27FC236}">
                <a16:creationId xmlns:a16="http://schemas.microsoft.com/office/drawing/2014/main" id="{36C99197-299A-4FDD-89AF-192B0E69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623" y="61603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6" name="path-4924">
            <a:extLst xmlns:a="http://schemas.openxmlformats.org/drawingml/2006/main">
              <a:ext uri="{FF2B5EF4-FFF2-40B4-BE49-F238E27FC236}">
                <a16:creationId xmlns:a16="http://schemas.microsoft.com/office/drawing/2014/main" id="{02AA1581-DE7A-4DAC-8909-F957C8AF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22" y="6130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7" name="path-4925">
            <a:extLst xmlns:a="http://schemas.openxmlformats.org/drawingml/2006/main">
              <a:ext uri="{FF2B5EF4-FFF2-40B4-BE49-F238E27FC236}">
                <a16:creationId xmlns:a16="http://schemas.microsoft.com/office/drawing/2014/main" id="{1DDDC185-C499-4080-92F2-D17CC628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66" y="6128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8" name="path-4926">
            <a:extLst xmlns:a="http://schemas.openxmlformats.org/drawingml/2006/main">
              <a:ext uri="{FF2B5EF4-FFF2-40B4-BE49-F238E27FC236}">
                <a16:creationId xmlns:a16="http://schemas.microsoft.com/office/drawing/2014/main" id="{63A78644-B09E-4470-BFC2-0ACA9BC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314" y="613433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9" name="path-4927">
            <a:extLst xmlns:a="http://schemas.openxmlformats.org/drawingml/2006/main">
              <a:ext uri="{FF2B5EF4-FFF2-40B4-BE49-F238E27FC236}">
                <a16:creationId xmlns:a16="http://schemas.microsoft.com/office/drawing/2014/main" id="{156732A0-0021-4551-95C6-304D773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996" y="6117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0" name="path-4928">
            <a:extLst xmlns:a="http://schemas.openxmlformats.org/drawingml/2006/main">
              <a:ext uri="{FF2B5EF4-FFF2-40B4-BE49-F238E27FC236}">
                <a16:creationId xmlns:a16="http://schemas.microsoft.com/office/drawing/2014/main" id="{E59AF1A6-89BF-41E9-B6FA-1B4BB7BE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973" y="61297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1" name="path-4929">
            <a:extLst xmlns:a="http://schemas.openxmlformats.org/drawingml/2006/main">
              <a:ext uri="{FF2B5EF4-FFF2-40B4-BE49-F238E27FC236}">
                <a16:creationId xmlns:a16="http://schemas.microsoft.com/office/drawing/2014/main" id="{C06C25E9-A6B5-4B46-A237-A5D329F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966" y="614336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2" name="path-4930">
            <a:extLst xmlns:a="http://schemas.openxmlformats.org/drawingml/2006/main">
              <a:ext uri="{FF2B5EF4-FFF2-40B4-BE49-F238E27FC236}">
                <a16:creationId xmlns:a16="http://schemas.microsoft.com/office/drawing/2014/main" id="{2FAF9DB8-A7DC-489B-9692-6A8E304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027" y="613379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3" name="path-4931">
            <a:extLst xmlns:a="http://schemas.openxmlformats.org/drawingml/2006/main">
              <a:ext uri="{FF2B5EF4-FFF2-40B4-BE49-F238E27FC236}">
                <a16:creationId xmlns:a16="http://schemas.microsoft.com/office/drawing/2014/main" id="{EBF68F6C-9501-4D17-893D-A597259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774" y="61373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4" name="path-4932">
            <a:extLst xmlns:a="http://schemas.openxmlformats.org/drawingml/2006/main">
              <a:ext uri="{FF2B5EF4-FFF2-40B4-BE49-F238E27FC236}">
                <a16:creationId xmlns:a16="http://schemas.microsoft.com/office/drawing/2014/main" id="{8DEC7DF8-B8D9-43C9-BB20-13AEC62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408" y="61243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5" name="path-4933">
            <a:extLst xmlns:a="http://schemas.openxmlformats.org/drawingml/2006/main">
              <a:ext uri="{FF2B5EF4-FFF2-40B4-BE49-F238E27FC236}">
                <a16:creationId xmlns:a16="http://schemas.microsoft.com/office/drawing/2014/main" id="{587B0211-7745-4D6B-873D-AEC34C9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929" y="61369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6" name="path-4934">
            <a:extLst xmlns:a="http://schemas.openxmlformats.org/drawingml/2006/main">
              <a:ext uri="{FF2B5EF4-FFF2-40B4-BE49-F238E27FC236}">
                <a16:creationId xmlns:a16="http://schemas.microsoft.com/office/drawing/2014/main" id="{7D1D1B50-7384-4BFE-AB75-D2ECE769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350" y="612571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7" name="path-4935">
            <a:extLst xmlns:a="http://schemas.openxmlformats.org/drawingml/2006/main">
              <a:ext uri="{FF2B5EF4-FFF2-40B4-BE49-F238E27FC236}">
                <a16:creationId xmlns:a16="http://schemas.microsoft.com/office/drawing/2014/main" id="{40464603-5A8C-4129-A521-8CB2DB4A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865" y="6134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8" name="path-4936">
            <a:extLst xmlns:a="http://schemas.openxmlformats.org/drawingml/2006/main">
              <a:ext uri="{FF2B5EF4-FFF2-40B4-BE49-F238E27FC236}">
                <a16:creationId xmlns:a16="http://schemas.microsoft.com/office/drawing/2014/main" id="{5A95D05F-A362-43D7-8B0D-BA7D16E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6" y="6177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9" name="path-4937">
            <a:extLst xmlns:a="http://schemas.openxmlformats.org/drawingml/2006/main">
              <a:ext uri="{FF2B5EF4-FFF2-40B4-BE49-F238E27FC236}">
                <a16:creationId xmlns:a16="http://schemas.microsoft.com/office/drawing/2014/main" id="{81D9CE5B-D274-4ADD-9C32-CEC1B8B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968" y="6141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0" name="path-4938">
            <a:extLst xmlns:a="http://schemas.openxmlformats.org/drawingml/2006/main">
              <a:ext uri="{FF2B5EF4-FFF2-40B4-BE49-F238E27FC236}">
                <a16:creationId xmlns:a16="http://schemas.microsoft.com/office/drawing/2014/main" id="{1FE2B90C-ECE5-48FE-A9F8-0C6ED8A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626" y="61118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1" name="path-4939">
            <a:extLst xmlns:a="http://schemas.openxmlformats.org/drawingml/2006/main">
              <a:ext uri="{FF2B5EF4-FFF2-40B4-BE49-F238E27FC236}">
                <a16:creationId xmlns:a16="http://schemas.microsoft.com/office/drawing/2014/main" id="{7821A8F5-76A1-4B74-9641-D388C08C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525" y="6126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2" name="path-4940">
            <a:extLst xmlns:a="http://schemas.openxmlformats.org/drawingml/2006/main">
              <a:ext uri="{FF2B5EF4-FFF2-40B4-BE49-F238E27FC236}">
                <a16:creationId xmlns:a16="http://schemas.microsoft.com/office/drawing/2014/main" id="{2BF97070-F129-45C1-A0CC-65449AF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103" y="61240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3" name="path-4941">
            <a:extLst xmlns:a="http://schemas.openxmlformats.org/drawingml/2006/main">
              <a:ext uri="{FF2B5EF4-FFF2-40B4-BE49-F238E27FC236}">
                <a16:creationId xmlns:a16="http://schemas.microsoft.com/office/drawing/2014/main" id="{766DC9F7-4C78-4573-BD97-05E1B7DF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183" y="61385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4" name="path-4942">
            <a:extLst xmlns:a="http://schemas.openxmlformats.org/drawingml/2006/main">
              <a:ext uri="{FF2B5EF4-FFF2-40B4-BE49-F238E27FC236}">
                <a16:creationId xmlns:a16="http://schemas.microsoft.com/office/drawing/2014/main" id="{C2378D7A-95BB-4A97-8CAD-FF897FEB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141" y="61577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5" name="path-4943">
            <a:extLst xmlns:a="http://schemas.openxmlformats.org/drawingml/2006/main">
              <a:ext uri="{FF2B5EF4-FFF2-40B4-BE49-F238E27FC236}">
                <a16:creationId xmlns:a16="http://schemas.microsoft.com/office/drawing/2014/main" id="{6EEB539A-1D0F-4E2A-8D68-AD4464B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83" y="61330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6" name="path-4944">
            <a:extLst xmlns:a="http://schemas.openxmlformats.org/drawingml/2006/main">
              <a:ext uri="{FF2B5EF4-FFF2-40B4-BE49-F238E27FC236}">
                <a16:creationId xmlns:a16="http://schemas.microsoft.com/office/drawing/2014/main" id="{2CFABCD7-6402-487A-AA64-54C8F6D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646" y="61283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7" name="path-4945">
            <a:extLst xmlns:a="http://schemas.openxmlformats.org/drawingml/2006/main">
              <a:ext uri="{FF2B5EF4-FFF2-40B4-BE49-F238E27FC236}">
                <a16:creationId xmlns:a16="http://schemas.microsoft.com/office/drawing/2014/main" id="{E0E7C65E-7959-4D4E-9BE7-531C7C6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209" y="6134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8" name="path-4946">
            <a:extLst xmlns:a="http://schemas.openxmlformats.org/drawingml/2006/main">
              <a:ext uri="{FF2B5EF4-FFF2-40B4-BE49-F238E27FC236}">
                <a16:creationId xmlns:a16="http://schemas.microsoft.com/office/drawing/2014/main" id="{2E08F38F-4A48-44DC-8B2E-44AB7B6D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656" y="614431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9" name="path-4947">
            <a:extLst xmlns:a="http://schemas.openxmlformats.org/drawingml/2006/main">
              <a:ext uri="{FF2B5EF4-FFF2-40B4-BE49-F238E27FC236}">
                <a16:creationId xmlns:a16="http://schemas.microsoft.com/office/drawing/2014/main" id="{BEEBC38B-514A-46C9-AD59-7493BD87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763" y="6142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0" name="path-4948">
            <a:extLst xmlns:a="http://schemas.openxmlformats.org/drawingml/2006/main">
              <a:ext uri="{FF2B5EF4-FFF2-40B4-BE49-F238E27FC236}">
                <a16:creationId xmlns:a16="http://schemas.microsoft.com/office/drawing/2014/main" id="{2F4E5B0B-A792-4646-898A-EBB6B6D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78" y="6130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1" name="path-4949">
            <a:extLst xmlns:a="http://schemas.openxmlformats.org/drawingml/2006/main">
              <a:ext uri="{FF2B5EF4-FFF2-40B4-BE49-F238E27FC236}">
                <a16:creationId xmlns:a16="http://schemas.microsoft.com/office/drawing/2014/main" id="{9A48D7F0-DE53-495D-B629-C23D860A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721" y="61660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2" name="path-4950">
            <a:extLst xmlns:a="http://schemas.openxmlformats.org/drawingml/2006/main">
              <a:ext uri="{FF2B5EF4-FFF2-40B4-BE49-F238E27FC236}">
                <a16:creationId xmlns:a16="http://schemas.microsoft.com/office/drawing/2014/main" id="{493838F5-A878-42FA-95FD-CBF2CA3F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107" y="6114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3" name="path-4951">
            <a:extLst xmlns:a="http://schemas.openxmlformats.org/drawingml/2006/main">
              <a:ext uri="{FF2B5EF4-FFF2-40B4-BE49-F238E27FC236}">
                <a16:creationId xmlns:a16="http://schemas.microsoft.com/office/drawing/2014/main" id="{FC1E18BC-2035-4275-B3F7-0704C6F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094" y="613805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4" name="path-4952">
            <a:extLst xmlns:a="http://schemas.openxmlformats.org/drawingml/2006/main">
              <a:ext uri="{FF2B5EF4-FFF2-40B4-BE49-F238E27FC236}">
                <a16:creationId xmlns:a16="http://schemas.microsoft.com/office/drawing/2014/main" id="{18842FE7-5DC3-449A-B455-F64A1725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84" y="614388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5" name="path-4953">
            <a:extLst xmlns:a="http://schemas.openxmlformats.org/drawingml/2006/main">
              <a:ext uri="{FF2B5EF4-FFF2-40B4-BE49-F238E27FC236}">
                <a16:creationId xmlns:a16="http://schemas.microsoft.com/office/drawing/2014/main" id="{31315DA1-2B13-494B-8421-99E93938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701" y="612440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6" name="path-4954">
            <a:extLst xmlns:a="http://schemas.openxmlformats.org/drawingml/2006/main">
              <a:ext uri="{FF2B5EF4-FFF2-40B4-BE49-F238E27FC236}">
                <a16:creationId xmlns:a16="http://schemas.microsoft.com/office/drawing/2014/main" id="{44E37974-1F87-4E4B-BB23-9A09F38C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991" y="612879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7" name="path-4955">
            <a:extLst xmlns:a="http://schemas.openxmlformats.org/drawingml/2006/main">
              <a:ext uri="{FF2B5EF4-FFF2-40B4-BE49-F238E27FC236}">
                <a16:creationId xmlns:a16="http://schemas.microsoft.com/office/drawing/2014/main" id="{0AB2E420-C294-4E78-B8C9-C80B8E0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977" y="613232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8" name="path-4956">
            <a:extLst xmlns:a="http://schemas.openxmlformats.org/drawingml/2006/main">
              <a:ext uri="{FF2B5EF4-FFF2-40B4-BE49-F238E27FC236}">
                <a16:creationId xmlns:a16="http://schemas.microsoft.com/office/drawing/2014/main" id="{A8D23AAB-D5EB-4CF4-918A-428297D3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258" y="61417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9" name="path-4957">
            <a:extLst xmlns:a="http://schemas.openxmlformats.org/drawingml/2006/main">
              <a:ext uri="{FF2B5EF4-FFF2-40B4-BE49-F238E27FC236}">
                <a16:creationId xmlns:a16="http://schemas.microsoft.com/office/drawing/2014/main" id="{C5705140-B533-427B-B7E3-7690C3F8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145" y="613315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0" name="path-4958">
            <a:extLst xmlns:a="http://schemas.openxmlformats.org/drawingml/2006/main">
              <a:ext uri="{FF2B5EF4-FFF2-40B4-BE49-F238E27FC236}">
                <a16:creationId xmlns:a16="http://schemas.microsoft.com/office/drawing/2014/main" id="{6551F26E-83DB-4DEB-9850-5E43664B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76" y="61433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1" name="path-4959">
            <a:extLst xmlns:a="http://schemas.openxmlformats.org/drawingml/2006/main">
              <a:ext uri="{FF2B5EF4-FFF2-40B4-BE49-F238E27FC236}">
                <a16:creationId xmlns:a16="http://schemas.microsoft.com/office/drawing/2014/main" id="{57E5E217-C258-4725-9863-A1461B2A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513" y="6142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2" name="path-4960">
            <a:extLst xmlns:a="http://schemas.openxmlformats.org/drawingml/2006/main">
              <a:ext uri="{FF2B5EF4-FFF2-40B4-BE49-F238E27FC236}">
                <a16:creationId xmlns:a16="http://schemas.microsoft.com/office/drawing/2014/main" id="{CF3BDD79-66C3-47B8-95BB-50757739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311" y="6143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3" name="path-4961">
            <a:extLst xmlns:a="http://schemas.openxmlformats.org/drawingml/2006/main">
              <a:ext uri="{FF2B5EF4-FFF2-40B4-BE49-F238E27FC236}">
                <a16:creationId xmlns:a16="http://schemas.microsoft.com/office/drawing/2014/main" id="{D4BABB02-CA50-4814-A12F-1C559DC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455" y="6131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4" name="path-4962">
            <a:extLst xmlns:a="http://schemas.openxmlformats.org/drawingml/2006/main">
              <a:ext uri="{FF2B5EF4-FFF2-40B4-BE49-F238E27FC236}">
                <a16:creationId xmlns:a16="http://schemas.microsoft.com/office/drawing/2014/main" id="{FE3FCFBF-B278-4A09-A90D-A1A8625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60" y="61446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5" name="path-4963">
            <a:extLst xmlns:a="http://schemas.openxmlformats.org/drawingml/2006/main">
              <a:ext uri="{FF2B5EF4-FFF2-40B4-BE49-F238E27FC236}">
                <a16:creationId xmlns:a16="http://schemas.microsoft.com/office/drawing/2014/main" id="{4AF5108D-1C4D-4D3C-A08D-A93CBEC8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27" y="6153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6" name="path-4964">
            <a:extLst xmlns:a="http://schemas.openxmlformats.org/drawingml/2006/main">
              <a:ext uri="{FF2B5EF4-FFF2-40B4-BE49-F238E27FC236}">
                <a16:creationId xmlns:a16="http://schemas.microsoft.com/office/drawing/2014/main" id="{43E412BF-A8C9-4C37-949A-1B3B3E28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900" y="6161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7" name="path-4965">
            <a:extLst xmlns:a="http://schemas.openxmlformats.org/drawingml/2006/main">
              <a:ext uri="{FF2B5EF4-FFF2-40B4-BE49-F238E27FC236}">
                <a16:creationId xmlns:a16="http://schemas.microsoft.com/office/drawing/2014/main" id="{F35F8ADF-859D-468B-B267-8EBF57D7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037" y="61578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8" name="path-4966">
            <a:extLst xmlns:a="http://schemas.openxmlformats.org/drawingml/2006/main">
              <a:ext uri="{FF2B5EF4-FFF2-40B4-BE49-F238E27FC236}">
                <a16:creationId xmlns:a16="http://schemas.microsoft.com/office/drawing/2014/main" id="{A7CAEF2B-19D2-4075-AD04-29C56BF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471" y="6139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9" name="path-4967">
            <a:extLst xmlns:a="http://schemas.openxmlformats.org/drawingml/2006/main">
              <a:ext uri="{FF2B5EF4-FFF2-40B4-BE49-F238E27FC236}">
                <a16:creationId xmlns:a16="http://schemas.microsoft.com/office/drawing/2014/main" id="{1CF683D4-DD3D-4BF0-BF91-90C31B9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784" y="6150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0" name="path-4968">
            <a:extLst xmlns:a="http://schemas.openxmlformats.org/drawingml/2006/main">
              <a:ext uri="{FF2B5EF4-FFF2-40B4-BE49-F238E27FC236}">
                <a16:creationId xmlns:a16="http://schemas.microsoft.com/office/drawing/2014/main" id="{40A2CEE9-04B2-4640-8283-A244638C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869" y="6134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1" name="path-4969">
            <a:extLst xmlns:a="http://schemas.openxmlformats.org/drawingml/2006/main">
              <a:ext uri="{FF2B5EF4-FFF2-40B4-BE49-F238E27FC236}">
                <a16:creationId xmlns:a16="http://schemas.microsoft.com/office/drawing/2014/main" id="{065D94E8-2C5B-4B15-B177-FCAFA7A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237" y="613524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2" name="path-4970">
            <a:extLst xmlns:a="http://schemas.openxmlformats.org/drawingml/2006/main">
              <a:ext uri="{FF2B5EF4-FFF2-40B4-BE49-F238E27FC236}">
                <a16:creationId xmlns:a16="http://schemas.microsoft.com/office/drawing/2014/main" id="{14BE4709-B638-4442-B81E-EFEB00E4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200" y="6131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3" name="path-4971">
            <a:extLst xmlns:a="http://schemas.openxmlformats.org/drawingml/2006/main">
              <a:ext uri="{FF2B5EF4-FFF2-40B4-BE49-F238E27FC236}">
                <a16:creationId xmlns:a16="http://schemas.microsoft.com/office/drawing/2014/main" id="{700E3CA7-B9A4-4F2A-B27F-3DBFDEF9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822" y="61163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4" name="path-4972">
            <a:extLst xmlns:a="http://schemas.openxmlformats.org/drawingml/2006/main">
              <a:ext uri="{FF2B5EF4-FFF2-40B4-BE49-F238E27FC236}">
                <a16:creationId xmlns:a16="http://schemas.microsoft.com/office/drawing/2014/main" id="{BF063C5F-BEE5-4684-8268-BBAF3B2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11" y="61457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5" name="path-4973">
            <a:extLst xmlns:a="http://schemas.openxmlformats.org/drawingml/2006/main">
              <a:ext uri="{FF2B5EF4-FFF2-40B4-BE49-F238E27FC236}">
                <a16:creationId xmlns:a16="http://schemas.microsoft.com/office/drawing/2014/main" id="{974EFE6D-9E3A-4896-BB8D-4DBEAD72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388" y="61236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6" name="path-4974">
            <a:extLst xmlns:a="http://schemas.openxmlformats.org/drawingml/2006/main">
              <a:ext uri="{FF2B5EF4-FFF2-40B4-BE49-F238E27FC236}">
                <a16:creationId xmlns:a16="http://schemas.microsoft.com/office/drawing/2014/main" id="{6E0783DD-B9E3-4C04-96A2-95235852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398" y="6126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7" name="path-4975">
            <a:extLst xmlns:a="http://schemas.openxmlformats.org/drawingml/2006/main">
              <a:ext uri="{FF2B5EF4-FFF2-40B4-BE49-F238E27FC236}">
                <a16:creationId xmlns:a16="http://schemas.microsoft.com/office/drawing/2014/main" id="{2D5AF7AC-E470-45FC-B4A9-F2DE2D2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480" y="61530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8" name="path-4976">
            <a:extLst xmlns:a="http://schemas.openxmlformats.org/drawingml/2006/main">
              <a:ext uri="{FF2B5EF4-FFF2-40B4-BE49-F238E27FC236}">
                <a16:creationId xmlns:a16="http://schemas.microsoft.com/office/drawing/2014/main" id="{C84985FE-C720-470B-8E81-EE583AE2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326" y="6119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9" name="path-4977">
            <a:extLst xmlns:a="http://schemas.openxmlformats.org/drawingml/2006/main">
              <a:ext uri="{FF2B5EF4-FFF2-40B4-BE49-F238E27FC236}">
                <a16:creationId xmlns:a16="http://schemas.microsoft.com/office/drawing/2014/main" id="{49D23505-31E6-436E-B54D-164D723C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933" y="614153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0" name="path-4978">
            <a:extLst xmlns:a="http://schemas.openxmlformats.org/drawingml/2006/main">
              <a:ext uri="{FF2B5EF4-FFF2-40B4-BE49-F238E27FC236}">
                <a16:creationId xmlns:a16="http://schemas.microsoft.com/office/drawing/2014/main" id="{6170F2BA-8268-431E-ADBB-AE6E6E0D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341" y="6152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1" name="path-4979">
            <a:extLst xmlns:a="http://schemas.openxmlformats.org/drawingml/2006/main">
              <a:ext uri="{FF2B5EF4-FFF2-40B4-BE49-F238E27FC236}">
                <a16:creationId xmlns:a16="http://schemas.microsoft.com/office/drawing/2014/main" id="{018B678D-3D7F-4699-8786-7E3AD92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70" y="61528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2" name="path-4980">
            <a:extLst xmlns:a="http://schemas.openxmlformats.org/drawingml/2006/main">
              <a:ext uri="{FF2B5EF4-FFF2-40B4-BE49-F238E27FC236}">
                <a16:creationId xmlns:a16="http://schemas.microsoft.com/office/drawing/2014/main" id="{72BCEB53-5BA0-4B29-9C50-B046E8B9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534" y="6126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3" name="path-4981">
            <a:extLst xmlns:a="http://schemas.openxmlformats.org/drawingml/2006/main">
              <a:ext uri="{FF2B5EF4-FFF2-40B4-BE49-F238E27FC236}">
                <a16:creationId xmlns:a16="http://schemas.microsoft.com/office/drawing/2014/main" id="{64FED452-C4FE-4B5C-89E3-1A4EB426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520" y="612281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4" name="path-4982">
            <a:extLst xmlns:a="http://schemas.openxmlformats.org/drawingml/2006/main">
              <a:ext uri="{FF2B5EF4-FFF2-40B4-BE49-F238E27FC236}">
                <a16:creationId xmlns:a16="http://schemas.microsoft.com/office/drawing/2014/main" id="{B5069A23-1C3B-484D-B169-BDBFF66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704" y="615126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5" name="path-4983">
            <a:extLst xmlns:a="http://schemas.openxmlformats.org/drawingml/2006/main">
              <a:ext uri="{FF2B5EF4-FFF2-40B4-BE49-F238E27FC236}">
                <a16:creationId xmlns:a16="http://schemas.microsoft.com/office/drawing/2014/main" id="{A492B71E-9C48-41F2-9FDB-9ABE6B3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687" y="6143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6" name="path-4984">
            <a:extLst xmlns:a="http://schemas.openxmlformats.org/drawingml/2006/main">
              <a:ext uri="{FF2B5EF4-FFF2-40B4-BE49-F238E27FC236}">
                <a16:creationId xmlns:a16="http://schemas.microsoft.com/office/drawing/2014/main" id="{F733E5AA-9E75-4650-A7C5-32B89D09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68" y="6140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7" name="path-4985">
            <a:extLst xmlns:a="http://schemas.openxmlformats.org/drawingml/2006/main">
              <a:ext uri="{FF2B5EF4-FFF2-40B4-BE49-F238E27FC236}">
                <a16:creationId xmlns:a16="http://schemas.microsoft.com/office/drawing/2014/main" id="{2F87612D-1750-449B-9A9F-25B4BF51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34" y="61510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8" name="path-4986">
            <a:extLst xmlns:a="http://schemas.openxmlformats.org/drawingml/2006/main">
              <a:ext uri="{FF2B5EF4-FFF2-40B4-BE49-F238E27FC236}">
                <a16:creationId xmlns:a16="http://schemas.microsoft.com/office/drawing/2014/main" id="{1FA8BDF9-85A1-4BF2-8255-E5E4F9B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498" y="616779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9" name="path-4987">
            <a:extLst xmlns:a="http://schemas.openxmlformats.org/drawingml/2006/main">
              <a:ext uri="{FF2B5EF4-FFF2-40B4-BE49-F238E27FC236}">
                <a16:creationId xmlns:a16="http://schemas.microsoft.com/office/drawing/2014/main" id="{DF23755C-5353-4F85-A4D8-5C760F1F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743" y="613599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0" name="path-4988">
            <a:extLst xmlns:a="http://schemas.openxmlformats.org/drawingml/2006/main">
              <a:ext uri="{FF2B5EF4-FFF2-40B4-BE49-F238E27FC236}">
                <a16:creationId xmlns:a16="http://schemas.microsoft.com/office/drawing/2014/main" id="{BE1A2A26-A64B-4C02-9FF7-47B34C5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029" y="613428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1" name="path-4989">
            <a:extLst xmlns:a="http://schemas.openxmlformats.org/drawingml/2006/main">
              <a:ext uri="{FF2B5EF4-FFF2-40B4-BE49-F238E27FC236}">
                <a16:creationId xmlns:a16="http://schemas.microsoft.com/office/drawing/2014/main" id="{829CF63D-56F2-4D2A-80F1-07AFF694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7" y="6140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2" name="path-4990">
            <a:extLst xmlns:a="http://schemas.openxmlformats.org/drawingml/2006/main">
              <a:ext uri="{FF2B5EF4-FFF2-40B4-BE49-F238E27FC236}">
                <a16:creationId xmlns:a16="http://schemas.microsoft.com/office/drawing/2014/main" id="{CDAA6E09-14DC-4032-AAA8-B142789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063" y="61365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3" name="path-4991">
            <a:extLst xmlns:a="http://schemas.openxmlformats.org/drawingml/2006/main">
              <a:ext uri="{FF2B5EF4-FFF2-40B4-BE49-F238E27FC236}">
                <a16:creationId xmlns:a16="http://schemas.microsoft.com/office/drawing/2014/main" id="{00CBC997-CAB8-42A7-A0F4-8EBF97B1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151" y="6164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4" name="path-4992">
            <a:extLst xmlns:a="http://schemas.openxmlformats.org/drawingml/2006/main">
              <a:ext uri="{FF2B5EF4-FFF2-40B4-BE49-F238E27FC236}">
                <a16:creationId xmlns:a16="http://schemas.microsoft.com/office/drawing/2014/main" id="{F5891750-C317-478F-AB62-1995672E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073" y="6146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5" name="path-4993">
            <a:extLst xmlns:a="http://schemas.openxmlformats.org/drawingml/2006/main">
              <a:ext uri="{FF2B5EF4-FFF2-40B4-BE49-F238E27FC236}">
                <a16:creationId xmlns:a16="http://schemas.microsoft.com/office/drawing/2014/main" id="{3B5BAE23-28A7-479C-9F71-C9B5488F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0" y="6144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6" name="path-4994">
            <a:extLst xmlns:a="http://schemas.openxmlformats.org/drawingml/2006/main">
              <a:ext uri="{FF2B5EF4-FFF2-40B4-BE49-F238E27FC236}">
                <a16:creationId xmlns:a16="http://schemas.microsoft.com/office/drawing/2014/main" id="{3F02579C-14EC-49C4-B1AA-4507692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669" y="6145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7" name="path-4995">
            <a:extLst xmlns:a="http://schemas.openxmlformats.org/drawingml/2006/main">
              <a:ext uri="{FF2B5EF4-FFF2-40B4-BE49-F238E27FC236}">
                <a16:creationId xmlns:a16="http://schemas.microsoft.com/office/drawing/2014/main" id="{E715E27F-BFB3-4E6F-802C-55F60B28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601" y="61231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8" name="path-4996">
            <a:extLst xmlns:a="http://schemas.openxmlformats.org/drawingml/2006/main">
              <a:ext uri="{FF2B5EF4-FFF2-40B4-BE49-F238E27FC236}">
                <a16:creationId xmlns:a16="http://schemas.microsoft.com/office/drawing/2014/main" id="{2BA9CB3D-3718-41D0-B368-40FC7A34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058" y="6137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9" name="path-4997">
            <a:extLst xmlns:a="http://schemas.openxmlformats.org/drawingml/2006/main">
              <a:ext uri="{FF2B5EF4-FFF2-40B4-BE49-F238E27FC236}">
                <a16:creationId xmlns:a16="http://schemas.microsoft.com/office/drawing/2014/main" id="{523187F1-FF96-48E2-8922-4F76734D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47" y="61394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0" name="path-4998">
            <a:extLst xmlns:a="http://schemas.openxmlformats.org/drawingml/2006/main">
              <a:ext uri="{FF2B5EF4-FFF2-40B4-BE49-F238E27FC236}">
                <a16:creationId xmlns:a16="http://schemas.microsoft.com/office/drawing/2014/main" id="{07F39FB4-ABF0-45E6-8200-BDDDEF97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79" y="613013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1" name="path-4999">
            <a:extLst xmlns:a="http://schemas.openxmlformats.org/drawingml/2006/main">
              <a:ext uri="{FF2B5EF4-FFF2-40B4-BE49-F238E27FC236}">
                <a16:creationId xmlns:a16="http://schemas.microsoft.com/office/drawing/2014/main" id="{4A61DDEF-3D2B-4A67-8D16-E6C258A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60" y="615081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2" name="path-5000">
            <a:extLst xmlns:a="http://schemas.openxmlformats.org/drawingml/2006/main">
              <a:ext uri="{FF2B5EF4-FFF2-40B4-BE49-F238E27FC236}">
                <a16:creationId xmlns:a16="http://schemas.microsoft.com/office/drawing/2014/main" id="{5B4E01A8-3512-4E1C-807D-2ACFD32F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612" y="614325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3" name="path-5001">
            <a:extLst xmlns:a="http://schemas.openxmlformats.org/drawingml/2006/main">
              <a:ext uri="{FF2B5EF4-FFF2-40B4-BE49-F238E27FC236}">
                <a16:creationId xmlns:a16="http://schemas.microsoft.com/office/drawing/2014/main" id="{0720D2F2-0509-4E3F-A968-43580653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554" y="61462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4" name="path-5002">
            <a:extLst xmlns:a="http://schemas.openxmlformats.org/drawingml/2006/main">
              <a:ext uri="{FF2B5EF4-FFF2-40B4-BE49-F238E27FC236}">
                <a16:creationId xmlns:a16="http://schemas.microsoft.com/office/drawing/2014/main" id="{D421EE31-AFF8-41C2-A508-01D829EE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085" y="614889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5" name="path-5003">
            <a:extLst xmlns:a="http://schemas.openxmlformats.org/drawingml/2006/main">
              <a:ext uri="{FF2B5EF4-FFF2-40B4-BE49-F238E27FC236}">
                <a16:creationId xmlns:a16="http://schemas.microsoft.com/office/drawing/2014/main" id="{D91D1927-5433-49CE-843D-656CF08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550" y="612969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6" name="path-5004">
            <a:extLst xmlns:a="http://schemas.openxmlformats.org/drawingml/2006/main">
              <a:ext uri="{FF2B5EF4-FFF2-40B4-BE49-F238E27FC236}">
                <a16:creationId xmlns:a16="http://schemas.microsoft.com/office/drawing/2014/main" id="{7851E8F5-0D6D-4B85-BFDD-7B3EBEAA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221" y="6130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7" name="path-5005">
            <a:extLst xmlns:a="http://schemas.openxmlformats.org/drawingml/2006/main">
              <a:ext uri="{FF2B5EF4-FFF2-40B4-BE49-F238E27FC236}">
                <a16:creationId xmlns:a16="http://schemas.microsoft.com/office/drawing/2014/main" id="{96D163A1-DA31-4AEF-8A40-F306807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448" y="6149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8" name="path-5006">
            <a:extLst xmlns:a="http://schemas.openxmlformats.org/drawingml/2006/main">
              <a:ext uri="{FF2B5EF4-FFF2-40B4-BE49-F238E27FC236}">
                <a16:creationId xmlns:a16="http://schemas.microsoft.com/office/drawing/2014/main" id="{7FF6BA50-57B8-465F-9118-B51F390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789" y="61589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9" name="path-5007">
            <a:extLst xmlns:a="http://schemas.openxmlformats.org/drawingml/2006/main">
              <a:ext uri="{FF2B5EF4-FFF2-40B4-BE49-F238E27FC236}">
                <a16:creationId xmlns:a16="http://schemas.microsoft.com/office/drawing/2014/main" id="{91AB4227-500B-4089-B893-D0BE121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4" y="61470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0" name="path-5008">
            <a:extLst xmlns:a="http://schemas.openxmlformats.org/drawingml/2006/main">
              <a:ext uri="{FF2B5EF4-FFF2-40B4-BE49-F238E27FC236}">
                <a16:creationId xmlns:a16="http://schemas.microsoft.com/office/drawing/2014/main" id="{34DF1423-C453-4AC7-B0F5-CA728CC3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82" y="615313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1" name="path-5009">
            <a:extLst xmlns:a="http://schemas.openxmlformats.org/drawingml/2006/main">
              <a:ext uri="{FF2B5EF4-FFF2-40B4-BE49-F238E27FC236}">
                <a16:creationId xmlns:a16="http://schemas.microsoft.com/office/drawing/2014/main" id="{4E9D8694-B54E-44B1-9CC9-38362BD4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407" y="6161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2" name="path-5010">
            <a:extLst xmlns:a="http://schemas.openxmlformats.org/drawingml/2006/main">
              <a:ext uri="{FF2B5EF4-FFF2-40B4-BE49-F238E27FC236}">
                <a16:creationId xmlns:a16="http://schemas.microsoft.com/office/drawing/2014/main" id="{3785791A-335D-4830-A5C0-FC68123C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567" y="613031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3" name="path-5011">
            <a:extLst xmlns:a="http://schemas.openxmlformats.org/drawingml/2006/main">
              <a:ext uri="{FF2B5EF4-FFF2-40B4-BE49-F238E27FC236}">
                <a16:creationId xmlns:a16="http://schemas.microsoft.com/office/drawing/2014/main" id="{43359DE7-44D2-4AA8-8361-C96EEFFF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35" y="614150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4" name="path-5012">
            <a:extLst xmlns:a="http://schemas.openxmlformats.org/drawingml/2006/main">
              <a:ext uri="{FF2B5EF4-FFF2-40B4-BE49-F238E27FC236}">
                <a16:creationId xmlns:a16="http://schemas.microsoft.com/office/drawing/2014/main" id="{C5B2A655-6D9F-4493-B668-43D11257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606" y="614631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5" name="path-5013">
            <a:extLst xmlns:a="http://schemas.openxmlformats.org/drawingml/2006/main">
              <a:ext uri="{FF2B5EF4-FFF2-40B4-BE49-F238E27FC236}">
                <a16:creationId xmlns:a16="http://schemas.microsoft.com/office/drawing/2014/main" id="{405A7DC8-01D5-4DEE-A30E-407FFE8F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547" y="613327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6" name="path-5014">
            <a:extLst xmlns:a="http://schemas.openxmlformats.org/drawingml/2006/main">
              <a:ext uri="{FF2B5EF4-FFF2-40B4-BE49-F238E27FC236}">
                <a16:creationId xmlns:a16="http://schemas.microsoft.com/office/drawing/2014/main" id="{DE06BC45-813A-40CF-96D3-6E51125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095" y="6145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7" name="path-5015">
            <a:extLst xmlns:a="http://schemas.openxmlformats.org/drawingml/2006/main">
              <a:ext uri="{FF2B5EF4-FFF2-40B4-BE49-F238E27FC236}">
                <a16:creationId xmlns:a16="http://schemas.microsoft.com/office/drawing/2014/main" id="{3970CE70-EF89-4EB1-A83A-DBC7012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03" y="61423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8" name="path-5016">
            <a:extLst xmlns:a="http://schemas.openxmlformats.org/drawingml/2006/main">
              <a:ext uri="{FF2B5EF4-FFF2-40B4-BE49-F238E27FC236}">
                <a16:creationId xmlns:a16="http://schemas.microsoft.com/office/drawing/2014/main" id="{C1DF3A82-FE71-4BD2-8E24-ADE2F864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219" y="61235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9" name="path-5017">
            <a:extLst xmlns:a="http://schemas.openxmlformats.org/drawingml/2006/main">
              <a:ext uri="{FF2B5EF4-FFF2-40B4-BE49-F238E27FC236}">
                <a16:creationId xmlns:a16="http://schemas.microsoft.com/office/drawing/2014/main" id="{DE448FA7-EF78-49E4-A023-618AC604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081" y="61581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0" name="path-5018">
            <a:extLst xmlns:a="http://schemas.openxmlformats.org/drawingml/2006/main">
              <a:ext uri="{FF2B5EF4-FFF2-40B4-BE49-F238E27FC236}">
                <a16:creationId xmlns:a16="http://schemas.microsoft.com/office/drawing/2014/main" id="{BEAF787B-17BD-4B8D-A96D-0137F271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95" y="614847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1" name="path-5019">
            <a:extLst xmlns:a="http://schemas.openxmlformats.org/drawingml/2006/main">
              <a:ext uri="{FF2B5EF4-FFF2-40B4-BE49-F238E27FC236}">
                <a16:creationId xmlns:a16="http://schemas.microsoft.com/office/drawing/2014/main" id="{84281756-66D0-46AA-AC95-B77C601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326" y="61531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2" name="path-5020">
            <a:extLst xmlns:a="http://schemas.openxmlformats.org/drawingml/2006/main">
              <a:ext uri="{FF2B5EF4-FFF2-40B4-BE49-F238E27FC236}">
                <a16:creationId xmlns:a16="http://schemas.microsoft.com/office/drawing/2014/main" id="{B810C60F-32F3-41D9-B730-C0EE080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073" y="6163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3" name="path-5021">
            <a:extLst xmlns:a="http://schemas.openxmlformats.org/drawingml/2006/main">
              <a:ext uri="{FF2B5EF4-FFF2-40B4-BE49-F238E27FC236}">
                <a16:creationId xmlns:a16="http://schemas.microsoft.com/office/drawing/2014/main" id="{0C5E874A-CA49-4A27-9499-7373572C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744" y="61277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4" name="path-5022">
            <a:extLst xmlns:a="http://schemas.openxmlformats.org/drawingml/2006/main">
              <a:ext uri="{FF2B5EF4-FFF2-40B4-BE49-F238E27FC236}">
                <a16:creationId xmlns:a16="http://schemas.microsoft.com/office/drawing/2014/main" id="{7C289D0F-9C4C-43E4-A8EB-DF62EB6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308" y="613623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5" name="path-5023">
            <a:extLst xmlns:a="http://schemas.openxmlformats.org/drawingml/2006/main">
              <a:ext uri="{FF2B5EF4-FFF2-40B4-BE49-F238E27FC236}">
                <a16:creationId xmlns:a16="http://schemas.microsoft.com/office/drawing/2014/main" id="{994B6E52-D708-4512-A2C6-0DD3BE48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730" y="61420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6" name="path-5024">
            <a:extLst xmlns:a="http://schemas.openxmlformats.org/drawingml/2006/main">
              <a:ext uri="{FF2B5EF4-FFF2-40B4-BE49-F238E27FC236}">
                <a16:creationId xmlns:a16="http://schemas.microsoft.com/office/drawing/2014/main" id="{73700E2E-24C8-441D-A43A-861706F8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71" y="61565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7" name="path-5025">
            <a:extLst xmlns:a="http://schemas.openxmlformats.org/drawingml/2006/main">
              <a:ext uri="{FF2B5EF4-FFF2-40B4-BE49-F238E27FC236}">
                <a16:creationId xmlns:a16="http://schemas.microsoft.com/office/drawing/2014/main" id="{FE1A09CC-D80E-4D13-82B6-234BE9BE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26" y="612625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8" name="path-5026">
            <a:extLst xmlns:a="http://schemas.openxmlformats.org/drawingml/2006/main">
              <a:ext uri="{FF2B5EF4-FFF2-40B4-BE49-F238E27FC236}">
                <a16:creationId xmlns:a16="http://schemas.microsoft.com/office/drawing/2014/main" id="{AA0F61D7-34D8-463C-8956-18190E89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242" y="61251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9" name="path-5027">
            <a:extLst xmlns:a="http://schemas.openxmlformats.org/drawingml/2006/main">
              <a:ext uri="{FF2B5EF4-FFF2-40B4-BE49-F238E27FC236}">
                <a16:creationId xmlns:a16="http://schemas.microsoft.com/office/drawing/2014/main" id="{415D3C5D-48C0-40B0-AE0B-9A472C9E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077" y="61416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0" name="path-5028">
            <a:extLst xmlns:a="http://schemas.openxmlformats.org/drawingml/2006/main">
              <a:ext uri="{FF2B5EF4-FFF2-40B4-BE49-F238E27FC236}">
                <a16:creationId xmlns:a16="http://schemas.microsoft.com/office/drawing/2014/main" id="{11F6C8BC-4D3E-40C4-B6F7-949C32B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55" y="615788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1" name="path-5029">
            <a:extLst xmlns:a="http://schemas.openxmlformats.org/drawingml/2006/main">
              <a:ext uri="{FF2B5EF4-FFF2-40B4-BE49-F238E27FC236}">
                <a16:creationId xmlns:a16="http://schemas.microsoft.com/office/drawing/2014/main" id="{2BAC84A4-7DD5-44D9-96F6-6A6F683F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611" y="60988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2" name="path-5030">
            <a:extLst xmlns:a="http://schemas.openxmlformats.org/drawingml/2006/main">
              <a:ext uri="{FF2B5EF4-FFF2-40B4-BE49-F238E27FC236}">
                <a16:creationId xmlns:a16="http://schemas.microsoft.com/office/drawing/2014/main" id="{E74FDA8E-5CFC-41D6-920E-3EBF35B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37" y="61558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3" name="path-5031">
            <a:extLst xmlns:a="http://schemas.openxmlformats.org/drawingml/2006/main">
              <a:ext uri="{FF2B5EF4-FFF2-40B4-BE49-F238E27FC236}">
                <a16:creationId xmlns:a16="http://schemas.microsoft.com/office/drawing/2014/main" id="{9F31CBD4-902F-4948-8678-1BF571A5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991" y="6162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4" name="path-5032">
            <a:extLst xmlns:a="http://schemas.openxmlformats.org/drawingml/2006/main">
              <a:ext uri="{FF2B5EF4-FFF2-40B4-BE49-F238E27FC236}">
                <a16:creationId xmlns:a16="http://schemas.microsoft.com/office/drawing/2014/main" id="{8EC63F70-FE93-4E58-9183-E6224CCC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745" y="614857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5" name="path-5033">
            <a:extLst xmlns:a="http://schemas.openxmlformats.org/drawingml/2006/main">
              <a:ext uri="{FF2B5EF4-FFF2-40B4-BE49-F238E27FC236}">
                <a16:creationId xmlns:a16="http://schemas.microsoft.com/office/drawing/2014/main" id="{4E46A8CD-E793-4BCE-ACB2-98A607AE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11" y="61648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6" name="path-5034">
            <a:extLst xmlns:a="http://schemas.openxmlformats.org/drawingml/2006/main">
              <a:ext uri="{FF2B5EF4-FFF2-40B4-BE49-F238E27FC236}">
                <a16:creationId xmlns:a16="http://schemas.microsoft.com/office/drawing/2014/main" id="{52738485-BEBC-4C95-AB63-C40242C1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557" y="61315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7" name="path-5035">
            <a:extLst xmlns:a="http://schemas.openxmlformats.org/drawingml/2006/main">
              <a:ext uri="{FF2B5EF4-FFF2-40B4-BE49-F238E27FC236}">
                <a16:creationId xmlns:a16="http://schemas.microsoft.com/office/drawing/2014/main" id="{9DEBCA6A-121D-4E16-A5BC-386586D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387" y="616018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8" name="path-5036">
            <a:extLst xmlns:a="http://schemas.openxmlformats.org/drawingml/2006/main">
              <a:ext uri="{FF2B5EF4-FFF2-40B4-BE49-F238E27FC236}">
                <a16:creationId xmlns:a16="http://schemas.microsoft.com/office/drawing/2014/main" id="{E5634EBB-86CA-4DEA-849E-AB94CD80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196" y="612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9" name="path-5037">
            <a:extLst xmlns:a="http://schemas.openxmlformats.org/drawingml/2006/main">
              <a:ext uri="{FF2B5EF4-FFF2-40B4-BE49-F238E27FC236}">
                <a16:creationId xmlns:a16="http://schemas.microsoft.com/office/drawing/2014/main" id="{8FA04FFF-5885-444F-AE77-C97F051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834" y="6140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0" name="path-5038">
            <a:extLst xmlns:a="http://schemas.openxmlformats.org/drawingml/2006/main">
              <a:ext uri="{FF2B5EF4-FFF2-40B4-BE49-F238E27FC236}">
                <a16:creationId xmlns:a16="http://schemas.microsoft.com/office/drawing/2014/main" id="{B02E2918-5E4E-4DB3-B592-AECD8685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150" y="61469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1" name="path-5039">
            <a:extLst xmlns:a="http://schemas.openxmlformats.org/drawingml/2006/main">
              <a:ext uri="{FF2B5EF4-FFF2-40B4-BE49-F238E27FC236}">
                <a16:creationId xmlns:a16="http://schemas.microsoft.com/office/drawing/2014/main" id="{BD45C00C-DB40-459F-AFB3-7BB65B59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523" y="615439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2" name="path-5040">
            <a:extLst xmlns:a="http://schemas.openxmlformats.org/drawingml/2006/main">
              <a:ext uri="{FF2B5EF4-FFF2-40B4-BE49-F238E27FC236}">
                <a16:creationId xmlns:a16="http://schemas.microsoft.com/office/drawing/2014/main" id="{810D7CD4-DC10-4852-9593-33ECA66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367" y="615146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3" name="path-5041">
            <a:extLst xmlns:a="http://schemas.openxmlformats.org/drawingml/2006/main">
              <a:ext uri="{FF2B5EF4-FFF2-40B4-BE49-F238E27FC236}">
                <a16:creationId xmlns:a16="http://schemas.microsoft.com/office/drawing/2014/main" id="{F4B13651-7419-42EE-8352-96C06688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886" y="6131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4" name="path-5042">
            <a:extLst xmlns:a="http://schemas.openxmlformats.org/drawingml/2006/main">
              <a:ext uri="{FF2B5EF4-FFF2-40B4-BE49-F238E27FC236}">
                <a16:creationId xmlns:a16="http://schemas.microsoft.com/office/drawing/2014/main" id="{500C32A1-4B2E-4539-99C8-511CF1F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384" y="61395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5" name="path-5043">
            <a:extLst xmlns:a="http://schemas.openxmlformats.org/drawingml/2006/main">
              <a:ext uri="{FF2B5EF4-FFF2-40B4-BE49-F238E27FC236}">
                <a16:creationId xmlns:a16="http://schemas.microsoft.com/office/drawing/2014/main" id="{3ABF32F2-7E0F-492D-8EAB-D773B557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813" y="6177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6" name="path-5044">
            <a:extLst xmlns:a="http://schemas.openxmlformats.org/drawingml/2006/main">
              <a:ext uri="{FF2B5EF4-FFF2-40B4-BE49-F238E27FC236}">
                <a16:creationId xmlns:a16="http://schemas.microsoft.com/office/drawing/2014/main" id="{D33202F9-A0DC-4978-9E4F-1079E477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060" y="6125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7" name="path-5045">
            <a:extLst xmlns:a="http://schemas.openxmlformats.org/drawingml/2006/main">
              <a:ext uri="{FF2B5EF4-FFF2-40B4-BE49-F238E27FC236}">
                <a16:creationId xmlns:a16="http://schemas.microsoft.com/office/drawing/2014/main" id="{FA8985BE-C0E4-4A54-ADDD-9A782662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35" y="6121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8" name="path-5046">
            <a:extLst xmlns:a="http://schemas.openxmlformats.org/drawingml/2006/main">
              <a:ext uri="{FF2B5EF4-FFF2-40B4-BE49-F238E27FC236}">
                <a16:creationId xmlns:a16="http://schemas.microsoft.com/office/drawing/2014/main" id="{E65B7028-3D2E-4763-BCCD-5C001BAD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176" y="61614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9" name="path-5047">
            <a:extLst xmlns:a="http://schemas.openxmlformats.org/drawingml/2006/main">
              <a:ext uri="{FF2B5EF4-FFF2-40B4-BE49-F238E27FC236}">
                <a16:creationId xmlns:a16="http://schemas.microsoft.com/office/drawing/2014/main" id="{D145ACBF-4EAA-442C-BBF3-FD03B2E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994" y="613951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0" name="path-5048">
            <a:extLst xmlns:a="http://schemas.openxmlformats.org/drawingml/2006/main">
              <a:ext uri="{FF2B5EF4-FFF2-40B4-BE49-F238E27FC236}">
                <a16:creationId xmlns:a16="http://schemas.microsoft.com/office/drawing/2014/main" id="{E46CCC0E-5543-4CBD-BDCE-D02E292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331" y="61534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1" name="path-5049">
            <a:extLst xmlns:a="http://schemas.openxmlformats.org/drawingml/2006/main">
              <a:ext uri="{FF2B5EF4-FFF2-40B4-BE49-F238E27FC236}">
                <a16:creationId xmlns:a16="http://schemas.microsoft.com/office/drawing/2014/main" id="{9C6D40BB-420E-468C-AD26-112583B9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848" y="61414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2" name="path-5050">
            <a:extLst xmlns:a="http://schemas.openxmlformats.org/drawingml/2006/main">
              <a:ext uri="{FF2B5EF4-FFF2-40B4-BE49-F238E27FC236}">
                <a16:creationId xmlns:a16="http://schemas.microsoft.com/office/drawing/2014/main" id="{40F0FAD3-B813-4C17-8BBD-DC54429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02" y="612604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3" name="path-5051">
            <a:extLst xmlns:a="http://schemas.openxmlformats.org/drawingml/2006/main">
              <a:ext uri="{FF2B5EF4-FFF2-40B4-BE49-F238E27FC236}">
                <a16:creationId xmlns:a16="http://schemas.microsoft.com/office/drawing/2014/main" id="{0DA05EDE-046C-463E-B99F-388BB48F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92" y="61066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4" name="path-5052">
            <a:extLst xmlns:a="http://schemas.openxmlformats.org/drawingml/2006/main">
              <a:ext uri="{FF2B5EF4-FFF2-40B4-BE49-F238E27FC236}">
                <a16:creationId xmlns:a16="http://schemas.microsoft.com/office/drawing/2014/main" id="{B59B9596-7A21-4BED-91DB-9972AE9F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978" y="612774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5" name="path-5053">
            <a:extLst xmlns:a="http://schemas.openxmlformats.org/drawingml/2006/main">
              <a:ext uri="{FF2B5EF4-FFF2-40B4-BE49-F238E27FC236}">
                <a16:creationId xmlns:a16="http://schemas.microsoft.com/office/drawing/2014/main" id="{3F193001-2363-4D26-A641-AA17163A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321" y="616024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6" name="path-5054">
            <a:extLst xmlns:a="http://schemas.openxmlformats.org/drawingml/2006/main">
              <a:ext uri="{FF2B5EF4-FFF2-40B4-BE49-F238E27FC236}">
                <a16:creationId xmlns:a16="http://schemas.microsoft.com/office/drawing/2014/main" id="{A302E63E-ACBB-4751-B5C9-E33C3348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945" y="613930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7" name="path-5055">
            <a:extLst xmlns:a="http://schemas.openxmlformats.org/drawingml/2006/main">
              <a:ext uri="{FF2B5EF4-FFF2-40B4-BE49-F238E27FC236}">
                <a16:creationId xmlns:a16="http://schemas.microsoft.com/office/drawing/2014/main" id="{58FFA734-8FBC-4FAA-9B6D-D30ED470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19" y="612435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8" name="path-5056">
            <a:extLst xmlns:a="http://schemas.openxmlformats.org/drawingml/2006/main">
              <a:ext uri="{FF2B5EF4-FFF2-40B4-BE49-F238E27FC236}">
                <a16:creationId xmlns:a16="http://schemas.microsoft.com/office/drawing/2014/main" id="{94E864B9-FEE7-4BE5-820F-C11CB1D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685" y="6164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9" name="path-5057">
            <a:extLst xmlns:a="http://schemas.openxmlformats.org/drawingml/2006/main">
              <a:ext uri="{FF2B5EF4-FFF2-40B4-BE49-F238E27FC236}">
                <a16:creationId xmlns:a16="http://schemas.microsoft.com/office/drawing/2014/main" id="{65B88D44-1E36-4AA4-8C11-C8BC4D9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315" y="6150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0" name="path-5058">
            <a:extLst xmlns:a="http://schemas.openxmlformats.org/drawingml/2006/main">
              <a:ext uri="{FF2B5EF4-FFF2-40B4-BE49-F238E27FC236}">
                <a16:creationId xmlns:a16="http://schemas.microsoft.com/office/drawing/2014/main" id="{7C3F4B3F-4316-4F9C-AFC0-B1CEABC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977" y="6127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1" name="path-5059">
            <a:extLst xmlns:a="http://schemas.openxmlformats.org/drawingml/2006/main">
              <a:ext uri="{FF2B5EF4-FFF2-40B4-BE49-F238E27FC236}">
                <a16:creationId xmlns:a16="http://schemas.microsoft.com/office/drawing/2014/main" id="{1FA2AE4D-5778-4A96-A541-4D95965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068" y="61353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2" name="path-5060">
            <a:extLst xmlns:a="http://schemas.openxmlformats.org/drawingml/2006/main">
              <a:ext uri="{FF2B5EF4-FFF2-40B4-BE49-F238E27FC236}">
                <a16:creationId xmlns:a16="http://schemas.microsoft.com/office/drawing/2014/main" id="{A76D975A-4855-4FB1-9859-0FE89F4A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026" y="613970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3" name="path-5061">
            <a:extLst xmlns:a="http://schemas.openxmlformats.org/drawingml/2006/main">
              <a:ext uri="{FF2B5EF4-FFF2-40B4-BE49-F238E27FC236}">
                <a16:creationId xmlns:a16="http://schemas.microsoft.com/office/drawing/2014/main" id="{B4580157-55C8-47F8-8276-8355182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044" y="613158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4" name="path-5062">
            <a:extLst xmlns:a="http://schemas.openxmlformats.org/drawingml/2006/main">
              <a:ext uri="{FF2B5EF4-FFF2-40B4-BE49-F238E27FC236}">
                <a16:creationId xmlns:a16="http://schemas.microsoft.com/office/drawing/2014/main" id="{D38FA6F7-3F01-4454-A3A0-74D22E2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30" y="612909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5" name="path-5063">
            <a:extLst xmlns:a="http://schemas.openxmlformats.org/drawingml/2006/main">
              <a:ext uri="{FF2B5EF4-FFF2-40B4-BE49-F238E27FC236}">
                <a16:creationId xmlns:a16="http://schemas.microsoft.com/office/drawing/2014/main" id="{FF165A0A-EF43-483D-80C3-F8CDF21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158" y="61249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6" name="path-5064">
            <a:extLst xmlns:a="http://schemas.openxmlformats.org/drawingml/2006/main">
              <a:ext uri="{FF2B5EF4-FFF2-40B4-BE49-F238E27FC236}">
                <a16:creationId xmlns:a16="http://schemas.microsoft.com/office/drawing/2014/main" id="{E5647706-2AF5-4CF6-8280-116DC8A6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086" y="61653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7" name="path-5065">
            <a:extLst xmlns:a="http://schemas.openxmlformats.org/drawingml/2006/main">
              <a:ext uri="{FF2B5EF4-FFF2-40B4-BE49-F238E27FC236}">
                <a16:creationId xmlns:a16="http://schemas.microsoft.com/office/drawing/2014/main" id="{E1B59EEE-06E0-4714-ADAB-D0192874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675" y="614467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8" name="path-5066">
            <a:extLst xmlns:a="http://schemas.openxmlformats.org/drawingml/2006/main">
              <a:ext uri="{FF2B5EF4-FFF2-40B4-BE49-F238E27FC236}">
                <a16:creationId xmlns:a16="http://schemas.microsoft.com/office/drawing/2014/main" id="{15A0F7EC-665D-4D72-84EE-F800E64A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968" y="61267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9" name="path-5067">
            <a:extLst xmlns:a="http://schemas.openxmlformats.org/drawingml/2006/main">
              <a:ext uri="{FF2B5EF4-FFF2-40B4-BE49-F238E27FC236}">
                <a16:creationId xmlns:a16="http://schemas.microsoft.com/office/drawing/2014/main" id="{499E2545-FB52-4608-AB2E-8EAD2C04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644" y="6114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0" name="path-5068">
            <a:extLst xmlns:a="http://schemas.openxmlformats.org/drawingml/2006/main">
              <a:ext uri="{FF2B5EF4-FFF2-40B4-BE49-F238E27FC236}">
                <a16:creationId xmlns:a16="http://schemas.microsoft.com/office/drawing/2014/main" id="{F114F84D-E9D9-4059-83A5-B4B67C53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086" y="616753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1" name="path-5069">
            <a:extLst xmlns:a="http://schemas.openxmlformats.org/drawingml/2006/main">
              <a:ext uri="{FF2B5EF4-FFF2-40B4-BE49-F238E27FC236}">
                <a16:creationId xmlns:a16="http://schemas.microsoft.com/office/drawing/2014/main" id="{4F4C6979-13EE-45BF-8DA1-3CE7A09B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060" y="61181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2" name="path-5070">
            <a:extLst xmlns:a="http://schemas.openxmlformats.org/drawingml/2006/main">
              <a:ext uri="{FF2B5EF4-FFF2-40B4-BE49-F238E27FC236}">
                <a16:creationId xmlns:a16="http://schemas.microsoft.com/office/drawing/2014/main" id="{42E2D669-2B9B-4437-9A4B-FAB0E21A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493" y="61314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3" name="path-5071">
            <a:extLst xmlns:a="http://schemas.openxmlformats.org/drawingml/2006/main">
              <a:ext uri="{FF2B5EF4-FFF2-40B4-BE49-F238E27FC236}">
                <a16:creationId xmlns:a16="http://schemas.microsoft.com/office/drawing/2014/main" id="{37E62FE8-F6EC-4273-9ED6-00A8820A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475" y="6130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4" name="path-5072">
            <a:extLst xmlns:a="http://schemas.openxmlformats.org/drawingml/2006/main">
              <a:ext uri="{FF2B5EF4-FFF2-40B4-BE49-F238E27FC236}">
                <a16:creationId xmlns:a16="http://schemas.microsoft.com/office/drawing/2014/main" id="{39B174AC-4A95-497B-84E4-58631C1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462" y="61327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5" name="path-5073">
            <a:extLst xmlns:a="http://schemas.openxmlformats.org/drawingml/2006/main">
              <a:ext uri="{FF2B5EF4-FFF2-40B4-BE49-F238E27FC236}">
                <a16:creationId xmlns:a16="http://schemas.microsoft.com/office/drawing/2014/main" id="{67462E9E-8107-4707-A405-F26E3FD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503" y="613643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6" name="path-5074">
            <a:extLst xmlns:a="http://schemas.openxmlformats.org/drawingml/2006/main">
              <a:ext uri="{FF2B5EF4-FFF2-40B4-BE49-F238E27FC236}">
                <a16:creationId xmlns:a16="http://schemas.microsoft.com/office/drawing/2014/main" id="{1C8FF877-7861-4283-8837-20EE9EC6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657" y="611215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7" name="path-5075">
            <a:extLst xmlns:a="http://schemas.openxmlformats.org/drawingml/2006/main">
              <a:ext uri="{FF2B5EF4-FFF2-40B4-BE49-F238E27FC236}">
                <a16:creationId xmlns:a16="http://schemas.microsoft.com/office/drawing/2014/main" id="{2462D098-E704-4236-BD44-02CD04C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365" y="61345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8" name="path-5076">
            <a:extLst xmlns:a="http://schemas.openxmlformats.org/drawingml/2006/main">
              <a:ext uri="{FF2B5EF4-FFF2-40B4-BE49-F238E27FC236}">
                <a16:creationId xmlns:a16="http://schemas.microsoft.com/office/drawing/2014/main" id="{97354516-EE8E-4F9A-B115-6917244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445" y="61231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9" name="path-5077">
            <a:extLst xmlns:a="http://schemas.openxmlformats.org/drawingml/2006/main">
              <a:ext uri="{FF2B5EF4-FFF2-40B4-BE49-F238E27FC236}">
                <a16:creationId xmlns:a16="http://schemas.microsoft.com/office/drawing/2014/main" id="{2CAC8934-D8B9-4C81-BFD4-E8277F8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910" y="614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0" name="path-5078">
            <a:extLst xmlns:a="http://schemas.openxmlformats.org/drawingml/2006/main">
              <a:ext uri="{FF2B5EF4-FFF2-40B4-BE49-F238E27FC236}">
                <a16:creationId xmlns:a16="http://schemas.microsoft.com/office/drawing/2014/main" id="{9CA643C2-EC38-44A6-B9CC-77AD014C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065" y="61462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1" name="path-5079">
            <a:extLst xmlns:a="http://schemas.openxmlformats.org/drawingml/2006/main">
              <a:ext uri="{FF2B5EF4-FFF2-40B4-BE49-F238E27FC236}">
                <a16:creationId xmlns:a16="http://schemas.microsoft.com/office/drawing/2014/main" id="{6B30303D-EDBA-4EA0-AA86-AE4B67D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664" y="6110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2" name="path-5080">
            <a:extLst xmlns:a="http://schemas.openxmlformats.org/drawingml/2006/main">
              <a:ext uri="{FF2B5EF4-FFF2-40B4-BE49-F238E27FC236}">
                <a16:creationId xmlns:a16="http://schemas.microsoft.com/office/drawing/2014/main" id="{ADE794EA-57F3-483C-9630-920E5D24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043" y="612382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3" name="path-5081">
            <a:extLst xmlns:a="http://schemas.openxmlformats.org/drawingml/2006/main">
              <a:ext uri="{FF2B5EF4-FFF2-40B4-BE49-F238E27FC236}">
                <a16:creationId xmlns:a16="http://schemas.microsoft.com/office/drawing/2014/main" id="{F21475A3-4150-43FD-82D4-DD3BB64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982" y="6144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4" name="path-5082">
            <a:extLst xmlns:a="http://schemas.openxmlformats.org/drawingml/2006/main">
              <a:ext uri="{FF2B5EF4-FFF2-40B4-BE49-F238E27FC236}">
                <a16:creationId xmlns:a16="http://schemas.microsoft.com/office/drawing/2014/main" id="{EC2B062A-72BE-4009-A496-8D9DE9D4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034" y="611740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5" name="path-5083">
            <a:extLst xmlns:a="http://schemas.openxmlformats.org/drawingml/2006/main">
              <a:ext uri="{FF2B5EF4-FFF2-40B4-BE49-F238E27FC236}">
                <a16:creationId xmlns:a16="http://schemas.microsoft.com/office/drawing/2014/main" id="{22D6FD1A-6EB4-4A2C-980A-C63A0C9D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629" y="61415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6" name="path-5084">
            <a:extLst xmlns:a="http://schemas.openxmlformats.org/drawingml/2006/main">
              <a:ext uri="{FF2B5EF4-FFF2-40B4-BE49-F238E27FC236}">
                <a16:creationId xmlns:a16="http://schemas.microsoft.com/office/drawing/2014/main" id="{57417804-4EB7-4D59-8DA7-7A8813C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229" y="6148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7" name="path-5085">
            <a:extLst xmlns:a="http://schemas.openxmlformats.org/drawingml/2006/main">
              <a:ext uri="{FF2B5EF4-FFF2-40B4-BE49-F238E27FC236}">
                <a16:creationId xmlns:a16="http://schemas.microsoft.com/office/drawing/2014/main" id="{C5C11A60-4E79-41A1-99C9-503B0A7F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886" y="61477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8" name="path-5086">
            <a:extLst xmlns:a="http://schemas.openxmlformats.org/drawingml/2006/main">
              <a:ext uri="{FF2B5EF4-FFF2-40B4-BE49-F238E27FC236}">
                <a16:creationId xmlns:a16="http://schemas.microsoft.com/office/drawing/2014/main" id="{8C4142FC-5F5B-4E9B-9C4A-52B4A67F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989" y="6158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9" name="path-5087">
            <a:extLst xmlns:a="http://schemas.openxmlformats.org/drawingml/2006/main">
              <a:ext uri="{FF2B5EF4-FFF2-40B4-BE49-F238E27FC236}">
                <a16:creationId xmlns:a16="http://schemas.microsoft.com/office/drawing/2014/main" id="{BB55F1C0-2A2F-4C2C-806C-9F5B224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057" y="61370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0" name="path-5088">
            <a:extLst xmlns:a="http://schemas.openxmlformats.org/drawingml/2006/main">
              <a:ext uri="{FF2B5EF4-FFF2-40B4-BE49-F238E27FC236}">
                <a16:creationId xmlns:a16="http://schemas.microsoft.com/office/drawing/2014/main" id="{2280961E-5E38-440E-AC8F-04046CC1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36" y="61470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1" name="path-5089">
            <a:extLst xmlns:a="http://schemas.openxmlformats.org/drawingml/2006/main">
              <a:ext uri="{FF2B5EF4-FFF2-40B4-BE49-F238E27FC236}">
                <a16:creationId xmlns:a16="http://schemas.microsoft.com/office/drawing/2014/main" id="{92804E63-5549-4C4F-B078-702158A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656" y="6126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2" name="path-5090">
            <a:extLst xmlns:a="http://schemas.openxmlformats.org/drawingml/2006/main">
              <a:ext uri="{FF2B5EF4-FFF2-40B4-BE49-F238E27FC236}">
                <a16:creationId xmlns:a16="http://schemas.microsoft.com/office/drawing/2014/main" id="{F8FC78EB-4C50-42E9-9B57-9F694EFD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666" y="615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3" name="path-5091">
            <a:extLst xmlns:a="http://schemas.openxmlformats.org/drawingml/2006/main">
              <a:ext uri="{FF2B5EF4-FFF2-40B4-BE49-F238E27FC236}">
                <a16:creationId xmlns:a16="http://schemas.microsoft.com/office/drawing/2014/main" id="{B94D31AD-71E6-4343-985F-11E9121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766" y="61394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4" name="path-5092">
            <a:extLst xmlns:a="http://schemas.openxmlformats.org/drawingml/2006/main">
              <a:ext uri="{FF2B5EF4-FFF2-40B4-BE49-F238E27FC236}">
                <a16:creationId xmlns:a16="http://schemas.microsoft.com/office/drawing/2014/main" id="{22BA02C0-012C-4111-AD46-0EB37F0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558" y="612628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5" name="path-5093">
            <a:extLst xmlns:a="http://schemas.openxmlformats.org/drawingml/2006/main">
              <a:ext uri="{FF2B5EF4-FFF2-40B4-BE49-F238E27FC236}">
                <a16:creationId xmlns:a16="http://schemas.microsoft.com/office/drawing/2014/main" id="{1A3E3133-EB78-4B9C-9FCB-916EE41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177" y="61270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6" name="path-5094">
            <a:extLst xmlns:a="http://schemas.openxmlformats.org/drawingml/2006/main">
              <a:ext uri="{FF2B5EF4-FFF2-40B4-BE49-F238E27FC236}">
                <a16:creationId xmlns:a16="http://schemas.microsoft.com/office/drawing/2014/main" id="{3B22F9ED-672B-4436-891D-140D6B13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2" y="6162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7" name="path-5095">
            <a:extLst xmlns:a="http://schemas.openxmlformats.org/drawingml/2006/main">
              <a:ext uri="{FF2B5EF4-FFF2-40B4-BE49-F238E27FC236}">
                <a16:creationId xmlns:a16="http://schemas.microsoft.com/office/drawing/2014/main" id="{DD51B52A-D617-4BBD-B59C-CE894F69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284" y="6111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8" name="path-5096">
            <a:extLst xmlns:a="http://schemas.openxmlformats.org/drawingml/2006/main">
              <a:ext uri="{FF2B5EF4-FFF2-40B4-BE49-F238E27FC236}">
                <a16:creationId xmlns:a16="http://schemas.microsoft.com/office/drawing/2014/main" id="{6ADA03EF-DAC1-47F6-845B-2D68C3C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27" y="61656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9" name="path-5097">
            <a:extLst xmlns:a="http://schemas.openxmlformats.org/drawingml/2006/main">
              <a:ext uri="{FF2B5EF4-FFF2-40B4-BE49-F238E27FC236}">
                <a16:creationId xmlns:a16="http://schemas.microsoft.com/office/drawing/2014/main" id="{74A1158D-41FB-45EE-B823-EA4FF377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79" y="6137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0" name="path-5098">
            <a:extLst xmlns:a="http://schemas.openxmlformats.org/drawingml/2006/main">
              <a:ext uri="{FF2B5EF4-FFF2-40B4-BE49-F238E27FC236}">
                <a16:creationId xmlns:a16="http://schemas.microsoft.com/office/drawing/2014/main" id="{E2E46511-233B-4198-A699-E16D59C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079" y="613662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1" name="path-5099">
            <a:extLst xmlns:a="http://schemas.openxmlformats.org/drawingml/2006/main">
              <a:ext uri="{FF2B5EF4-FFF2-40B4-BE49-F238E27FC236}">
                <a16:creationId xmlns:a16="http://schemas.microsoft.com/office/drawing/2014/main" id="{B9CB2C2A-C233-4036-9C54-219216B7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182" y="61652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2" name="path-5100">
            <a:extLst xmlns:a="http://schemas.openxmlformats.org/drawingml/2006/main">
              <a:ext uri="{FF2B5EF4-FFF2-40B4-BE49-F238E27FC236}">
                <a16:creationId xmlns:a16="http://schemas.microsoft.com/office/drawing/2014/main" id="{1302F475-B8AA-4D1B-BF2F-1509E071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026" y="61545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3" name="path-5101">
            <a:extLst xmlns:a="http://schemas.openxmlformats.org/drawingml/2006/main">
              <a:ext uri="{FF2B5EF4-FFF2-40B4-BE49-F238E27FC236}">
                <a16:creationId xmlns:a16="http://schemas.microsoft.com/office/drawing/2014/main" id="{A0ED06BC-9DFE-4D57-AD6A-4CAF8DAD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707" y="616550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4" name="path-5102">
            <a:extLst xmlns:a="http://schemas.openxmlformats.org/drawingml/2006/main">
              <a:ext uri="{FF2B5EF4-FFF2-40B4-BE49-F238E27FC236}">
                <a16:creationId xmlns:a16="http://schemas.microsoft.com/office/drawing/2014/main" id="{28E25BED-5F5E-480F-A6B3-440D89F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688" y="61510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5" name="path-5103">
            <a:extLst xmlns:a="http://schemas.openxmlformats.org/drawingml/2006/main">
              <a:ext uri="{FF2B5EF4-FFF2-40B4-BE49-F238E27FC236}">
                <a16:creationId xmlns:a16="http://schemas.microsoft.com/office/drawing/2014/main" id="{B34AB173-F7D7-401D-8540-15BE2292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020" y="615744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6" name="path-5104">
            <a:extLst xmlns:a="http://schemas.openxmlformats.org/drawingml/2006/main">
              <a:ext uri="{FF2B5EF4-FFF2-40B4-BE49-F238E27FC236}">
                <a16:creationId xmlns:a16="http://schemas.microsoft.com/office/drawing/2014/main" id="{9CBDD0DD-626F-4433-83CD-CB2EB80D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58" y="61406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7" name="path-5105">
            <a:extLst xmlns:a="http://schemas.openxmlformats.org/drawingml/2006/main">
              <a:ext uri="{FF2B5EF4-FFF2-40B4-BE49-F238E27FC236}">
                <a16:creationId xmlns:a16="http://schemas.microsoft.com/office/drawing/2014/main" id="{ADCA7027-7084-41CC-8D32-39C1284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557" y="6160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8" name="path-5106">
            <a:extLst xmlns:a="http://schemas.openxmlformats.org/drawingml/2006/main">
              <a:ext uri="{FF2B5EF4-FFF2-40B4-BE49-F238E27FC236}">
                <a16:creationId xmlns:a16="http://schemas.microsoft.com/office/drawing/2014/main" id="{FCAE2A9A-2C25-45CB-B8D8-7A7EB22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400" y="615114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9" name="path-5107">
            <a:extLst xmlns:a="http://schemas.openxmlformats.org/drawingml/2006/main">
              <a:ext uri="{FF2B5EF4-FFF2-40B4-BE49-F238E27FC236}">
                <a16:creationId xmlns:a16="http://schemas.microsoft.com/office/drawing/2014/main" id="{9191967E-7407-4E00-8C16-91211FF5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655" y="6121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0" name="path-5108">
            <a:extLst xmlns:a="http://schemas.openxmlformats.org/drawingml/2006/main">
              <a:ext uri="{FF2B5EF4-FFF2-40B4-BE49-F238E27FC236}">
                <a16:creationId xmlns:a16="http://schemas.microsoft.com/office/drawing/2014/main" id="{10DEDF0C-A264-41B3-9641-F8DED9A8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809" y="61731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1" name="path-5109">
            <a:extLst xmlns:a="http://schemas.openxmlformats.org/drawingml/2006/main">
              <a:ext uri="{FF2B5EF4-FFF2-40B4-BE49-F238E27FC236}">
                <a16:creationId xmlns:a16="http://schemas.microsoft.com/office/drawing/2014/main" id="{70AF1CC0-F8B7-43E3-A2AE-53369E6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263" y="613054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2" name="path-5110">
            <a:extLst xmlns:a="http://schemas.openxmlformats.org/drawingml/2006/main">
              <a:ext uri="{FF2B5EF4-FFF2-40B4-BE49-F238E27FC236}">
                <a16:creationId xmlns:a16="http://schemas.microsoft.com/office/drawing/2014/main" id="{57DC6C8D-B6BE-4EF8-8591-77BCEB49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959" y="6123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3" name="path-5111">
            <a:extLst xmlns:a="http://schemas.openxmlformats.org/drawingml/2006/main">
              <a:ext uri="{FF2B5EF4-FFF2-40B4-BE49-F238E27FC236}">
                <a16:creationId xmlns:a16="http://schemas.microsoft.com/office/drawing/2014/main" id="{764430BC-C0B3-4520-BE4E-A77BBECA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888" y="611673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4" name="path-5112">
            <a:extLst xmlns:a="http://schemas.openxmlformats.org/drawingml/2006/main">
              <a:ext uri="{FF2B5EF4-FFF2-40B4-BE49-F238E27FC236}">
                <a16:creationId xmlns:a16="http://schemas.microsoft.com/office/drawing/2014/main" id="{FCAD2C89-77DB-4662-A832-925DDED0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094" y="61508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5" name="path-5113">
            <a:extLst xmlns:a="http://schemas.openxmlformats.org/drawingml/2006/main">
              <a:ext uri="{FF2B5EF4-FFF2-40B4-BE49-F238E27FC236}">
                <a16:creationId xmlns:a16="http://schemas.microsoft.com/office/drawing/2014/main" id="{BAD03AAA-36E6-4B10-80FF-603208BF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7" y="6127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6" name="path-5114">
            <a:extLst xmlns:a="http://schemas.openxmlformats.org/drawingml/2006/main">
              <a:ext uri="{FF2B5EF4-FFF2-40B4-BE49-F238E27FC236}">
                <a16:creationId xmlns:a16="http://schemas.microsoft.com/office/drawing/2014/main" id="{83BA794A-7A84-42E1-AAC5-4481BEC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366" y="6131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7" name="path-5115">
            <a:extLst xmlns:a="http://schemas.openxmlformats.org/drawingml/2006/main">
              <a:ext uri="{FF2B5EF4-FFF2-40B4-BE49-F238E27FC236}">
                <a16:creationId xmlns:a16="http://schemas.microsoft.com/office/drawing/2014/main" id="{79BCADFC-8B1B-4A0C-B1DE-B436FF95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83" y="6142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8" name="path-5116">
            <a:extLst xmlns:a="http://schemas.openxmlformats.org/drawingml/2006/main">
              <a:ext uri="{FF2B5EF4-FFF2-40B4-BE49-F238E27FC236}">
                <a16:creationId xmlns:a16="http://schemas.microsoft.com/office/drawing/2014/main" id="{2DA1CA2B-EDCF-44A0-87FD-632E52A5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248" y="61612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9" name="path-5117">
            <a:extLst xmlns:a="http://schemas.openxmlformats.org/drawingml/2006/main">
              <a:ext uri="{FF2B5EF4-FFF2-40B4-BE49-F238E27FC236}">
                <a16:creationId xmlns:a16="http://schemas.microsoft.com/office/drawing/2014/main" id="{CE99F82A-8E60-4AD4-BC06-0F2129F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141" y="614864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0" name="path-5118">
            <a:extLst xmlns:a="http://schemas.openxmlformats.org/drawingml/2006/main">
              <a:ext uri="{FF2B5EF4-FFF2-40B4-BE49-F238E27FC236}">
                <a16:creationId xmlns:a16="http://schemas.microsoft.com/office/drawing/2014/main" id="{8E810E2F-B38F-4A6D-AE44-7E5836E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227" y="6163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1" name="path-5119">
            <a:extLst xmlns:a="http://schemas.openxmlformats.org/drawingml/2006/main">
              <a:ext uri="{FF2B5EF4-FFF2-40B4-BE49-F238E27FC236}">
                <a16:creationId xmlns:a16="http://schemas.microsoft.com/office/drawing/2014/main" id="{99229EEE-8BE2-4E66-9F81-0FB108AC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834" y="6134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2" name="path-5120">
            <a:extLst xmlns:a="http://schemas.openxmlformats.org/drawingml/2006/main">
              <a:ext uri="{FF2B5EF4-FFF2-40B4-BE49-F238E27FC236}">
                <a16:creationId xmlns:a16="http://schemas.microsoft.com/office/drawing/2014/main" id="{DF97BBC6-6CE6-4C13-A39D-BBB076C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277" y="61435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3" name="path-5121">
            <a:extLst xmlns:a="http://schemas.openxmlformats.org/drawingml/2006/main">
              <a:ext uri="{FF2B5EF4-FFF2-40B4-BE49-F238E27FC236}">
                <a16:creationId xmlns:a16="http://schemas.microsoft.com/office/drawing/2014/main" id="{A0FE492F-BD08-42F9-9904-26C28592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531" y="61416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4" name="path-5122">
            <a:extLst xmlns:a="http://schemas.openxmlformats.org/drawingml/2006/main">
              <a:ext uri="{FF2B5EF4-FFF2-40B4-BE49-F238E27FC236}">
                <a16:creationId xmlns:a16="http://schemas.microsoft.com/office/drawing/2014/main" id="{71CBD2E0-B752-4F4F-9829-A154E799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206" y="613416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5" name="path-5123">
            <a:extLst xmlns:a="http://schemas.openxmlformats.org/drawingml/2006/main">
              <a:ext uri="{FF2B5EF4-FFF2-40B4-BE49-F238E27FC236}">
                <a16:creationId xmlns:a16="http://schemas.microsoft.com/office/drawing/2014/main" id="{2C16D25E-0726-4578-B22B-D4CF22A0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691" y="615368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6" name="path-5124">
            <a:extLst xmlns:a="http://schemas.openxmlformats.org/drawingml/2006/main">
              <a:ext uri="{FF2B5EF4-FFF2-40B4-BE49-F238E27FC236}">
                <a16:creationId xmlns:a16="http://schemas.microsoft.com/office/drawing/2014/main" id="{54F795F3-DB76-4AF7-B312-3640652B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65" y="61243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7" name="path-5125">
            <a:extLst xmlns:a="http://schemas.openxmlformats.org/drawingml/2006/main">
              <a:ext uri="{FF2B5EF4-FFF2-40B4-BE49-F238E27FC236}">
                <a16:creationId xmlns:a16="http://schemas.microsoft.com/office/drawing/2014/main" id="{4331C40C-9479-4C4A-B1CA-632F6C1F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089" y="61552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8" name="path-5126">
            <a:extLst xmlns:a="http://schemas.openxmlformats.org/drawingml/2006/main">
              <a:ext uri="{FF2B5EF4-FFF2-40B4-BE49-F238E27FC236}">
                <a16:creationId xmlns:a16="http://schemas.microsoft.com/office/drawing/2014/main" id="{2B217F72-318F-4131-A091-4E5E1BDE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591" y="6112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9" name="path-5127">
            <a:extLst xmlns:a="http://schemas.openxmlformats.org/drawingml/2006/main">
              <a:ext uri="{FF2B5EF4-FFF2-40B4-BE49-F238E27FC236}">
                <a16:creationId xmlns:a16="http://schemas.microsoft.com/office/drawing/2014/main" id="{471E3A47-527E-4C9D-9F72-1DE70728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010" y="6152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0" name="path-5128">
            <a:extLst xmlns:a="http://schemas.openxmlformats.org/drawingml/2006/main">
              <a:ext uri="{FF2B5EF4-FFF2-40B4-BE49-F238E27FC236}">
                <a16:creationId xmlns:a16="http://schemas.microsoft.com/office/drawing/2014/main" id="{2BFB760E-D9E4-430A-BF5E-A6D55CE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072" y="61470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1" name="path-5129">
            <a:extLst xmlns:a="http://schemas.openxmlformats.org/drawingml/2006/main">
              <a:ext uri="{FF2B5EF4-FFF2-40B4-BE49-F238E27FC236}">
                <a16:creationId xmlns:a16="http://schemas.microsoft.com/office/drawing/2014/main" id="{B279FFA9-B87F-475D-9D85-9ED11791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932" y="6139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2" name="path-5130">
            <a:extLst xmlns:a="http://schemas.openxmlformats.org/drawingml/2006/main">
              <a:ext uri="{FF2B5EF4-FFF2-40B4-BE49-F238E27FC236}">
                <a16:creationId xmlns:a16="http://schemas.microsoft.com/office/drawing/2014/main" id="{7954B34F-428B-48F9-AEC3-CA54617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661" y="613077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3" name="path-5131">
            <a:extLst xmlns:a="http://schemas.openxmlformats.org/drawingml/2006/main">
              <a:ext uri="{FF2B5EF4-FFF2-40B4-BE49-F238E27FC236}">
                <a16:creationId xmlns:a16="http://schemas.microsoft.com/office/drawing/2014/main" id="{FA0A8B4C-DE7A-4CF9-AA22-230CD1A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330" y="614360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4" name="path-5132">
            <a:extLst xmlns:a="http://schemas.openxmlformats.org/drawingml/2006/main">
              <a:ext uri="{FF2B5EF4-FFF2-40B4-BE49-F238E27FC236}">
                <a16:creationId xmlns:a16="http://schemas.microsoft.com/office/drawing/2014/main" id="{474BCDDC-D943-4CE9-BB0E-6A6EEDFC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90" y="613211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5" name="path-5133">
            <a:extLst xmlns:a="http://schemas.openxmlformats.org/drawingml/2006/main">
              <a:ext uri="{FF2B5EF4-FFF2-40B4-BE49-F238E27FC236}">
                <a16:creationId xmlns:a16="http://schemas.microsoft.com/office/drawing/2014/main" id="{99A44395-BF44-4EB6-B79D-90C7B27C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121" y="61475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6" name="path-5134">
            <a:extLst xmlns:a="http://schemas.openxmlformats.org/drawingml/2006/main">
              <a:ext uri="{FF2B5EF4-FFF2-40B4-BE49-F238E27FC236}">
                <a16:creationId xmlns:a16="http://schemas.microsoft.com/office/drawing/2014/main" id="{8E8FF25D-FC40-4490-8A6A-9E10897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73" y="612708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7" name="path-5135">
            <a:extLst xmlns:a="http://schemas.openxmlformats.org/drawingml/2006/main">
              <a:ext uri="{FF2B5EF4-FFF2-40B4-BE49-F238E27FC236}">
                <a16:creationId xmlns:a16="http://schemas.microsoft.com/office/drawing/2014/main" id="{DFB0DEED-875B-417D-9909-10E9FF35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795" y="614801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8" name="path-5136">
            <a:extLst xmlns:a="http://schemas.openxmlformats.org/drawingml/2006/main">
              <a:ext uri="{FF2B5EF4-FFF2-40B4-BE49-F238E27FC236}">
                <a16:creationId xmlns:a16="http://schemas.microsoft.com/office/drawing/2014/main" id="{A4F3B0A3-36BA-47F1-8354-40817489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173" y="6147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9" name="path-5137">
            <a:extLst xmlns:a="http://schemas.openxmlformats.org/drawingml/2006/main">
              <a:ext uri="{FF2B5EF4-FFF2-40B4-BE49-F238E27FC236}">
                <a16:creationId xmlns:a16="http://schemas.microsoft.com/office/drawing/2014/main" id="{CD466D51-51D4-45B7-AD14-406EB2C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886" y="615880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0" name="path-5138">
            <a:extLst xmlns:a="http://schemas.openxmlformats.org/drawingml/2006/main">
              <a:ext uri="{FF2B5EF4-FFF2-40B4-BE49-F238E27FC236}">
                <a16:creationId xmlns:a16="http://schemas.microsoft.com/office/drawing/2014/main" id="{47F7362D-2DEE-4B8D-9B7A-E6B8D86D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508" y="614023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1" name="path-5139">
            <a:extLst xmlns:a="http://schemas.openxmlformats.org/drawingml/2006/main">
              <a:ext uri="{FF2B5EF4-FFF2-40B4-BE49-F238E27FC236}">
                <a16:creationId xmlns:a16="http://schemas.microsoft.com/office/drawing/2014/main" id="{F493D24D-9DDE-4D0C-8582-81A46AE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900" y="6172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2" name="path-5140">
            <a:extLst xmlns:a="http://schemas.openxmlformats.org/drawingml/2006/main">
              <a:ext uri="{FF2B5EF4-FFF2-40B4-BE49-F238E27FC236}">
                <a16:creationId xmlns:a16="http://schemas.microsoft.com/office/drawing/2014/main" id="{925017B4-9703-4419-A228-9A3B0057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322" y="6132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3" name="path-5141">
            <a:extLst xmlns:a="http://schemas.openxmlformats.org/drawingml/2006/main">
              <a:ext uri="{FF2B5EF4-FFF2-40B4-BE49-F238E27FC236}">
                <a16:creationId xmlns:a16="http://schemas.microsoft.com/office/drawing/2014/main" id="{0E2728EF-67FB-4426-AA13-7BC4924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299" y="61522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4" name="path-5142">
            <a:extLst xmlns:a="http://schemas.openxmlformats.org/drawingml/2006/main">
              <a:ext uri="{FF2B5EF4-FFF2-40B4-BE49-F238E27FC236}">
                <a16:creationId xmlns:a16="http://schemas.microsoft.com/office/drawing/2014/main" id="{3CB8F8DD-C54C-4622-9E60-A90A1A47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967" y="61089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5" name="path-5143">
            <a:extLst xmlns:a="http://schemas.openxmlformats.org/drawingml/2006/main">
              <a:ext uri="{FF2B5EF4-FFF2-40B4-BE49-F238E27FC236}">
                <a16:creationId xmlns:a16="http://schemas.microsoft.com/office/drawing/2014/main" id="{3FC64F0C-EB38-4EB3-957A-7058165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602" y="611059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6" name="path-5144">
            <a:extLst xmlns:a="http://schemas.openxmlformats.org/drawingml/2006/main">
              <a:ext uri="{FF2B5EF4-FFF2-40B4-BE49-F238E27FC236}">
                <a16:creationId xmlns:a16="http://schemas.microsoft.com/office/drawing/2014/main" id="{D27D0390-B999-4DAD-8284-F5EBA959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118" y="61520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7" name="path-5145">
            <a:extLst xmlns:a="http://schemas.openxmlformats.org/drawingml/2006/main">
              <a:ext uri="{FF2B5EF4-FFF2-40B4-BE49-F238E27FC236}">
                <a16:creationId xmlns:a16="http://schemas.microsoft.com/office/drawing/2014/main" id="{366A2F6D-1E21-41FB-9405-D31C2C8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777" y="613154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8" name="path-5146">
            <a:extLst xmlns:a="http://schemas.openxmlformats.org/drawingml/2006/main">
              <a:ext uri="{FF2B5EF4-FFF2-40B4-BE49-F238E27FC236}">
                <a16:creationId xmlns:a16="http://schemas.microsoft.com/office/drawing/2014/main" id="{8BBD0A79-11E5-418A-9A2C-CB3AC931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18" y="614607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9" name="path-5147">
            <a:extLst xmlns:a="http://schemas.openxmlformats.org/drawingml/2006/main">
              <a:ext uri="{FF2B5EF4-FFF2-40B4-BE49-F238E27FC236}">
                <a16:creationId xmlns:a16="http://schemas.microsoft.com/office/drawing/2014/main" id="{8B1F1F8B-8C0C-483C-B98F-DC1DFD3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018" y="6155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0" name="path-5148">
            <a:extLst xmlns:a="http://schemas.openxmlformats.org/drawingml/2006/main">
              <a:ext uri="{FF2B5EF4-FFF2-40B4-BE49-F238E27FC236}">
                <a16:creationId xmlns:a16="http://schemas.microsoft.com/office/drawing/2014/main" id="{ACF94B2E-355E-47BF-9F44-AD8547B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730" y="611845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1" name="path-5149">
            <a:extLst xmlns:a="http://schemas.openxmlformats.org/drawingml/2006/main">
              <a:ext uri="{FF2B5EF4-FFF2-40B4-BE49-F238E27FC236}">
                <a16:creationId xmlns:a16="http://schemas.microsoft.com/office/drawing/2014/main" id="{3F626217-F3D5-47FD-B3C6-9D16284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865" y="61322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2" name="path-5150">
            <a:extLst xmlns:a="http://schemas.openxmlformats.org/drawingml/2006/main">
              <a:ext uri="{FF2B5EF4-FFF2-40B4-BE49-F238E27FC236}">
                <a16:creationId xmlns:a16="http://schemas.microsoft.com/office/drawing/2014/main" id="{5B3E19C6-ED4A-4059-8D8E-5331DDDD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04" y="6146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3" name="path-5151">
            <a:extLst xmlns:a="http://schemas.openxmlformats.org/drawingml/2006/main">
              <a:ext uri="{FF2B5EF4-FFF2-40B4-BE49-F238E27FC236}">
                <a16:creationId xmlns:a16="http://schemas.microsoft.com/office/drawing/2014/main" id="{8DBD75DD-9804-41AE-BF0A-F8EF7A2B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171" y="6152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4" name="path-5152">
            <a:extLst xmlns:a="http://schemas.openxmlformats.org/drawingml/2006/main">
              <a:ext uri="{FF2B5EF4-FFF2-40B4-BE49-F238E27FC236}">
                <a16:creationId xmlns:a16="http://schemas.microsoft.com/office/drawing/2014/main" id="{301D5750-7753-4F1F-A0B9-D51C22C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245" y="6127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5" name="path-5153">
            <a:extLst xmlns:a="http://schemas.openxmlformats.org/drawingml/2006/main">
              <a:ext uri="{FF2B5EF4-FFF2-40B4-BE49-F238E27FC236}">
                <a16:creationId xmlns:a16="http://schemas.microsoft.com/office/drawing/2014/main" id="{32A2EA69-CB87-4E52-A997-2BA5339A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210" y="614602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6" name="path-5154">
            <a:extLst xmlns:a="http://schemas.openxmlformats.org/drawingml/2006/main">
              <a:ext uri="{FF2B5EF4-FFF2-40B4-BE49-F238E27FC236}">
                <a16:creationId xmlns:a16="http://schemas.microsoft.com/office/drawing/2014/main" id="{02D8BFB0-C000-472F-9BFE-59C7FB77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987" y="6154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7" name="path-5155">
            <a:extLst xmlns:a="http://schemas.openxmlformats.org/drawingml/2006/main">
              <a:ext uri="{FF2B5EF4-FFF2-40B4-BE49-F238E27FC236}">
                <a16:creationId xmlns:a16="http://schemas.microsoft.com/office/drawing/2014/main" id="{BDD1BF57-B7F1-4A58-8279-3F02FAE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69" y="614600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8" name="path-5156">
            <a:extLst xmlns:a="http://schemas.openxmlformats.org/drawingml/2006/main">
              <a:ext uri="{FF2B5EF4-FFF2-40B4-BE49-F238E27FC236}">
                <a16:creationId xmlns:a16="http://schemas.microsoft.com/office/drawing/2014/main" id="{DCCE64DD-9EB7-46C6-B3EA-A1168B3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493" y="612112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9" name="path-5157">
            <a:extLst xmlns:a="http://schemas.openxmlformats.org/drawingml/2006/main">
              <a:ext uri="{FF2B5EF4-FFF2-40B4-BE49-F238E27FC236}">
                <a16:creationId xmlns:a16="http://schemas.microsoft.com/office/drawing/2014/main" id="{27CE2760-E4E9-43E8-97F1-32EB70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754" y="61389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0" name="path-5158">
            <a:extLst xmlns:a="http://schemas.openxmlformats.org/drawingml/2006/main">
              <a:ext uri="{FF2B5EF4-FFF2-40B4-BE49-F238E27FC236}">
                <a16:creationId xmlns:a16="http://schemas.microsoft.com/office/drawing/2014/main" id="{BA9DFA88-FF9E-446A-84CE-0CB1A58E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898" y="61593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1" name="path-5159">
            <a:extLst xmlns:a="http://schemas.openxmlformats.org/drawingml/2006/main">
              <a:ext uri="{FF2B5EF4-FFF2-40B4-BE49-F238E27FC236}">
                <a16:creationId xmlns:a16="http://schemas.microsoft.com/office/drawing/2014/main" id="{AF40FD71-5601-4930-8073-7471A41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074" y="614551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2" name="path-5160">
            <a:extLst xmlns:a="http://schemas.openxmlformats.org/drawingml/2006/main">
              <a:ext uri="{FF2B5EF4-FFF2-40B4-BE49-F238E27FC236}">
                <a16:creationId xmlns:a16="http://schemas.microsoft.com/office/drawing/2014/main" id="{9CF7CCC6-1359-4B70-BCBE-CEED864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305" y="610955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3" name="path-5161">
            <a:extLst xmlns:a="http://schemas.openxmlformats.org/drawingml/2006/main">
              <a:ext uri="{FF2B5EF4-FFF2-40B4-BE49-F238E27FC236}">
                <a16:creationId xmlns:a16="http://schemas.microsoft.com/office/drawing/2014/main" id="{8350D01E-8140-4495-8D59-F4ADF68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202" y="6159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4" name="path-5162">
            <a:extLst xmlns:a="http://schemas.openxmlformats.org/drawingml/2006/main">
              <a:ext uri="{FF2B5EF4-FFF2-40B4-BE49-F238E27FC236}">
                <a16:creationId xmlns:a16="http://schemas.microsoft.com/office/drawing/2014/main" id="{09EAA2F9-778C-4FF5-9D63-9559C024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232" y="61396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5" name="path-5163">
            <a:extLst xmlns:a="http://schemas.openxmlformats.org/drawingml/2006/main">
              <a:ext uri="{FF2B5EF4-FFF2-40B4-BE49-F238E27FC236}">
                <a16:creationId xmlns:a16="http://schemas.microsoft.com/office/drawing/2014/main" id="{0645BB4E-C8D0-4528-9F60-C165DEC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970" y="6155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6" name="path-5164">
            <a:extLst xmlns:a="http://schemas.openxmlformats.org/drawingml/2006/main">
              <a:ext uri="{FF2B5EF4-FFF2-40B4-BE49-F238E27FC236}">
                <a16:creationId xmlns:a16="http://schemas.microsoft.com/office/drawing/2014/main" id="{1B7DBA16-2861-4194-AD40-0FB13C0F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087" y="61760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7" name="path-5165">
            <a:extLst xmlns:a="http://schemas.openxmlformats.org/drawingml/2006/main">
              <a:ext uri="{FF2B5EF4-FFF2-40B4-BE49-F238E27FC236}">
                <a16:creationId xmlns:a16="http://schemas.microsoft.com/office/drawing/2014/main" id="{6FFDEC18-9DCE-4973-AFC5-FA259B35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199" y="6141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8" name="path-5166">
            <a:extLst xmlns:a="http://schemas.openxmlformats.org/drawingml/2006/main">
              <a:ext uri="{FF2B5EF4-FFF2-40B4-BE49-F238E27FC236}">
                <a16:creationId xmlns:a16="http://schemas.microsoft.com/office/drawing/2014/main" id="{06B4C51D-85CC-445D-8E67-9509731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949" y="614196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9" name="path-5167">
            <a:extLst xmlns:a="http://schemas.openxmlformats.org/drawingml/2006/main">
              <a:ext uri="{FF2B5EF4-FFF2-40B4-BE49-F238E27FC236}">
                <a16:creationId xmlns:a16="http://schemas.microsoft.com/office/drawing/2014/main" id="{DA136837-C1E3-449F-93C3-CA8B93D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315" y="6140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0" name="path-5168">
            <a:extLst xmlns:a="http://schemas.openxmlformats.org/drawingml/2006/main">
              <a:ext uri="{FF2B5EF4-FFF2-40B4-BE49-F238E27FC236}">
                <a16:creationId xmlns:a16="http://schemas.microsoft.com/office/drawing/2014/main" id="{4BD8CDAB-ED85-44CB-85FB-E2C0BFB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988" y="61394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1" name="path-5169">
            <a:extLst xmlns:a="http://schemas.openxmlformats.org/drawingml/2006/main">
              <a:ext uri="{FF2B5EF4-FFF2-40B4-BE49-F238E27FC236}">
                <a16:creationId xmlns:a16="http://schemas.microsoft.com/office/drawing/2014/main" id="{B25ED1DD-A9E0-4E74-9655-365A8234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252" y="61057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2" name="path-5170">
            <a:extLst xmlns:a="http://schemas.openxmlformats.org/drawingml/2006/main">
              <a:ext uri="{FF2B5EF4-FFF2-40B4-BE49-F238E27FC236}">
                <a16:creationId xmlns:a16="http://schemas.microsoft.com/office/drawing/2014/main" id="{9A4FE7E2-B6E3-413E-80E0-074D5E67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015" y="612168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3" name="path-5171">
            <a:extLst xmlns:a="http://schemas.openxmlformats.org/drawingml/2006/main">
              <a:ext uri="{FF2B5EF4-FFF2-40B4-BE49-F238E27FC236}">
                <a16:creationId xmlns:a16="http://schemas.microsoft.com/office/drawing/2014/main" id="{B91BF775-03DC-4CDA-82BB-019FA4A4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349" y="6125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4" name="path-5172">
            <a:extLst xmlns:a="http://schemas.openxmlformats.org/drawingml/2006/main">
              <a:ext uri="{FF2B5EF4-FFF2-40B4-BE49-F238E27FC236}">
                <a16:creationId xmlns:a16="http://schemas.microsoft.com/office/drawing/2014/main" id="{F4E946FD-045E-4EC2-99DD-2B6E57F4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3" y="61510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5" name="path-5173">
            <a:extLst xmlns:a="http://schemas.openxmlformats.org/drawingml/2006/main">
              <a:ext uri="{FF2B5EF4-FFF2-40B4-BE49-F238E27FC236}">
                <a16:creationId xmlns:a16="http://schemas.microsoft.com/office/drawing/2014/main" id="{DE849DAC-2FC6-44C1-A469-774B83C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39" y="6156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6" name="path-5174">
            <a:extLst xmlns:a="http://schemas.openxmlformats.org/drawingml/2006/main">
              <a:ext uri="{FF2B5EF4-FFF2-40B4-BE49-F238E27FC236}">
                <a16:creationId xmlns:a16="http://schemas.microsoft.com/office/drawing/2014/main" id="{936501EA-F3AA-44BE-8427-540A38FB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665" y="613108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7" name="path-5175">
            <a:extLst xmlns:a="http://schemas.openxmlformats.org/drawingml/2006/main">
              <a:ext uri="{FF2B5EF4-FFF2-40B4-BE49-F238E27FC236}">
                <a16:creationId xmlns:a16="http://schemas.microsoft.com/office/drawing/2014/main" id="{A4D8361B-E363-4A38-BBB9-6DFF52BB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612" y="6162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8" name="path-5176">
            <a:extLst xmlns:a="http://schemas.openxmlformats.org/drawingml/2006/main">
              <a:ext uri="{FF2B5EF4-FFF2-40B4-BE49-F238E27FC236}">
                <a16:creationId xmlns:a16="http://schemas.microsoft.com/office/drawing/2014/main" id="{96B94F4A-2D05-4118-8005-2A93129B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743" y="61194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9" name="path-5177">
            <a:extLst xmlns:a="http://schemas.openxmlformats.org/drawingml/2006/main">
              <a:ext uri="{FF2B5EF4-FFF2-40B4-BE49-F238E27FC236}">
                <a16:creationId xmlns:a16="http://schemas.microsoft.com/office/drawing/2014/main" id="{9A7597DE-5EC9-4D8E-895C-DE36D8C3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476" y="6135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0" name="path-5178">
            <a:extLst xmlns:a="http://schemas.openxmlformats.org/drawingml/2006/main">
              <a:ext uri="{FF2B5EF4-FFF2-40B4-BE49-F238E27FC236}">
                <a16:creationId xmlns:a16="http://schemas.microsoft.com/office/drawing/2014/main" id="{DAF3C70B-6AE8-4D77-B4DC-75CA4E8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185" y="6157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1" name="path-5179">
            <a:extLst xmlns:a="http://schemas.openxmlformats.org/drawingml/2006/main">
              <a:ext uri="{FF2B5EF4-FFF2-40B4-BE49-F238E27FC236}">
                <a16:creationId xmlns:a16="http://schemas.microsoft.com/office/drawing/2014/main" id="{CC8263F0-E7DC-4262-BA96-6C99AC26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319" y="612727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2" name="path-5180">
            <a:extLst xmlns:a="http://schemas.openxmlformats.org/drawingml/2006/main">
              <a:ext uri="{FF2B5EF4-FFF2-40B4-BE49-F238E27FC236}">
                <a16:creationId xmlns:a16="http://schemas.microsoft.com/office/drawing/2014/main" id="{1CE3A69B-7D7B-4290-B8D3-9FEB7E81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625" y="61446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3" name="path-5181">
            <a:extLst xmlns:a="http://schemas.openxmlformats.org/drawingml/2006/main">
              <a:ext uri="{FF2B5EF4-FFF2-40B4-BE49-F238E27FC236}">
                <a16:creationId xmlns:a16="http://schemas.microsoft.com/office/drawing/2014/main" id="{53294B87-C838-432D-8339-3C4A695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05" y="615678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4" name="path-5182">
            <a:extLst xmlns:a="http://schemas.openxmlformats.org/drawingml/2006/main">
              <a:ext uri="{FF2B5EF4-FFF2-40B4-BE49-F238E27FC236}">
                <a16:creationId xmlns:a16="http://schemas.microsoft.com/office/drawing/2014/main" id="{76E56915-D2F7-4A4D-A099-733CB92B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952" y="615529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5" name="path-5183">
            <a:extLst xmlns:a="http://schemas.openxmlformats.org/drawingml/2006/main">
              <a:ext uri="{FF2B5EF4-FFF2-40B4-BE49-F238E27FC236}">
                <a16:creationId xmlns:a16="http://schemas.microsoft.com/office/drawing/2014/main" id="{1766EF47-1347-4D19-BD9B-C9A0882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090" y="614916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6" name="path-5184">
            <a:extLst xmlns:a="http://schemas.openxmlformats.org/drawingml/2006/main">
              <a:ext uri="{FF2B5EF4-FFF2-40B4-BE49-F238E27FC236}">
                <a16:creationId xmlns:a16="http://schemas.microsoft.com/office/drawing/2014/main" id="{6C0B1CB0-6657-4C9D-ABBB-B93A153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607" y="6136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7" name="path-5185">
            <a:extLst xmlns:a="http://schemas.openxmlformats.org/drawingml/2006/main">
              <a:ext uri="{FF2B5EF4-FFF2-40B4-BE49-F238E27FC236}">
                <a16:creationId xmlns:a16="http://schemas.microsoft.com/office/drawing/2014/main" id="{6C1BE4A6-DB88-46F3-828D-C6F80A4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64" y="6146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8" name="path-5186">
            <a:extLst xmlns:a="http://schemas.openxmlformats.org/drawingml/2006/main">
              <a:ext uri="{FF2B5EF4-FFF2-40B4-BE49-F238E27FC236}">
                <a16:creationId xmlns:a16="http://schemas.microsoft.com/office/drawing/2014/main" id="{0927EC04-3E8C-48BB-A057-59510A3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16" y="6147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9" name="path-5187">
            <a:extLst xmlns:a="http://schemas.openxmlformats.org/drawingml/2006/main">
              <a:ext uri="{FF2B5EF4-FFF2-40B4-BE49-F238E27FC236}">
                <a16:creationId xmlns:a16="http://schemas.microsoft.com/office/drawing/2014/main" id="{877FBC51-A2F2-4CFF-8AC8-0CB0DDD1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948" y="6154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0" name="path-5188">
            <a:extLst xmlns:a="http://schemas.openxmlformats.org/drawingml/2006/main">
              <a:ext uri="{FF2B5EF4-FFF2-40B4-BE49-F238E27FC236}">
                <a16:creationId xmlns:a16="http://schemas.microsoft.com/office/drawing/2014/main" id="{64D6FEED-39E0-47B8-A75A-E532DD4B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242" y="6164782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1" name="path-5189">
            <a:extLst xmlns:a="http://schemas.openxmlformats.org/drawingml/2006/main">
              <a:ext uri="{FF2B5EF4-FFF2-40B4-BE49-F238E27FC236}">
                <a16:creationId xmlns:a16="http://schemas.microsoft.com/office/drawing/2014/main" id="{544F6BE0-EC0B-4469-9AA2-98D7464B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155" y="616394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2" name="path-5190">
            <a:extLst xmlns:a="http://schemas.openxmlformats.org/drawingml/2006/main">
              <a:ext uri="{FF2B5EF4-FFF2-40B4-BE49-F238E27FC236}">
                <a16:creationId xmlns:a16="http://schemas.microsoft.com/office/drawing/2014/main" id="{10D8793E-CE8C-4817-B9E5-B290D69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524" y="6128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3" name="path-5191">
            <a:extLst xmlns:a="http://schemas.openxmlformats.org/drawingml/2006/main">
              <a:ext uri="{FF2B5EF4-FFF2-40B4-BE49-F238E27FC236}">
                <a16:creationId xmlns:a16="http://schemas.microsoft.com/office/drawing/2014/main" id="{3C4CB57C-C795-432F-98AC-EE719A69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563" y="61439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4" name="path-5192">
            <a:extLst xmlns:a="http://schemas.openxmlformats.org/drawingml/2006/main">
              <a:ext uri="{FF2B5EF4-FFF2-40B4-BE49-F238E27FC236}">
                <a16:creationId xmlns:a16="http://schemas.microsoft.com/office/drawing/2014/main" id="{2FF6EC03-DD52-42D3-A1E7-B2E403F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11" y="613624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5" name="path-5193">
            <a:extLst xmlns:a="http://schemas.openxmlformats.org/drawingml/2006/main">
              <a:ext uri="{FF2B5EF4-FFF2-40B4-BE49-F238E27FC236}">
                <a16:creationId xmlns:a16="http://schemas.microsoft.com/office/drawing/2014/main" id="{40505B70-B6E1-4A86-86BE-C7FD7D83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718" y="615330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6" name="path-5194">
            <a:extLst xmlns:a="http://schemas.openxmlformats.org/drawingml/2006/main">
              <a:ext uri="{FF2B5EF4-FFF2-40B4-BE49-F238E27FC236}">
                <a16:creationId xmlns:a16="http://schemas.microsoft.com/office/drawing/2014/main" id="{6643AA66-C592-4BF8-9C41-83B0E76A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794" y="615705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7" name="path-5195">
            <a:extLst xmlns:a="http://schemas.openxmlformats.org/drawingml/2006/main">
              <a:ext uri="{FF2B5EF4-FFF2-40B4-BE49-F238E27FC236}">
                <a16:creationId xmlns:a16="http://schemas.microsoft.com/office/drawing/2014/main" id="{0D611585-EE5B-4F65-9ADC-A7FF2961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31" y="61341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8" name="path-5196">
            <a:extLst xmlns:a="http://schemas.openxmlformats.org/drawingml/2006/main">
              <a:ext uri="{FF2B5EF4-FFF2-40B4-BE49-F238E27FC236}">
                <a16:creationId xmlns:a16="http://schemas.microsoft.com/office/drawing/2014/main" id="{D721DCBA-19FB-4E0F-AAAF-CF36BDA0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161" y="6153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9" name="path-5197">
            <a:extLst xmlns:a="http://schemas.openxmlformats.org/drawingml/2006/main">
              <a:ext uri="{FF2B5EF4-FFF2-40B4-BE49-F238E27FC236}">
                <a16:creationId xmlns:a16="http://schemas.microsoft.com/office/drawing/2014/main" id="{F79E2F0A-5932-4F06-AE94-456F9BC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306" y="6142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0" name="path-5198">
            <a:extLst xmlns:a="http://schemas.openxmlformats.org/drawingml/2006/main">
              <a:ext uri="{FF2B5EF4-FFF2-40B4-BE49-F238E27FC236}">
                <a16:creationId xmlns:a16="http://schemas.microsoft.com/office/drawing/2014/main" id="{EB43AE10-B0B3-4E6F-AC6E-667ACA9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981" y="6122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1" name="path-5199">
            <a:extLst xmlns:a="http://schemas.openxmlformats.org/drawingml/2006/main">
              <a:ext uri="{FF2B5EF4-FFF2-40B4-BE49-F238E27FC236}">
                <a16:creationId xmlns:a16="http://schemas.microsoft.com/office/drawing/2014/main" id="{679D6914-4C8C-4C7E-A47B-53BC77C8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506" y="614121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2" name="path-5200">
            <a:extLst xmlns:a="http://schemas.openxmlformats.org/drawingml/2006/main">
              <a:ext uri="{FF2B5EF4-FFF2-40B4-BE49-F238E27FC236}">
                <a16:creationId xmlns:a16="http://schemas.microsoft.com/office/drawing/2014/main" id="{C9C57F4C-BFD4-4689-8551-F3FC7ED0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070" y="61341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3" name="path-5201">
            <a:extLst xmlns:a="http://schemas.openxmlformats.org/drawingml/2006/main">
              <a:ext uri="{FF2B5EF4-FFF2-40B4-BE49-F238E27FC236}">
                <a16:creationId xmlns:a16="http://schemas.microsoft.com/office/drawing/2014/main" id="{C73E7591-C45B-4A3A-B2B7-79F25D3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502" y="6126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4" name="path-5202">
            <a:extLst xmlns:a="http://schemas.openxmlformats.org/drawingml/2006/main">
              <a:ext uri="{FF2B5EF4-FFF2-40B4-BE49-F238E27FC236}">
                <a16:creationId xmlns:a16="http://schemas.microsoft.com/office/drawing/2014/main" id="{B3C4D28F-5560-46C1-AA6A-B804990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646" y="6141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5" name="path-5203">
            <a:extLst xmlns:a="http://schemas.openxmlformats.org/drawingml/2006/main">
              <a:ext uri="{FF2B5EF4-FFF2-40B4-BE49-F238E27FC236}">
                <a16:creationId xmlns:a16="http://schemas.microsoft.com/office/drawing/2014/main" id="{79115D6F-622A-442A-9E32-50DBD39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947" y="615255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6" name="path-5204">
            <a:extLst xmlns:a="http://schemas.openxmlformats.org/drawingml/2006/main">
              <a:ext uri="{FF2B5EF4-FFF2-40B4-BE49-F238E27FC236}">
                <a16:creationId xmlns:a16="http://schemas.microsoft.com/office/drawing/2014/main" id="{E6111ACA-68AE-49B2-8E94-86ACC347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401" y="614573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7" name="path-5205">
            <a:extLst xmlns:a="http://schemas.openxmlformats.org/drawingml/2006/main">
              <a:ext uri="{FF2B5EF4-FFF2-40B4-BE49-F238E27FC236}">
                <a16:creationId xmlns:a16="http://schemas.microsoft.com/office/drawing/2014/main" id="{486A8C64-3920-471E-A9B4-10699FD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361" y="613180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8" name="path-5206">
            <a:extLst xmlns:a="http://schemas.openxmlformats.org/drawingml/2006/main">
              <a:ext uri="{FF2B5EF4-FFF2-40B4-BE49-F238E27FC236}">
                <a16:creationId xmlns:a16="http://schemas.microsoft.com/office/drawing/2014/main" id="{DEB10118-5C98-4B57-AA63-0499ABEC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87" y="614419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9" name="path-5207">
            <a:extLst xmlns:a="http://schemas.openxmlformats.org/drawingml/2006/main">
              <a:ext uri="{FF2B5EF4-FFF2-40B4-BE49-F238E27FC236}">
                <a16:creationId xmlns:a16="http://schemas.microsoft.com/office/drawing/2014/main" id="{7E4201E5-EABB-443E-9C7B-8E9A9922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410" y="6125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0" name="path-5208">
            <a:extLst xmlns:a="http://schemas.openxmlformats.org/drawingml/2006/main">
              <a:ext uri="{FF2B5EF4-FFF2-40B4-BE49-F238E27FC236}">
                <a16:creationId xmlns:a16="http://schemas.microsoft.com/office/drawing/2014/main" id="{5BB9A017-009B-4B83-8D8A-8B7D0FD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94" y="614547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1" name="path-5209">
            <a:extLst xmlns:a="http://schemas.openxmlformats.org/drawingml/2006/main">
              <a:ext uri="{FF2B5EF4-FFF2-40B4-BE49-F238E27FC236}">
                <a16:creationId xmlns:a16="http://schemas.microsoft.com/office/drawing/2014/main" id="{A243F92E-726E-453E-9A21-7498C82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819" y="6160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2" name="path-5210">
            <a:extLst xmlns:a="http://schemas.openxmlformats.org/drawingml/2006/main">
              <a:ext uri="{FF2B5EF4-FFF2-40B4-BE49-F238E27FC236}">
                <a16:creationId xmlns:a16="http://schemas.microsoft.com/office/drawing/2014/main" id="{AAB944F3-0DFD-434F-B9C5-62D4256E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013" y="6146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3" name="path-5211">
            <a:extLst xmlns:a="http://schemas.openxmlformats.org/drawingml/2006/main">
              <a:ext uri="{FF2B5EF4-FFF2-40B4-BE49-F238E27FC236}">
                <a16:creationId xmlns:a16="http://schemas.microsoft.com/office/drawing/2014/main" id="{70EFE66B-64F5-4A67-A64D-F5E7207B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034" y="6151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4" name="path-5212">
            <a:extLst xmlns:a="http://schemas.openxmlformats.org/drawingml/2006/main">
              <a:ext uri="{FF2B5EF4-FFF2-40B4-BE49-F238E27FC236}">
                <a16:creationId xmlns:a16="http://schemas.microsoft.com/office/drawing/2014/main" id="{B0265CE1-A90E-4472-B9BE-66A0901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734" y="61526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5" name="path-5213">
            <a:extLst xmlns:a="http://schemas.openxmlformats.org/drawingml/2006/main">
              <a:ext uri="{FF2B5EF4-FFF2-40B4-BE49-F238E27FC236}">
                <a16:creationId xmlns:a16="http://schemas.microsoft.com/office/drawing/2014/main" id="{423E05A6-731B-4F76-8AEA-3E266E24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387" y="613239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6" name="path-5214">
            <a:extLst xmlns:a="http://schemas.openxmlformats.org/drawingml/2006/main">
              <a:ext uri="{FF2B5EF4-FFF2-40B4-BE49-F238E27FC236}">
                <a16:creationId xmlns:a16="http://schemas.microsoft.com/office/drawing/2014/main" id="{7C886640-188B-4ACB-81D5-FD841CB8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656" y="6139817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7" name="path-5215">
            <a:extLst xmlns:a="http://schemas.openxmlformats.org/drawingml/2006/main">
              <a:ext uri="{FF2B5EF4-FFF2-40B4-BE49-F238E27FC236}">
                <a16:creationId xmlns:a16="http://schemas.microsoft.com/office/drawing/2014/main" id="{EFDA365A-5B51-4906-90E0-4EBC0ABB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439" y="6146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8" name="path-5216">
            <a:extLst xmlns:a="http://schemas.openxmlformats.org/drawingml/2006/main">
              <a:ext uri="{FF2B5EF4-FFF2-40B4-BE49-F238E27FC236}">
                <a16:creationId xmlns:a16="http://schemas.microsoft.com/office/drawing/2014/main" id="{0A33944C-1B38-4585-9F42-AB1949D1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544" y="612667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9" name="path-5217">
            <a:extLst xmlns:a="http://schemas.openxmlformats.org/drawingml/2006/main">
              <a:ext uri="{FF2B5EF4-FFF2-40B4-BE49-F238E27FC236}">
                <a16:creationId xmlns:a16="http://schemas.microsoft.com/office/drawing/2014/main" id="{B62C15C9-696B-4EF0-AB80-51982AF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543" y="613597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0" name="path-5218">
            <a:extLst xmlns:a="http://schemas.openxmlformats.org/drawingml/2006/main">
              <a:ext uri="{FF2B5EF4-FFF2-40B4-BE49-F238E27FC236}">
                <a16:creationId xmlns:a16="http://schemas.microsoft.com/office/drawing/2014/main" id="{9DE02F0D-8427-4F8A-A6F7-5870B284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933" y="6147281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1" name="path-5219">
            <a:extLst xmlns:a="http://schemas.openxmlformats.org/drawingml/2006/main">
              <a:ext uri="{FF2B5EF4-FFF2-40B4-BE49-F238E27FC236}">
                <a16:creationId xmlns:a16="http://schemas.microsoft.com/office/drawing/2014/main" id="{FC17440B-869F-432A-A92B-C6360BA3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514" y="6111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2" name="path-5220">
            <a:extLst xmlns:a="http://schemas.openxmlformats.org/drawingml/2006/main">
              <a:ext uri="{FF2B5EF4-FFF2-40B4-BE49-F238E27FC236}">
                <a16:creationId xmlns:a16="http://schemas.microsoft.com/office/drawing/2014/main" id="{B2354315-5769-4E4F-997E-CD7A16C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410" y="61562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3" name="path-5221">
            <a:extLst xmlns:a="http://schemas.openxmlformats.org/drawingml/2006/main">
              <a:ext uri="{FF2B5EF4-FFF2-40B4-BE49-F238E27FC236}">
                <a16:creationId xmlns:a16="http://schemas.microsoft.com/office/drawing/2014/main" id="{E4EFE7F5-35D3-407E-98F8-4A52D56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149" y="6156778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4" name="path-5222">
            <a:extLst xmlns:a="http://schemas.openxmlformats.org/drawingml/2006/main">
              <a:ext uri="{FF2B5EF4-FFF2-40B4-BE49-F238E27FC236}">
                <a16:creationId xmlns:a16="http://schemas.microsoft.com/office/drawing/2014/main" id="{A1EB4CC7-7464-41A8-A20A-0DB738A3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2" y="6131463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5" name="path-5223">
            <a:extLst xmlns:a="http://schemas.openxmlformats.org/drawingml/2006/main">
              <a:ext uri="{FF2B5EF4-FFF2-40B4-BE49-F238E27FC236}">
                <a16:creationId xmlns:a16="http://schemas.microsoft.com/office/drawing/2014/main" id="{D6E2BEB6-E873-4A6E-BC43-5F7112E9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365" y="613332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6" name="path-5224">
            <a:extLst xmlns:a="http://schemas.openxmlformats.org/drawingml/2006/main">
              <a:ext uri="{FF2B5EF4-FFF2-40B4-BE49-F238E27FC236}">
                <a16:creationId xmlns:a16="http://schemas.microsoft.com/office/drawing/2014/main" id="{E9C73908-236E-47BC-898A-B839B9C1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121" y="6124106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7" name="path-5225">
            <a:extLst xmlns:a="http://schemas.openxmlformats.org/drawingml/2006/main">
              <a:ext uri="{FF2B5EF4-FFF2-40B4-BE49-F238E27FC236}">
                <a16:creationId xmlns:a16="http://schemas.microsoft.com/office/drawing/2014/main" id="{C87C5934-DC0E-4712-B4A3-32765ED0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650" y="6139529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8" name="path-5226">
            <a:extLst xmlns:a="http://schemas.openxmlformats.org/drawingml/2006/main">
              <a:ext uri="{FF2B5EF4-FFF2-40B4-BE49-F238E27FC236}">
                <a16:creationId xmlns:a16="http://schemas.microsoft.com/office/drawing/2014/main" id="{5BA395BC-D721-498D-BD7A-370C201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489" y="6120384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9" name="path-5227">
            <a:extLst xmlns:a="http://schemas.openxmlformats.org/drawingml/2006/main">
              <a:ext uri="{FF2B5EF4-FFF2-40B4-BE49-F238E27FC236}">
                <a16:creationId xmlns:a16="http://schemas.microsoft.com/office/drawing/2014/main" id="{8CB4063D-1AD5-430C-8DAC-F8AA633A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795" y="61521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0" name="path-5228">
            <a:extLst xmlns:a="http://schemas.openxmlformats.org/drawingml/2006/main">
              <a:ext uri="{FF2B5EF4-FFF2-40B4-BE49-F238E27FC236}">
                <a16:creationId xmlns:a16="http://schemas.microsoft.com/office/drawing/2014/main" id="{ACC85F5A-A394-481E-9B22-DD4999DD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491" y="61298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1" name="path-5229">
            <a:extLst xmlns:a="http://schemas.openxmlformats.org/drawingml/2006/main">
              <a:ext uri="{FF2B5EF4-FFF2-40B4-BE49-F238E27FC236}">
                <a16:creationId xmlns:a16="http://schemas.microsoft.com/office/drawing/2014/main" id="{100A6D8B-F819-4870-BDB8-C54D4300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12" y="614202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2" name="path-5230">
            <a:extLst xmlns:a="http://schemas.openxmlformats.org/drawingml/2006/main">
              <a:ext uri="{FF2B5EF4-FFF2-40B4-BE49-F238E27FC236}">
                <a16:creationId xmlns:a16="http://schemas.microsoft.com/office/drawing/2014/main" id="{E60DE9C0-2379-4A8E-A8A2-EA92B355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907" y="613269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3" name="path-5231">
            <a:extLst xmlns:a="http://schemas.openxmlformats.org/drawingml/2006/main">
              <a:ext uri="{FF2B5EF4-FFF2-40B4-BE49-F238E27FC236}">
                <a16:creationId xmlns:a16="http://schemas.microsoft.com/office/drawing/2014/main" id="{A2761373-9FD3-42C1-BEDF-7D628EBD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01" y="6119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4" name="path-5232">
            <a:extLst xmlns:a="http://schemas.openxmlformats.org/drawingml/2006/main">
              <a:ext uri="{FF2B5EF4-FFF2-40B4-BE49-F238E27FC236}">
                <a16:creationId xmlns:a16="http://schemas.microsoft.com/office/drawing/2014/main" id="{886F59C9-560A-49A3-9191-8B60C726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520" y="6152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5" name="path-5233">
            <a:extLst xmlns:a="http://schemas.openxmlformats.org/drawingml/2006/main">
              <a:ext uri="{FF2B5EF4-FFF2-40B4-BE49-F238E27FC236}">
                <a16:creationId xmlns:a16="http://schemas.microsoft.com/office/drawing/2014/main" id="{10261FF7-45EA-46BD-ABCC-8AF52CF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609" y="61558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6" name="path-5234">
            <a:extLst xmlns:a="http://schemas.openxmlformats.org/drawingml/2006/main">
              <a:ext uri="{FF2B5EF4-FFF2-40B4-BE49-F238E27FC236}">
                <a16:creationId xmlns:a16="http://schemas.microsoft.com/office/drawing/2014/main" id="{B4F1BCDD-E301-4C42-8286-E345430F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005" y="6175015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7" name="path-5235">
            <a:extLst xmlns:a="http://schemas.openxmlformats.org/drawingml/2006/main">
              <a:ext uri="{FF2B5EF4-FFF2-40B4-BE49-F238E27FC236}">
                <a16:creationId xmlns:a16="http://schemas.microsoft.com/office/drawing/2014/main" id="{95B6FA4C-4FF6-4D93-9C3F-9BC78CA9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637" y="6149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8" name="path-5236">
            <a:extLst xmlns:a="http://schemas.openxmlformats.org/drawingml/2006/main">
              <a:ext uri="{FF2B5EF4-FFF2-40B4-BE49-F238E27FC236}">
                <a16:creationId xmlns:a16="http://schemas.microsoft.com/office/drawing/2014/main" id="{595C8AE6-DE28-47FF-B185-809EE63C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542" y="6136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9" name="path-5237">
            <a:extLst xmlns:a="http://schemas.openxmlformats.org/drawingml/2006/main">
              <a:ext uri="{FF2B5EF4-FFF2-40B4-BE49-F238E27FC236}">
                <a16:creationId xmlns:a16="http://schemas.microsoft.com/office/drawing/2014/main" id="{98827EBA-2695-4997-B6AF-3F1EABA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169" y="6119880"/>
            <a:ext cx="77655" cy="77655"/>
          </a:xfrm>
          <a:custGeom xmlns:a="http://schemas.openxmlformats.org/drawingml/2006/main">
            <a:pathLst>
              <a:path w="77655" h="77655">
                <a:moveTo>
                  <a:pt x="38828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4" y="59002"/>
                  <a:pt x="77655" y="49125"/>
                  <a:pt x="77655" y="38827"/>
                </a:cubicBezTo>
                <a:cubicBezTo>
                  <a:pt x="77655" y="28531"/>
                  <a:pt x="73564" y="18654"/>
                  <a:pt x="66283" y="11373"/>
                </a:cubicBezTo>
                <a:cubicBezTo>
                  <a:pt x="59002" y="4091"/>
                  <a:pt x="49125" y="0"/>
                  <a:pt x="38828" y="0"/>
                </a:cubicBezTo>
                <a:cubicBezTo>
                  <a:pt x="28531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1" y="77655"/>
                  <a:pt x="38828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0" name="path-5238">
            <a:extLst xmlns:a="http://schemas.openxmlformats.org/drawingml/2006/main">
              <a:ext uri="{FF2B5EF4-FFF2-40B4-BE49-F238E27FC236}">
                <a16:creationId xmlns:a16="http://schemas.microsoft.com/office/drawing/2014/main" id="{26039A94-DD0B-441B-8412-E69DC770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28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1" name="path-5239">
            <a:extLst xmlns:a="http://schemas.openxmlformats.org/drawingml/2006/main">
              <a:ext uri="{FF2B5EF4-FFF2-40B4-BE49-F238E27FC236}">
                <a16:creationId xmlns:a16="http://schemas.microsoft.com/office/drawing/2014/main" id="{89423830-F494-40DA-A6F7-BAB05D3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849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2" name="path-5240">
            <a:extLst xmlns:a="http://schemas.openxmlformats.org/drawingml/2006/main">
              <a:ext uri="{FF2B5EF4-FFF2-40B4-BE49-F238E27FC236}">
                <a16:creationId xmlns:a16="http://schemas.microsoft.com/office/drawing/2014/main" id="{D39188F4-E1DD-4E29-ACF7-77D2AFEF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855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3" name="path-5241">
            <a:extLst xmlns:a="http://schemas.openxmlformats.org/drawingml/2006/main">
              <a:ext uri="{FF2B5EF4-FFF2-40B4-BE49-F238E27FC236}">
                <a16:creationId xmlns:a16="http://schemas.microsoft.com/office/drawing/2014/main" id="{8CA698BF-76ED-4E31-9F85-53A288A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577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4" name="path-5242">
            <a:extLst xmlns:a="http://schemas.openxmlformats.org/drawingml/2006/main">
              <a:ext uri="{FF2B5EF4-FFF2-40B4-BE49-F238E27FC236}">
                <a16:creationId xmlns:a16="http://schemas.microsoft.com/office/drawing/2014/main" id="{1D42FC2A-9166-442D-94A3-3A1DE0A2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765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5" name="path-5243">
            <a:extLst xmlns:a="http://schemas.openxmlformats.org/drawingml/2006/main">
              <a:ext uri="{FF2B5EF4-FFF2-40B4-BE49-F238E27FC236}">
                <a16:creationId xmlns:a16="http://schemas.microsoft.com/office/drawing/2014/main" id="{481B55C5-32A8-4887-ABB3-6759361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898" y="6059312"/>
            <a:ext cx="225945" cy="225945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4" y="21964"/>
                </a:lnTo>
                <a:lnTo>
                  <a:pt x="112972" y="0"/>
                </a:lnTo>
                <a:lnTo>
                  <a:pt x="101990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0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4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4" y="21964"/>
                </a:lnTo>
                <a:lnTo>
                  <a:pt x="112972" y="27455"/>
                </a:lnTo>
                <a:lnTo>
                  <a:pt x="101990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6" name="path-5244">
            <a:extLst xmlns:a="http://schemas.openxmlformats.org/drawingml/2006/main">
              <a:ext uri="{FF2B5EF4-FFF2-40B4-BE49-F238E27FC236}">
                <a16:creationId xmlns:a16="http://schemas.microsoft.com/office/drawing/2014/main" id="{C49D83A2-60AC-4FF1-B1D4-3C2ED02A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038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7" name="path-5245">
            <a:extLst xmlns:a="http://schemas.openxmlformats.org/drawingml/2006/main">
              <a:ext uri="{FF2B5EF4-FFF2-40B4-BE49-F238E27FC236}">
                <a16:creationId xmlns:a16="http://schemas.microsoft.com/office/drawing/2014/main" id="{7DB19EBC-E68D-431D-A1C4-F2E34D3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171" y="6059312"/>
            <a:ext cx="225945" cy="225945"/>
          </a:xfrm>
          <a:custGeom xmlns:a="http://schemas.openxmlformats.org/drawingml/2006/main">
            <a:pathLst>
              <a:path w="225945" h="225945">
                <a:moveTo>
                  <a:pt x="112972" y="27455"/>
                </a:moveTo>
                <a:lnTo>
                  <a:pt x="123954" y="21964"/>
                </a:lnTo>
                <a:lnTo>
                  <a:pt x="112972" y="0"/>
                </a:lnTo>
                <a:lnTo>
                  <a:pt x="101990" y="21964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5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2" y="27455"/>
                </a:moveTo>
                <a:lnTo>
                  <a:pt x="101990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4" y="32947"/>
                </a:lnTo>
                <a:lnTo>
                  <a:pt x="112972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4" y="21964"/>
                </a:lnTo>
                <a:lnTo>
                  <a:pt x="112972" y="27455"/>
                </a:lnTo>
                <a:lnTo>
                  <a:pt x="101990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8" name="path-5246">
            <a:extLst xmlns:a="http://schemas.openxmlformats.org/drawingml/2006/main">
              <a:ext uri="{FF2B5EF4-FFF2-40B4-BE49-F238E27FC236}">
                <a16:creationId xmlns:a16="http://schemas.microsoft.com/office/drawing/2014/main" id="{2551C08F-D99B-459C-A0B7-A0833C5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62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8" y="64462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5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9" name="path-5247">
            <a:extLst xmlns:a="http://schemas.openxmlformats.org/drawingml/2006/main">
              <a:ext uri="{FF2B5EF4-FFF2-40B4-BE49-F238E27FC236}">
                <a16:creationId xmlns:a16="http://schemas.microsoft.com/office/drawing/2014/main" id="{D1ECEFBC-C731-40ED-8B7B-124CF76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62" y="6115410"/>
            <a:ext cx="18418" cy="128923"/>
          </a:xfrm>
          <a:custGeom xmlns:a="http://schemas.openxmlformats.org/drawingml/2006/main">
            <a:pathLst>
              <a:path w="18418" h="128923">
                <a:moveTo>
                  <a:pt x="9209" y="128923"/>
                </a:moveTo>
                <a:lnTo>
                  <a:pt x="18418" y="128923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0" name="path-5248">
            <a:extLst xmlns:a="http://schemas.openxmlformats.org/drawingml/2006/main">
              <a:ext uri="{FF2B5EF4-FFF2-40B4-BE49-F238E27FC236}">
                <a16:creationId xmlns:a16="http://schemas.microsoft.com/office/drawing/2014/main" id="{9915B2D1-95E1-45C7-92BA-9009AF97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62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8" y="101297"/>
                </a:lnTo>
                <a:lnTo>
                  <a:pt x="18418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5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1" name="path-5249">
            <a:extLst xmlns:a="http://schemas.openxmlformats.org/drawingml/2006/main">
              <a:ext uri="{FF2B5EF4-FFF2-40B4-BE49-F238E27FC236}">
                <a16:creationId xmlns:a16="http://schemas.microsoft.com/office/drawing/2014/main" id="{D05C25E3-A60D-4AD5-AE99-921DA33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602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2" name="path-5250">
            <a:extLst xmlns:a="http://schemas.openxmlformats.org/drawingml/2006/main">
              <a:ext uri="{FF2B5EF4-FFF2-40B4-BE49-F238E27FC236}">
                <a16:creationId xmlns:a16="http://schemas.microsoft.com/office/drawing/2014/main" id="{4CF9FE6A-78AE-478D-8772-0873A266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009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3" name="path-5251">
            <a:extLst xmlns:a="http://schemas.openxmlformats.org/drawingml/2006/main">
              <a:ext uri="{FF2B5EF4-FFF2-40B4-BE49-F238E27FC236}">
                <a16:creationId xmlns:a16="http://schemas.microsoft.com/office/drawing/2014/main" id="{221BBB49-5679-4766-88B1-5658FA0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416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4" name="path-5252">
            <a:extLst xmlns:a="http://schemas.openxmlformats.org/drawingml/2006/main">
              <a:ext uri="{FF2B5EF4-FFF2-40B4-BE49-F238E27FC236}">
                <a16:creationId xmlns:a16="http://schemas.microsoft.com/office/drawing/2014/main" id="{A78EFEAA-4124-4749-8F49-93B93AC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3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5" name="path-5253">
            <a:extLst xmlns:a="http://schemas.openxmlformats.org/drawingml/2006/main">
              <a:ext uri="{FF2B5EF4-FFF2-40B4-BE49-F238E27FC236}">
                <a16:creationId xmlns:a16="http://schemas.microsoft.com/office/drawing/2014/main" id="{B4E00B44-8EA6-4A59-B23E-DA7B5FD6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230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6" name="path-5254">
            <a:extLst xmlns:a="http://schemas.openxmlformats.org/drawingml/2006/main">
              <a:ext uri="{FF2B5EF4-FFF2-40B4-BE49-F238E27FC236}">
                <a16:creationId xmlns:a16="http://schemas.microsoft.com/office/drawing/2014/main" id="{CF7719D4-FA72-45C9-8C4E-F4615F29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37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7" name="path-5255">
            <a:extLst xmlns:a="http://schemas.openxmlformats.org/drawingml/2006/main">
              <a:ext uri="{FF2B5EF4-FFF2-40B4-BE49-F238E27FC236}">
                <a16:creationId xmlns:a16="http://schemas.microsoft.com/office/drawing/2014/main" id="{72F9F4B7-AA2D-4B19-8A16-E56B7E3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043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8" name="path-5256">
            <a:extLst xmlns:a="http://schemas.openxmlformats.org/drawingml/2006/main">
              <a:ext uri="{FF2B5EF4-FFF2-40B4-BE49-F238E27FC236}">
                <a16:creationId xmlns:a16="http://schemas.microsoft.com/office/drawing/2014/main" id="{1BE69FD4-1E68-49E2-A3B6-E9B2E771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450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9" name="path-5257">
            <a:extLst xmlns:a="http://schemas.openxmlformats.org/drawingml/2006/main">
              <a:ext uri="{FF2B5EF4-FFF2-40B4-BE49-F238E27FC236}">
                <a16:creationId xmlns:a16="http://schemas.microsoft.com/office/drawing/2014/main" id="{2273C475-A99B-4F71-8BF4-35177757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857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0" name="path-5258">
            <a:extLst xmlns:a="http://schemas.openxmlformats.org/drawingml/2006/main">
              <a:ext uri="{FF2B5EF4-FFF2-40B4-BE49-F238E27FC236}">
                <a16:creationId xmlns:a16="http://schemas.microsoft.com/office/drawing/2014/main" id="{3FFF7A39-F1E1-4DD1-B6C3-F1A706DB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263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1" name="path-5259">
            <a:extLst xmlns:a="http://schemas.openxmlformats.org/drawingml/2006/main">
              <a:ext uri="{FF2B5EF4-FFF2-40B4-BE49-F238E27FC236}">
                <a16:creationId xmlns:a16="http://schemas.microsoft.com/office/drawing/2014/main" id="{0704E219-D672-48A3-9D69-2D93C10F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671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2" name="path-5260">
            <a:extLst xmlns:a="http://schemas.openxmlformats.org/drawingml/2006/main">
              <a:ext uri="{FF2B5EF4-FFF2-40B4-BE49-F238E27FC236}">
                <a16:creationId xmlns:a16="http://schemas.microsoft.com/office/drawing/2014/main" id="{8F7B9E1A-6601-4E6A-BEEB-AA866E3C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077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3" name="path-5261">
            <a:extLst xmlns:a="http://schemas.openxmlformats.org/drawingml/2006/main">
              <a:ext uri="{FF2B5EF4-FFF2-40B4-BE49-F238E27FC236}">
                <a16:creationId xmlns:a16="http://schemas.microsoft.com/office/drawing/2014/main" id="{4F8C403A-D57E-4219-8A09-CC71D77B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485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4" name="path-5262">
            <a:extLst xmlns:a="http://schemas.openxmlformats.org/drawingml/2006/main">
              <a:ext uri="{FF2B5EF4-FFF2-40B4-BE49-F238E27FC236}">
                <a16:creationId xmlns:a16="http://schemas.microsoft.com/office/drawing/2014/main" id="{9737D8CC-20E0-430C-855F-3E9C2DE2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891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5" name="path-5263">
            <a:extLst xmlns:a="http://schemas.openxmlformats.org/drawingml/2006/main">
              <a:ext uri="{FF2B5EF4-FFF2-40B4-BE49-F238E27FC236}">
                <a16:creationId xmlns:a16="http://schemas.microsoft.com/office/drawing/2014/main" id="{42E2E533-1A87-48AC-BB12-B261759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298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6" name="path-5264">
            <a:extLst xmlns:a="http://schemas.openxmlformats.org/drawingml/2006/main">
              <a:ext uri="{FF2B5EF4-FFF2-40B4-BE49-F238E27FC236}">
                <a16:creationId xmlns:a16="http://schemas.microsoft.com/office/drawing/2014/main" id="{3C5019E8-1552-46A0-8314-69B7FB5F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705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7" y="20932"/>
                </a:lnTo>
                <a:lnTo>
                  <a:pt x="70004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8" y="10789"/>
                </a:lnTo>
                <a:lnTo>
                  <a:pt x="68439" y="2895"/>
                </a:lnTo>
                <a:lnTo>
                  <a:pt x="54101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7" name="path-5265">
            <a:extLst xmlns:a="http://schemas.openxmlformats.org/drawingml/2006/main">
              <a:ext uri="{FF2B5EF4-FFF2-40B4-BE49-F238E27FC236}">
                <a16:creationId xmlns:a16="http://schemas.microsoft.com/office/drawing/2014/main" id="{D8C38506-9A33-4C50-AC4C-225AED92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224" y="6115410"/>
            <a:ext cx="18418" cy="12892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8" name="path-5266">
            <a:extLst xmlns:a="http://schemas.openxmlformats.org/drawingml/2006/main">
              <a:ext uri="{FF2B5EF4-FFF2-40B4-BE49-F238E27FC236}">
                <a16:creationId xmlns:a16="http://schemas.microsoft.com/office/drawing/2014/main" id="{D67AD55C-E3F3-4EFF-9946-FE40ED9A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705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4" y="73757"/>
                </a:lnTo>
                <a:lnTo>
                  <a:pt x="63397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1" y="101297"/>
                </a:lnTo>
                <a:lnTo>
                  <a:pt x="68439" y="98402"/>
                </a:lnTo>
                <a:lnTo>
                  <a:pt x="80148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9" name="path-5267">
            <a:extLst xmlns:a="http://schemas.openxmlformats.org/drawingml/2006/main">
              <a:ext uri="{FF2B5EF4-FFF2-40B4-BE49-F238E27FC236}">
                <a16:creationId xmlns:a16="http://schemas.microsoft.com/office/drawing/2014/main" id="{B4F0B948-B08D-47EA-903A-7503EF46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298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0" name="path-5268">
            <a:extLst xmlns:a="http://schemas.openxmlformats.org/drawingml/2006/main">
              <a:ext uri="{FF2B5EF4-FFF2-40B4-BE49-F238E27FC236}">
                <a16:creationId xmlns:a16="http://schemas.microsoft.com/office/drawing/2014/main" id="{E579145B-23BF-4CCE-AA66-268488CF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891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1" name="path-5269">
            <a:extLst xmlns:a="http://schemas.openxmlformats.org/drawingml/2006/main">
              <a:ext uri="{FF2B5EF4-FFF2-40B4-BE49-F238E27FC236}">
                <a16:creationId xmlns:a16="http://schemas.microsoft.com/office/drawing/2014/main" id="{121BDAC4-FD84-41DF-AC64-D54ABBFE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485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2" name="path-5270">
            <a:extLst xmlns:a="http://schemas.openxmlformats.org/drawingml/2006/main">
              <a:ext uri="{FF2B5EF4-FFF2-40B4-BE49-F238E27FC236}">
                <a16:creationId xmlns:a16="http://schemas.microsoft.com/office/drawing/2014/main" id="{F19E7D28-B9ED-4A65-AAA8-E77F43BE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077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3" name="path-5271">
            <a:extLst xmlns:a="http://schemas.openxmlformats.org/drawingml/2006/main">
              <a:ext uri="{FF2B5EF4-FFF2-40B4-BE49-F238E27FC236}">
                <a16:creationId xmlns:a16="http://schemas.microsoft.com/office/drawing/2014/main" id="{00EC3D85-A022-4EBD-BCFC-50EEDA2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671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4" name="path-5272">
            <a:extLst xmlns:a="http://schemas.openxmlformats.org/drawingml/2006/main">
              <a:ext uri="{FF2B5EF4-FFF2-40B4-BE49-F238E27FC236}">
                <a16:creationId xmlns:a16="http://schemas.microsoft.com/office/drawing/2014/main" id="{2B58B2FD-5B5A-43B3-90FF-A6F4949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263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5" name="path-5273">
            <a:extLst xmlns:a="http://schemas.openxmlformats.org/drawingml/2006/main">
              <a:ext uri="{FF2B5EF4-FFF2-40B4-BE49-F238E27FC236}">
                <a16:creationId xmlns:a16="http://schemas.microsoft.com/office/drawing/2014/main" id="{EDC71E69-D8AA-4D0A-B8F9-F3F1B0CB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857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6" name="path-5274">
            <a:extLst xmlns:a="http://schemas.openxmlformats.org/drawingml/2006/main">
              <a:ext uri="{FF2B5EF4-FFF2-40B4-BE49-F238E27FC236}">
                <a16:creationId xmlns:a16="http://schemas.microsoft.com/office/drawing/2014/main" id="{AAA2AA27-B6B4-449B-95F0-2DCA8C2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450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7" name="path-5275">
            <a:extLst xmlns:a="http://schemas.openxmlformats.org/drawingml/2006/main">
              <a:ext uri="{FF2B5EF4-FFF2-40B4-BE49-F238E27FC236}">
                <a16:creationId xmlns:a16="http://schemas.microsoft.com/office/drawing/2014/main" id="{6884FBCD-5ED8-4CD0-9213-B0F0E323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043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8" name="path-5276">
            <a:extLst xmlns:a="http://schemas.openxmlformats.org/drawingml/2006/main">
              <a:ext uri="{FF2B5EF4-FFF2-40B4-BE49-F238E27FC236}">
                <a16:creationId xmlns:a16="http://schemas.microsoft.com/office/drawing/2014/main" id="{D8DDEF21-915E-4F32-A3DB-EB77203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37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9" name="path-5277">
            <a:extLst xmlns:a="http://schemas.openxmlformats.org/drawingml/2006/main">
              <a:ext uri="{FF2B5EF4-FFF2-40B4-BE49-F238E27FC236}">
                <a16:creationId xmlns:a16="http://schemas.microsoft.com/office/drawing/2014/main" id="{629A8E2D-0ED2-4E93-9E53-89AA841E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230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0" name="path-5278">
            <a:extLst xmlns:a="http://schemas.openxmlformats.org/drawingml/2006/main">
              <a:ext uri="{FF2B5EF4-FFF2-40B4-BE49-F238E27FC236}">
                <a16:creationId xmlns:a16="http://schemas.microsoft.com/office/drawing/2014/main" id="{5CE1C279-8FEA-4EC0-89E5-F89BDA0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3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1" name="path-5279">
            <a:extLst xmlns:a="http://schemas.openxmlformats.org/drawingml/2006/main">
              <a:ext uri="{FF2B5EF4-FFF2-40B4-BE49-F238E27FC236}">
                <a16:creationId xmlns:a16="http://schemas.microsoft.com/office/drawing/2014/main" id="{FFB1A9BF-4506-440C-B1A7-6C0BFB9F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416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2" name="path-5280">
            <a:extLst xmlns:a="http://schemas.openxmlformats.org/drawingml/2006/main">
              <a:ext uri="{FF2B5EF4-FFF2-40B4-BE49-F238E27FC236}">
                <a16:creationId xmlns:a16="http://schemas.microsoft.com/office/drawing/2014/main" id="{419939CD-965F-4A22-A471-23596949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009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3" name="path-5281">
            <a:extLst xmlns:a="http://schemas.openxmlformats.org/drawingml/2006/main">
              <a:ext uri="{FF2B5EF4-FFF2-40B4-BE49-F238E27FC236}">
                <a16:creationId xmlns:a16="http://schemas.microsoft.com/office/drawing/2014/main" id="{954739EA-40DF-4333-88A5-44D6BB47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602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4" name="path-5282">
            <a:extLst xmlns:a="http://schemas.openxmlformats.org/drawingml/2006/main">
              <a:ext uri="{FF2B5EF4-FFF2-40B4-BE49-F238E27FC236}">
                <a16:creationId xmlns:a16="http://schemas.microsoft.com/office/drawing/2014/main" id="{0A084A8D-41C5-4458-B37E-98C43A3F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78" y="3797230"/>
            <a:ext cx="3229034" cy="312514"/>
          </a:xfrm>
          <a:custGeom xmlns:a="http://schemas.openxmlformats.org/drawingml/2006/main">
            <a:pathLst>
              <a:path w="3229034" h="312514">
                <a:moveTo>
                  <a:pt x="211874" y="0"/>
                </a:moveTo>
                <a:lnTo>
                  <a:pt x="192566" y="78598"/>
                </a:lnTo>
                <a:lnTo>
                  <a:pt x="186928" y="78598"/>
                </a:lnTo>
                <a:cubicBezTo>
                  <a:pt x="185675" y="66296"/>
                  <a:pt x="183453" y="56443"/>
                  <a:pt x="180264" y="49038"/>
                </a:cubicBezTo>
                <a:cubicBezTo>
                  <a:pt x="175480" y="38331"/>
                  <a:pt x="169101" y="30072"/>
                  <a:pt x="161127" y="24263"/>
                </a:cubicBezTo>
                <a:cubicBezTo>
                  <a:pt x="153267" y="18453"/>
                  <a:pt x="144724" y="15548"/>
                  <a:pt x="135497" y="15548"/>
                </a:cubicBezTo>
                <a:cubicBezTo>
                  <a:pt x="126612" y="15548"/>
                  <a:pt x="118809" y="18966"/>
                  <a:pt x="112088" y="25801"/>
                </a:cubicBezTo>
                <a:cubicBezTo>
                  <a:pt x="105482" y="32521"/>
                  <a:pt x="102178" y="40153"/>
                  <a:pt x="102178" y="48697"/>
                </a:cubicBezTo>
                <a:cubicBezTo>
                  <a:pt x="102178" y="57126"/>
                  <a:pt x="104456" y="65441"/>
                  <a:pt x="109013" y="73643"/>
                </a:cubicBezTo>
                <a:cubicBezTo>
                  <a:pt x="113683" y="81731"/>
                  <a:pt x="124619" y="93976"/>
                  <a:pt x="141819" y="110380"/>
                </a:cubicBezTo>
                <a:cubicBezTo>
                  <a:pt x="155602" y="123479"/>
                  <a:pt x="164829" y="134756"/>
                  <a:pt x="169499" y="144211"/>
                </a:cubicBezTo>
                <a:cubicBezTo>
                  <a:pt x="174284" y="153665"/>
                  <a:pt x="176676" y="163918"/>
                  <a:pt x="176676" y="174967"/>
                </a:cubicBezTo>
                <a:cubicBezTo>
                  <a:pt x="176676" y="187383"/>
                  <a:pt x="173372" y="198831"/>
                  <a:pt x="166765" y="209311"/>
                </a:cubicBezTo>
                <a:cubicBezTo>
                  <a:pt x="160159" y="219791"/>
                  <a:pt x="150533" y="227936"/>
                  <a:pt x="137889" y="233745"/>
                </a:cubicBezTo>
                <a:cubicBezTo>
                  <a:pt x="125359" y="239441"/>
                  <a:pt x="111120" y="242288"/>
                  <a:pt x="95172" y="242288"/>
                </a:cubicBezTo>
                <a:cubicBezTo>
                  <a:pt x="85376" y="242288"/>
                  <a:pt x="73017" y="240807"/>
                  <a:pt x="58094" y="237846"/>
                </a:cubicBezTo>
                <a:cubicBezTo>
                  <a:pt x="43286" y="234998"/>
                  <a:pt x="33433" y="233574"/>
                  <a:pt x="28535" y="233574"/>
                </a:cubicBezTo>
                <a:cubicBezTo>
                  <a:pt x="24662" y="233574"/>
                  <a:pt x="21187" y="234201"/>
                  <a:pt x="18111" y="235453"/>
                </a:cubicBezTo>
                <a:cubicBezTo>
                  <a:pt x="15036" y="236593"/>
                  <a:pt x="11220" y="238871"/>
                  <a:pt x="6664" y="242288"/>
                </a:cubicBezTo>
                <a:lnTo>
                  <a:pt x="0" y="242288"/>
                </a:lnTo>
                <a:lnTo>
                  <a:pt x="20675" y="153950"/>
                </a:lnTo>
                <a:lnTo>
                  <a:pt x="27167" y="153950"/>
                </a:lnTo>
                <a:cubicBezTo>
                  <a:pt x="28648" y="169442"/>
                  <a:pt x="31781" y="182656"/>
                  <a:pt x="36565" y="193592"/>
                </a:cubicBezTo>
                <a:cubicBezTo>
                  <a:pt x="41350" y="204413"/>
                  <a:pt x="48184" y="212899"/>
                  <a:pt x="57070" y="219051"/>
                </a:cubicBezTo>
                <a:cubicBezTo>
                  <a:pt x="65954" y="225088"/>
                  <a:pt x="76092" y="228107"/>
                  <a:pt x="87484" y="228107"/>
                </a:cubicBezTo>
                <a:cubicBezTo>
                  <a:pt x="98760" y="228107"/>
                  <a:pt x="108158" y="224404"/>
                  <a:pt x="115677" y="217000"/>
                </a:cubicBezTo>
                <a:cubicBezTo>
                  <a:pt x="123309" y="209482"/>
                  <a:pt x="127124" y="200711"/>
                  <a:pt x="127124" y="190687"/>
                </a:cubicBezTo>
                <a:cubicBezTo>
                  <a:pt x="127124" y="182143"/>
                  <a:pt x="124960" y="173942"/>
                  <a:pt x="120631" y="166082"/>
                </a:cubicBezTo>
                <a:cubicBezTo>
                  <a:pt x="116417" y="158222"/>
                  <a:pt x="106677" y="146774"/>
                  <a:pt x="91414" y="131738"/>
                </a:cubicBezTo>
                <a:cubicBezTo>
                  <a:pt x="76263" y="116702"/>
                  <a:pt x="65784" y="103260"/>
                  <a:pt x="59974" y="91414"/>
                </a:cubicBezTo>
                <a:cubicBezTo>
                  <a:pt x="55759" y="82642"/>
                  <a:pt x="53652" y="73301"/>
                  <a:pt x="53652" y="63391"/>
                </a:cubicBezTo>
                <a:cubicBezTo>
                  <a:pt x="53652" y="46191"/>
                  <a:pt x="60430" y="31325"/>
                  <a:pt x="73985" y="18795"/>
                </a:cubicBezTo>
                <a:cubicBezTo>
                  <a:pt x="87540" y="6265"/>
                  <a:pt x="105253" y="0"/>
                  <a:pt x="127124" y="0"/>
                </a:cubicBezTo>
                <a:cubicBezTo>
                  <a:pt x="137035" y="0"/>
                  <a:pt x="150077" y="2221"/>
                  <a:pt x="166253" y="6663"/>
                </a:cubicBezTo>
                <a:cubicBezTo>
                  <a:pt x="175707" y="9284"/>
                  <a:pt x="182371" y="10594"/>
                  <a:pt x="186244" y="10594"/>
                </a:cubicBezTo>
                <a:cubicBezTo>
                  <a:pt x="189548" y="10594"/>
                  <a:pt x="192509" y="9910"/>
                  <a:pt x="195129" y="8543"/>
                </a:cubicBezTo>
                <a:cubicBezTo>
                  <a:pt x="197749" y="7062"/>
                  <a:pt x="200825" y="4214"/>
                  <a:pt x="204356" y="0"/>
                </a:cubicBezTo>
                <a:lnTo>
                  <a:pt x="211874" y="0"/>
                </a:lnTo>
                <a:moveTo>
                  <a:pt x="302775" y="36907"/>
                </a:moveTo>
                <a:lnTo>
                  <a:pt x="289106" y="83382"/>
                </a:lnTo>
                <a:lnTo>
                  <a:pt x="311490" y="83382"/>
                </a:lnTo>
                <a:lnTo>
                  <a:pt x="305509" y="103032"/>
                </a:lnTo>
                <a:lnTo>
                  <a:pt x="283467" y="103032"/>
                </a:lnTo>
                <a:lnTo>
                  <a:pt x="254933" y="202135"/>
                </a:lnTo>
                <a:cubicBezTo>
                  <a:pt x="253110" y="208286"/>
                  <a:pt x="252199" y="212956"/>
                  <a:pt x="252199" y="216146"/>
                </a:cubicBezTo>
                <a:cubicBezTo>
                  <a:pt x="252199" y="217626"/>
                  <a:pt x="252711" y="218936"/>
                  <a:pt x="253736" y="220076"/>
                </a:cubicBezTo>
                <a:cubicBezTo>
                  <a:pt x="254762" y="221101"/>
                  <a:pt x="255901" y="221614"/>
                  <a:pt x="257154" y="221614"/>
                </a:cubicBezTo>
                <a:cubicBezTo>
                  <a:pt x="259090" y="221614"/>
                  <a:pt x="261084" y="220816"/>
                  <a:pt x="263134" y="219221"/>
                </a:cubicBezTo>
                <a:cubicBezTo>
                  <a:pt x="268374" y="215234"/>
                  <a:pt x="274468" y="208286"/>
                  <a:pt x="281417" y="198375"/>
                </a:cubicBezTo>
                <a:lnTo>
                  <a:pt x="287397" y="202135"/>
                </a:lnTo>
                <a:cubicBezTo>
                  <a:pt x="279537" y="215804"/>
                  <a:pt x="270880" y="225828"/>
                  <a:pt x="261426" y="232207"/>
                </a:cubicBezTo>
                <a:cubicBezTo>
                  <a:pt x="251971" y="238586"/>
                  <a:pt x="242687" y="241776"/>
                  <a:pt x="233575" y="241776"/>
                </a:cubicBezTo>
                <a:cubicBezTo>
                  <a:pt x="225828" y="241776"/>
                  <a:pt x="219791" y="239839"/>
                  <a:pt x="215463" y="235966"/>
                </a:cubicBezTo>
                <a:cubicBezTo>
                  <a:pt x="211248" y="231980"/>
                  <a:pt x="209141" y="226967"/>
                  <a:pt x="209141" y="220930"/>
                </a:cubicBezTo>
                <a:cubicBezTo>
                  <a:pt x="209141" y="214323"/>
                  <a:pt x="210621" y="205837"/>
                  <a:pt x="213583" y="195471"/>
                </a:cubicBezTo>
                <a:lnTo>
                  <a:pt x="240580" y="103032"/>
                </a:lnTo>
                <a:lnTo>
                  <a:pt x="217342" y="103032"/>
                </a:lnTo>
                <a:lnTo>
                  <a:pt x="220759" y="90388"/>
                </a:lnTo>
                <a:cubicBezTo>
                  <a:pt x="235340" y="85034"/>
                  <a:pt x="247642" y="78769"/>
                  <a:pt x="257667" y="71593"/>
                </a:cubicBezTo>
                <a:cubicBezTo>
                  <a:pt x="267691" y="64416"/>
                  <a:pt x="279765" y="52855"/>
                  <a:pt x="293890" y="36907"/>
                </a:cubicBezTo>
                <a:lnTo>
                  <a:pt x="302775" y="36907"/>
                </a:lnTo>
                <a:moveTo>
                  <a:pt x="382741" y="78598"/>
                </a:moveTo>
                <a:lnTo>
                  <a:pt x="356940" y="174625"/>
                </a:lnTo>
                <a:cubicBezTo>
                  <a:pt x="378127" y="127808"/>
                  <a:pt x="394075" y="98988"/>
                  <a:pt x="404782" y="88167"/>
                </a:cubicBezTo>
                <a:cubicBezTo>
                  <a:pt x="411048" y="81788"/>
                  <a:pt x="417654" y="78598"/>
                  <a:pt x="424603" y="78598"/>
                </a:cubicBezTo>
                <a:cubicBezTo>
                  <a:pt x="429387" y="78598"/>
                  <a:pt x="433260" y="80364"/>
                  <a:pt x="436222" y="83895"/>
                </a:cubicBezTo>
                <a:cubicBezTo>
                  <a:pt x="439183" y="87312"/>
                  <a:pt x="440664" y="92211"/>
                  <a:pt x="440664" y="98589"/>
                </a:cubicBezTo>
                <a:cubicBezTo>
                  <a:pt x="440664" y="109639"/>
                  <a:pt x="437987" y="118923"/>
                  <a:pt x="432634" y="126441"/>
                </a:cubicBezTo>
                <a:cubicBezTo>
                  <a:pt x="429216" y="131225"/>
                  <a:pt x="425400" y="133617"/>
                  <a:pt x="421185" y="133617"/>
                </a:cubicBezTo>
                <a:cubicBezTo>
                  <a:pt x="416629" y="133617"/>
                  <a:pt x="413212" y="131510"/>
                  <a:pt x="410934" y="127295"/>
                </a:cubicBezTo>
                <a:cubicBezTo>
                  <a:pt x="408656" y="123080"/>
                  <a:pt x="407061" y="120631"/>
                  <a:pt x="406149" y="119948"/>
                </a:cubicBezTo>
                <a:cubicBezTo>
                  <a:pt x="405238" y="119150"/>
                  <a:pt x="404270" y="118752"/>
                  <a:pt x="403245" y="118752"/>
                </a:cubicBezTo>
                <a:cubicBezTo>
                  <a:pt x="402106" y="118752"/>
                  <a:pt x="400909" y="119094"/>
                  <a:pt x="399656" y="119777"/>
                </a:cubicBezTo>
                <a:cubicBezTo>
                  <a:pt x="397151" y="121144"/>
                  <a:pt x="393847" y="124504"/>
                  <a:pt x="389746" y="129858"/>
                </a:cubicBezTo>
                <a:cubicBezTo>
                  <a:pt x="385759" y="135098"/>
                  <a:pt x="380804" y="143926"/>
                  <a:pt x="374881" y="156343"/>
                </a:cubicBezTo>
                <a:cubicBezTo>
                  <a:pt x="368958" y="168759"/>
                  <a:pt x="364344" y="179296"/>
                  <a:pt x="361041" y="187953"/>
                </a:cubicBezTo>
                <a:cubicBezTo>
                  <a:pt x="357737" y="196496"/>
                  <a:pt x="353124" y="212843"/>
                  <a:pt x="347200" y="236992"/>
                </a:cubicBezTo>
                <a:lnTo>
                  <a:pt x="305851" y="236992"/>
                </a:lnTo>
                <a:lnTo>
                  <a:pt x="334043" y="123707"/>
                </a:lnTo>
                <a:cubicBezTo>
                  <a:pt x="336094" y="115277"/>
                  <a:pt x="337119" y="109696"/>
                  <a:pt x="337119" y="106962"/>
                </a:cubicBezTo>
                <a:cubicBezTo>
                  <a:pt x="337119" y="103887"/>
                  <a:pt x="336550" y="101494"/>
                  <a:pt x="335411" y="99786"/>
                </a:cubicBezTo>
                <a:cubicBezTo>
                  <a:pt x="334385" y="98077"/>
                  <a:pt x="332904" y="96824"/>
                  <a:pt x="330968" y="96026"/>
                </a:cubicBezTo>
                <a:cubicBezTo>
                  <a:pt x="329146" y="95229"/>
                  <a:pt x="325273" y="94831"/>
                  <a:pt x="319349" y="94831"/>
                </a:cubicBezTo>
                <a:lnTo>
                  <a:pt x="320887" y="89875"/>
                </a:lnTo>
                <a:lnTo>
                  <a:pt x="372489" y="78598"/>
                </a:lnTo>
                <a:lnTo>
                  <a:pt x="382741" y="78598"/>
                </a:lnTo>
                <a:moveTo>
                  <a:pt x="551215" y="78598"/>
                </a:moveTo>
                <a:cubicBezTo>
                  <a:pt x="560214" y="78598"/>
                  <a:pt x="568644" y="80706"/>
                  <a:pt x="576503" y="84921"/>
                </a:cubicBezTo>
                <a:cubicBezTo>
                  <a:pt x="584477" y="89021"/>
                  <a:pt x="590457" y="94774"/>
                  <a:pt x="594444" y="102178"/>
                </a:cubicBezTo>
                <a:cubicBezTo>
                  <a:pt x="598545" y="109582"/>
                  <a:pt x="600595" y="117784"/>
                  <a:pt x="600595" y="126782"/>
                </a:cubicBezTo>
                <a:cubicBezTo>
                  <a:pt x="600595" y="145236"/>
                  <a:pt x="595412" y="163690"/>
                  <a:pt x="585046" y="182143"/>
                </a:cubicBezTo>
                <a:cubicBezTo>
                  <a:pt x="574795" y="200597"/>
                  <a:pt x="561239" y="215177"/>
                  <a:pt x="544380" y="225885"/>
                </a:cubicBezTo>
                <a:cubicBezTo>
                  <a:pt x="527522" y="236479"/>
                  <a:pt x="510549" y="241776"/>
                  <a:pt x="493462" y="241776"/>
                </a:cubicBezTo>
                <a:cubicBezTo>
                  <a:pt x="477970" y="241776"/>
                  <a:pt x="465953" y="237163"/>
                  <a:pt x="457409" y="227936"/>
                </a:cubicBezTo>
                <a:cubicBezTo>
                  <a:pt x="448980" y="218709"/>
                  <a:pt x="444765" y="207431"/>
                  <a:pt x="444765" y="194104"/>
                </a:cubicBezTo>
                <a:cubicBezTo>
                  <a:pt x="444765" y="178270"/>
                  <a:pt x="447898" y="163462"/>
                  <a:pt x="454163" y="149679"/>
                </a:cubicBezTo>
                <a:cubicBezTo>
                  <a:pt x="460542" y="135782"/>
                  <a:pt x="468573" y="123707"/>
                  <a:pt x="478255" y="113455"/>
                </a:cubicBezTo>
                <a:cubicBezTo>
                  <a:pt x="488051" y="103089"/>
                  <a:pt x="499272" y="94716"/>
                  <a:pt x="511916" y="88338"/>
                </a:cubicBezTo>
                <a:cubicBezTo>
                  <a:pt x="524560" y="81845"/>
                  <a:pt x="537660" y="78598"/>
                  <a:pt x="551215" y="78598"/>
                </a:cubicBezTo>
                <a:moveTo>
                  <a:pt x="544209" y="87654"/>
                </a:moveTo>
                <a:cubicBezTo>
                  <a:pt x="538172" y="87654"/>
                  <a:pt x="533160" y="89420"/>
                  <a:pt x="529173" y="92951"/>
                </a:cubicBezTo>
                <a:cubicBezTo>
                  <a:pt x="521200" y="100128"/>
                  <a:pt x="512200" y="116929"/>
                  <a:pt x="502176" y="143357"/>
                </a:cubicBezTo>
                <a:cubicBezTo>
                  <a:pt x="492152" y="169670"/>
                  <a:pt x="487140" y="193421"/>
                  <a:pt x="487140" y="214608"/>
                </a:cubicBezTo>
                <a:cubicBezTo>
                  <a:pt x="487140" y="219848"/>
                  <a:pt x="488735" y="224177"/>
                  <a:pt x="491924" y="227594"/>
                </a:cubicBezTo>
                <a:cubicBezTo>
                  <a:pt x="495114" y="231011"/>
                  <a:pt x="498873" y="232720"/>
                  <a:pt x="503202" y="232720"/>
                </a:cubicBezTo>
                <a:cubicBezTo>
                  <a:pt x="507644" y="232720"/>
                  <a:pt x="511574" y="231353"/>
                  <a:pt x="514991" y="228619"/>
                </a:cubicBezTo>
                <a:cubicBezTo>
                  <a:pt x="520003" y="224518"/>
                  <a:pt x="526155" y="215348"/>
                  <a:pt x="533445" y="201109"/>
                </a:cubicBezTo>
                <a:cubicBezTo>
                  <a:pt x="540735" y="186757"/>
                  <a:pt x="546715" y="170980"/>
                  <a:pt x="551386" y="153780"/>
                </a:cubicBezTo>
                <a:cubicBezTo>
                  <a:pt x="556056" y="136465"/>
                  <a:pt x="558392" y="120631"/>
                  <a:pt x="558392" y="106279"/>
                </a:cubicBezTo>
                <a:cubicBezTo>
                  <a:pt x="558392" y="100355"/>
                  <a:pt x="556968" y="95799"/>
                  <a:pt x="554119" y="92609"/>
                </a:cubicBezTo>
                <a:cubicBezTo>
                  <a:pt x="551272" y="89306"/>
                  <a:pt x="547968" y="87654"/>
                  <a:pt x="544209" y="87654"/>
                </a:cubicBezTo>
                <a:moveTo>
                  <a:pt x="704653" y="78598"/>
                </a:moveTo>
                <a:lnTo>
                  <a:pt x="683466" y="151900"/>
                </a:lnTo>
                <a:cubicBezTo>
                  <a:pt x="697705" y="130485"/>
                  <a:pt x="708355" y="115847"/>
                  <a:pt x="715417" y="107987"/>
                </a:cubicBezTo>
                <a:cubicBezTo>
                  <a:pt x="725783" y="96596"/>
                  <a:pt x="734726" y="88850"/>
                  <a:pt x="742244" y="84750"/>
                </a:cubicBezTo>
                <a:cubicBezTo>
                  <a:pt x="749762" y="80649"/>
                  <a:pt x="756824" y="78598"/>
                  <a:pt x="763431" y="78598"/>
                </a:cubicBezTo>
                <a:cubicBezTo>
                  <a:pt x="769354" y="78598"/>
                  <a:pt x="774424" y="80819"/>
                  <a:pt x="778639" y="85262"/>
                </a:cubicBezTo>
                <a:cubicBezTo>
                  <a:pt x="782853" y="89591"/>
                  <a:pt x="784961" y="95286"/>
                  <a:pt x="784961" y="102349"/>
                </a:cubicBezTo>
                <a:cubicBezTo>
                  <a:pt x="784961" y="108728"/>
                  <a:pt x="783593" y="116474"/>
                  <a:pt x="780859" y="125587"/>
                </a:cubicBezTo>
                <a:lnTo>
                  <a:pt x="758989" y="198546"/>
                </a:lnTo>
                <a:cubicBezTo>
                  <a:pt x="757166" y="204926"/>
                  <a:pt x="756255" y="209083"/>
                  <a:pt x="756255" y="211020"/>
                </a:cubicBezTo>
                <a:cubicBezTo>
                  <a:pt x="756255" y="212159"/>
                  <a:pt x="756654" y="213184"/>
                  <a:pt x="757451" y="214095"/>
                </a:cubicBezTo>
                <a:cubicBezTo>
                  <a:pt x="758362" y="215007"/>
                  <a:pt x="759273" y="215463"/>
                  <a:pt x="760185" y="215463"/>
                </a:cubicBezTo>
                <a:cubicBezTo>
                  <a:pt x="761324" y="215463"/>
                  <a:pt x="762520" y="215007"/>
                  <a:pt x="763773" y="214095"/>
                </a:cubicBezTo>
                <a:cubicBezTo>
                  <a:pt x="767760" y="210792"/>
                  <a:pt x="771804" y="206121"/>
                  <a:pt x="775905" y="200085"/>
                </a:cubicBezTo>
                <a:cubicBezTo>
                  <a:pt x="776929" y="198490"/>
                  <a:pt x="778581" y="196097"/>
                  <a:pt x="780859" y="192908"/>
                </a:cubicBezTo>
                <a:lnTo>
                  <a:pt x="787352" y="196838"/>
                </a:lnTo>
                <a:cubicBezTo>
                  <a:pt x="770607" y="224974"/>
                  <a:pt x="753008" y="239042"/>
                  <a:pt x="734555" y="239042"/>
                </a:cubicBezTo>
                <a:cubicBezTo>
                  <a:pt x="727492" y="239042"/>
                  <a:pt x="721968" y="237219"/>
                  <a:pt x="717981" y="233574"/>
                </a:cubicBezTo>
                <a:cubicBezTo>
                  <a:pt x="713994" y="229929"/>
                  <a:pt x="712000" y="225373"/>
                  <a:pt x="712000" y="219905"/>
                </a:cubicBezTo>
                <a:cubicBezTo>
                  <a:pt x="712000" y="215121"/>
                  <a:pt x="713367" y="208001"/>
                  <a:pt x="716101" y="198546"/>
                </a:cubicBezTo>
                <a:lnTo>
                  <a:pt x="737459" y="125587"/>
                </a:lnTo>
                <a:cubicBezTo>
                  <a:pt x="738940" y="120802"/>
                  <a:pt x="739681" y="117271"/>
                  <a:pt x="739681" y="114993"/>
                </a:cubicBezTo>
                <a:cubicBezTo>
                  <a:pt x="739681" y="113740"/>
                  <a:pt x="739168" y="112658"/>
                  <a:pt x="738143" y="111746"/>
                </a:cubicBezTo>
                <a:cubicBezTo>
                  <a:pt x="737118" y="110721"/>
                  <a:pt x="735922" y="110209"/>
                  <a:pt x="734555" y="110209"/>
                </a:cubicBezTo>
                <a:cubicBezTo>
                  <a:pt x="730226" y="110209"/>
                  <a:pt x="724986" y="113170"/>
                  <a:pt x="718835" y="119094"/>
                </a:cubicBezTo>
                <a:cubicBezTo>
                  <a:pt x="703115" y="134130"/>
                  <a:pt x="687908" y="156514"/>
                  <a:pt x="673214" y="186244"/>
                </a:cubicBezTo>
                <a:lnTo>
                  <a:pt x="659202" y="236992"/>
                </a:lnTo>
                <a:lnTo>
                  <a:pt x="615632" y="236992"/>
                </a:lnTo>
                <a:lnTo>
                  <a:pt x="647584" y="127295"/>
                </a:lnTo>
                <a:cubicBezTo>
                  <a:pt x="650659" y="116474"/>
                  <a:pt x="652197" y="108785"/>
                  <a:pt x="652197" y="104228"/>
                </a:cubicBezTo>
                <a:cubicBezTo>
                  <a:pt x="652197" y="102292"/>
                  <a:pt x="651741" y="100697"/>
                  <a:pt x="650830" y="99444"/>
                </a:cubicBezTo>
                <a:cubicBezTo>
                  <a:pt x="649919" y="98077"/>
                  <a:pt x="648438" y="97052"/>
                  <a:pt x="646388" y="96368"/>
                </a:cubicBezTo>
                <a:cubicBezTo>
                  <a:pt x="644337" y="95571"/>
                  <a:pt x="640464" y="95172"/>
                  <a:pt x="634769" y="95172"/>
                </a:cubicBezTo>
                <a:lnTo>
                  <a:pt x="636648" y="88680"/>
                </a:lnTo>
                <a:lnTo>
                  <a:pt x="694230" y="78598"/>
                </a:lnTo>
                <a:lnTo>
                  <a:pt x="704653" y="78598"/>
                </a:lnTo>
                <a:moveTo>
                  <a:pt x="941303" y="89021"/>
                </a:moveTo>
                <a:lnTo>
                  <a:pt x="986754" y="89021"/>
                </a:lnTo>
                <a:lnTo>
                  <a:pt x="981286" y="107816"/>
                </a:lnTo>
                <a:lnTo>
                  <a:pt x="957706" y="107816"/>
                </a:lnTo>
                <a:cubicBezTo>
                  <a:pt x="961351" y="114537"/>
                  <a:pt x="963174" y="120916"/>
                  <a:pt x="963174" y="126953"/>
                </a:cubicBezTo>
                <a:cubicBezTo>
                  <a:pt x="963174" y="137319"/>
                  <a:pt x="960327" y="146888"/>
                  <a:pt x="954631" y="155659"/>
                </a:cubicBezTo>
                <a:cubicBezTo>
                  <a:pt x="949049" y="164430"/>
                  <a:pt x="940734" y="171436"/>
                  <a:pt x="929684" y="176675"/>
                </a:cubicBezTo>
                <a:cubicBezTo>
                  <a:pt x="918749" y="181916"/>
                  <a:pt x="906560" y="184536"/>
                  <a:pt x="893119" y="184536"/>
                </a:cubicBezTo>
                <a:cubicBezTo>
                  <a:pt x="889588" y="184536"/>
                  <a:pt x="885658" y="184308"/>
                  <a:pt x="881329" y="183852"/>
                </a:cubicBezTo>
                <a:cubicBezTo>
                  <a:pt x="877115" y="183282"/>
                  <a:pt x="872501" y="182542"/>
                  <a:pt x="867489" y="181631"/>
                </a:cubicBezTo>
                <a:cubicBezTo>
                  <a:pt x="859971" y="185504"/>
                  <a:pt x="855244" y="188580"/>
                  <a:pt x="853307" y="190858"/>
                </a:cubicBezTo>
                <a:cubicBezTo>
                  <a:pt x="851940" y="192453"/>
                  <a:pt x="851256" y="194104"/>
                  <a:pt x="851256" y="195813"/>
                </a:cubicBezTo>
                <a:cubicBezTo>
                  <a:pt x="851256" y="197863"/>
                  <a:pt x="852111" y="199629"/>
                  <a:pt x="853820" y="201109"/>
                </a:cubicBezTo>
                <a:cubicBezTo>
                  <a:pt x="856781" y="203729"/>
                  <a:pt x="861167" y="205666"/>
                  <a:pt x="866976" y="206919"/>
                </a:cubicBezTo>
                <a:cubicBezTo>
                  <a:pt x="890214" y="211931"/>
                  <a:pt x="905535" y="215975"/>
                  <a:pt x="912939" y="219051"/>
                </a:cubicBezTo>
                <a:cubicBezTo>
                  <a:pt x="923077" y="223265"/>
                  <a:pt x="930710" y="228676"/>
                  <a:pt x="935835" y="235283"/>
                </a:cubicBezTo>
                <a:cubicBezTo>
                  <a:pt x="941076" y="241890"/>
                  <a:pt x="943695" y="249863"/>
                  <a:pt x="943695" y="259204"/>
                </a:cubicBezTo>
                <a:cubicBezTo>
                  <a:pt x="943695" y="273443"/>
                  <a:pt x="937145" y="285859"/>
                  <a:pt x="924046" y="296453"/>
                </a:cubicBezTo>
                <a:cubicBezTo>
                  <a:pt x="910946" y="307160"/>
                  <a:pt x="890670" y="312514"/>
                  <a:pt x="863217" y="312514"/>
                </a:cubicBezTo>
                <a:cubicBezTo>
                  <a:pt x="835537" y="312514"/>
                  <a:pt x="815147" y="307958"/>
                  <a:pt x="802047" y="298845"/>
                </a:cubicBezTo>
                <a:cubicBezTo>
                  <a:pt x="792593" y="292238"/>
                  <a:pt x="787865" y="284378"/>
                  <a:pt x="787865" y="275265"/>
                </a:cubicBezTo>
                <a:cubicBezTo>
                  <a:pt x="787865" y="268317"/>
                  <a:pt x="790998" y="261881"/>
                  <a:pt x="797263" y="255958"/>
                </a:cubicBezTo>
                <a:cubicBezTo>
                  <a:pt x="803414" y="250034"/>
                  <a:pt x="816685" y="244794"/>
                  <a:pt x="837075" y="240238"/>
                </a:cubicBezTo>
                <a:cubicBezTo>
                  <a:pt x="830126" y="236365"/>
                  <a:pt x="825456" y="232834"/>
                  <a:pt x="823064" y="229644"/>
                </a:cubicBezTo>
                <a:cubicBezTo>
                  <a:pt x="819760" y="225316"/>
                  <a:pt x="818108" y="220816"/>
                  <a:pt x="818108" y="216146"/>
                </a:cubicBezTo>
                <a:cubicBezTo>
                  <a:pt x="818108" y="208514"/>
                  <a:pt x="821127" y="201793"/>
                  <a:pt x="827164" y="195984"/>
                </a:cubicBezTo>
                <a:cubicBezTo>
                  <a:pt x="833315" y="190174"/>
                  <a:pt x="843568" y="184421"/>
                  <a:pt x="857920" y="178726"/>
                </a:cubicBezTo>
                <a:cubicBezTo>
                  <a:pt x="846757" y="174284"/>
                  <a:pt x="838669" y="168588"/>
                  <a:pt x="833657" y="161639"/>
                </a:cubicBezTo>
                <a:cubicBezTo>
                  <a:pt x="828759" y="154577"/>
                  <a:pt x="826310" y="146375"/>
                  <a:pt x="826310" y="137035"/>
                </a:cubicBezTo>
                <a:cubicBezTo>
                  <a:pt x="826310" y="127124"/>
                  <a:pt x="829272" y="117726"/>
                  <a:pt x="835195" y="108842"/>
                </a:cubicBezTo>
                <a:cubicBezTo>
                  <a:pt x="841232" y="99843"/>
                  <a:pt x="850061" y="92553"/>
                  <a:pt x="861679" y="86971"/>
                </a:cubicBezTo>
                <a:cubicBezTo>
                  <a:pt x="873412" y="81389"/>
                  <a:pt x="886854" y="78598"/>
                  <a:pt x="902004" y="78598"/>
                </a:cubicBezTo>
                <a:cubicBezTo>
                  <a:pt x="911686" y="78598"/>
                  <a:pt x="920287" y="79680"/>
                  <a:pt x="927805" y="81845"/>
                </a:cubicBezTo>
                <a:cubicBezTo>
                  <a:pt x="931678" y="82984"/>
                  <a:pt x="936177" y="85376"/>
                  <a:pt x="941303" y="89021"/>
                </a:cubicBezTo>
                <a:moveTo>
                  <a:pt x="905592" y="86971"/>
                </a:moveTo>
                <a:cubicBezTo>
                  <a:pt x="900010" y="86971"/>
                  <a:pt x="895283" y="88793"/>
                  <a:pt x="891410" y="92438"/>
                </a:cubicBezTo>
                <a:cubicBezTo>
                  <a:pt x="885259" y="98020"/>
                  <a:pt x="879848" y="107361"/>
                  <a:pt x="875178" y="120460"/>
                </a:cubicBezTo>
                <a:cubicBezTo>
                  <a:pt x="870622" y="133560"/>
                  <a:pt x="868343" y="145977"/>
                  <a:pt x="868343" y="157709"/>
                </a:cubicBezTo>
                <a:cubicBezTo>
                  <a:pt x="868343" y="163291"/>
                  <a:pt x="869938" y="167733"/>
                  <a:pt x="873127" y="171037"/>
                </a:cubicBezTo>
                <a:cubicBezTo>
                  <a:pt x="876431" y="174226"/>
                  <a:pt x="880475" y="175821"/>
                  <a:pt x="885259" y="175821"/>
                </a:cubicBezTo>
                <a:cubicBezTo>
                  <a:pt x="889929" y="175821"/>
                  <a:pt x="893973" y="174226"/>
                  <a:pt x="897390" y="171037"/>
                </a:cubicBezTo>
                <a:cubicBezTo>
                  <a:pt x="903883" y="164772"/>
                  <a:pt x="909522" y="154804"/>
                  <a:pt x="914306" y="141136"/>
                </a:cubicBezTo>
                <a:cubicBezTo>
                  <a:pt x="919090" y="127352"/>
                  <a:pt x="921483" y="114879"/>
                  <a:pt x="921483" y="103716"/>
                </a:cubicBezTo>
                <a:cubicBezTo>
                  <a:pt x="921483" y="98704"/>
                  <a:pt x="919945" y="94660"/>
                  <a:pt x="916869" y="91584"/>
                </a:cubicBezTo>
                <a:cubicBezTo>
                  <a:pt x="913793" y="88509"/>
                  <a:pt x="910034" y="86971"/>
                  <a:pt x="905592" y="86971"/>
                </a:cubicBezTo>
                <a:moveTo>
                  <a:pt x="846643" y="244168"/>
                </a:moveTo>
                <a:cubicBezTo>
                  <a:pt x="835822" y="248382"/>
                  <a:pt x="828417" y="252939"/>
                  <a:pt x="824430" y="257837"/>
                </a:cubicBezTo>
                <a:cubicBezTo>
                  <a:pt x="820558" y="262736"/>
                  <a:pt x="818621" y="268032"/>
                  <a:pt x="818621" y="273728"/>
                </a:cubicBezTo>
                <a:cubicBezTo>
                  <a:pt x="818621" y="281132"/>
                  <a:pt x="822494" y="287796"/>
                  <a:pt x="830240" y="293719"/>
                </a:cubicBezTo>
                <a:cubicBezTo>
                  <a:pt x="838100" y="299756"/>
                  <a:pt x="850573" y="302775"/>
                  <a:pt x="867660" y="302775"/>
                </a:cubicBezTo>
                <a:cubicBezTo>
                  <a:pt x="881898" y="302775"/>
                  <a:pt x="892207" y="300155"/>
                  <a:pt x="898586" y="294915"/>
                </a:cubicBezTo>
                <a:cubicBezTo>
                  <a:pt x="904966" y="289789"/>
                  <a:pt x="908155" y="283752"/>
                  <a:pt x="908155" y="276804"/>
                </a:cubicBezTo>
                <a:cubicBezTo>
                  <a:pt x="908155" y="270652"/>
                  <a:pt x="905193" y="265640"/>
                  <a:pt x="899270" y="261767"/>
                </a:cubicBezTo>
                <a:cubicBezTo>
                  <a:pt x="893461" y="257894"/>
                  <a:pt x="882240" y="253850"/>
                  <a:pt x="865609" y="249636"/>
                </a:cubicBezTo>
                <a:cubicBezTo>
                  <a:pt x="857863" y="247585"/>
                  <a:pt x="851541" y="245763"/>
                  <a:pt x="846643" y="244168"/>
                </a:cubicBezTo>
                <a:moveTo>
                  <a:pt x="1168897" y="123878"/>
                </a:moveTo>
                <a:lnTo>
                  <a:pt x="1148393" y="194104"/>
                </a:lnTo>
                <a:cubicBezTo>
                  <a:pt x="1145432" y="204014"/>
                  <a:pt x="1143951" y="211304"/>
                  <a:pt x="1143951" y="215975"/>
                </a:cubicBezTo>
                <a:cubicBezTo>
                  <a:pt x="1143951" y="220304"/>
                  <a:pt x="1145716" y="223778"/>
                  <a:pt x="1149247" y="226398"/>
                </a:cubicBezTo>
                <a:cubicBezTo>
                  <a:pt x="1152779" y="229018"/>
                  <a:pt x="1160126" y="230441"/>
                  <a:pt x="1171289" y="230670"/>
                </a:cubicBezTo>
                <a:lnTo>
                  <a:pt x="1168897" y="236992"/>
                </a:lnTo>
                <a:lnTo>
                  <a:pt x="1057322" y="236992"/>
                </a:lnTo>
                <a:lnTo>
                  <a:pt x="1059372" y="230670"/>
                </a:lnTo>
                <a:cubicBezTo>
                  <a:pt x="1070535" y="230670"/>
                  <a:pt x="1078680" y="228505"/>
                  <a:pt x="1083806" y="224177"/>
                </a:cubicBezTo>
                <a:cubicBezTo>
                  <a:pt x="1089046" y="219848"/>
                  <a:pt x="1093830" y="210165"/>
                  <a:pt x="1098159" y="195129"/>
                </a:cubicBezTo>
                <a:lnTo>
                  <a:pt x="1141217" y="46475"/>
                </a:lnTo>
                <a:cubicBezTo>
                  <a:pt x="1143609" y="38160"/>
                  <a:pt x="1144805" y="31610"/>
                  <a:pt x="1144805" y="26826"/>
                </a:cubicBezTo>
                <a:cubicBezTo>
                  <a:pt x="1144805" y="22270"/>
                  <a:pt x="1143324" y="18795"/>
                  <a:pt x="1140362" y="16403"/>
                </a:cubicBezTo>
                <a:cubicBezTo>
                  <a:pt x="1137401" y="14011"/>
                  <a:pt x="1130509" y="12416"/>
                  <a:pt x="1119688" y="11619"/>
                </a:cubicBezTo>
                <a:lnTo>
                  <a:pt x="1121396" y="5297"/>
                </a:lnTo>
                <a:lnTo>
                  <a:pt x="1217423" y="5297"/>
                </a:lnTo>
                <a:cubicBezTo>
                  <a:pt x="1244876" y="5297"/>
                  <a:pt x="1264184" y="10081"/>
                  <a:pt x="1275347" y="19650"/>
                </a:cubicBezTo>
                <a:cubicBezTo>
                  <a:pt x="1286510" y="29218"/>
                  <a:pt x="1292092" y="41520"/>
                  <a:pt x="1292092" y="56557"/>
                </a:cubicBezTo>
                <a:cubicBezTo>
                  <a:pt x="1292092" y="72390"/>
                  <a:pt x="1285599" y="86686"/>
                  <a:pt x="1272613" y="99444"/>
                </a:cubicBezTo>
                <a:cubicBezTo>
                  <a:pt x="1264412" y="107418"/>
                  <a:pt x="1249888" y="114309"/>
                  <a:pt x="1229042" y="120119"/>
                </a:cubicBezTo>
                <a:lnTo>
                  <a:pt x="1249888" y="190345"/>
                </a:lnTo>
                <a:cubicBezTo>
                  <a:pt x="1255470" y="209141"/>
                  <a:pt x="1260311" y="220475"/>
                  <a:pt x="1264412" y="224348"/>
                </a:cubicBezTo>
                <a:cubicBezTo>
                  <a:pt x="1268626" y="228220"/>
                  <a:pt x="1275575" y="230328"/>
                  <a:pt x="1285257" y="230670"/>
                </a:cubicBezTo>
                <a:lnTo>
                  <a:pt x="1285257" y="236992"/>
                </a:lnTo>
                <a:lnTo>
                  <a:pt x="1213152" y="236992"/>
                </a:lnTo>
                <a:lnTo>
                  <a:pt x="1180345" y="123878"/>
                </a:lnTo>
                <a:lnTo>
                  <a:pt x="1174707" y="124220"/>
                </a:lnTo>
                <a:cubicBezTo>
                  <a:pt x="1173454" y="124220"/>
                  <a:pt x="1171517" y="124106"/>
                  <a:pt x="1168897" y="123878"/>
                </a:cubicBezTo>
                <a:moveTo>
                  <a:pt x="1171289" y="113626"/>
                </a:moveTo>
                <a:cubicBezTo>
                  <a:pt x="1175276" y="113854"/>
                  <a:pt x="1178637" y="113968"/>
                  <a:pt x="1181371" y="113968"/>
                </a:cubicBezTo>
                <a:cubicBezTo>
                  <a:pt x="1198001" y="113968"/>
                  <a:pt x="1211671" y="108272"/>
                  <a:pt x="1222379" y="96881"/>
                </a:cubicBezTo>
                <a:cubicBezTo>
                  <a:pt x="1233086" y="85490"/>
                  <a:pt x="1238440" y="70567"/>
                  <a:pt x="1238440" y="52114"/>
                </a:cubicBezTo>
                <a:cubicBezTo>
                  <a:pt x="1238440" y="41179"/>
                  <a:pt x="1235592" y="32863"/>
                  <a:pt x="1229897" y="27167"/>
                </a:cubicBezTo>
                <a:cubicBezTo>
                  <a:pt x="1224201" y="21472"/>
                  <a:pt x="1216683" y="18624"/>
                  <a:pt x="1207342" y="18624"/>
                </a:cubicBezTo>
                <a:cubicBezTo>
                  <a:pt x="1205064" y="18624"/>
                  <a:pt x="1202387" y="18681"/>
                  <a:pt x="1199311" y="18795"/>
                </a:cubicBezTo>
                <a:lnTo>
                  <a:pt x="1171289" y="113626"/>
                </a:lnTo>
                <a:moveTo>
                  <a:pt x="1356508" y="172916"/>
                </a:moveTo>
                <a:cubicBezTo>
                  <a:pt x="1355484" y="180321"/>
                  <a:pt x="1354971" y="186415"/>
                  <a:pt x="1354971" y="191199"/>
                </a:cubicBezTo>
                <a:cubicBezTo>
                  <a:pt x="1354971" y="199743"/>
                  <a:pt x="1357420" y="206577"/>
                  <a:pt x="1362318" y="211703"/>
                </a:cubicBezTo>
                <a:cubicBezTo>
                  <a:pt x="1367330" y="216829"/>
                  <a:pt x="1373994" y="219392"/>
                  <a:pt x="1382310" y="219392"/>
                </a:cubicBezTo>
                <a:cubicBezTo>
                  <a:pt x="1390283" y="219392"/>
                  <a:pt x="1398257" y="217456"/>
                  <a:pt x="1406230" y="213583"/>
                </a:cubicBezTo>
                <a:cubicBezTo>
                  <a:pt x="1414318" y="209710"/>
                  <a:pt x="1423659" y="202932"/>
                  <a:pt x="1434253" y="193250"/>
                </a:cubicBezTo>
                <a:lnTo>
                  <a:pt x="1439379" y="197863"/>
                </a:lnTo>
                <a:cubicBezTo>
                  <a:pt x="1426279" y="213697"/>
                  <a:pt x="1413521" y="224974"/>
                  <a:pt x="1401105" y="231695"/>
                </a:cubicBezTo>
                <a:cubicBezTo>
                  <a:pt x="1388689" y="238415"/>
                  <a:pt x="1374962" y="241776"/>
                  <a:pt x="1359926" y="241776"/>
                </a:cubicBezTo>
                <a:cubicBezTo>
                  <a:pt x="1340903" y="241776"/>
                  <a:pt x="1327746" y="237219"/>
                  <a:pt x="1320456" y="228107"/>
                </a:cubicBezTo>
                <a:cubicBezTo>
                  <a:pt x="1313165" y="218994"/>
                  <a:pt x="1309520" y="208457"/>
                  <a:pt x="1309520" y="196496"/>
                </a:cubicBezTo>
                <a:cubicBezTo>
                  <a:pt x="1309520" y="177815"/>
                  <a:pt x="1314931" y="159133"/>
                  <a:pt x="1325752" y="140452"/>
                </a:cubicBezTo>
                <a:cubicBezTo>
                  <a:pt x="1336688" y="121770"/>
                  <a:pt x="1351496" y="106792"/>
                  <a:pt x="1370178" y="95514"/>
                </a:cubicBezTo>
                <a:cubicBezTo>
                  <a:pt x="1388974" y="84237"/>
                  <a:pt x="1407825" y="78598"/>
                  <a:pt x="1426735" y="78598"/>
                </a:cubicBezTo>
                <a:cubicBezTo>
                  <a:pt x="1436303" y="78598"/>
                  <a:pt x="1443537" y="80877"/>
                  <a:pt x="1448435" y="85433"/>
                </a:cubicBezTo>
                <a:cubicBezTo>
                  <a:pt x="1453333" y="89989"/>
                  <a:pt x="1455782" y="95742"/>
                  <a:pt x="1455782" y="102690"/>
                </a:cubicBezTo>
                <a:cubicBezTo>
                  <a:pt x="1455782" y="111006"/>
                  <a:pt x="1453390" y="119094"/>
                  <a:pt x="1448606" y="126953"/>
                </a:cubicBezTo>
                <a:cubicBezTo>
                  <a:pt x="1441999" y="137661"/>
                  <a:pt x="1433684" y="146319"/>
                  <a:pt x="1423659" y="152925"/>
                </a:cubicBezTo>
                <a:cubicBezTo>
                  <a:pt x="1413635" y="159418"/>
                  <a:pt x="1402415" y="164373"/>
                  <a:pt x="1389998" y="167791"/>
                </a:cubicBezTo>
                <a:cubicBezTo>
                  <a:pt x="1381683" y="170069"/>
                  <a:pt x="1370520" y="171777"/>
                  <a:pt x="1356508" y="172916"/>
                </a:cubicBezTo>
                <a:moveTo>
                  <a:pt x="1358046" y="164031"/>
                </a:moveTo>
                <a:cubicBezTo>
                  <a:pt x="1368071" y="162551"/>
                  <a:pt x="1375816" y="160558"/>
                  <a:pt x="1381284" y="158051"/>
                </a:cubicBezTo>
                <a:cubicBezTo>
                  <a:pt x="1386866" y="155431"/>
                  <a:pt x="1392277" y="151331"/>
                  <a:pt x="1397517" y="145749"/>
                </a:cubicBezTo>
                <a:cubicBezTo>
                  <a:pt x="1402870" y="140053"/>
                  <a:pt x="1407484" y="132934"/>
                  <a:pt x="1411357" y="124390"/>
                </a:cubicBezTo>
                <a:cubicBezTo>
                  <a:pt x="1415230" y="115733"/>
                  <a:pt x="1417167" y="107646"/>
                  <a:pt x="1417167" y="100128"/>
                </a:cubicBezTo>
                <a:cubicBezTo>
                  <a:pt x="1417167" y="96938"/>
                  <a:pt x="1416255" y="94432"/>
                  <a:pt x="1414433" y="92609"/>
                </a:cubicBezTo>
                <a:cubicBezTo>
                  <a:pt x="1412724" y="90787"/>
                  <a:pt x="1410503" y="89875"/>
                  <a:pt x="1407769" y="89875"/>
                </a:cubicBezTo>
                <a:cubicBezTo>
                  <a:pt x="1402301" y="89875"/>
                  <a:pt x="1396150" y="93692"/>
                  <a:pt x="1389315" y="101324"/>
                </a:cubicBezTo>
                <a:cubicBezTo>
                  <a:pt x="1376785" y="115221"/>
                  <a:pt x="1366362" y="136123"/>
                  <a:pt x="1358046" y="164031"/>
                </a:cubicBezTo>
                <a:moveTo>
                  <a:pt x="1478507" y="88167"/>
                </a:moveTo>
                <a:lnTo>
                  <a:pt x="1535064" y="78598"/>
                </a:lnTo>
                <a:lnTo>
                  <a:pt x="1545316" y="78598"/>
                </a:lnTo>
                <a:lnTo>
                  <a:pt x="1537627" y="106450"/>
                </a:lnTo>
                <a:cubicBezTo>
                  <a:pt x="1549588" y="95514"/>
                  <a:pt x="1559384" y="88167"/>
                  <a:pt x="1567016" y="84408"/>
                </a:cubicBezTo>
                <a:cubicBezTo>
                  <a:pt x="1574648" y="80535"/>
                  <a:pt x="1582223" y="78598"/>
                  <a:pt x="1589741" y="78598"/>
                </a:cubicBezTo>
                <a:cubicBezTo>
                  <a:pt x="1600449" y="78598"/>
                  <a:pt x="1608707" y="82756"/>
                  <a:pt x="1614517" y="91072"/>
                </a:cubicBezTo>
                <a:cubicBezTo>
                  <a:pt x="1620326" y="99273"/>
                  <a:pt x="1623231" y="109354"/>
                  <a:pt x="1623231" y="121315"/>
                </a:cubicBezTo>
                <a:cubicBezTo>
                  <a:pt x="1623231" y="154007"/>
                  <a:pt x="1611897" y="182998"/>
                  <a:pt x="1589229" y="208286"/>
                </a:cubicBezTo>
                <a:cubicBezTo>
                  <a:pt x="1569181" y="230612"/>
                  <a:pt x="1547310" y="241776"/>
                  <a:pt x="1523616" y="241776"/>
                </a:cubicBezTo>
                <a:cubicBezTo>
                  <a:pt x="1519401" y="241776"/>
                  <a:pt x="1515813" y="241377"/>
                  <a:pt x="1512852" y="240580"/>
                </a:cubicBezTo>
                <a:cubicBezTo>
                  <a:pt x="1509890" y="239782"/>
                  <a:pt x="1505732" y="238017"/>
                  <a:pt x="1500378" y="235283"/>
                </a:cubicBezTo>
                <a:lnTo>
                  <a:pt x="1491493" y="266039"/>
                </a:lnTo>
                <a:cubicBezTo>
                  <a:pt x="1488304" y="277202"/>
                  <a:pt x="1486709" y="285688"/>
                  <a:pt x="1486709" y="291498"/>
                </a:cubicBezTo>
                <a:cubicBezTo>
                  <a:pt x="1486709" y="295143"/>
                  <a:pt x="1487962" y="297991"/>
                  <a:pt x="1490468" y="300041"/>
                </a:cubicBezTo>
                <a:cubicBezTo>
                  <a:pt x="1492974" y="302206"/>
                  <a:pt x="1498840" y="304028"/>
                  <a:pt x="1508067" y="305509"/>
                </a:cubicBezTo>
                <a:lnTo>
                  <a:pt x="1506530" y="311831"/>
                </a:lnTo>
                <a:lnTo>
                  <a:pt x="1414603" y="311831"/>
                </a:lnTo>
                <a:lnTo>
                  <a:pt x="1416312" y="305509"/>
                </a:lnTo>
                <a:cubicBezTo>
                  <a:pt x="1423602" y="305281"/>
                  <a:pt x="1429696" y="302946"/>
                  <a:pt x="1434595" y="298504"/>
                </a:cubicBezTo>
                <a:cubicBezTo>
                  <a:pt x="1439379" y="294061"/>
                  <a:pt x="1443879" y="284492"/>
                  <a:pt x="1448093" y="269798"/>
                </a:cubicBezTo>
                <a:lnTo>
                  <a:pt x="1489784" y="126099"/>
                </a:lnTo>
                <a:cubicBezTo>
                  <a:pt x="1492860" y="115392"/>
                  <a:pt x="1494398" y="107816"/>
                  <a:pt x="1494398" y="103374"/>
                </a:cubicBezTo>
                <a:cubicBezTo>
                  <a:pt x="1494398" y="101438"/>
                  <a:pt x="1493942" y="99843"/>
                  <a:pt x="1493031" y="98589"/>
                </a:cubicBezTo>
                <a:cubicBezTo>
                  <a:pt x="1492120" y="97223"/>
                  <a:pt x="1490752" y="96255"/>
                  <a:pt x="1488930" y="95685"/>
                </a:cubicBezTo>
                <a:cubicBezTo>
                  <a:pt x="1487108" y="95116"/>
                  <a:pt x="1483006" y="94831"/>
                  <a:pt x="1476628" y="94831"/>
                </a:cubicBezTo>
                <a:lnTo>
                  <a:pt x="1478507" y="88167"/>
                </a:lnTo>
                <a:moveTo>
                  <a:pt x="1505162" y="219392"/>
                </a:moveTo>
                <a:cubicBezTo>
                  <a:pt x="1508579" y="224974"/>
                  <a:pt x="1511655" y="228733"/>
                  <a:pt x="1514389" y="230670"/>
                </a:cubicBezTo>
                <a:cubicBezTo>
                  <a:pt x="1517123" y="232492"/>
                  <a:pt x="1520313" y="233403"/>
                  <a:pt x="1523958" y="233403"/>
                </a:cubicBezTo>
                <a:cubicBezTo>
                  <a:pt x="1527603" y="233403"/>
                  <a:pt x="1531134" y="232435"/>
                  <a:pt x="1534551" y="230499"/>
                </a:cubicBezTo>
                <a:cubicBezTo>
                  <a:pt x="1538083" y="228448"/>
                  <a:pt x="1542411" y="224404"/>
                  <a:pt x="1547538" y="218367"/>
                </a:cubicBezTo>
                <a:cubicBezTo>
                  <a:pt x="1552663" y="212330"/>
                  <a:pt x="1557562" y="204584"/>
                  <a:pt x="1562232" y="195129"/>
                </a:cubicBezTo>
                <a:cubicBezTo>
                  <a:pt x="1567016" y="185675"/>
                  <a:pt x="1570832" y="174967"/>
                  <a:pt x="1573680" y="163006"/>
                </a:cubicBezTo>
                <a:cubicBezTo>
                  <a:pt x="1576528" y="150932"/>
                  <a:pt x="1577952" y="139427"/>
                  <a:pt x="1577952" y="128492"/>
                </a:cubicBezTo>
                <a:cubicBezTo>
                  <a:pt x="1577952" y="119720"/>
                  <a:pt x="1576357" y="113341"/>
                  <a:pt x="1573167" y="109354"/>
                </a:cubicBezTo>
                <a:cubicBezTo>
                  <a:pt x="1570092" y="105367"/>
                  <a:pt x="1566333" y="103374"/>
                  <a:pt x="1561890" y="103374"/>
                </a:cubicBezTo>
                <a:cubicBezTo>
                  <a:pt x="1557903" y="103374"/>
                  <a:pt x="1554144" y="104399"/>
                  <a:pt x="1550613" y="106450"/>
                </a:cubicBezTo>
                <a:cubicBezTo>
                  <a:pt x="1545487" y="109411"/>
                  <a:pt x="1539450" y="114936"/>
                  <a:pt x="1532501" y="123024"/>
                </a:cubicBezTo>
                <a:lnTo>
                  <a:pt x="1505162" y="219392"/>
                </a:lnTo>
                <a:moveTo>
                  <a:pt x="1715157" y="78598"/>
                </a:moveTo>
                <a:lnTo>
                  <a:pt x="1689357" y="174625"/>
                </a:lnTo>
                <a:cubicBezTo>
                  <a:pt x="1710544" y="127808"/>
                  <a:pt x="1726492" y="98988"/>
                  <a:pt x="1737199" y="88167"/>
                </a:cubicBezTo>
                <a:cubicBezTo>
                  <a:pt x="1743465" y="81788"/>
                  <a:pt x="1750071" y="78598"/>
                  <a:pt x="1757019" y="78598"/>
                </a:cubicBezTo>
                <a:cubicBezTo>
                  <a:pt x="1761804" y="78598"/>
                  <a:pt x="1765677" y="80364"/>
                  <a:pt x="1768639" y="83895"/>
                </a:cubicBezTo>
                <a:cubicBezTo>
                  <a:pt x="1771601" y="87312"/>
                  <a:pt x="1773082" y="92211"/>
                  <a:pt x="1773082" y="98589"/>
                </a:cubicBezTo>
                <a:cubicBezTo>
                  <a:pt x="1773082" y="109639"/>
                  <a:pt x="1770404" y="118923"/>
                  <a:pt x="1765050" y="126441"/>
                </a:cubicBezTo>
                <a:cubicBezTo>
                  <a:pt x="1761633" y="131225"/>
                  <a:pt x="1757817" y="133617"/>
                  <a:pt x="1753602" y="133617"/>
                </a:cubicBezTo>
                <a:cubicBezTo>
                  <a:pt x="1749046" y="133617"/>
                  <a:pt x="1745628" y="131510"/>
                  <a:pt x="1743350" y="127295"/>
                </a:cubicBezTo>
                <a:cubicBezTo>
                  <a:pt x="1741072" y="123080"/>
                  <a:pt x="1739477" y="120631"/>
                  <a:pt x="1738566" y="119948"/>
                </a:cubicBezTo>
                <a:cubicBezTo>
                  <a:pt x="1737655" y="119150"/>
                  <a:pt x="1736687" y="118752"/>
                  <a:pt x="1735661" y="118752"/>
                </a:cubicBezTo>
                <a:cubicBezTo>
                  <a:pt x="1734522" y="118752"/>
                  <a:pt x="1733326" y="119094"/>
                  <a:pt x="1732073" y="119777"/>
                </a:cubicBezTo>
                <a:cubicBezTo>
                  <a:pt x="1729567" y="121144"/>
                  <a:pt x="1726264" y="124504"/>
                  <a:pt x="1722163" y="129858"/>
                </a:cubicBezTo>
                <a:cubicBezTo>
                  <a:pt x="1718176" y="135098"/>
                  <a:pt x="1713221" y="143926"/>
                  <a:pt x="1707297" y="156343"/>
                </a:cubicBezTo>
                <a:cubicBezTo>
                  <a:pt x="1701374" y="168759"/>
                  <a:pt x="1696761" y="179296"/>
                  <a:pt x="1693457" y="187953"/>
                </a:cubicBezTo>
                <a:cubicBezTo>
                  <a:pt x="1690154" y="196496"/>
                  <a:pt x="1685540" y="212843"/>
                  <a:pt x="1679617" y="236992"/>
                </a:cubicBezTo>
                <a:lnTo>
                  <a:pt x="1638267" y="236992"/>
                </a:lnTo>
                <a:lnTo>
                  <a:pt x="1666460" y="123707"/>
                </a:lnTo>
                <a:cubicBezTo>
                  <a:pt x="1668511" y="115277"/>
                  <a:pt x="1669536" y="109696"/>
                  <a:pt x="1669536" y="106962"/>
                </a:cubicBezTo>
                <a:cubicBezTo>
                  <a:pt x="1669536" y="103887"/>
                  <a:pt x="1668967" y="101494"/>
                  <a:pt x="1667828" y="99786"/>
                </a:cubicBezTo>
                <a:cubicBezTo>
                  <a:pt x="1666802" y="98077"/>
                  <a:pt x="1665321" y="96824"/>
                  <a:pt x="1663385" y="96026"/>
                </a:cubicBezTo>
                <a:cubicBezTo>
                  <a:pt x="1661562" y="95229"/>
                  <a:pt x="1657689" y="94831"/>
                  <a:pt x="1651766" y="94831"/>
                </a:cubicBezTo>
                <a:lnTo>
                  <a:pt x="1653304" y="89875"/>
                </a:lnTo>
                <a:lnTo>
                  <a:pt x="1704906" y="78598"/>
                </a:lnTo>
                <a:lnTo>
                  <a:pt x="1715157" y="78598"/>
                </a:lnTo>
                <a:moveTo>
                  <a:pt x="1823316" y="172916"/>
                </a:moveTo>
                <a:cubicBezTo>
                  <a:pt x="1822290" y="180321"/>
                  <a:pt x="1821778" y="186415"/>
                  <a:pt x="1821778" y="191199"/>
                </a:cubicBezTo>
                <a:cubicBezTo>
                  <a:pt x="1821778" y="199743"/>
                  <a:pt x="1824228" y="206577"/>
                  <a:pt x="1829126" y="211703"/>
                </a:cubicBezTo>
                <a:cubicBezTo>
                  <a:pt x="1834137" y="216829"/>
                  <a:pt x="1840801" y="219392"/>
                  <a:pt x="1849117" y="219392"/>
                </a:cubicBezTo>
                <a:cubicBezTo>
                  <a:pt x="1857090" y="219392"/>
                  <a:pt x="1865065" y="217456"/>
                  <a:pt x="1873038" y="213583"/>
                </a:cubicBezTo>
                <a:cubicBezTo>
                  <a:pt x="1881126" y="209710"/>
                  <a:pt x="1890466" y="202932"/>
                  <a:pt x="1901060" y="193250"/>
                </a:cubicBezTo>
                <a:lnTo>
                  <a:pt x="1906185" y="197863"/>
                </a:lnTo>
                <a:cubicBezTo>
                  <a:pt x="1893086" y="213697"/>
                  <a:pt x="1880328" y="224974"/>
                  <a:pt x="1867912" y="231695"/>
                </a:cubicBezTo>
                <a:cubicBezTo>
                  <a:pt x="1855496" y="238415"/>
                  <a:pt x="1841770" y="241776"/>
                  <a:pt x="1826733" y="241776"/>
                </a:cubicBezTo>
                <a:cubicBezTo>
                  <a:pt x="1807710" y="241776"/>
                  <a:pt x="1794554" y="237219"/>
                  <a:pt x="1787263" y="228107"/>
                </a:cubicBezTo>
                <a:cubicBezTo>
                  <a:pt x="1779972" y="218994"/>
                  <a:pt x="1776327" y="208457"/>
                  <a:pt x="1776327" y="196496"/>
                </a:cubicBezTo>
                <a:cubicBezTo>
                  <a:pt x="1776327" y="177815"/>
                  <a:pt x="1781738" y="159133"/>
                  <a:pt x="1792560" y="140452"/>
                </a:cubicBezTo>
                <a:cubicBezTo>
                  <a:pt x="1803496" y="121770"/>
                  <a:pt x="1818304" y="106792"/>
                  <a:pt x="1836985" y="95514"/>
                </a:cubicBezTo>
                <a:cubicBezTo>
                  <a:pt x="1855781" y="84237"/>
                  <a:pt x="1874632" y="78598"/>
                  <a:pt x="1893541" y="78598"/>
                </a:cubicBezTo>
                <a:cubicBezTo>
                  <a:pt x="1903110" y="78598"/>
                  <a:pt x="1910344" y="80877"/>
                  <a:pt x="1915242" y="85433"/>
                </a:cubicBezTo>
                <a:cubicBezTo>
                  <a:pt x="1920140" y="89989"/>
                  <a:pt x="1922589" y="95742"/>
                  <a:pt x="1922589" y="102690"/>
                </a:cubicBezTo>
                <a:cubicBezTo>
                  <a:pt x="1922589" y="111006"/>
                  <a:pt x="1920197" y="119094"/>
                  <a:pt x="1915412" y="126953"/>
                </a:cubicBezTo>
                <a:cubicBezTo>
                  <a:pt x="1908806" y="137661"/>
                  <a:pt x="1900490" y="146319"/>
                  <a:pt x="1890466" y="152925"/>
                </a:cubicBezTo>
                <a:cubicBezTo>
                  <a:pt x="1880442" y="159418"/>
                  <a:pt x="1869222" y="164373"/>
                  <a:pt x="1856805" y="167791"/>
                </a:cubicBezTo>
                <a:cubicBezTo>
                  <a:pt x="1848490" y="170069"/>
                  <a:pt x="1837327" y="171777"/>
                  <a:pt x="1823316" y="172916"/>
                </a:cubicBezTo>
                <a:moveTo>
                  <a:pt x="1824853" y="164031"/>
                </a:moveTo>
                <a:cubicBezTo>
                  <a:pt x="1834877" y="162551"/>
                  <a:pt x="1842624" y="160558"/>
                  <a:pt x="1848092" y="158051"/>
                </a:cubicBezTo>
                <a:cubicBezTo>
                  <a:pt x="1853673" y="155431"/>
                  <a:pt x="1859084" y="151331"/>
                  <a:pt x="1864324" y="145749"/>
                </a:cubicBezTo>
                <a:cubicBezTo>
                  <a:pt x="1869677" y="140053"/>
                  <a:pt x="1874290" y="132934"/>
                  <a:pt x="1878164" y="124390"/>
                </a:cubicBezTo>
                <a:cubicBezTo>
                  <a:pt x="1882038" y="115733"/>
                  <a:pt x="1883974" y="107646"/>
                  <a:pt x="1883974" y="100128"/>
                </a:cubicBezTo>
                <a:cubicBezTo>
                  <a:pt x="1883974" y="96938"/>
                  <a:pt x="1883062" y="94432"/>
                  <a:pt x="1881239" y="92609"/>
                </a:cubicBezTo>
                <a:cubicBezTo>
                  <a:pt x="1879531" y="90787"/>
                  <a:pt x="1877310" y="89875"/>
                  <a:pt x="1874575" y="89875"/>
                </a:cubicBezTo>
                <a:cubicBezTo>
                  <a:pt x="1869107" y="89875"/>
                  <a:pt x="1862957" y="93692"/>
                  <a:pt x="1856123" y="101324"/>
                </a:cubicBezTo>
                <a:cubicBezTo>
                  <a:pt x="1843592" y="115221"/>
                  <a:pt x="1833170" y="136123"/>
                  <a:pt x="1824853" y="164031"/>
                </a:cubicBezTo>
                <a:moveTo>
                  <a:pt x="2054327" y="78598"/>
                </a:moveTo>
                <a:lnTo>
                  <a:pt x="2046809" y="131396"/>
                </a:lnTo>
                <a:lnTo>
                  <a:pt x="2040487" y="131396"/>
                </a:lnTo>
                <a:cubicBezTo>
                  <a:pt x="2039575" y="117726"/>
                  <a:pt x="2035361" y="106962"/>
                  <a:pt x="2027843" y="99102"/>
                </a:cubicBezTo>
                <a:cubicBezTo>
                  <a:pt x="2020439" y="91243"/>
                  <a:pt x="2012465" y="87312"/>
                  <a:pt x="2003921" y="87312"/>
                </a:cubicBezTo>
                <a:cubicBezTo>
                  <a:pt x="1998682" y="87312"/>
                  <a:pt x="1994353" y="88850"/>
                  <a:pt x="1990936" y="91926"/>
                </a:cubicBezTo>
                <a:cubicBezTo>
                  <a:pt x="1987519" y="95002"/>
                  <a:pt x="1985809" y="98704"/>
                  <a:pt x="1985809" y="103032"/>
                </a:cubicBezTo>
                <a:cubicBezTo>
                  <a:pt x="1985809" y="106677"/>
                  <a:pt x="1986550" y="110094"/>
                  <a:pt x="1988031" y="113284"/>
                </a:cubicBezTo>
                <a:cubicBezTo>
                  <a:pt x="1989512" y="116474"/>
                  <a:pt x="1992815" y="120802"/>
                  <a:pt x="1997941" y="126270"/>
                </a:cubicBezTo>
                <a:cubicBezTo>
                  <a:pt x="2015939" y="145635"/>
                  <a:pt x="2026875" y="158963"/>
                  <a:pt x="2030747" y="166253"/>
                </a:cubicBezTo>
                <a:cubicBezTo>
                  <a:pt x="2034621" y="173543"/>
                  <a:pt x="2036557" y="181346"/>
                  <a:pt x="2036557" y="189661"/>
                </a:cubicBezTo>
                <a:cubicBezTo>
                  <a:pt x="2036557" y="198660"/>
                  <a:pt x="2034279" y="207204"/>
                  <a:pt x="2029723" y="215292"/>
                </a:cubicBezTo>
                <a:cubicBezTo>
                  <a:pt x="2025166" y="223265"/>
                  <a:pt x="2018331" y="229701"/>
                  <a:pt x="2009218" y="234599"/>
                </a:cubicBezTo>
                <a:cubicBezTo>
                  <a:pt x="2000219" y="239384"/>
                  <a:pt x="1990822" y="241776"/>
                  <a:pt x="1981025" y="241776"/>
                </a:cubicBezTo>
                <a:cubicBezTo>
                  <a:pt x="1974418" y="241776"/>
                  <a:pt x="1966275" y="240465"/>
                  <a:pt x="1956591" y="237846"/>
                </a:cubicBezTo>
                <a:cubicBezTo>
                  <a:pt x="1950212" y="236024"/>
                  <a:pt x="1945428" y="235112"/>
                  <a:pt x="1942239" y="235112"/>
                </a:cubicBezTo>
                <a:cubicBezTo>
                  <a:pt x="1939391" y="235112"/>
                  <a:pt x="1937170" y="235568"/>
                  <a:pt x="1935575" y="236479"/>
                </a:cubicBezTo>
                <a:cubicBezTo>
                  <a:pt x="1933981" y="237276"/>
                  <a:pt x="1932215" y="239042"/>
                  <a:pt x="1930279" y="241776"/>
                </a:cubicBezTo>
                <a:lnTo>
                  <a:pt x="1923956" y="241776"/>
                </a:lnTo>
                <a:lnTo>
                  <a:pt x="1932329" y="184877"/>
                </a:lnTo>
                <a:lnTo>
                  <a:pt x="1937797" y="184877"/>
                </a:lnTo>
                <a:cubicBezTo>
                  <a:pt x="1941783" y="198660"/>
                  <a:pt x="1945485" y="208514"/>
                  <a:pt x="1948903" y="214437"/>
                </a:cubicBezTo>
                <a:cubicBezTo>
                  <a:pt x="1952434" y="220246"/>
                  <a:pt x="1957104" y="224917"/>
                  <a:pt x="1962914" y="228448"/>
                </a:cubicBezTo>
                <a:cubicBezTo>
                  <a:pt x="1968723" y="231865"/>
                  <a:pt x="1974304" y="233574"/>
                  <a:pt x="1979659" y="233574"/>
                </a:cubicBezTo>
                <a:cubicBezTo>
                  <a:pt x="1985924" y="233574"/>
                  <a:pt x="1991107" y="231638"/>
                  <a:pt x="1995208" y="227765"/>
                </a:cubicBezTo>
                <a:cubicBezTo>
                  <a:pt x="1999309" y="223778"/>
                  <a:pt x="2001358" y="219051"/>
                  <a:pt x="2001358" y="213583"/>
                </a:cubicBezTo>
                <a:cubicBezTo>
                  <a:pt x="2001358" y="208229"/>
                  <a:pt x="1999992" y="203046"/>
                  <a:pt x="1997258" y="198034"/>
                </a:cubicBezTo>
                <a:cubicBezTo>
                  <a:pt x="1994638" y="193022"/>
                  <a:pt x="1988486" y="185219"/>
                  <a:pt x="1978804" y="174625"/>
                </a:cubicBezTo>
                <a:cubicBezTo>
                  <a:pt x="1965476" y="160158"/>
                  <a:pt x="1956706" y="148995"/>
                  <a:pt x="1952490" y="141136"/>
                </a:cubicBezTo>
                <a:cubicBezTo>
                  <a:pt x="1949530" y="135440"/>
                  <a:pt x="1948048" y="128947"/>
                  <a:pt x="1948048" y="121657"/>
                </a:cubicBezTo>
                <a:cubicBezTo>
                  <a:pt x="1948048" y="109354"/>
                  <a:pt x="1952490" y="99102"/>
                  <a:pt x="1961375" y="90901"/>
                </a:cubicBezTo>
                <a:cubicBezTo>
                  <a:pt x="1970375" y="82699"/>
                  <a:pt x="1982962" y="78598"/>
                  <a:pt x="1999137" y="78598"/>
                </a:cubicBezTo>
                <a:cubicBezTo>
                  <a:pt x="2006200" y="78598"/>
                  <a:pt x="2014858" y="79851"/>
                  <a:pt x="2025109" y="82358"/>
                </a:cubicBezTo>
                <a:cubicBezTo>
                  <a:pt x="2030235" y="83610"/>
                  <a:pt x="2034336" y="84237"/>
                  <a:pt x="2037411" y="84237"/>
                </a:cubicBezTo>
                <a:cubicBezTo>
                  <a:pt x="2041853" y="84237"/>
                  <a:pt x="2045442" y="82358"/>
                  <a:pt x="2048177" y="78598"/>
                </a:cubicBezTo>
                <a:lnTo>
                  <a:pt x="2054327" y="78598"/>
                </a:lnTo>
                <a:moveTo>
                  <a:pt x="2115156" y="172916"/>
                </a:moveTo>
                <a:cubicBezTo>
                  <a:pt x="2114130" y="180321"/>
                  <a:pt x="2113618" y="186415"/>
                  <a:pt x="2113618" y="191199"/>
                </a:cubicBezTo>
                <a:cubicBezTo>
                  <a:pt x="2113618" y="199743"/>
                  <a:pt x="2116066" y="206577"/>
                  <a:pt x="2120965" y="211703"/>
                </a:cubicBezTo>
                <a:cubicBezTo>
                  <a:pt x="2125977" y="216829"/>
                  <a:pt x="2132641" y="219392"/>
                  <a:pt x="2140957" y="219392"/>
                </a:cubicBezTo>
                <a:cubicBezTo>
                  <a:pt x="2148930" y="219392"/>
                  <a:pt x="2156904" y="217456"/>
                  <a:pt x="2164878" y="213583"/>
                </a:cubicBezTo>
                <a:cubicBezTo>
                  <a:pt x="2172965" y="209710"/>
                  <a:pt x="2182306" y="202932"/>
                  <a:pt x="2192900" y="193250"/>
                </a:cubicBezTo>
                <a:lnTo>
                  <a:pt x="2198026" y="197863"/>
                </a:lnTo>
                <a:cubicBezTo>
                  <a:pt x="2184926" y="213697"/>
                  <a:pt x="2172168" y="224974"/>
                  <a:pt x="2159751" y="231695"/>
                </a:cubicBezTo>
                <a:cubicBezTo>
                  <a:pt x="2147336" y="238415"/>
                  <a:pt x="2133609" y="241776"/>
                  <a:pt x="2118573" y="241776"/>
                </a:cubicBezTo>
                <a:cubicBezTo>
                  <a:pt x="2099550" y="241776"/>
                  <a:pt x="2086394" y="237219"/>
                  <a:pt x="2079103" y="228107"/>
                </a:cubicBezTo>
                <a:cubicBezTo>
                  <a:pt x="2071812" y="218994"/>
                  <a:pt x="2068167" y="208457"/>
                  <a:pt x="2068167" y="196496"/>
                </a:cubicBezTo>
                <a:cubicBezTo>
                  <a:pt x="2068167" y="177815"/>
                  <a:pt x="2073578" y="159133"/>
                  <a:pt x="2084400" y="140452"/>
                </a:cubicBezTo>
                <a:cubicBezTo>
                  <a:pt x="2095336" y="121770"/>
                  <a:pt x="2110144" y="106792"/>
                  <a:pt x="2128825" y="95514"/>
                </a:cubicBezTo>
                <a:cubicBezTo>
                  <a:pt x="2147621" y="84237"/>
                  <a:pt x="2166472" y="78598"/>
                  <a:pt x="2185382" y="78598"/>
                </a:cubicBezTo>
                <a:cubicBezTo>
                  <a:pt x="2194950" y="78598"/>
                  <a:pt x="2202184" y="80877"/>
                  <a:pt x="2207082" y="85433"/>
                </a:cubicBezTo>
                <a:cubicBezTo>
                  <a:pt x="2211980" y="89989"/>
                  <a:pt x="2214429" y="95742"/>
                  <a:pt x="2214429" y="102690"/>
                </a:cubicBezTo>
                <a:cubicBezTo>
                  <a:pt x="2214429" y="111006"/>
                  <a:pt x="2212037" y="119094"/>
                  <a:pt x="2207252" y="126953"/>
                </a:cubicBezTo>
                <a:cubicBezTo>
                  <a:pt x="2200646" y="137661"/>
                  <a:pt x="2192330" y="146319"/>
                  <a:pt x="2182306" y="152925"/>
                </a:cubicBezTo>
                <a:cubicBezTo>
                  <a:pt x="2172282" y="159418"/>
                  <a:pt x="2161062" y="164373"/>
                  <a:pt x="2148645" y="167791"/>
                </a:cubicBezTo>
                <a:cubicBezTo>
                  <a:pt x="2140330" y="170069"/>
                  <a:pt x="2129167" y="171777"/>
                  <a:pt x="2115156" y="172916"/>
                </a:cubicBezTo>
                <a:moveTo>
                  <a:pt x="2116693" y="164031"/>
                </a:moveTo>
                <a:cubicBezTo>
                  <a:pt x="2126717" y="162551"/>
                  <a:pt x="2134463" y="160558"/>
                  <a:pt x="2139931" y="158051"/>
                </a:cubicBezTo>
                <a:cubicBezTo>
                  <a:pt x="2145513" y="155431"/>
                  <a:pt x="2150923" y="151331"/>
                  <a:pt x="2156164" y="145749"/>
                </a:cubicBezTo>
                <a:cubicBezTo>
                  <a:pt x="2161517" y="140053"/>
                  <a:pt x="2166131" y="132934"/>
                  <a:pt x="2170004" y="124390"/>
                </a:cubicBezTo>
                <a:cubicBezTo>
                  <a:pt x="2173876" y="115733"/>
                  <a:pt x="2175814" y="107646"/>
                  <a:pt x="2175814" y="100128"/>
                </a:cubicBezTo>
                <a:cubicBezTo>
                  <a:pt x="2175814" y="96938"/>
                  <a:pt x="2174902" y="94432"/>
                  <a:pt x="2173079" y="92609"/>
                </a:cubicBezTo>
                <a:cubicBezTo>
                  <a:pt x="2171371" y="90787"/>
                  <a:pt x="2169150" y="89875"/>
                  <a:pt x="2166415" y="89875"/>
                </a:cubicBezTo>
                <a:cubicBezTo>
                  <a:pt x="2160948" y="89875"/>
                  <a:pt x="2154797" y="93692"/>
                  <a:pt x="2147963" y="101324"/>
                </a:cubicBezTo>
                <a:cubicBezTo>
                  <a:pt x="2135432" y="115221"/>
                  <a:pt x="2125009" y="136123"/>
                  <a:pt x="2116693" y="164031"/>
                </a:cubicBezTo>
                <a:moveTo>
                  <a:pt x="2309431" y="78598"/>
                </a:moveTo>
                <a:lnTo>
                  <a:pt x="2288244" y="151900"/>
                </a:lnTo>
                <a:cubicBezTo>
                  <a:pt x="2302482" y="130485"/>
                  <a:pt x="2313133" y="115847"/>
                  <a:pt x="2320195" y="107987"/>
                </a:cubicBezTo>
                <a:cubicBezTo>
                  <a:pt x="2330561" y="96596"/>
                  <a:pt x="2339503" y="88850"/>
                  <a:pt x="2347022" y="84750"/>
                </a:cubicBezTo>
                <a:cubicBezTo>
                  <a:pt x="2354540" y="80649"/>
                  <a:pt x="2361602" y="78598"/>
                  <a:pt x="2368208" y="78598"/>
                </a:cubicBezTo>
                <a:cubicBezTo>
                  <a:pt x="2374132" y="78598"/>
                  <a:pt x="2379201" y="80819"/>
                  <a:pt x="2383417" y="85262"/>
                </a:cubicBezTo>
                <a:cubicBezTo>
                  <a:pt x="2387631" y="89591"/>
                  <a:pt x="2389737" y="95286"/>
                  <a:pt x="2389737" y="102349"/>
                </a:cubicBezTo>
                <a:cubicBezTo>
                  <a:pt x="2389737" y="108728"/>
                  <a:pt x="2388371" y="116474"/>
                  <a:pt x="2385638" y="125587"/>
                </a:cubicBezTo>
                <a:lnTo>
                  <a:pt x="2363766" y="198546"/>
                </a:lnTo>
                <a:cubicBezTo>
                  <a:pt x="2361944" y="204926"/>
                  <a:pt x="2361032" y="209083"/>
                  <a:pt x="2361032" y="211020"/>
                </a:cubicBezTo>
                <a:cubicBezTo>
                  <a:pt x="2361032" y="212159"/>
                  <a:pt x="2361431" y="213184"/>
                  <a:pt x="2362228" y="214095"/>
                </a:cubicBezTo>
                <a:cubicBezTo>
                  <a:pt x="2363140" y="215007"/>
                  <a:pt x="2364051" y="215463"/>
                  <a:pt x="2364963" y="215463"/>
                </a:cubicBezTo>
                <a:cubicBezTo>
                  <a:pt x="2366102" y="215463"/>
                  <a:pt x="2367297" y="215007"/>
                  <a:pt x="2368551" y="214095"/>
                </a:cubicBezTo>
                <a:cubicBezTo>
                  <a:pt x="2372537" y="210792"/>
                  <a:pt x="2376581" y="206121"/>
                  <a:pt x="2380682" y="200085"/>
                </a:cubicBezTo>
                <a:cubicBezTo>
                  <a:pt x="2381707" y="198490"/>
                  <a:pt x="2383359" y="196097"/>
                  <a:pt x="2385638" y="192908"/>
                </a:cubicBezTo>
                <a:lnTo>
                  <a:pt x="2392130" y="196838"/>
                </a:lnTo>
                <a:cubicBezTo>
                  <a:pt x="2375385" y="224974"/>
                  <a:pt x="2357786" y="239042"/>
                  <a:pt x="2339333" y="239042"/>
                </a:cubicBezTo>
                <a:cubicBezTo>
                  <a:pt x="2332270" y="239042"/>
                  <a:pt x="2326746" y="237219"/>
                  <a:pt x="2322758" y="233574"/>
                </a:cubicBezTo>
                <a:cubicBezTo>
                  <a:pt x="2318771" y="229929"/>
                  <a:pt x="2316778" y="225373"/>
                  <a:pt x="2316778" y="219905"/>
                </a:cubicBezTo>
                <a:cubicBezTo>
                  <a:pt x="2316778" y="215121"/>
                  <a:pt x="2318146" y="208001"/>
                  <a:pt x="2320879" y="198546"/>
                </a:cubicBezTo>
                <a:lnTo>
                  <a:pt x="2342237" y="125587"/>
                </a:lnTo>
                <a:cubicBezTo>
                  <a:pt x="2343717" y="120802"/>
                  <a:pt x="2344458" y="117271"/>
                  <a:pt x="2344458" y="114993"/>
                </a:cubicBezTo>
                <a:cubicBezTo>
                  <a:pt x="2344458" y="113740"/>
                  <a:pt x="2343946" y="112658"/>
                  <a:pt x="2342920" y="111746"/>
                </a:cubicBezTo>
                <a:cubicBezTo>
                  <a:pt x="2341896" y="110721"/>
                  <a:pt x="2340699" y="110209"/>
                  <a:pt x="2339333" y="110209"/>
                </a:cubicBezTo>
                <a:cubicBezTo>
                  <a:pt x="2335004" y="110209"/>
                  <a:pt x="2329764" y="113170"/>
                  <a:pt x="2323612" y="119094"/>
                </a:cubicBezTo>
                <a:cubicBezTo>
                  <a:pt x="2307893" y="134130"/>
                  <a:pt x="2292686" y="156514"/>
                  <a:pt x="2277991" y="186244"/>
                </a:cubicBezTo>
                <a:lnTo>
                  <a:pt x="2263981" y="236992"/>
                </a:lnTo>
                <a:lnTo>
                  <a:pt x="2220409" y="236992"/>
                </a:lnTo>
                <a:lnTo>
                  <a:pt x="2252361" y="127295"/>
                </a:lnTo>
                <a:cubicBezTo>
                  <a:pt x="2255437" y="116474"/>
                  <a:pt x="2256974" y="108785"/>
                  <a:pt x="2256974" y="104228"/>
                </a:cubicBezTo>
                <a:cubicBezTo>
                  <a:pt x="2256974" y="102292"/>
                  <a:pt x="2256519" y="100697"/>
                  <a:pt x="2255608" y="99444"/>
                </a:cubicBezTo>
                <a:cubicBezTo>
                  <a:pt x="2254696" y="98077"/>
                  <a:pt x="2253215" y="97052"/>
                  <a:pt x="2251165" y="96368"/>
                </a:cubicBezTo>
                <a:cubicBezTo>
                  <a:pt x="2249115" y="95571"/>
                  <a:pt x="2245242" y="95172"/>
                  <a:pt x="2239547" y="95172"/>
                </a:cubicBezTo>
                <a:lnTo>
                  <a:pt x="2241426" y="88680"/>
                </a:lnTo>
                <a:lnTo>
                  <a:pt x="2299008" y="78598"/>
                </a:lnTo>
                <a:lnTo>
                  <a:pt x="2309431" y="78598"/>
                </a:lnTo>
                <a:moveTo>
                  <a:pt x="2511054" y="36907"/>
                </a:moveTo>
                <a:lnTo>
                  <a:pt x="2497384" y="83382"/>
                </a:lnTo>
                <a:lnTo>
                  <a:pt x="2519767" y="83382"/>
                </a:lnTo>
                <a:lnTo>
                  <a:pt x="2513787" y="103032"/>
                </a:lnTo>
                <a:lnTo>
                  <a:pt x="2491746" y="103032"/>
                </a:lnTo>
                <a:lnTo>
                  <a:pt x="2463211" y="202135"/>
                </a:lnTo>
                <a:cubicBezTo>
                  <a:pt x="2461388" y="208286"/>
                  <a:pt x="2460476" y="212956"/>
                  <a:pt x="2460476" y="216146"/>
                </a:cubicBezTo>
                <a:cubicBezTo>
                  <a:pt x="2460476" y="217626"/>
                  <a:pt x="2460990" y="218936"/>
                  <a:pt x="2462015" y="220076"/>
                </a:cubicBezTo>
                <a:cubicBezTo>
                  <a:pt x="2463039" y="221101"/>
                  <a:pt x="2464178" y="221614"/>
                  <a:pt x="2465432" y="221614"/>
                </a:cubicBezTo>
                <a:cubicBezTo>
                  <a:pt x="2467368" y="221614"/>
                  <a:pt x="2469361" y="220816"/>
                  <a:pt x="2471412" y="219221"/>
                </a:cubicBezTo>
                <a:cubicBezTo>
                  <a:pt x="2476652" y="215234"/>
                  <a:pt x="2482747" y="208286"/>
                  <a:pt x="2489695" y="198375"/>
                </a:cubicBezTo>
                <a:lnTo>
                  <a:pt x="2495675" y="202135"/>
                </a:lnTo>
                <a:cubicBezTo>
                  <a:pt x="2487815" y="215804"/>
                  <a:pt x="2479158" y="225828"/>
                  <a:pt x="2469703" y="232207"/>
                </a:cubicBezTo>
                <a:cubicBezTo>
                  <a:pt x="2460249" y="238586"/>
                  <a:pt x="2450966" y="241776"/>
                  <a:pt x="2441852" y="241776"/>
                </a:cubicBezTo>
                <a:cubicBezTo>
                  <a:pt x="2434106" y="241776"/>
                  <a:pt x="2428069" y="239839"/>
                  <a:pt x="2423740" y="235966"/>
                </a:cubicBezTo>
                <a:cubicBezTo>
                  <a:pt x="2419526" y="231980"/>
                  <a:pt x="2417418" y="226967"/>
                  <a:pt x="2417418" y="220930"/>
                </a:cubicBezTo>
                <a:cubicBezTo>
                  <a:pt x="2417418" y="214323"/>
                  <a:pt x="2418899" y="205837"/>
                  <a:pt x="2421861" y="195471"/>
                </a:cubicBezTo>
                <a:lnTo>
                  <a:pt x="2448858" y="103032"/>
                </a:lnTo>
                <a:lnTo>
                  <a:pt x="2425620" y="103032"/>
                </a:lnTo>
                <a:lnTo>
                  <a:pt x="2429037" y="90388"/>
                </a:lnTo>
                <a:cubicBezTo>
                  <a:pt x="2443618" y="85034"/>
                  <a:pt x="2455920" y="78769"/>
                  <a:pt x="2465944" y="71593"/>
                </a:cubicBezTo>
                <a:cubicBezTo>
                  <a:pt x="2475968" y="64416"/>
                  <a:pt x="2488044" y="52855"/>
                  <a:pt x="2502168" y="36907"/>
                </a:cubicBezTo>
                <a:lnTo>
                  <a:pt x="2511054" y="36907"/>
                </a:lnTo>
                <a:moveTo>
                  <a:pt x="2675769" y="80990"/>
                </a:moveTo>
                <a:lnTo>
                  <a:pt x="2642620" y="194616"/>
                </a:lnTo>
                <a:lnTo>
                  <a:pt x="2639203" y="208457"/>
                </a:lnTo>
                <a:cubicBezTo>
                  <a:pt x="2638861" y="210165"/>
                  <a:pt x="2638690" y="211419"/>
                  <a:pt x="2638690" y="212216"/>
                </a:cubicBezTo>
                <a:cubicBezTo>
                  <a:pt x="2638690" y="213583"/>
                  <a:pt x="2639146" y="214779"/>
                  <a:pt x="2640058" y="215804"/>
                </a:cubicBezTo>
                <a:cubicBezTo>
                  <a:pt x="2641082" y="216829"/>
                  <a:pt x="2642108" y="217342"/>
                  <a:pt x="2643133" y="217342"/>
                </a:cubicBezTo>
                <a:cubicBezTo>
                  <a:pt x="2645525" y="217342"/>
                  <a:pt x="2648829" y="215519"/>
                  <a:pt x="2653044" y="211874"/>
                </a:cubicBezTo>
                <a:cubicBezTo>
                  <a:pt x="2654752" y="210393"/>
                  <a:pt x="2658852" y="205153"/>
                  <a:pt x="2665346" y="196155"/>
                </a:cubicBezTo>
                <a:lnTo>
                  <a:pt x="2671326" y="199230"/>
                </a:lnTo>
                <a:cubicBezTo>
                  <a:pt x="2663238" y="214038"/>
                  <a:pt x="2654581" y="224860"/>
                  <a:pt x="2645354" y="231695"/>
                </a:cubicBezTo>
                <a:cubicBezTo>
                  <a:pt x="2636241" y="238415"/>
                  <a:pt x="2626388" y="241776"/>
                  <a:pt x="2615794" y="241776"/>
                </a:cubicBezTo>
                <a:cubicBezTo>
                  <a:pt x="2609302" y="241776"/>
                  <a:pt x="2604346" y="240124"/>
                  <a:pt x="2600929" y="236821"/>
                </a:cubicBezTo>
                <a:cubicBezTo>
                  <a:pt x="2597512" y="233403"/>
                  <a:pt x="2595803" y="229131"/>
                  <a:pt x="2595803" y="224006"/>
                </a:cubicBezTo>
                <a:cubicBezTo>
                  <a:pt x="2595803" y="219563"/>
                  <a:pt x="2597625" y="211304"/>
                  <a:pt x="2601271" y="199230"/>
                </a:cubicBezTo>
                <a:lnTo>
                  <a:pt x="2605371" y="185390"/>
                </a:lnTo>
                <a:cubicBezTo>
                  <a:pt x="2592157" y="208058"/>
                  <a:pt x="2579456" y="224119"/>
                  <a:pt x="2567268" y="233574"/>
                </a:cubicBezTo>
                <a:cubicBezTo>
                  <a:pt x="2560205" y="239042"/>
                  <a:pt x="2552688" y="241776"/>
                  <a:pt x="2544713" y="241776"/>
                </a:cubicBezTo>
                <a:cubicBezTo>
                  <a:pt x="2534234" y="241776"/>
                  <a:pt x="2526659" y="237504"/>
                  <a:pt x="2521988" y="228960"/>
                </a:cubicBezTo>
                <a:cubicBezTo>
                  <a:pt x="2517318" y="220304"/>
                  <a:pt x="2514983" y="210564"/>
                  <a:pt x="2514983" y="199743"/>
                </a:cubicBezTo>
                <a:cubicBezTo>
                  <a:pt x="2514983" y="183681"/>
                  <a:pt x="2519882" y="165285"/>
                  <a:pt x="2529678" y="144553"/>
                </a:cubicBezTo>
                <a:cubicBezTo>
                  <a:pt x="2539474" y="123707"/>
                  <a:pt x="2552346" y="106962"/>
                  <a:pt x="2568293" y="94318"/>
                </a:cubicBezTo>
                <a:cubicBezTo>
                  <a:pt x="2581394" y="83838"/>
                  <a:pt x="2593695" y="78598"/>
                  <a:pt x="2605201" y="78598"/>
                </a:cubicBezTo>
                <a:cubicBezTo>
                  <a:pt x="2611580" y="78598"/>
                  <a:pt x="2616706" y="80478"/>
                  <a:pt x="2620578" y="84237"/>
                </a:cubicBezTo>
                <a:cubicBezTo>
                  <a:pt x="2624452" y="87882"/>
                  <a:pt x="2627299" y="94603"/>
                  <a:pt x="2629122" y="104399"/>
                </a:cubicBezTo>
                <a:lnTo>
                  <a:pt x="2635273" y="83382"/>
                </a:lnTo>
                <a:lnTo>
                  <a:pt x="2675769" y="80990"/>
                </a:lnTo>
                <a:moveTo>
                  <a:pt x="2621091" y="113455"/>
                </a:moveTo>
                <a:cubicBezTo>
                  <a:pt x="2621091" y="104228"/>
                  <a:pt x="2619667" y="97565"/>
                  <a:pt x="2616820" y="93464"/>
                </a:cubicBezTo>
                <a:cubicBezTo>
                  <a:pt x="2614770" y="90616"/>
                  <a:pt x="2611978" y="89192"/>
                  <a:pt x="2608447" y="89192"/>
                </a:cubicBezTo>
                <a:cubicBezTo>
                  <a:pt x="2604916" y="89192"/>
                  <a:pt x="2601271" y="90901"/>
                  <a:pt x="2597512" y="94318"/>
                </a:cubicBezTo>
                <a:cubicBezTo>
                  <a:pt x="2589879" y="101380"/>
                  <a:pt x="2581621" y="115733"/>
                  <a:pt x="2572736" y="137376"/>
                </a:cubicBezTo>
                <a:cubicBezTo>
                  <a:pt x="2563964" y="158906"/>
                  <a:pt x="2559580" y="177530"/>
                  <a:pt x="2559580" y="193250"/>
                </a:cubicBezTo>
                <a:cubicBezTo>
                  <a:pt x="2559580" y="199287"/>
                  <a:pt x="2560547" y="203672"/>
                  <a:pt x="2562483" y="206407"/>
                </a:cubicBezTo>
                <a:cubicBezTo>
                  <a:pt x="2564534" y="209026"/>
                  <a:pt x="2566756" y="210336"/>
                  <a:pt x="2569147" y="210336"/>
                </a:cubicBezTo>
                <a:cubicBezTo>
                  <a:pt x="2574274" y="210336"/>
                  <a:pt x="2579456" y="207375"/>
                  <a:pt x="2584696" y="201451"/>
                </a:cubicBezTo>
                <a:cubicBezTo>
                  <a:pt x="2592215" y="193022"/>
                  <a:pt x="2598993" y="182713"/>
                  <a:pt x="2605030" y="170524"/>
                </a:cubicBezTo>
                <a:cubicBezTo>
                  <a:pt x="2615737" y="149109"/>
                  <a:pt x="2621091" y="130086"/>
                  <a:pt x="2621091" y="113455"/>
                </a:cubicBezTo>
                <a:moveTo>
                  <a:pt x="2783414" y="36907"/>
                </a:moveTo>
                <a:lnTo>
                  <a:pt x="2769746" y="83382"/>
                </a:lnTo>
                <a:lnTo>
                  <a:pt x="2792129" y="83382"/>
                </a:lnTo>
                <a:lnTo>
                  <a:pt x="2786149" y="103032"/>
                </a:lnTo>
                <a:lnTo>
                  <a:pt x="2764106" y="103032"/>
                </a:lnTo>
                <a:lnTo>
                  <a:pt x="2735571" y="202135"/>
                </a:lnTo>
                <a:cubicBezTo>
                  <a:pt x="2733749" y="208286"/>
                  <a:pt x="2732838" y="212956"/>
                  <a:pt x="2732838" y="216146"/>
                </a:cubicBezTo>
                <a:cubicBezTo>
                  <a:pt x="2732838" y="217626"/>
                  <a:pt x="2733350" y="218936"/>
                  <a:pt x="2734376" y="220076"/>
                </a:cubicBezTo>
                <a:cubicBezTo>
                  <a:pt x="2735401" y="221101"/>
                  <a:pt x="2736540" y="221614"/>
                  <a:pt x="2737793" y="221614"/>
                </a:cubicBezTo>
                <a:cubicBezTo>
                  <a:pt x="2739729" y="221614"/>
                  <a:pt x="2741723" y="220816"/>
                  <a:pt x="2743774" y="219221"/>
                </a:cubicBezTo>
                <a:cubicBezTo>
                  <a:pt x="2749014" y="215234"/>
                  <a:pt x="2755108" y="208286"/>
                  <a:pt x="2762056" y="198375"/>
                </a:cubicBezTo>
                <a:lnTo>
                  <a:pt x="2768037" y="202135"/>
                </a:lnTo>
                <a:cubicBezTo>
                  <a:pt x="2760177" y="215804"/>
                  <a:pt x="2751519" y="225828"/>
                  <a:pt x="2742065" y="232207"/>
                </a:cubicBezTo>
                <a:cubicBezTo>
                  <a:pt x="2732610" y="238586"/>
                  <a:pt x="2723326" y="241776"/>
                  <a:pt x="2714214" y="241776"/>
                </a:cubicBezTo>
                <a:cubicBezTo>
                  <a:pt x="2706468" y="241776"/>
                  <a:pt x="2700430" y="239839"/>
                  <a:pt x="2696102" y="235966"/>
                </a:cubicBezTo>
                <a:cubicBezTo>
                  <a:pt x="2691888" y="231980"/>
                  <a:pt x="2689780" y="226967"/>
                  <a:pt x="2689780" y="220930"/>
                </a:cubicBezTo>
                <a:cubicBezTo>
                  <a:pt x="2689780" y="214323"/>
                  <a:pt x="2691261" y="205837"/>
                  <a:pt x="2694222" y="195471"/>
                </a:cubicBezTo>
                <a:lnTo>
                  <a:pt x="2721218" y="103032"/>
                </a:lnTo>
                <a:lnTo>
                  <a:pt x="2697981" y="103032"/>
                </a:lnTo>
                <a:lnTo>
                  <a:pt x="2701398" y="90388"/>
                </a:lnTo>
                <a:cubicBezTo>
                  <a:pt x="2715979" y="85034"/>
                  <a:pt x="2728282" y="78769"/>
                  <a:pt x="2738306" y="71593"/>
                </a:cubicBezTo>
                <a:cubicBezTo>
                  <a:pt x="2748330" y="64416"/>
                  <a:pt x="2760404" y="52855"/>
                  <a:pt x="2774529" y="36907"/>
                </a:cubicBezTo>
                <a:lnTo>
                  <a:pt x="2783414" y="36907"/>
                </a:lnTo>
                <a:moveTo>
                  <a:pt x="2859108" y="0"/>
                </a:moveTo>
                <a:cubicBezTo>
                  <a:pt x="2866171" y="0"/>
                  <a:pt x="2872095" y="2449"/>
                  <a:pt x="2876878" y="7347"/>
                </a:cubicBezTo>
                <a:cubicBezTo>
                  <a:pt x="2881777" y="12245"/>
                  <a:pt x="2884225" y="18169"/>
                  <a:pt x="2884225" y="25117"/>
                </a:cubicBezTo>
                <a:cubicBezTo>
                  <a:pt x="2884225" y="32065"/>
                  <a:pt x="2881777" y="37989"/>
                  <a:pt x="2876878" y="42887"/>
                </a:cubicBezTo>
                <a:cubicBezTo>
                  <a:pt x="2871980" y="47785"/>
                  <a:pt x="2866057" y="50234"/>
                  <a:pt x="2859108" y="50234"/>
                </a:cubicBezTo>
                <a:cubicBezTo>
                  <a:pt x="2852274" y="50234"/>
                  <a:pt x="2846407" y="47785"/>
                  <a:pt x="2841509" y="42887"/>
                </a:cubicBezTo>
                <a:cubicBezTo>
                  <a:pt x="2836611" y="37989"/>
                  <a:pt x="2834162" y="32065"/>
                  <a:pt x="2834162" y="25117"/>
                </a:cubicBezTo>
                <a:cubicBezTo>
                  <a:pt x="2834162" y="18169"/>
                  <a:pt x="2836554" y="12245"/>
                  <a:pt x="2841338" y="7347"/>
                </a:cubicBezTo>
                <a:cubicBezTo>
                  <a:pt x="2846237" y="2449"/>
                  <a:pt x="2852160" y="0"/>
                  <a:pt x="2859108" y="0"/>
                </a:cubicBezTo>
                <a:moveTo>
                  <a:pt x="2869702" y="78598"/>
                </a:moveTo>
                <a:lnTo>
                  <a:pt x="2834674" y="200085"/>
                </a:lnTo>
                <a:cubicBezTo>
                  <a:pt x="2832737" y="207033"/>
                  <a:pt x="2831770" y="211589"/>
                  <a:pt x="2831770" y="213753"/>
                </a:cubicBezTo>
                <a:cubicBezTo>
                  <a:pt x="2831770" y="215007"/>
                  <a:pt x="2832282" y="216203"/>
                  <a:pt x="2833308" y="217342"/>
                </a:cubicBezTo>
                <a:cubicBezTo>
                  <a:pt x="2834333" y="218367"/>
                  <a:pt x="2835414" y="218880"/>
                  <a:pt x="2836554" y="218880"/>
                </a:cubicBezTo>
                <a:cubicBezTo>
                  <a:pt x="2838491" y="218880"/>
                  <a:pt x="2840427" y="218025"/>
                  <a:pt x="2842363" y="216316"/>
                </a:cubicBezTo>
                <a:cubicBezTo>
                  <a:pt x="2847489" y="212102"/>
                  <a:pt x="2853641" y="204470"/>
                  <a:pt x="2860817" y="193421"/>
                </a:cubicBezTo>
                <a:lnTo>
                  <a:pt x="2866627" y="196838"/>
                </a:lnTo>
                <a:cubicBezTo>
                  <a:pt x="2849425" y="226797"/>
                  <a:pt x="2831143" y="241776"/>
                  <a:pt x="2811778" y="241776"/>
                </a:cubicBezTo>
                <a:cubicBezTo>
                  <a:pt x="2804374" y="241776"/>
                  <a:pt x="2798451" y="239726"/>
                  <a:pt x="2794008" y="235624"/>
                </a:cubicBezTo>
                <a:cubicBezTo>
                  <a:pt x="2789679" y="231410"/>
                  <a:pt x="2787515" y="226113"/>
                  <a:pt x="2787515" y="219734"/>
                </a:cubicBezTo>
                <a:cubicBezTo>
                  <a:pt x="2787515" y="215519"/>
                  <a:pt x="2788483" y="210165"/>
                  <a:pt x="2790420" y="203672"/>
                </a:cubicBezTo>
                <a:lnTo>
                  <a:pt x="2814170" y="121999"/>
                </a:lnTo>
                <a:cubicBezTo>
                  <a:pt x="2816449" y="114138"/>
                  <a:pt x="2817587" y="108215"/>
                  <a:pt x="2817587" y="104228"/>
                </a:cubicBezTo>
                <a:cubicBezTo>
                  <a:pt x="2817587" y="101722"/>
                  <a:pt x="2816506" y="99501"/>
                  <a:pt x="2814342" y="97565"/>
                </a:cubicBezTo>
                <a:cubicBezTo>
                  <a:pt x="2812177" y="95628"/>
                  <a:pt x="2809215" y="94660"/>
                  <a:pt x="2805456" y="94660"/>
                </a:cubicBezTo>
                <a:cubicBezTo>
                  <a:pt x="2803747" y="94660"/>
                  <a:pt x="2801698" y="94716"/>
                  <a:pt x="2799305" y="94831"/>
                </a:cubicBezTo>
                <a:lnTo>
                  <a:pt x="2801526" y="87996"/>
                </a:lnTo>
                <a:lnTo>
                  <a:pt x="2859450" y="78598"/>
                </a:lnTo>
                <a:lnTo>
                  <a:pt x="2869702" y="78598"/>
                </a:lnTo>
                <a:moveTo>
                  <a:pt x="2992896" y="78598"/>
                </a:moveTo>
                <a:cubicBezTo>
                  <a:pt x="3001896" y="78598"/>
                  <a:pt x="3010325" y="80706"/>
                  <a:pt x="3018186" y="84921"/>
                </a:cubicBezTo>
                <a:cubicBezTo>
                  <a:pt x="3026159" y="89021"/>
                  <a:pt x="3032139" y="94774"/>
                  <a:pt x="3036126" y="102178"/>
                </a:cubicBezTo>
                <a:cubicBezTo>
                  <a:pt x="3040227" y="109582"/>
                  <a:pt x="3042277" y="117784"/>
                  <a:pt x="3042277" y="126782"/>
                </a:cubicBezTo>
                <a:cubicBezTo>
                  <a:pt x="3042277" y="145236"/>
                  <a:pt x="3037094" y="163690"/>
                  <a:pt x="3026728" y="182143"/>
                </a:cubicBezTo>
                <a:cubicBezTo>
                  <a:pt x="3016476" y="200597"/>
                  <a:pt x="3002921" y="215177"/>
                  <a:pt x="2986062" y="225885"/>
                </a:cubicBezTo>
                <a:cubicBezTo>
                  <a:pt x="2969204" y="236479"/>
                  <a:pt x="2952231" y="241776"/>
                  <a:pt x="2935144" y="241776"/>
                </a:cubicBezTo>
                <a:cubicBezTo>
                  <a:pt x="2919652" y="241776"/>
                  <a:pt x="2907634" y="237163"/>
                  <a:pt x="2899091" y="227936"/>
                </a:cubicBezTo>
                <a:cubicBezTo>
                  <a:pt x="2890662" y="218709"/>
                  <a:pt x="2886447" y="207431"/>
                  <a:pt x="2886447" y="194104"/>
                </a:cubicBezTo>
                <a:cubicBezTo>
                  <a:pt x="2886447" y="178270"/>
                  <a:pt x="2889580" y="163462"/>
                  <a:pt x="2895845" y="149679"/>
                </a:cubicBezTo>
                <a:cubicBezTo>
                  <a:pt x="2902224" y="135782"/>
                  <a:pt x="2910254" y="123707"/>
                  <a:pt x="2919936" y="113455"/>
                </a:cubicBezTo>
                <a:cubicBezTo>
                  <a:pt x="2929733" y="103089"/>
                  <a:pt x="2940953" y="94716"/>
                  <a:pt x="2953597" y="88338"/>
                </a:cubicBezTo>
                <a:cubicBezTo>
                  <a:pt x="2966241" y="81845"/>
                  <a:pt x="2979340" y="78598"/>
                  <a:pt x="2992896" y="78598"/>
                </a:cubicBezTo>
                <a:moveTo>
                  <a:pt x="2985891" y="87654"/>
                </a:moveTo>
                <a:cubicBezTo>
                  <a:pt x="2979854" y="87654"/>
                  <a:pt x="2974841" y="89420"/>
                  <a:pt x="2970855" y="92951"/>
                </a:cubicBezTo>
                <a:cubicBezTo>
                  <a:pt x="2962881" y="100128"/>
                  <a:pt x="2953882" y="116929"/>
                  <a:pt x="2943858" y="143357"/>
                </a:cubicBezTo>
                <a:cubicBezTo>
                  <a:pt x="2933834" y="169670"/>
                  <a:pt x="2928821" y="193421"/>
                  <a:pt x="2928821" y="214608"/>
                </a:cubicBezTo>
                <a:cubicBezTo>
                  <a:pt x="2928821" y="219848"/>
                  <a:pt x="2930417" y="224177"/>
                  <a:pt x="2933606" y="227594"/>
                </a:cubicBezTo>
                <a:cubicBezTo>
                  <a:pt x="2936796" y="231011"/>
                  <a:pt x="2940554" y="232720"/>
                  <a:pt x="2944883" y="232720"/>
                </a:cubicBezTo>
                <a:cubicBezTo>
                  <a:pt x="2949326" y="232720"/>
                  <a:pt x="2953255" y="231353"/>
                  <a:pt x="2956674" y="228619"/>
                </a:cubicBezTo>
                <a:cubicBezTo>
                  <a:pt x="2961685" y="224518"/>
                  <a:pt x="2967837" y="215348"/>
                  <a:pt x="2975126" y="201109"/>
                </a:cubicBezTo>
                <a:cubicBezTo>
                  <a:pt x="2982417" y="186757"/>
                  <a:pt x="2988397" y="170980"/>
                  <a:pt x="2993068" y="153780"/>
                </a:cubicBezTo>
                <a:cubicBezTo>
                  <a:pt x="2997738" y="136465"/>
                  <a:pt x="3000072" y="120631"/>
                  <a:pt x="3000072" y="106279"/>
                </a:cubicBezTo>
                <a:cubicBezTo>
                  <a:pt x="3000072" y="100355"/>
                  <a:pt x="2998649" y="95799"/>
                  <a:pt x="2995801" y="92609"/>
                </a:cubicBezTo>
                <a:cubicBezTo>
                  <a:pt x="2992954" y="89306"/>
                  <a:pt x="2989650" y="87654"/>
                  <a:pt x="2985891" y="87654"/>
                </a:cubicBezTo>
                <a:moveTo>
                  <a:pt x="3146335" y="78598"/>
                </a:moveTo>
                <a:lnTo>
                  <a:pt x="3125147" y="151900"/>
                </a:lnTo>
                <a:cubicBezTo>
                  <a:pt x="3139386" y="130485"/>
                  <a:pt x="3150037" y="115847"/>
                  <a:pt x="3157099" y="107987"/>
                </a:cubicBezTo>
                <a:cubicBezTo>
                  <a:pt x="3167465" y="96596"/>
                  <a:pt x="3176407" y="88850"/>
                  <a:pt x="3183925" y="84750"/>
                </a:cubicBezTo>
                <a:cubicBezTo>
                  <a:pt x="3191444" y="80649"/>
                  <a:pt x="3198506" y="78598"/>
                  <a:pt x="3205113" y="78598"/>
                </a:cubicBezTo>
                <a:cubicBezTo>
                  <a:pt x="3211037" y="78598"/>
                  <a:pt x="3216105" y="80819"/>
                  <a:pt x="3220319" y="85262"/>
                </a:cubicBezTo>
                <a:cubicBezTo>
                  <a:pt x="3224535" y="89591"/>
                  <a:pt x="3226642" y="95286"/>
                  <a:pt x="3226642" y="102349"/>
                </a:cubicBezTo>
                <a:cubicBezTo>
                  <a:pt x="3226642" y="108728"/>
                  <a:pt x="3225275" y="116474"/>
                  <a:pt x="3222541" y="125587"/>
                </a:cubicBezTo>
                <a:lnTo>
                  <a:pt x="3200671" y="198546"/>
                </a:lnTo>
                <a:cubicBezTo>
                  <a:pt x="3198848" y="204926"/>
                  <a:pt x="3197936" y="209083"/>
                  <a:pt x="3197936" y="211020"/>
                </a:cubicBezTo>
                <a:cubicBezTo>
                  <a:pt x="3197936" y="212159"/>
                  <a:pt x="3198335" y="213184"/>
                  <a:pt x="3199133" y="214095"/>
                </a:cubicBezTo>
                <a:cubicBezTo>
                  <a:pt x="3200044" y="215007"/>
                  <a:pt x="3200955" y="215463"/>
                  <a:pt x="3201867" y="215463"/>
                </a:cubicBezTo>
                <a:cubicBezTo>
                  <a:pt x="3203006" y="215463"/>
                  <a:pt x="3204201" y="215007"/>
                  <a:pt x="3205454" y="214095"/>
                </a:cubicBezTo>
                <a:cubicBezTo>
                  <a:pt x="3209441" y="210792"/>
                  <a:pt x="3213485" y="206121"/>
                  <a:pt x="3217586" y="200085"/>
                </a:cubicBezTo>
                <a:cubicBezTo>
                  <a:pt x="3218611" y="198490"/>
                  <a:pt x="3220262" y="196097"/>
                  <a:pt x="3222541" y="192908"/>
                </a:cubicBezTo>
                <a:lnTo>
                  <a:pt x="3229034" y="196838"/>
                </a:lnTo>
                <a:cubicBezTo>
                  <a:pt x="3212289" y="224974"/>
                  <a:pt x="3194691" y="239042"/>
                  <a:pt x="3176237" y="239042"/>
                </a:cubicBezTo>
                <a:cubicBezTo>
                  <a:pt x="3169173" y="239042"/>
                  <a:pt x="3163650" y="237219"/>
                  <a:pt x="3159662" y="233574"/>
                </a:cubicBezTo>
                <a:cubicBezTo>
                  <a:pt x="3155675" y="229929"/>
                  <a:pt x="3153682" y="225373"/>
                  <a:pt x="3153682" y="219905"/>
                </a:cubicBezTo>
                <a:cubicBezTo>
                  <a:pt x="3153682" y="215121"/>
                  <a:pt x="3155048" y="208001"/>
                  <a:pt x="3157783" y="198546"/>
                </a:cubicBezTo>
                <a:lnTo>
                  <a:pt x="3179142" y="125587"/>
                </a:lnTo>
                <a:cubicBezTo>
                  <a:pt x="3180623" y="120802"/>
                  <a:pt x="3181363" y="117271"/>
                  <a:pt x="3181363" y="114993"/>
                </a:cubicBezTo>
                <a:cubicBezTo>
                  <a:pt x="3181363" y="113740"/>
                  <a:pt x="3180850" y="112658"/>
                  <a:pt x="3179824" y="111746"/>
                </a:cubicBezTo>
                <a:cubicBezTo>
                  <a:pt x="3178799" y="110721"/>
                  <a:pt x="3177603" y="110209"/>
                  <a:pt x="3176237" y="110209"/>
                </a:cubicBezTo>
                <a:cubicBezTo>
                  <a:pt x="3171908" y="110209"/>
                  <a:pt x="3166668" y="113170"/>
                  <a:pt x="3160516" y="119094"/>
                </a:cubicBezTo>
                <a:cubicBezTo>
                  <a:pt x="3144797" y="134130"/>
                  <a:pt x="3129590" y="156514"/>
                  <a:pt x="3114895" y="186244"/>
                </a:cubicBezTo>
                <a:lnTo>
                  <a:pt x="3100884" y="236992"/>
                </a:lnTo>
                <a:lnTo>
                  <a:pt x="3057313" y="236992"/>
                </a:lnTo>
                <a:lnTo>
                  <a:pt x="3089265" y="127295"/>
                </a:lnTo>
                <a:cubicBezTo>
                  <a:pt x="3092342" y="116474"/>
                  <a:pt x="3093879" y="108785"/>
                  <a:pt x="3093879" y="104228"/>
                </a:cubicBezTo>
                <a:cubicBezTo>
                  <a:pt x="3093879" y="102292"/>
                  <a:pt x="3093423" y="100697"/>
                  <a:pt x="3092512" y="99444"/>
                </a:cubicBezTo>
                <a:cubicBezTo>
                  <a:pt x="3091600" y="98077"/>
                  <a:pt x="3090120" y="97052"/>
                  <a:pt x="3088069" y="96368"/>
                </a:cubicBezTo>
                <a:cubicBezTo>
                  <a:pt x="3086018" y="95571"/>
                  <a:pt x="3082146" y="95172"/>
                  <a:pt x="3076450" y="95172"/>
                </a:cubicBezTo>
                <a:lnTo>
                  <a:pt x="3078330" y="88680"/>
                </a:lnTo>
                <a:lnTo>
                  <a:pt x="3135912" y="78598"/>
                </a:lnTo>
                <a:lnTo>
                  <a:pt x="3146335" y="7859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5" name="path-5284">
            <a:extLst xmlns:a="http://schemas.openxmlformats.org/drawingml/2006/main">
              <a:ext uri="{FF2B5EF4-FFF2-40B4-BE49-F238E27FC236}">
                <a16:creationId xmlns:a16="http://schemas.microsoft.com/office/drawing/2014/main" id="{18E2FBE8-5DF3-42AA-9FCB-59371B1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042" y="4764413"/>
            <a:ext cx="768145" cy="768145"/>
          </a:xfrm>
          <a:custGeom xmlns:a="http://schemas.openxmlformats.org/drawingml/2006/main">
            <a:pathLst>
              <a:path w="768145" h="768145">
                <a:moveTo>
                  <a:pt x="6511" y="6512"/>
                </a:moveTo>
                <a:lnTo>
                  <a:pt x="0" y="13024"/>
                </a:lnTo>
                <a:lnTo>
                  <a:pt x="26969" y="39992"/>
                </a:lnTo>
                <a:lnTo>
                  <a:pt x="33480" y="33481"/>
                </a:lnTo>
                <a:lnTo>
                  <a:pt x="39991" y="26969"/>
                </a:lnTo>
                <a:lnTo>
                  <a:pt x="13022" y="0"/>
                </a:lnTo>
                <a:lnTo>
                  <a:pt x="6511" y="6512"/>
                </a:lnTo>
                <a:moveTo>
                  <a:pt x="87417" y="87417"/>
                </a:moveTo>
                <a:lnTo>
                  <a:pt x="80905" y="93929"/>
                </a:lnTo>
                <a:lnTo>
                  <a:pt x="134843" y="147867"/>
                </a:lnTo>
                <a:lnTo>
                  <a:pt x="141355" y="141355"/>
                </a:lnTo>
                <a:lnTo>
                  <a:pt x="147866" y="134844"/>
                </a:lnTo>
                <a:lnTo>
                  <a:pt x="93929" y="80906"/>
                </a:lnTo>
                <a:lnTo>
                  <a:pt x="87417" y="87417"/>
                </a:lnTo>
                <a:moveTo>
                  <a:pt x="195291" y="195292"/>
                </a:moveTo>
                <a:lnTo>
                  <a:pt x="188780" y="201804"/>
                </a:lnTo>
                <a:lnTo>
                  <a:pt x="242717" y="255741"/>
                </a:lnTo>
                <a:lnTo>
                  <a:pt x="249229" y="249230"/>
                </a:lnTo>
                <a:lnTo>
                  <a:pt x="255741" y="242718"/>
                </a:lnTo>
                <a:lnTo>
                  <a:pt x="201804" y="188781"/>
                </a:lnTo>
                <a:lnTo>
                  <a:pt x="195291" y="195292"/>
                </a:lnTo>
                <a:moveTo>
                  <a:pt x="303166" y="303167"/>
                </a:moveTo>
                <a:lnTo>
                  <a:pt x="296655" y="309679"/>
                </a:lnTo>
                <a:lnTo>
                  <a:pt x="350592" y="363616"/>
                </a:lnTo>
                <a:lnTo>
                  <a:pt x="357104" y="357104"/>
                </a:lnTo>
                <a:lnTo>
                  <a:pt x="363615" y="350592"/>
                </a:lnTo>
                <a:lnTo>
                  <a:pt x="309677" y="296656"/>
                </a:lnTo>
                <a:lnTo>
                  <a:pt x="303166" y="303167"/>
                </a:lnTo>
                <a:moveTo>
                  <a:pt x="411041" y="411041"/>
                </a:moveTo>
                <a:lnTo>
                  <a:pt x="404529" y="417553"/>
                </a:lnTo>
                <a:lnTo>
                  <a:pt x="458466" y="471491"/>
                </a:lnTo>
                <a:lnTo>
                  <a:pt x="464979" y="464979"/>
                </a:lnTo>
                <a:lnTo>
                  <a:pt x="471490" y="458467"/>
                </a:lnTo>
                <a:lnTo>
                  <a:pt x="417552" y="404530"/>
                </a:lnTo>
                <a:lnTo>
                  <a:pt x="411041" y="411041"/>
                </a:lnTo>
                <a:moveTo>
                  <a:pt x="518915" y="518916"/>
                </a:moveTo>
                <a:lnTo>
                  <a:pt x="512404" y="525427"/>
                </a:lnTo>
                <a:lnTo>
                  <a:pt x="566341" y="579365"/>
                </a:lnTo>
                <a:lnTo>
                  <a:pt x="572852" y="572853"/>
                </a:lnTo>
                <a:lnTo>
                  <a:pt x="579364" y="566342"/>
                </a:lnTo>
                <a:lnTo>
                  <a:pt x="525427" y="512404"/>
                </a:lnTo>
                <a:lnTo>
                  <a:pt x="518915" y="518916"/>
                </a:lnTo>
                <a:moveTo>
                  <a:pt x="626790" y="626791"/>
                </a:moveTo>
                <a:lnTo>
                  <a:pt x="620279" y="633302"/>
                </a:lnTo>
                <a:lnTo>
                  <a:pt x="674216" y="687239"/>
                </a:lnTo>
                <a:lnTo>
                  <a:pt x="680727" y="680728"/>
                </a:lnTo>
                <a:lnTo>
                  <a:pt x="687239" y="674216"/>
                </a:lnTo>
                <a:lnTo>
                  <a:pt x="633301" y="620279"/>
                </a:lnTo>
                <a:lnTo>
                  <a:pt x="626790" y="626791"/>
                </a:lnTo>
                <a:moveTo>
                  <a:pt x="734665" y="734665"/>
                </a:moveTo>
                <a:lnTo>
                  <a:pt x="728152" y="741177"/>
                </a:lnTo>
                <a:lnTo>
                  <a:pt x="755121" y="768145"/>
                </a:lnTo>
                <a:lnTo>
                  <a:pt x="761634" y="761634"/>
                </a:lnTo>
                <a:lnTo>
                  <a:pt x="768145" y="755122"/>
                </a:lnTo>
                <a:lnTo>
                  <a:pt x="741176" y="728154"/>
                </a:lnTo>
                <a:lnTo>
                  <a:pt x="734665" y="734665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6" name="path-5285">
            <a:extLst xmlns:a="http://schemas.openxmlformats.org/drawingml/2006/main">
              <a:ext uri="{FF2B5EF4-FFF2-40B4-BE49-F238E27FC236}">
                <a16:creationId xmlns:a16="http://schemas.microsoft.com/office/drawing/2014/main" id="{67F777BB-00C5-4570-AF10-8D450CE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82" y="4775529"/>
            <a:ext cx="1220166" cy="741309"/>
          </a:xfrm>
          <a:custGeom xmlns:a="http://schemas.openxmlformats.org/drawingml/2006/main">
            <a:pathLst>
              <a:path w="1220166" h="741309">
                <a:moveTo>
                  <a:pt x="1220166" y="732100"/>
                </a:moveTo>
                <a:lnTo>
                  <a:pt x="1220166" y="741309"/>
                </a:lnTo>
                <a:lnTo>
                  <a:pt x="1184626" y="741309"/>
                </a:lnTo>
                <a:lnTo>
                  <a:pt x="1184626" y="732100"/>
                </a:lnTo>
                <a:lnTo>
                  <a:pt x="1184626" y="722891"/>
                </a:lnTo>
                <a:lnTo>
                  <a:pt x="1220166" y="722891"/>
                </a:lnTo>
                <a:lnTo>
                  <a:pt x="1220166" y="732100"/>
                </a:lnTo>
                <a:moveTo>
                  <a:pt x="1113545" y="732100"/>
                </a:moveTo>
                <a:lnTo>
                  <a:pt x="1113545" y="741309"/>
                </a:lnTo>
                <a:lnTo>
                  <a:pt x="1042465" y="741309"/>
                </a:lnTo>
                <a:lnTo>
                  <a:pt x="1042465" y="732100"/>
                </a:lnTo>
                <a:lnTo>
                  <a:pt x="1042465" y="722891"/>
                </a:lnTo>
                <a:lnTo>
                  <a:pt x="1113545" y="722891"/>
                </a:lnTo>
                <a:lnTo>
                  <a:pt x="1113545" y="732100"/>
                </a:lnTo>
                <a:moveTo>
                  <a:pt x="971384" y="732100"/>
                </a:moveTo>
                <a:lnTo>
                  <a:pt x="971384" y="741309"/>
                </a:lnTo>
                <a:lnTo>
                  <a:pt x="900304" y="741309"/>
                </a:lnTo>
                <a:lnTo>
                  <a:pt x="900304" y="732100"/>
                </a:lnTo>
                <a:lnTo>
                  <a:pt x="900304" y="722891"/>
                </a:lnTo>
                <a:lnTo>
                  <a:pt x="971384" y="722891"/>
                </a:lnTo>
                <a:lnTo>
                  <a:pt x="971384" y="732100"/>
                </a:lnTo>
                <a:moveTo>
                  <a:pt x="829224" y="732100"/>
                </a:moveTo>
                <a:lnTo>
                  <a:pt x="829224" y="741309"/>
                </a:lnTo>
                <a:lnTo>
                  <a:pt x="758143" y="741309"/>
                </a:lnTo>
                <a:lnTo>
                  <a:pt x="758143" y="732100"/>
                </a:lnTo>
                <a:lnTo>
                  <a:pt x="758143" y="722891"/>
                </a:lnTo>
                <a:lnTo>
                  <a:pt x="829224" y="722891"/>
                </a:lnTo>
                <a:lnTo>
                  <a:pt x="829224" y="732100"/>
                </a:lnTo>
                <a:moveTo>
                  <a:pt x="687062" y="732100"/>
                </a:moveTo>
                <a:lnTo>
                  <a:pt x="687062" y="741309"/>
                </a:lnTo>
                <a:lnTo>
                  <a:pt x="615983" y="741309"/>
                </a:lnTo>
                <a:lnTo>
                  <a:pt x="615983" y="732100"/>
                </a:lnTo>
                <a:lnTo>
                  <a:pt x="615983" y="722891"/>
                </a:lnTo>
                <a:lnTo>
                  <a:pt x="687062" y="722891"/>
                </a:lnTo>
                <a:lnTo>
                  <a:pt x="687062" y="732100"/>
                </a:lnTo>
                <a:moveTo>
                  <a:pt x="544902" y="732100"/>
                </a:moveTo>
                <a:lnTo>
                  <a:pt x="544902" y="741309"/>
                </a:lnTo>
                <a:lnTo>
                  <a:pt x="473821" y="741309"/>
                </a:lnTo>
                <a:lnTo>
                  <a:pt x="473821" y="732100"/>
                </a:lnTo>
                <a:lnTo>
                  <a:pt x="473821" y="722891"/>
                </a:lnTo>
                <a:lnTo>
                  <a:pt x="544902" y="722891"/>
                </a:lnTo>
                <a:lnTo>
                  <a:pt x="544902" y="732100"/>
                </a:lnTo>
                <a:moveTo>
                  <a:pt x="402741" y="732100"/>
                </a:moveTo>
                <a:lnTo>
                  <a:pt x="402741" y="741309"/>
                </a:lnTo>
                <a:lnTo>
                  <a:pt x="331661" y="741309"/>
                </a:lnTo>
                <a:lnTo>
                  <a:pt x="331661" y="732100"/>
                </a:lnTo>
                <a:lnTo>
                  <a:pt x="331661" y="722891"/>
                </a:lnTo>
                <a:lnTo>
                  <a:pt x="402741" y="722891"/>
                </a:lnTo>
                <a:lnTo>
                  <a:pt x="402741" y="732100"/>
                </a:lnTo>
                <a:moveTo>
                  <a:pt x="260580" y="732100"/>
                </a:moveTo>
                <a:lnTo>
                  <a:pt x="260580" y="741309"/>
                </a:lnTo>
                <a:lnTo>
                  <a:pt x="189500" y="741309"/>
                </a:lnTo>
                <a:lnTo>
                  <a:pt x="189500" y="732100"/>
                </a:lnTo>
                <a:lnTo>
                  <a:pt x="189500" y="722891"/>
                </a:lnTo>
                <a:lnTo>
                  <a:pt x="260580" y="722891"/>
                </a:lnTo>
                <a:lnTo>
                  <a:pt x="260580" y="732100"/>
                </a:lnTo>
                <a:moveTo>
                  <a:pt x="118420" y="732100"/>
                </a:moveTo>
                <a:lnTo>
                  <a:pt x="118420" y="741309"/>
                </a:lnTo>
                <a:lnTo>
                  <a:pt x="82879" y="741309"/>
                </a:lnTo>
                <a:lnTo>
                  <a:pt x="82879" y="732100"/>
                </a:lnTo>
                <a:lnTo>
                  <a:pt x="82879" y="722891"/>
                </a:lnTo>
                <a:lnTo>
                  <a:pt x="118420" y="722891"/>
                </a:lnTo>
                <a:lnTo>
                  <a:pt x="118420" y="732100"/>
                </a:lnTo>
                <a:moveTo>
                  <a:pt x="82879" y="732100"/>
                </a:moveTo>
                <a:lnTo>
                  <a:pt x="82879" y="741309"/>
                </a:lnTo>
                <a:cubicBezTo>
                  <a:pt x="71658" y="741309"/>
                  <a:pt x="60936" y="739074"/>
                  <a:pt x="51151" y="735016"/>
                </a:cubicBezTo>
                <a:lnTo>
                  <a:pt x="54679" y="726510"/>
                </a:lnTo>
                <a:lnTo>
                  <a:pt x="58206" y="718004"/>
                </a:lnTo>
                <a:cubicBezTo>
                  <a:pt x="65794" y="721150"/>
                  <a:pt x="74122" y="722891"/>
                  <a:pt x="82879" y="722891"/>
                </a:cubicBezTo>
                <a:lnTo>
                  <a:pt x="82879" y="732100"/>
                </a:lnTo>
                <a:moveTo>
                  <a:pt x="14799" y="686630"/>
                </a:moveTo>
                <a:lnTo>
                  <a:pt x="6292" y="690157"/>
                </a:lnTo>
                <a:cubicBezTo>
                  <a:pt x="2235" y="680372"/>
                  <a:pt x="0" y="669650"/>
                  <a:pt x="0" y="658430"/>
                </a:cubicBezTo>
                <a:lnTo>
                  <a:pt x="9209" y="658430"/>
                </a:lnTo>
                <a:lnTo>
                  <a:pt x="18417" y="658430"/>
                </a:lnTo>
                <a:cubicBezTo>
                  <a:pt x="18417" y="667187"/>
                  <a:pt x="20159" y="675514"/>
                  <a:pt x="23305" y="683102"/>
                </a:cubicBezTo>
                <a:lnTo>
                  <a:pt x="14799" y="686630"/>
                </a:lnTo>
                <a:moveTo>
                  <a:pt x="9209" y="658430"/>
                </a:moveTo>
                <a:lnTo>
                  <a:pt x="0" y="658430"/>
                </a:lnTo>
                <a:lnTo>
                  <a:pt x="0" y="617277"/>
                </a:lnTo>
                <a:lnTo>
                  <a:pt x="9209" y="617277"/>
                </a:lnTo>
                <a:lnTo>
                  <a:pt x="18417" y="617277"/>
                </a:lnTo>
                <a:lnTo>
                  <a:pt x="18417" y="658430"/>
                </a:lnTo>
                <a:lnTo>
                  <a:pt x="9209" y="658430"/>
                </a:lnTo>
                <a:moveTo>
                  <a:pt x="9209" y="534974"/>
                </a:moveTo>
                <a:lnTo>
                  <a:pt x="0" y="534974"/>
                </a:lnTo>
                <a:lnTo>
                  <a:pt x="0" y="452670"/>
                </a:lnTo>
                <a:lnTo>
                  <a:pt x="9209" y="452670"/>
                </a:lnTo>
                <a:lnTo>
                  <a:pt x="18417" y="452670"/>
                </a:lnTo>
                <a:lnTo>
                  <a:pt x="18417" y="534974"/>
                </a:lnTo>
                <a:lnTo>
                  <a:pt x="9209" y="534974"/>
                </a:lnTo>
                <a:moveTo>
                  <a:pt x="9209" y="370366"/>
                </a:moveTo>
                <a:lnTo>
                  <a:pt x="0" y="370366"/>
                </a:lnTo>
                <a:lnTo>
                  <a:pt x="0" y="288063"/>
                </a:lnTo>
                <a:lnTo>
                  <a:pt x="9209" y="288063"/>
                </a:lnTo>
                <a:lnTo>
                  <a:pt x="18417" y="288063"/>
                </a:lnTo>
                <a:lnTo>
                  <a:pt x="18417" y="370366"/>
                </a:lnTo>
                <a:lnTo>
                  <a:pt x="9209" y="370366"/>
                </a:lnTo>
                <a:moveTo>
                  <a:pt x="9209" y="205760"/>
                </a:moveTo>
                <a:lnTo>
                  <a:pt x="0" y="205760"/>
                </a:lnTo>
                <a:lnTo>
                  <a:pt x="0" y="123455"/>
                </a:lnTo>
                <a:lnTo>
                  <a:pt x="9209" y="123455"/>
                </a:lnTo>
                <a:lnTo>
                  <a:pt x="18417" y="123455"/>
                </a:lnTo>
                <a:lnTo>
                  <a:pt x="18417" y="205760"/>
                </a:lnTo>
                <a:lnTo>
                  <a:pt x="9209" y="205760"/>
                </a:lnTo>
                <a:moveTo>
                  <a:pt x="9209" y="41152"/>
                </a:moveTo>
                <a:lnTo>
                  <a:pt x="0" y="41152"/>
                </a:lnTo>
                <a:lnTo>
                  <a:pt x="0" y="0"/>
                </a:lnTo>
                <a:lnTo>
                  <a:pt x="9209" y="0"/>
                </a:lnTo>
                <a:lnTo>
                  <a:pt x="18417" y="0"/>
                </a:lnTo>
                <a:lnTo>
                  <a:pt x="18417" y="41152"/>
                </a:lnTo>
                <a:lnTo>
                  <a:pt x="9209" y="41152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7" name="path-5286">
            <a:extLst xmlns:a="http://schemas.openxmlformats.org/drawingml/2006/main">
              <a:ext uri="{FF2B5EF4-FFF2-40B4-BE49-F238E27FC236}">
                <a16:creationId xmlns:a16="http://schemas.microsoft.com/office/drawing/2014/main" id="{A3FAEF03-4111-4D29-93E2-1FF1D98D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869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8" name="path-5287">
            <a:extLst xmlns:a="http://schemas.openxmlformats.org/drawingml/2006/main">
              <a:ext uri="{FF2B5EF4-FFF2-40B4-BE49-F238E27FC236}">
                <a16:creationId xmlns:a16="http://schemas.microsoft.com/office/drawing/2014/main" id="{E9B0DEB8-7EBA-4FFF-A0FE-29241502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869" y="4310485"/>
            <a:ext cx="294682" cy="920880"/>
          </a:xfrm>
          <a:custGeom xmlns:a="http://schemas.openxmlformats.org/drawingml/2006/main">
            <a:pathLst>
              <a:path w="294682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2" y="884045"/>
                </a:lnTo>
                <a:lnTo>
                  <a:pt x="294682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9" name="path-5288">
            <a:extLst xmlns:a="http://schemas.openxmlformats.org/drawingml/2006/main">
              <a:ext uri="{FF2B5EF4-FFF2-40B4-BE49-F238E27FC236}">
                <a16:creationId xmlns:a16="http://schemas.microsoft.com/office/drawing/2014/main" id="{2BA5BD58-25BD-40DF-959D-226BC335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056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0" name="path-5289">
            <a:extLst xmlns:a="http://schemas.openxmlformats.org/drawingml/2006/main">
              <a:ext uri="{FF2B5EF4-FFF2-40B4-BE49-F238E27FC236}">
                <a16:creationId xmlns:a16="http://schemas.microsoft.com/office/drawing/2014/main" id="{489936B5-9678-4B4C-A6A1-4E0C62C2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056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1" name="path-5290">
            <a:extLst xmlns:a="http://schemas.openxmlformats.org/drawingml/2006/main">
              <a:ext uri="{FF2B5EF4-FFF2-40B4-BE49-F238E27FC236}">
                <a16:creationId xmlns:a16="http://schemas.microsoft.com/office/drawing/2014/main" id="{85ABED6B-E4AD-41E6-8700-BD13BD80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244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7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7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2" name="path-5291">
            <a:extLst xmlns:a="http://schemas.openxmlformats.org/drawingml/2006/main">
              <a:ext uri="{FF2B5EF4-FFF2-40B4-BE49-F238E27FC236}">
                <a16:creationId xmlns:a16="http://schemas.microsoft.com/office/drawing/2014/main" id="{0ABC5F56-AA4A-4132-AF66-0E4A7D63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244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5" y="920880"/>
                </a:lnTo>
                <a:lnTo>
                  <a:pt x="257846" y="920880"/>
                </a:lnTo>
                <a:lnTo>
                  <a:pt x="272184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4" y="2895"/>
                </a:lnTo>
                <a:lnTo>
                  <a:pt x="257846" y="0"/>
                </a:lnTo>
                <a:lnTo>
                  <a:pt x="36835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7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7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3" name="path-5292">
            <a:extLst xmlns:a="http://schemas.openxmlformats.org/drawingml/2006/main">
              <a:ext uri="{FF2B5EF4-FFF2-40B4-BE49-F238E27FC236}">
                <a16:creationId xmlns:a16="http://schemas.microsoft.com/office/drawing/2014/main" id="{341E3A56-1920-4CD1-A4E2-11CD7091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431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0" y="36835"/>
                </a:moveTo>
                <a:cubicBezTo>
                  <a:pt x="0" y="16492"/>
                  <a:pt x="16492" y="0"/>
                  <a:pt x="36835" y="0"/>
                </a:cubicBezTo>
                <a:lnTo>
                  <a:pt x="257846" y="0"/>
                </a:lnTo>
                <a:cubicBezTo>
                  <a:pt x="278190" y="0"/>
                  <a:pt x="294681" y="16492"/>
                  <a:pt x="294681" y="36835"/>
                </a:cubicBezTo>
                <a:lnTo>
                  <a:pt x="294681" y="884045"/>
                </a:lnTo>
                <a:cubicBezTo>
                  <a:pt x="294681" y="904388"/>
                  <a:pt x="278190" y="920880"/>
                  <a:pt x="257846" y="920880"/>
                </a:cubicBezTo>
                <a:lnTo>
                  <a:pt x="36835" y="920880"/>
                </a:lnTo>
                <a:cubicBezTo>
                  <a:pt x="16492" y="920880"/>
                  <a:pt x="0" y="904388"/>
                  <a:pt x="0" y="884045"/>
                </a:cubicBezTo>
                <a:lnTo>
                  <a:pt x="0" y="36835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4" name="path-5293">
            <a:extLst xmlns:a="http://schemas.openxmlformats.org/drawingml/2006/main">
              <a:ext uri="{FF2B5EF4-FFF2-40B4-BE49-F238E27FC236}">
                <a16:creationId xmlns:a16="http://schemas.microsoft.com/office/drawing/2014/main" id="{B7C6255E-5D36-483C-8DD9-932FF116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431" y="4310485"/>
            <a:ext cx="294681" cy="920880"/>
          </a:xfrm>
          <a:custGeom xmlns:a="http://schemas.openxmlformats.org/drawingml/2006/main">
            <a:pathLst>
              <a:path w="294681" h="920880">
                <a:moveTo>
                  <a:pt x="2895" y="898383"/>
                </a:moveTo>
                <a:lnTo>
                  <a:pt x="10789" y="910091"/>
                </a:lnTo>
                <a:lnTo>
                  <a:pt x="22497" y="917985"/>
                </a:lnTo>
                <a:lnTo>
                  <a:pt x="36836" y="920880"/>
                </a:lnTo>
                <a:lnTo>
                  <a:pt x="257847" y="920880"/>
                </a:lnTo>
                <a:lnTo>
                  <a:pt x="272185" y="917985"/>
                </a:lnTo>
                <a:lnTo>
                  <a:pt x="283893" y="910091"/>
                </a:lnTo>
                <a:lnTo>
                  <a:pt x="291787" y="898383"/>
                </a:lnTo>
                <a:lnTo>
                  <a:pt x="294681" y="884045"/>
                </a:lnTo>
                <a:lnTo>
                  <a:pt x="294681" y="36835"/>
                </a:lnTo>
                <a:lnTo>
                  <a:pt x="291787" y="22497"/>
                </a:lnTo>
                <a:lnTo>
                  <a:pt x="283893" y="10789"/>
                </a:lnTo>
                <a:lnTo>
                  <a:pt x="272185" y="2895"/>
                </a:lnTo>
                <a:lnTo>
                  <a:pt x="25784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7"/>
                </a:lnTo>
                <a:lnTo>
                  <a:pt x="0" y="36835"/>
                </a:lnTo>
                <a:lnTo>
                  <a:pt x="0" y="884045"/>
                </a:lnTo>
                <a:lnTo>
                  <a:pt x="2895" y="898383"/>
                </a:lnTo>
                <a:close/>
                <a:moveTo>
                  <a:pt x="267142" y="20932"/>
                </a:moveTo>
                <a:lnTo>
                  <a:pt x="273750" y="27539"/>
                </a:lnTo>
                <a:lnTo>
                  <a:pt x="276264" y="36835"/>
                </a:lnTo>
                <a:lnTo>
                  <a:pt x="276264" y="884045"/>
                </a:lnTo>
                <a:lnTo>
                  <a:pt x="273750" y="893341"/>
                </a:lnTo>
                <a:lnTo>
                  <a:pt x="267142" y="899948"/>
                </a:lnTo>
                <a:lnTo>
                  <a:pt x="257846" y="902462"/>
                </a:lnTo>
                <a:lnTo>
                  <a:pt x="36835" y="902462"/>
                </a:lnTo>
                <a:lnTo>
                  <a:pt x="27540" y="899948"/>
                </a:lnTo>
                <a:lnTo>
                  <a:pt x="20932" y="893341"/>
                </a:lnTo>
                <a:lnTo>
                  <a:pt x="18418" y="884045"/>
                </a:lnTo>
                <a:lnTo>
                  <a:pt x="18418" y="36835"/>
                </a:lnTo>
                <a:lnTo>
                  <a:pt x="20932" y="27539"/>
                </a:lnTo>
                <a:lnTo>
                  <a:pt x="27540" y="20932"/>
                </a:lnTo>
                <a:lnTo>
                  <a:pt x="36835" y="18417"/>
                </a:lnTo>
                <a:lnTo>
                  <a:pt x="257846" y="18417"/>
                </a:lnTo>
                <a:lnTo>
                  <a:pt x="267142" y="2093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5" name="path-5294">
            <a:extLst xmlns:a="http://schemas.openxmlformats.org/drawingml/2006/main">
              <a:ext uri="{FF2B5EF4-FFF2-40B4-BE49-F238E27FC236}">
                <a16:creationId xmlns:a16="http://schemas.microsoft.com/office/drawing/2014/main" id="{012A60E8-CAE6-438D-88F0-1BEFC41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179" y="5176112"/>
            <a:ext cx="331516" cy="331517"/>
          </a:xfrm>
          <a:custGeom xmlns:a="http://schemas.openxmlformats.org/drawingml/2006/main">
            <a:pathLst>
              <a:path w="331516" h="331517">
                <a:moveTo>
                  <a:pt x="0" y="0"/>
                </a:moveTo>
                <a:lnTo>
                  <a:pt x="331516" y="0"/>
                </a:lnTo>
                <a:lnTo>
                  <a:pt x="331516" y="331517"/>
                </a:lnTo>
                <a:lnTo>
                  <a:pt x="0" y="3315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6" name="path-5295">
            <a:extLst xmlns:a="http://schemas.openxmlformats.org/drawingml/2006/main">
              <a:ext uri="{FF2B5EF4-FFF2-40B4-BE49-F238E27FC236}">
                <a16:creationId xmlns:a16="http://schemas.microsoft.com/office/drawing/2014/main" id="{6F1C47A3-5829-446B-9800-923EB3D0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179" y="5176112"/>
            <a:ext cx="331518" cy="331517"/>
          </a:xfrm>
          <a:custGeom xmlns:a="http://schemas.openxmlformats.org/drawingml/2006/main">
            <a:pathLst>
              <a:path w="331518" h="331517">
                <a:moveTo>
                  <a:pt x="331518" y="331517"/>
                </a:moveTo>
                <a:lnTo>
                  <a:pt x="331518" y="0"/>
                </a:lnTo>
                <a:lnTo>
                  <a:pt x="0" y="0"/>
                </a:lnTo>
                <a:lnTo>
                  <a:pt x="0" y="331517"/>
                </a:lnTo>
                <a:lnTo>
                  <a:pt x="331518" y="331517"/>
                </a:lnTo>
                <a:close/>
                <a:moveTo>
                  <a:pt x="294682" y="294682"/>
                </a:moveTo>
                <a:lnTo>
                  <a:pt x="36836" y="294682"/>
                </a:lnTo>
                <a:lnTo>
                  <a:pt x="36836" y="36836"/>
                </a:lnTo>
                <a:lnTo>
                  <a:pt x="294682" y="36836"/>
                </a:lnTo>
                <a:lnTo>
                  <a:pt x="294682" y="294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7" name="path-5296">
            <a:extLst xmlns:a="http://schemas.openxmlformats.org/drawingml/2006/main">
              <a:ext uri="{FF2B5EF4-FFF2-40B4-BE49-F238E27FC236}">
                <a16:creationId xmlns:a16="http://schemas.microsoft.com/office/drawing/2014/main" id="{3149ED1C-21DC-4ACF-A928-9FC4DAB8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549" y="4752507"/>
            <a:ext cx="414703" cy="359143"/>
          </a:xfrm>
          <a:custGeom xmlns:a="http://schemas.openxmlformats.org/drawingml/2006/main">
            <a:pathLst>
              <a:path w="414703" h="359143">
                <a:moveTo>
                  <a:pt x="207352" y="0"/>
                </a:moveTo>
                <a:lnTo>
                  <a:pt x="414703" y="359143"/>
                </a:lnTo>
                <a:lnTo>
                  <a:pt x="0" y="359143"/>
                </a:lnTo>
                <a:lnTo>
                  <a:pt x="2073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8" name="path-5297">
            <a:extLst xmlns:a="http://schemas.openxmlformats.org/drawingml/2006/main">
              <a:ext uri="{FF2B5EF4-FFF2-40B4-BE49-F238E27FC236}">
                <a16:creationId xmlns:a16="http://schemas.microsoft.com/office/drawing/2014/main" id="{A50D5B55-35B4-4491-A6EE-A727E53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549" y="4752507"/>
            <a:ext cx="414703" cy="359143"/>
          </a:xfrm>
          <a:custGeom xmlns:a="http://schemas.openxmlformats.org/drawingml/2006/main">
            <a:pathLst>
              <a:path w="414703" h="359143">
                <a:moveTo>
                  <a:pt x="414703" y="359143"/>
                </a:moveTo>
                <a:lnTo>
                  <a:pt x="207351" y="0"/>
                </a:lnTo>
                <a:lnTo>
                  <a:pt x="0" y="359143"/>
                </a:lnTo>
                <a:lnTo>
                  <a:pt x="414703" y="359143"/>
                </a:lnTo>
                <a:close/>
                <a:moveTo>
                  <a:pt x="63801" y="322308"/>
                </a:moveTo>
                <a:lnTo>
                  <a:pt x="207352" y="73671"/>
                </a:lnTo>
                <a:lnTo>
                  <a:pt x="350903" y="322308"/>
                </a:lnTo>
                <a:lnTo>
                  <a:pt x="63801" y="3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9" name="path-5298">
            <a:extLst xmlns:a="http://schemas.openxmlformats.org/drawingml/2006/main">
              <a:ext uri="{FF2B5EF4-FFF2-40B4-BE49-F238E27FC236}">
                <a16:creationId xmlns:a16="http://schemas.microsoft.com/office/drawing/2014/main" id="{651FC896-72C6-4B96-9CAC-1E373C6C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908" y="5112917"/>
            <a:ext cx="19525" cy="71137"/>
          </a:xfrm>
          <a:custGeom xmlns:a="http://schemas.openxmlformats.org/drawingml/2006/main">
            <a:pathLst>
              <a:path w="19525" h="71137">
                <a:moveTo>
                  <a:pt x="9190" y="594"/>
                </a:moveTo>
                <a:lnTo>
                  <a:pt x="9190" y="594"/>
                </a:lnTo>
                <a:lnTo>
                  <a:pt x="0" y="1188"/>
                </a:lnTo>
                <a:lnTo>
                  <a:pt x="613" y="12584"/>
                </a:lnTo>
                <a:lnTo>
                  <a:pt x="983" y="24045"/>
                </a:lnTo>
                <a:lnTo>
                  <a:pt x="1107" y="35569"/>
                </a:lnTo>
                <a:lnTo>
                  <a:pt x="983" y="47092"/>
                </a:lnTo>
                <a:lnTo>
                  <a:pt x="613" y="58553"/>
                </a:lnTo>
                <a:lnTo>
                  <a:pt x="0" y="69950"/>
                </a:lnTo>
                <a:lnTo>
                  <a:pt x="18377" y="71137"/>
                </a:lnTo>
                <a:lnTo>
                  <a:pt x="19235" y="53503"/>
                </a:lnTo>
                <a:lnTo>
                  <a:pt x="19525" y="35569"/>
                </a:lnTo>
                <a:lnTo>
                  <a:pt x="19235" y="17634"/>
                </a:lnTo>
                <a:lnTo>
                  <a:pt x="18377" y="0"/>
                </a:lnTo>
                <a:lnTo>
                  <a:pt x="9190" y="5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0" name="path-5299">
            <a:extLst xmlns:a="http://schemas.openxmlformats.org/drawingml/2006/main">
              <a:ext uri="{FF2B5EF4-FFF2-40B4-BE49-F238E27FC236}">
                <a16:creationId xmlns:a16="http://schemas.microsoft.com/office/drawing/2014/main" id="{7CA414FF-4FE8-4B10-9C56-DA12EE77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293" y="4973791"/>
            <a:ext cx="35787" cy="72234"/>
          </a:xfrm>
          <a:custGeom xmlns:a="http://schemas.openxmlformats.org/drawingml/2006/main">
            <a:pathLst>
              <a:path w="35787" h="72234">
                <a:moveTo>
                  <a:pt x="5221" y="22159"/>
                </a:moveTo>
                <a:lnTo>
                  <a:pt x="9923" y="38637"/>
                </a:lnTo>
                <a:lnTo>
                  <a:pt x="14096" y="55332"/>
                </a:lnTo>
                <a:lnTo>
                  <a:pt x="17731" y="72234"/>
                </a:lnTo>
                <a:lnTo>
                  <a:pt x="26765" y="70447"/>
                </a:lnTo>
                <a:lnTo>
                  <a:pt x="26765" y="70447"/>
                </a:lnTo>
                <a:lnTo>
                  <a:pt x="35787" y="68662"/>
                </a:lnTo>
                <a:lnTo>
                  <a:pt x="32349" y="52519"/>
                </a:lnTo>
                <a:lnTo>
                  <a:pt x="28222" y="35790"/>
                </a:lnTo>
                <a:lnTo>
                  <a:pt x="23584" y="19269"/>
                </a:lnTo>
                <a:lnTo>
                  <a:pt x="18442" y="2964"/>
                </a:lnTo>
                <a:lnTo>
                  <a:pt x="17403" y="0"/>
                </a:lnTo>
                <a:lnTo>
                  <a:pt x="0" y="5906"/>
                </a:lnTo>
                <a:lnTo>
                  <a:pt x="5221" y="2215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1" name="path-5300">
            <a:extLst xmlns:a="http://schemas.openxmlformats.org/drawingml/2006/main">
              <a:ext uri="{FF2B5EF4-FFF2-40B4-BE49-F238E27FC236}">
                <a16:creationId xmlns:a16="http://schemas.microsoft.com/office/drawing/2014/main" id="{C1925476-997E-48FA-A8FB-6DC965E0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615" y="4846643"/>
            <a:ext cx="50842" cy="69645"/>
          </a:xfrm>
          <a:custGeom xmlns:a="http://schemas.openxmlformats.org/drawingml/2006/main">
            <a:pathLst>
              <a:path w="50842" h="69645">
                <a:moveTo>
                  <a:pt x="34385" y="69645"/>
                </a:moveTo>
                <a:lnTo>
                  <a:pt x="42641" y="65566"/>
                </a:lnTo>
                <a:lnTo>
                  <a:pt x="42641" y="65566"/>
                </a:lnTo>
                <a:lnTo>
                  <a:pt x="50842" y="61513"/>
                </a:lnTo>
                <a:lnTo>
                  <a:pt x="46174" y="52156"/>
                </a:lnTo>
                <a:lnTo>
                  <a:pt x="38201" y="37341"/>
                </a:lnTo>
                <a:lnTo>
                  <a:pt x="29787" y="22805"/>
                </a:lnTo>
                <a:lnTo>
                  <a:pt x="20941" y="8558"/>
                </a:lnTo>
                <a:lnTo>
                  <a:pt x="15254" y="0"/>
                </a:lnTo>
                <a:lnTo>
                  <a:pt x="7653" y="5089"/>
                </a:lnTo>
                <a:lnTo>
                  <a:pt x="7653" y="5089"/>
                </a:lnTo>
                <a:lnTo>
                  <a:pt x="0" y="10212"/>
                </a:lnTo>
                <a:lnTo>
                  <a:pt x="9300" y="24605"/>
                </a:lnTo>
                <a:lnTo>
                  <a:pt x="18138" y="39315"/>
                </a:lnTo>
                <a:lnTo>
                  <a:pt x="26502" y="54332"/>
                </a:lnTo>
                <a:lnTo>
                  <a:pt x="34385" y="6964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2" name="path-5301">
            <a:extLst xmlns:a="http://schemas.openxmlformats.org/drawingml/2006/main">
              <a:ext uri="{FF2B5EF4-FFF2-40B4-BE49-F238E27FC236}">
                <a16:creationId xmlns:a16="http://schemas.microsoft.com/office/drawing/2014/main" id="{6773D18B-5CD0-4942-BCDF-2798D507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202" y="4740011"/>
            <a:ext cx="62386" cy="62386"/>
          </a:xfrm>
          <a:custGeom xmlns:a="http://schemas.openxmlformats.org/drawingml/2006/main">
            <a:pathLst>
              <a:path w="62386" h="62386">
                <a:moveTo>
                  <a:pt x="62386" y="50255"/>
                </a:moveTo>
                <a:lnTo>
                  <a:pt x="60962" y="48595"/>
                </a:lnTo>
                <a:lnTo>
                  <a:pt x="49714" y="36267"/>
                </a:lnTo>
                <a:lnTo>
                  <a:pt x="38097" y="24290"/>
                </a:lnTo>
                <a:lnTo>
                  <a:pt x="26119" y="12673"/>
                </a:lnTo>
                <a:lnTo>
                  <a:pt x="13791" y="1425"/>
                </a:lnTo>
                <a:lnTo>
                  <a:pt x="12130" y="0"/>
                </a:lnTo>
                <a:lnTo>
                  <a:pt x="6075" y="6899"/>
                </a:lnTo>
                <a:lnTo>
                  <a:pt x="0" y="13820"/>
                </a:lnTo>
                <a:lnTo>
                  <a:pt x="12729" y="25364"/>
                </a:lnTo>
                <a:lnTo>
                  <a:pt x="25073" y="37313"/>
                </a:lnTo>
                <a:lnTo>
                  <a:pt x="37022" y="49657"/>
                </a:lnTo>
                <a:lnTo>
                  <a:pt x="48565" y="62386"/>
                </a:lnTo>
                <a:lnTo>
                  <a:pt x="55487" y="56311"/>
                </a:lnTo>
                <a:lnTo>
                  <a:pt x="55487" y="56311"/>
                </a:lnTo>
                <a:lnTo>
                  <a:pt x="62386" y="5025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3" name="path-5302">
            <a:extLst xmlns:a="http://schemas.openxmlformats.org/drawingml/2006/main">
              <a:ext uri="{FF2B5EF4-FFF2-40B4-BE49-F238E27FC236}">
                <a16:creationId xmlns:a16="http://schemas.microsoft.com/office/drawing/2014/main" id="{AACD10C2-E438-4C4A-8D40-903A5EF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312" y="4661143"/>
            <a:ext cx="69645" cy="50841"/>
          </a:xfrm>
          <a:custGeom xmlns:a="http://schemas.openxmlformats.org/drawingml/2006/main">
            <a:pathLst>
              <a:path w="69645" h="50841">
                <a:moveTo>
                  <a:pt x="0" y="16457"/>
                </a:moveTo>
                <a:lnTo>
                  <a:pt x="15313" y="24339"/>
                </a:lnTo>
                <a:lnTo>
                  <a:pt x="30329" y="32704"/>
                </a:lnTo>
                <a:lnTo>
                  <a:pt x="45039" y="41542"/>
                </a:lnTo>
                <a:lnTo>
                  <a:pt x="59433" y="50841"/>
                </a:lnTo>
                <a:lnTo>
                  <a:pt x="69645" y="35588"/>
                </a:lnTo>
                <a:lnTo>
                  <a:pt x="61087" y="29901"/>
                </a:lnTo>
                <a:lnTo>
                  <a:pt x="46840" y="21055"/>
                </a:lnTo>
                <a:lnTo>
                  <a:pt x="32304" y="12641"/>
                </a:lnTo>
                <a:lnTo>
                  <a:pt x="17489" y="4668"/>
                </a:lnTo>
                <a:lnTo>
                  <a:pt x="8130" y="0"/>
                </a:lnTo>
                <a:lnTo>
                  <a:pt x="0" y="1645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4" name="path-5303">
            <a:extLst xmlns:a="http://schemas.openxmlformats.org/drawingml/2006/main">
              <a:ext uri="{FF2B5EF4-FFF2-40B4-BE49-F238E27FC236}">
                <a16:creationId xmlns:a16="http://schemas.microsoft.com/office/drawing/2014/main" id="{3E83ADE3-0385-403F-A6FA-138B442F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575" y="4615520"/>
            <a:ext cx="72234" cy="35787"/>
          </a:xfrm>
          <a:custGeom xmlns:a="http://schemas.openxmlformats.org/drawingml/2006/main">
            <a:pathLst>
              <a:path w="72234" h="35787">
                <a:moveTo>
                  <a:pt x="16902" y="21691"/>
                </a:moveTo>
                <a:lnTo>
                  <a:pt x="33596" y="25865"/>
                </a:lnTo>
                <a:lnTo>
                  <a:pt x="50075" y="30566"/>
                </a:lnTo>
                <a:lnTo>
                  <a:pt x="66327" y="35787"/>
                </a:lnTo>
                <a:lnTo>
                  <a:pt x="69287" y="27066"/>
                </a:lnTo>
                <a:lnTo>
                  <a:pt x="69288" y="27066"/>
                </a:lnTo>
                <a:lnTo>
                  <a:pt x="72234" y="18384"/>
                </a:lnTo>
                <a:lnTo>
                  <a:pt x="69270" y="17345"/>
                </a:lnTo>
                <a:lnTo>
                  <a:pt x="52965" y="12203"/>
                </a:lnTo>
                <a:lnTo>
                  <a:pt x="36444" y="7564"/>
                </a:lnTo>
                <a:lnTo>
                  <a:pt x="19715" y="3438"/>
                </a:lnTo>
                <a:lnTo>
                  <a:pt x="3572" y="0"/>
                </a:lnTo>
                <a:lnTo>
                  <a:pt x="1786" y="9022"/>
                </a:lnTo>
                <a:lnTo>
                  <a:pt x="1787" y="9022"/>
                </a:lnTo>
                <a:lnTo>
                  <a:pt x="0" y="18056"/>
                </a:lnTo>
                <a:lnTo>
                  <a:pt x="16902" y="2169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5" name="path-5304">
            <a:extLst xmlns:a="http://schemas.openxmlformats.org/drawingml/2006/main">
              <a:ext uri="{FF2B5EF4-FFF2-40B4-BE49-F238E27FC236}">
                <a16:creationId xmlns:a16="http://schemas.microsoft.com/office/drawing/2014/main" id="{960230ED-3AB8-442B-BC4D-C95BC96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545" y="4605166"/>
            <a:ext cx="71137" cy="19525"/>
          </a:xfrm>
          <a:custGeom xmlns:a="http://schemas.openxmlformats.org/drawingml/2006/main">
            <a:pathLst>
              <a:path w="71137" h="19525">
                <a:moveTo>
                  <a:pt x="71137" y="1148"/>
                </a:moveTo>
                <a:lnTo>
                  <a:pt x="53503" y="290"/>
                </a:lnTo>
                <a:lnTo>
                  <a:pt x="35569" y="0"/>
                </a:lnTo>
                <a:lnTo>
                  <a:pt x="17634" y="290"/>
                </a:lnTo>
                <a:lnTo>
                  <a:pt x="0" y="1148"/>
                </a:lnTo>
                <a:lnTo>
                  <a:pt x="594" y="10336"/>
                </a:lnTo>
                <a:lnTo>
                  <a:pt x="594" y="10336"/>
                </a:lnTo>
                <a:lnTo>
                  <a:pt x="1187" y="19525"/>
                </a:lnTo>
                <a:lnTo>
                  <a:pt x="12584" y="18912"/>
                </a:lnTo>
                <a:lnTo>
                  <a:pt x="24045" y="18542"/>
                </a:lnTo>
                <a:lnTo>
                  <a:pt x="35569" y="18418"/>
                </a:lnTo>
                <a:lnTo>
                  <a:pt x="47092" y="18542"/>
                </a:lnTo>
                <a:lnTo>
                  <a:pt x="58553" y="18912"/>
                </a:lnTo>
                <a:lnTo>
                  <a:pt x="69950" y="19525"/>
                </a:lnTo>
                <a:lnTo>
                  <a:pt x="70544" y="10336"/>
                </a:lnTo>
                <a:lnTo>
                  <a:pt x="70544" y="10336"/>
                </a:lnTo>
                <a:lnTo>
                  <a:pt x="71137" y="114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6" name="path-5305">
            <a:extLst xmlns:a="http://schemas.openxmlformats.org/drawingml/2006/main">
              <a:ext uri="{FF2B5EF4-FFF2-40B4-BE49-F238E27FC236}">
                <a16:creationId xmlns:a16="http://schemas.microsoft.com/office/drawing/2014/main" id="{A9B7F608-359C-42EB-B9CC-805B31D3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419" y="4615520"/>
            <a:ext cx="72234" cy="35787"/>
          </a:xfrm>
          <a:custGeom xmlns:a="http://schemas.openxmlformats.org/drawingml/2006/main">
            <a:pathLst>
              <a:path w="72234" h="35787">
                <a:moveTo>
                  <a:pt x="5906" y="35787"/>
                </a:moveTo>
                <a:lnTo>
                  <a:pt x="22159" y="30566"/>
                </a:lnTo>
                <a:lnTo>
                  <a:pt x="38637" y="25865"/>
                </a:lnTo>
                <a:lnTo>
                  <a:pt x="55332" y="21691"/>
                </a:lnTo>
                <a:lnTo>
                  <a:pt x="72234" y="18056"/>
                </a:lnTo>
                <a:lnTo>
                  <a:pt x="70447" y="9022"/>
                </a:lnTo>
                <a:lnTo>
                  <a:pt x="70447" y="9022"/>
                </a:lnTo>
                <a:lnTo>
                  <a:pt x="68662" y="0"/>
                </a:lnTo>
                <a:lnTo>
                  <a:pt x="52519" y="3438"/>
                </a:lnTo>
                <a:lnTo>
                  <a:pt x="35790" y="7564"/>
                </a:lnTo>
                <a:lnTo>
                  <a:pt x="19269" y="12203"/>
                </a:lnTo>
                <a:lnTo>
                  <a:pt x="2964" y="17345"/>
                </a:lnTo>
                <a:lnTo>
                  <a:pt x="0" y="18384"/>
                </a:lnTo>
                <a:lnTo>
                  <a:pt x="5906" y="3578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7" name="path-5306">
            <a:extLst xmlns:a="http://schemas.openxmlformats.org/drawingml/2006/main">
              <a:ext uri="{FF2B5EF4-FFF2-40B4-BE49-F238E27FC236}">
                <a16:creationId xmlns:a16="http://schemas.microsoft.com/office/drawing/2014/main" id="{85D8A3DB-567C-4A6E-86AC-6724626A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271" y="4661144"/>
            <a:ext cx="69645" cy="50841"/>
          </a:xfrm>
          <a:custGeom xmlns:a="http://schemas.openxmlformats.org/drawingml/2006/main">
            <a:pathLst>
              <a:path w="69645" h="50841">
                <a:moveTo>
                  <a:pt x="39315" y="32704"/>
                </a:moveTo>
                <a:lnTo>
                  <a:pt x="54332" y="24339"/>
                </a:lnTo>
                <a:lnTo>
                  <a:pt x="69645" y="16457"/>
                </a:lnTo>
                <a:lnTo>
                  <a:pt x="61514" y="0"/>
                </a:lnTo>
                <a:lnTo>
                  <a:pt x="52156" y="4667"/>
                </a:lnTo>
                <a:lnTo>
                  <a:pt x="37341" y="12641"/>
                </a:lnTo>
                <a:lnTo>
                  <a:pt x="22806" y="21055"/>
                </a:lnTo>
                <a:lnTo>
                  <a:pt x="8559" y="29901"/>
                </a:lnTo>
                <a:lnTo>
                  <a:pt x="0" y="35587"/>
                </a:lnTo>
                <a:lnTo>
                  <a:pt x="5089" y="43189"/>
                </a:lnTo>
                <a:lnTo>
                  <a:pt x="5089" y="43189"/>
                </a:lnTo>
                <a:lnTo>
                  <a:pt x="10213" y="50841"/>
                </a:lnTo>
                <a:lnTo>
                  <a:pt x="24605" y="41541"/>
                </a:lnTo>
                <a:lnTo>
                  <a:pt x="39315" y="3270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8" name="path-5307">
            <a:extLst xmlns:a="http://schemas.openxmlformats.org/drawingml/2006/main">
              <a:ext uri="{FF2B5EF4-FFF2-40B4-BE49-F238E27FC236}">
                <a16:creationId xmlns:a16="http://schemas.microsoft.com/office/drawing/2014/main" id="{9E52EACB-B1DA-4CEC-BD6C-82557306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639" y="4740011"/>
            <a:ext cx="62385" cy="62386"/>
          </a:xfrm>
          <a:custGeom xmlns:a="http://schemas.openxmlformats.org/drawingml/2006/main">
            <a:pathLst>
              <a:path w="62385" h="62386">
                <a:moveTo>
                  <a:pt x="6899" y="56311"/>
                </a:moveTo>
                <a:lnTo>
                  <a:pt x="6900" y="56311"/>
                </a:lnTo>
                <a:lnTo>
                  <a:pt x="13821" y="62386"/>
                </a:lnTo>
                <a:lnTo>
                  <a:pt x="25364" y="49657"/>
                </a:lnTo>
                <a:lnTo>
                  <a:pt x="37313" y="37313"/>
                </a:lnTo>
                <a:lnTo>
                  <a:pt x="49657" y="25364"/>
                </a:lnTo>
                <a:lnTo>
                  <a:pt x="62385" y="13820"/>
                </a:lnTo>
                <a:lnTo>
                  <a:pt x="56312" y="6900"/>
                </a:lnTo>
                <a:lnTo>
                  <a:pt x="56312" y="6900"/>
                </a:lnTo>
                <a:lnTo>
                  <a:pt x="50256" y="0"/>
                </a:lnTo>
                <a:lnTo>
                  <a:pt x="48595" y="1425"/>
                </a:lnTo>
                <a:lnTo>
                  <a:pt x="36267" y="12673"/>
                </a:lnTo>
                <a:lnTo>
                  <a:pt x="24290" y="24290"/>
                </a:lnTo>
                <a:lnTo>
                  <a:pt x="12673" y="36267"/>
                </a:lnTo>
                <a:lnTo>
                  <a:pt x="1425" y="48595"/>
                </a:lnTo>
                <a:lnTo>
                  <a:pt x="0" y="50256"/>
                </a:lnTo>
                <a:lnTo>
                  <a:pt x="6899" y="5631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9" name="path-5308">
            <a:extLst xmlns:a="http://schemas.openxmlformats.org/drawingml/2006/main">
              <a:ext uri="{FF2B5EF4-FFF2-40B4-BE49-F238E27FC236}">
                <a16:creationId xmlns:a16="http://schemas.microsoft.com/office/drawing/2014/main" id="{47CFD91D-CB53-4886-81BD-2ED67E5C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72" y="4846643"/>
            <a:ext cx="50842" cy="69645"/>
          </a:xfrm>
          <a:custGeom xmlns:a="http://schemas.openxmlformats.org/drawingml/2006/main">
            <a:pathLst>
              <a:path w="50842" h="69645">
                <a:moveTo>
                  <a:pt x="43189" y="5089"/>
                </a:moveTo>
                <a:lnTo>
                  <a:pt x="43189" y="5089"/>
                </a:lnTo>
                <a:lnTo>
                  <a:pt x="35587" y="0"/>
                </a:lnTo>
                <a:lnTo>
                  <a:pt x="29901" y="8558"/>
                </a:lnTo>
                <a:lnTo>
                  <a:pt x="21055" y="22805"/>
                </a:lnTo>
                <a:lnTo>
                  <a:pt x="12641" y="37341"/>
                </a:lnTo>
                <a:lnTo>
                  <a:pt x="4667" y="52156"/>
                </a:lnTo>
                <a:lnTo>
                  <a:pt x="0" y="61513"/>
                </a:lnTo>
                <a:lnTo>
                  <a:pt x="8201" y="65566"/>
                </a:lnTo>
                <a:lnTo>
                  <a:pt x="8201" y="65566"/>
                </a:lnTo>
                <a:lnTo>
                  <a:pt x="16457" y="69645"/>
                </a:lnTo>
                <a:lnTo>
                  <a:pt x="24339" y="54332"/>
                </a:lnTo>
                <a:lnTo>
                  <a:pt x="32704" y="39315"/>
                </a:lnTo>
                <a:lnTo>
                  <a:pt x="41541" y="24605"/>
                </a:lnTo>
                <a:lnTo>
                  <a:pt x="50842" y="10212"/>
                </a:lnTo>
                <a:lnTo>
                  <a:pt x="43189" y="508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0" name="path-5309">
            <a:extLst xmlns:a="http://schemas.openxmlformats.org/drawingml/2006/main">
              <a:ext uri="{FF2B5EF4-FFF2-40B4-BE49-F238E27FC236}">
                <a16:creationId xmlns:a16="http://schemas.microsoft.com/office/drawing/2014/main" id="{09E546A2-3959-4C10-953A-85B6FAAE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148" y="4973791"/>
            <a:ext cx="35787" cy="72234"/>
          </a:xfrm>
          <a:custGeom xmlns:a="http://schemas.openxmlformats.org/drawingml/2006/main">
            <a:pathLst>
              <a:path w="35787" h="72234">
                <a:moveTo>
                  <a:pt x="9022" y="70447"/>
                </a:moveTo>
                <a:lnTo>
                  <a:pt x="18056" y="72234"/>
                </a:lnTo>
                <a:lnTo>
                  <a:pt x="21691" y="55332"/>
                </a:lnTo>
                <a:lnTo>
                  <a:pt x="25864" y="38637"/>
                </a:lnTo>
                <a:lnTo>
                  <a:pt x="30566" y="22158"/>
                </a:lnTo>
                <a:lnTo>
                  <a:pt x="35787" y="5906"/>
                </a:lnTo>
                <a:lnTo>
                  <a:pt x="18384" y="0"/>
                </a:lnTo>
                <a:lnTo>
                  <a:pt x="17345" y="2964"/>
                </a:lnTo>
                <a:lnTo>
                  <a:pt x="12203" y="19268"/>
                </a:lnTo>
                <a:lnTo>
                  <a:pt x="7565" y="35790"/>
                </a:lnTo>
                <a:lnTo>
                  <a:pt x="3438" y="52519"/>
                </a:lnTo>
                <a:lnTo>
                  <a:pt x="0" y="68662"/>
                </a:lnTo>
                <a:lnTo>
                  <a:pt x="9022" y="7044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1" name="path-5310">
            <a:extLst xmlns:a="http://schemas.openxmlformats.org/drawingml/2006/main">
              <a:ext uri="{FF2B5EF4-FFF2-40B4-BE49-F238E27FC236}">
                <a16:creationId xmlns:a16="http://schemas.microsoft.com/office/drawing/2014/main" id="{10FE88A8-53FA-4834-AFF2-3B7A0A35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795" y="5112917"/>
            <a:ext cx="19525" cy="71137"/>
          </a:xfrm>
          <a:custGeom xmlns:a="http://schemas.openxmlformats.org/drawingml/2006/main">
            <a:pathLst>
              <a:path w="19525" h="71137">
                <a:moveTo>
                  <a:pt x="19525" y="69950"/>
                </a:moveTo>
                <a:lnTo>
                  <a:pt x="18912" y="58553"/>
                </a:lnTo>
                <a:lnTo>
                  <a:pt x="18541" y="47092"/>
                </a:lnTo>
                <a:lnTo>
                  <a:pt x="18417" y="35569"/>
                </a:lnTo>
                <a:lnTo>
                  <a:pt x="18541" y="24045"/>
                </a:lnTo>
                <a:lnTo>
                  <a:pt x="18912" y="12584"/>
                </a:lnTo>
                <a:lnTo>
                  <a:pt x="19525" y="1188"/>
                </a:lnTo>
                <a:lnTo>
                  <a:pt x="10335" y="594"/>
                </a:lnTo>
                <a:lnTo>
                  <a:pt x="10335" y="594"/>
                </a:lnTo>
                <a:lnTo>
                  <a:pt x="1148" y="0"/>
                </a:lnTo>
                <a:lnTo>
                  <a:pt x="290" y="17634"/>
                </a:lnTo>
                <a:lnTo>
                  <a:pt x="0" y="35569"/>
                </a:lnTo>
                <a:lnTo>
                  <a:pt x="290" y="53503"/>
                </a:lnTo>
                <a:lnTo>
                  <a:pt x="1148" y="71137"/>
                </a:lnTo>
                <a:lnTo>
                  <a:pt x="19525" y="6995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2" name="path-5311">
            <a:extLst xmlns:a="http://schemas.openxmlformats.org/drawingml/2006/main">
              <a:ext uri="{FF2B5EF4-FFF2-40B4-BE49-F238E27FC236}">
                <a16:creationId xmlns:a16="http://schemas.microsoft.com/office/drawing/2014/main" id="{04628D94-67AD-4448-B97C-5487E1F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148" y="5250947"/>
            <a:ext cx="35787" cy="72234"/>
          </a:xfrm>
          <a:custGeom xmlns:a="http://schemas.openxmlformats.org/drawingml/2006/main">
            <a:pathLst>
              <a:path w="35787" h="72234">
                <a:moveTo>
                  <a:pt x="18056" y="0"/>
                </a:moveTo>
                <a:lnTo>
                  <a:pt x="9022" y="1787"/>
                </a:lnTo>
                <a:lnTo>
                  <a:pt x="9022" y="1787"/>
                </a:lnTo>
                <a:lnTo>
                  <a:pt x="0" y="3571"/>
                </a:lnTo>
                <a:lnTo>
                  <a:pt x="3438" y="19715"/>
                </a:lnTo>
                <a:lnTo>
                  <a:pt x="7565" y="36444"/>
                </a:lnTo>
                <a:lnTo>
                  <a:pt x="12203" y="52965"/>
                </a:lnTo>
                <a:lnTo>
                  <a:pt x="17345" y="69270"/>
                </a:lnTo>
                <a:lnTo>
                  <a:pt x="18384" y="72234"/>
                </a:lnTo>
                <a:lnTo>
                  <a:pt x="27066" y="69288"/>
                </a:lnTo>
                <a:lnTo>
                  <a:pt x="27066" y="69287"/>
                </a:lnTo>
                <a:lnTo>
                  <a:pt x="35787" y="66328"/>
                </a:lnTo>
                <a:lnTo>
                  <a:pt x="30566" y="50075"/>
                </a:lnTo>
                <a:lnTo>
                  <a:pt x="25864" y="33597"/>
                </a:lnTo>
                <a:lnTo>
                  <a:pt x="21691" y="16902"/>
                </a:lnTo>
                <a:lnTo>
                  <a:pt x="18056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3" name="path-5312">
            <a:extLst xmlns:a="http://schemas.openxmlformats.org/drawingml/2006/main">
              <a:ext uri="{FF2B5EF4-FFF2-40B4-BE49-F238E27FC236}">
                <a16:creationId xmlns:a16="http://schemas.microsoft.com/office/drawing/2014/main" id="{E6955AC3-9CB0-4532-8A5C-09771CB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72" y="5380684"/>
            <a:ext cx="50842" cy="69645"/>
          </a:xfrm>
          <a:custGeom xmlns:a="http://schemas.openxmlformats.org/drawingml/2006/main">
            <a:pathLst>
              <a:path w="50842" h="69645">
                <a:moveTo>
                  <a:pt x="41541" y="45040"/>
                </a:moveTo>
                <a:lnTo>
                  <a:pt x="32704" y="30330"/>
                </a:lnTo>
                <a:lnTo>
                  <a:pt x="24339" y="15313"/>
                </a:lnTo>
                <a:lnTo>
                  <a:pt x="16457" y="0"/>
                </a:lnTo>
                <a:lnTo>
                  <a:pt x="0" y="8131"/>
                </a:lnTo>
                <a:lnTo>
                  <a:pt x="4667" y="17489"/>
                </a:lnTo>
                <a:lnTo>
                  <a:pt x="12641" y="32304"/>
                </a:lnTo>
                <a:lnTo>
                  <a:pt x="21055" y="46840"/>
                </a:lnTo>
                <a:lnTo>
                  <a:pt x="29901" y="61087"/>
                </a:lnTo>
                <a:lnTo>
                  <a:pt x="35587" y="69645"/>
                </a:lnTo>
                <a:lnTo>
                  <a:pt x="43189" y="64556"/>
                </a:lnTo>
                <a:lnTo>
                  <a:pt x="50842" y="59433"/>
                </a:lnTo>
                <a:lnTo>
                  <a:pt x="41541" y="4504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4" name="path-5313">
            <a:extLst xmlns:a="http://schemas.openxmlformats.org/drawingml/2006/main">
              <a:ext uri="{FF2B5EF4-FFF2-40B4-BE49-F238E27FC236}">
                <a16:creationId xmlns:a16="http://schemas.microsoft.com/office/drawing/2014/main" id="{0F5428B9-1745-42DF-A77E-68F191E0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640" y="5494575"/>
            <a:ext cx="62385" cy="62386"/>
          </a:xfrm>
          <a:custGeom xmlns:a="http://schemas.openxmlformats.org/drawingml/2006/main">
            <a:pathLst>
              <a:path w="62385" h="62386">
                <a:moveTo>
                  <a:pt x="56311" y="55486"/>
                </a:moveTo>
                <a:lnTo>
                  <a:pt x="56311" y="55486"/>
                </a:lnTo>
                <a:lnTo>
                  <a:pt x="62385" y="48565"/>
                </a:lnTo>
                <a:lnTo>
                  <a:pt x="49657" y="37022"/>
                </a:lnTo>
                <a:lnTo>
                  <a:pt x="37313" y="25073"/>
                </a:lnTo>
                <a:lnTo>
                  <a:pt x="25364" y="12729"/>
                </a:lnTo>
                <a:lnTo>
                  <a:pt x="13821" y="0"/>
                </a:lnTo>
                <a:lnTo>
                  <a:pt x="6899" y="6075"/>
                </a:lnTo>
                <a:lnTo>
                  <a:pt x="6899" y="6075"/>
                </a:lnTo>
                <a:lnTo>
                  <a:pt x="0" y="12130"/>
                </a:lnTo>
                <a:lnTo>
                  <a:pt x="1424" y="13791"/>
                </a:lnTo>
                <a:lnTo>
                  <a:pt x="12672" y="26119"/>
                </a:lnTo>
                <a:lnTo>
                  <a:pt x="24289" y="38096"/>
                </a:lnTo>
                <a:lnTo>
                  <a:pt x="36267" y="49713"/>
                </a:lnTo>
                <a:lnTo>
                  <a:pt x="48595" y="60961"/>
                </a:lnTo>
                <a:lnTo>
                  <a:pt x="50256" y="62386"/>
                </a:lnTo>
                <a:lnTo>
                  <a:pt x="56311" y="55486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5" name="path-5314">
            <a:extLst xmlns:a="http://schemas.openxmlformats.org/drawingml/2006/main">
              <a:ext uri="{FF2B5EF4-FFF2-40B4-BE49-F238E27FC236}">
                <a16:creationId xmlns:a16="http://schemas.microsoft.com/office/drawing/2014/main" id="{CEF52F74-1037-4AFA-AEF9-602B292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271" y="5584987"/>
            <a:ext cx="69645" cy="50841"/>
          </a:xfrm>
          <a:custGeom xmlns:a="http://schemas.openxmlformats.org/drawingml/2006/main">
            <a:pathLst>
              <a:path w="69645" h="50841">
                <a:moveTo>
                  <a:pt x="5089" y="7652"/>
                </a:moveTo>
                <a:lnTo>
                  <a:pt x="0" y="15254"/>
                </a:lnTo>
                <a:lnTo>
                  <a:pt x="8558" y="20940"/>
                </a:lnTo>
                <a:lnTo>
                  <a:pt x="22805" y="29786"/>
                </a:lnTo>
                <a:lnTo>
                  <a:pt x="37341" y="38200"/>
                </a:lnTo>
                <a:lnTo>
                  <a:pt x="52156" y="46174"/>
                </a:lnTo>
                <a:lnTo>
                  <a:pt x="61514" y="50841"/>
                </a:lnTo>
                <a:lnTo>
                  <a:pt x="65566" y="42641"/>
                </a:lnTo>
                <a:lnTo>
                  <a:pt x="65566" y="42641"/>
                </a:lnTo>
                <a:lnTo>
                  <a:pt x="69645" y="34384"/>
                </a:lnTo>
                <a:lnTo>
                  <a:pt x="54332" y="26502"/>
                </a:lnTo>
                <a:lnTo>
                  <a:pt x="39315" y="18137"/>
                </a:lnTo>
                <a:lnTo>
                  <a:pt x="24605" y="9300"/>
                </a:lnTo>
                <a:lnTo>
                  <a:pt x="10212" y="0"/>
                </a:lnTo>
                <a:lnTo>
                  <a:pt x="5089" y="7652"/>
                </a:lnTo>
                <a:lnTo>
                  <a:pt x="5089" y="765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6" name="path-5315">
            <a:extLst xmlns:a="http://schemas.openxmlformats.org/drawingml/2006/main">
              <a:ext uri="{FF2B5EF4-FFF2-40B4-BE49-F238E27FC236}">
                <a16:creationId xmlns:a16="http://schemas.microsoft.com/office/drawing/2014/main" id="{BFFA42F2-252C-4AFE-9755-A0C45813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419" y="5645665"/>
            <a:ext cx="72234" cy="35786"/>
          </a:xfrm>
          <a:custGeom xmlns:a="http://schemas.openxmlformats.org/drawingml/2006/main">
            <a:pathLst>
              <a:path w="72234" h="35786">
                <a:moveTo>
                  <a:pt x="0" y="17402"/>
                </a:moveTo>
                <a:lnTo>
                  <a:pt x="2964" y="18441"/>
                </a:lnTo>
                <a:lnTo>
                  <a:pt x="19269" y="23583"/>
                </a:lnTo>
                <a:lnTo>
                  <a:pt x="35790" y="28222"/>
                </a:lnTo>
                <a:lnTo>
                  <a:pt x="52519" y="32348"/>
                </a:lnTo>
                <a:lnTo>
                  <a:pt x="68662" y="35786"/>
                </a:lnTo>
                <a:lnTo>
                  <a:pt x="70447" y="26765"/>
                </a:lnTo>
                <a:lnTo>
                  <a:pt x="72234" y="17731"/>
                </a:lnTo>
                <a:lnTo>
                  <a:pt x="55332" y="14095"/>
                </a:lnTo>
                <a:lnTo>
                  <a:pt x="38637" y="9922"/>
                </a:lnTo>
                <a:lnTo>
                  <a:pt x="22159" y="5220"/>
                </a:lnTo>
                <a:lnTo>
                  <a:pt x="5906" y="0"/>
                </a:lnTo>
                <a:lnTo>
                  <a:pt x="2946" y="8720"/>
                </a:lnTo>
                <a:lnTo>
                  <a:pt x="0" y="1740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7" name="path-5316">
            <a:extLst xmlns:a="http://schemas.openxmlformats.org/drawingml/2006/main">
              <a:ext uri="{FF2B5EF4-FFF2-40B4-BE49-F238E27FC236}">
                <a16:creationId xmlns:a16="http://schemas.microsoft.com/office/drawing/2014/main" id="{E8A6F7CB-2D0B-4A15-86EE-977CA40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545" y="5672280"/>
            <a:ext cx="71137" cy="19525"/>
          </a:xfrm>
          <a:custGeom xmlns:a="http://schemas.openxmlformats.org/drawingml/2006/main">
            <a:pathLst>
              <a:path w="71137" h="19525">
                <a:moveTo>
                  <a:pt x="70544" y="9190"/>
                </a:moveTo>
                <a:lnTo>
                  <a:pt x="69950" y="0"/>
                </a:lnTo>
                <a:lnTo>
                  <a:pt x="58553" y="613"/>
                </a:lnTo>
                <a:lnTo>
                  <a:pt x="47092" y="983"/>
                </a:lnTo>
                <a:lnTo>
                  <a:pt x="35569" y="1107"/>
                </a:lnTo>
                <a:lnTo>
                  <a:pt x="24045" y="983"/>
                </a:lnTo>
                <a:lnTo>
                  <a:pt x="12584" y="613"/>
                </a:lnTo>
                <a:lnTo>
                  <a:pt x="1187" y="0"/>
                </a:lnTo>
                <a:lnTo>
                  <a:pt x="594" y="9190"/>
                </a:lnTo>
                <a:lnTo>
                  <a:pt x="0" y="18377"/>
                </a:lnTo>
                <a:lnTo>
                  <a:pt x="17634" y="19234"/>
                </a:lnTo>
                <a:lnTo>
                  <a:pt x="35569" y="19525"/>
                </a:lnTo>
                <a:lnTo>
                  <a:pt x="53503" y="19234"/>
                </a:lnTo>
                <a:lnTo>
                  <a:pt x="71137" y="18377"/>
                </a:lnTo>
                <a:lnTo>
                  <a:pt x="70544" y="919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8" name="path-5317">
            <a:extLst xmlns:a="http://schemas.openxmlformats.org/drawingml/2006/main">
              <a:ext uri="{FF2B5EF4-FFF2-40B4-BE49-F238E27FC236}">
                <a16:creationId xmlns:a16="http://schemas.microsoft.com/office/drawing/2014/main" id="{225F9077-6A13-4932-B387-9BAE2C24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575" y="5645665"/>
            <a:ext cx="72234" cy="35786"/>
          </a:xfrm>
          <a:custGeom xmlns:a="http://schemas.openxmlformats.org/drawingml/2006/main">
            <a:pathLst>
              <a:path w="72234" h="35786">
                <a:moveTo>
                  <a:pt x="1787" y="26765"/>
                </a:moveTo>
                <a:lnTo>
                  <a:pt x="3572" y="35786"/>
                </a:lnTo>
                <a:lnTo>
                  <a:pt x="19715" y="32348"/>
                </a:lnTo>
                <a:lnTo>
                  <a:pt x="36444" y="28222"/>
                </a:lnTo>
                <a:lnTo>
                  <a:pt x="52965" y="23583"/>
                </a:lnTo>
                <a:lnTo>
                  <a:pt x="69270" y="18441"/>
                </a:lnTo>
                <a:lnTo>
                  <a:pt x="72234" y="17402"/>
                </a:lnTo>
                <a:lnTo>
                  <a:pt x="69288" y="8720"/>
                </a:lnTo>
                <a:lnTo>
                  <a:pt x="66328" y="0"/>
                </a:lnTo>
                <a:lnTo>
                  <a:pt x="50075" y="5220"/>
                </a:lnTo>
                <a:lnTo>
                  <a:pt x="33597" y="9922"/>
                </a:lnTo>
                <a:lnTo>
                  <a:pt x="16902" y="14095"/>
                </a:lnTo>
                <a:lnTo>
                  <a:pt x="0" y="17731"/>
                </a:lnTo>
                <a:lnTo>
                  <a:pt x="1787" y="2676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9" name="path-5318">
            <a:extLst xmlns:a="http://schemas.openxmlformats.org/drawingml/2006/main">
              <a:ext uri="{FF2B5EF4-FFF2-40B4-BE49-F238E27FC236}">
                <a16:creationId xmlns:a16="http://schemas.microsoft.com/office/drawing/2014/main" id="{047DF21D-F176-4537-9D60-FD63A963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312" y="5584987"/>
            <a:ext cx="69645" cy="50841"/>
          </a:xfrm>
          <a:custGeom xmlns:a="http://schemas.openxmlformats.org/drawingml/2006/main">
            <a:pathLst>
              <a:path w="69645" h="50841">
                <a:moveTo>
                  <a:pt x="59433" y="0"/>
                </a:moveTo>
                <a:lnTo>
                  <a:pt x="45039" y="9300"/>
                </a:lnTo>
                <a:lnTo>
                  <a:pt x="30329" y="18137"/>
                </a:lnTo>
                <a:lnTo>
                  <a:pt x="15313" y="26502"/>
                </a:lnTo>
                <a:lnTo>
                  <a:pt x="0" y="34384"/>
                </a:lnTo>
                <a:lnTo>
                  <a:pt x="8131" y="50841"/>
                </a:lnTo>
                <a:lnTo>
                  <a:pt x="17489" y="46174"/>
                </a:lnTo>
                <a:lnTo>
                  <a:pt x="32304" y="38200"/>
                </a:lnTo>
                <a:lnTo>
                  <a:pt x="46840" y="29786"/>
                </a:lnTo>
                <a:lnTo>
                  <a:pt x="61087" y="20940"/>
                </a:lnTo>
                <a:lnTo>
                  <a:pt x="69645" y="15254"/>
                </a:lnTo>
                <a:lnTo>
                  <a:pt x="5943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0" name="path-5319">
            <a:extLst xmlns:a="http://schemas.openxmlformats.org/drawingml/2006/main">
              <a:ext uri="{FF2B5EF4-FFF2-40B4-BE49-F238E27FC236}">
                <a16:creationId xmlns:a16="http://schemas.microsoft.com/office/drawing/2014/main" id="{F4B22BE3-97D0-434F-8D4F-68F0C078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202" y="5494575"/>
            <a:ext cx="62386" cy="62386"/>
          </a:xfrm>
          <a:custGeom xmlns:a="http://schemas.openxmlformats.org/drawingml/2006/main">
            <a:pathLst>
              <a:path w="62386" h="62386">
                <a:moveTo>
                  <a:pt x="25073" y="25073"/>
                </a:moveTo>
                <a:lnTo>
                  <a:pt x="12729" y="37022"/>
                </a:lnTo>
                <a:lnTo>
                  <a:pt x="0" y="48565"/>
                </a:lnTo>
                <a:lnTo>
                  <a:pt x="6075" y="55486"/>
                </a:lnTo>
                <a:lnTo>
                  <a:pt x="12131" y="62386"/>
                </a:lnTo>
                <a:lnTo>
                  <a:pt x="13791" y="60961"/>
                </a:lnTo>
                <a:lnTo>
                  <a:pt x="26119" y="49713"/>
                </a:lnTo>
                <a:lnTo>
                  <a:pt x="38097" y="38096"/>
                </a:lnTo>
                <a:lnTo>
                  <a:pt x="49714" y="26119"/>
                </a:lnTo>
                <a:lnTo>
                  <a:pt x="60962" y="13791"/>
                </a:lnTo>
                <a:lnTo>
                  <a:pt x="62386" y="12130"/>
                </a:lnTo>
                <a:lnTo>
                  <a:pt x="55487" y="6075"/>
                </a:lnTo>
                <a:lnTo>
                  <a:pt x="55487" y="6075"/>
                </a:lnTo>
                <a:lnTo>
                  <a:pt x="48565" y="0"/>
                </a:lnTo>
                <a:lnTo>
                  <a:pt x="37022" y="12729"/>
                </a:lnTo>
                <a:lnTo>
                  <a:pt x="25073" y="2507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1" name="path-5320">
            <a:extLst xmlns:a="http://schemas.openxmlformats.org/drawingml/2006/main">
              <a:ext uri="{FF2B5EF4-FFF2-40B4-BE49-F238E27FC236}">
                <a16:creationId xmlns:a16="http://schemas.microsoft.com/office/drawing/2014/main" id="{67253048-58E0-46A0-815B-6FE16C13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615" y="5380684"/>
            <a:ext cx="50842" cy="69645"/>
          </a:xfrm>
          <a:custGeom xmlns:a="http://schemas.openxmlformats.org/drawingml/2006/main">
            <a:pathLst>
              <a:path w="50842" h="69645">
                <a:moveTo>
                  <a:pt x="34385" y="0"/>
                </a:moveTo>
                <a:lnTo>
                  <a:pt x="26502" y="15313"/>
                </a:lnTo>
                <a:lnTo>
                  <a:pt x="18138" y="30330"/>
                </a:lnTo>
                <a:lnTo>
                  <a:pt x="9300" y="45040"/>
                </a:lnTo>
                <a:lnTo>
                  <a:pt x="0" y="59433"/>
                </a:lnTo>
                <a:lnTo>
                  <a:pt x="7653" y="64556"/>
                </a:lnTo>
                <a:lnTo>
                  <a:pt x="15254" y="69645"/>
                </a:lnTo>
                <a:lnTo>
                  <a:pt x="20941" y="61087"/>
                </a:lnTo>
                <a:lnTo>
                  <a:pt x="29787" y="46840"/>
                </a:lnTo>
                <a:lnTo>
                  <a:pt x="38201" y="32304"/>
                </a:lnTo>
                <a:lnTo>
                  <a:pt x="46174" y="17489"/>
                </a:lnTo>
                <a:lnTo>
                  <a:pt x="50842" y="8131"/>
                </a:lnTo>
                <a:lnTo>
                  <a:pt x="34385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2" name="path-5321">
            <a:extLst xmlns:a="http://schemas.openxmlformats.org/drawingml/2006/main">
              <a:ext uri="{FF2B5EF4-FFF2-40B4-BE49-F238E27FC236}">
                <a16:creationId xmlns:a16="http://schemas.microsoft.com/office/drawing/2014/main" id="{80A55DB5-49F5-4E83-859D-61163549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293" y="5250947"/>
            <a:ext cx="35787" cy="72235"/>
          </a:xfrm>
          <a:custGeom xmlns:a="http://schemas.openxmlformats.org/drawingml/2006/main">
            <a:pathLst>
              <a:path w="35787" h="72235">
                <a:moveTo>
                  <a:pt x="17731" y="0"/>
                </a:moveTo>
                <a:lnTo>
                  <a:pt x="14096" y="16902"/>
                </a:lnTo>
                <a:lnTo>
                  <a:pt x="9923" y="33597"/>
                </a:lnTo>
                <a:lnTo>
                  <a:pt x="5221" y="50076"/>
                </a:lnTo>
                <a:lnTo>
                  <a:pt x="0" y="66328"/>
                </a:lnTo>
                <a:lnTo>
                  <a:pt x="17403" y="72235"/>
                </a:lnTo>
                <a:lnTo>
                  <a:pt x="18442" y="69270"/>
                </a:lnTo>
                <a:lnTo>
                  <a:pt x="23584" y="52966"/>
                </a:lnTo>
                <a:lnTo>
                  <a:pt x="28222" y="36445"/>
                </a:lnTo>
                <a:lnTo>
                  <a:pt x="32349" y="19715"/>
                </a:lnTo>
                <a:lnTo>
                  <a:pt x="35787" y="3572"/>
                </a:lnTo>
                <a:lnTo>
                  <a:pt x="26765" y="1787"/>
                </a:lnTo>
                <a:lnTo>
                  <a:pt x="26765" y="1787"/>
                </a:lnTo>
                <a:lnTo>
                  <a:pt x="17731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3" name="path-5322">
            <a:extLst xmlns:a="http://schemas.openxmlformats.org/drawingml/2006/main">
              <a:ext uri="{FF2B5EF4-FFF2-40B4-BE49-F238E27FC236}">
                <a16:creationId xmlns:a16="http://schemas.microsoft.com/office/drawing/2014/main" id="{E41CC126-5D08-41CD-B08E-77471E4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84" y="4717758"/>
            <a:ext cx="193385" cy="106334"/>
          </a:xfrm>
          <a:custGeom xmlns:a="http://schemas.openxmlformats.org/drawingml/2006/main">
            <a:pathLst>
              <a:path w="193385" h="106334">
                <a:moveTo>
                  <a:pt x="193385" y="53167"/>
                </a:moveTo>
                <a:lnTo>
                  <a:pt x="101297" y="0"/>
                </a:lnTo>
                <a:lnTo>
                  <a:pt x="101297" y="106334"/>
                </a:lnTo>
                <a:lnTo>
                  <a:pt x="193385" y="53167"/>
                </a:lnTo>
                <a:moveTo>
                  <a:pt x="0" y="53167"/>
                </a:moveTo>
                <a:lnTo>
                  <a:pt x="0" y="62376"/>
                </a:lnTo>
                <a:lnTo>
                  <a:pt x="110505" y="62376"/>
                </a:lnTo>
                <a:lnTo>
                  <a:pt x="110505" y="53167"/>
                </a:lnTo>
                <a:lnTo>
                  <a:pt x="110505" y="43958"/>
                </a:lnTo>
                <a:lnTo>
                  <a:pt x="0" y="43958"/>
                </a:lnTo>
                <a:lnTo>
                  <a:pt x="0" y="53167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4" name="path-5323">
            <a:extLst xmlns:a="http://schemas.openxmlformats.org/drawingml/2006/main">
              <a:ext uri="{FF2B5EF4-FFF2-40B4-BE49-F238E27FC236}">
                <a16:creationId xmlns:a16="http://schemas.microsoft.com/office/drawing/2014/main" id="{26AF0EB9-14CE-404B-9360-480F30B0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342" y="4761716"/>
            <a:ext cx="119715" cy="18418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5" name="path-5324">
            <a:extLst xmlns:a="http://schemas.openxmlformats.org/drawingml/2006/main">
              <a:ext uri="{FF2B5EF4-FFF2-40B4-BE49-F238E27FC236}">
                <a16:creationId xmlns:a16="http://schemas.microsoft.com/office/drawing/2014/main" id="{2D7C06A4-36A8-4338-9301-541F1D6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38" y="4761716"/>
            <a:ext cx="119715" cy="18418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6" name="path-5325">
            <a:extLst xmlns:a="http://schemas.openxmlformats.org/drawingml/2006/main">
              <a:ext uri="{FF2B5EF4-FFF2-40B4-BE49-F238E27FC236}">
                <a16:creationId xmlns:a16="http://schemas.microsoft.com/office/drawing/2014/main" id="{7BC00AF5-8318-4D52-8889-E7E250CC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926" y="4761716"/>
            <a:ext cx="119715" cy="18418"/>
          </a:xfrm>
          <a:custGeom xmlns:a="http://schemas.openxmlformats.org/drawingml/2006/main">
            <a:pathLst>
              <a:path w="119715" h="18418">
                <a:moveTo>
                  <a:pt x="0" y="9209"/>
                </a:moveTo>
                <a:lnTo>
                  <a:pt x="0" y="18418"/>
                </a:lnTo>
                <a:lnTo>
                  <a:pt x="119715" y="18418"/>
                </a:lnTo>
                <a:lnTo>
                  <a:pt x="119715" y="9209"/>
                </a:lnTo>
                <a:lnTo>
                  <a:pt x="119715" y="0"/>
                </a:lnTo>
                <a:lnTo>
                  <a:pt x="0" y="0"/>
                </a:lnTo>
                <a:lnTo>
                  <a:pt x="0" y="9209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7" name="path-5326">
            <a:extLst xmlns:a="http://schemas.openxmlformats.org/drawingml/2006/main">
              <a:ext uri="{FF2B5EF4-FFF2-40B4-BE49-F238E27FC236}">
                <a16:creationId xmlns:a16="http://schemas.microsoft.com/office/drawing/2014/main" id="{FFD97AFC-0499-4756-83C8-A811B9D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32" y="4853804"/>
            <a:ext cx="331517" cy="331517"/>
          </a:xfrm>
          <a:custGeom xmlns:a="http://schemas.openxmlformats.org/drawingml/2006/main">
            <a:pathLst>
              <a:path w="331517" h="331517">
                <a:moveTo>
                  <a:pt x="0" y="0"/>
                </a:moveTo>
                <a:lnTo>
                  <a:pt x="331517" y="0"/>
                </a:lnTo>
                <a:lnTo>
                  <a:pt x="331517" y="331517"/>
                </a:lnTo>
                <a:lnTo>
                  <a:pt x="0" y="3315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8" name="path-5327">
            <a:extLst xmlns:a="http://schemas.openxmlformats.org/drawingml/2006/main">
              <a:ext uri="{FF2B5EF4-FFF2-40B4-BE49-F238E27FC236}">
                <a16:creationId xmlns:a16="http://schemas.microsoft.com/office/drawing/2014/main" id="{336ECC6F-2A58-45D6-A636-F2613B9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32" y="4853804"/>
            <a:ext cx="331516" cy="331516"/>
          </a:xfrm>
          <a:custGeom xmlns:a="http://schemas.openxmlformats.org/drawingml/2006/main">
            <a:pathLst>
              <a:path w="331516" h="331516">
                <a:moveTo>
                  <a:pt x="331516" y="331516"/>
                </a:moveTo>
                <a:lnTo>
                  <a:pt x="331516" y="0"/>
                </a:lnTo>
                <a:lnTo>
                  <a:pt x="0" y="0"/>
                </a:lnTo>
                <a:lnTo>
                  <a:pt x="0" y="331516"/>
                </a:lnTo>
                <a:lnTo>
                  <a:pt x="331516" y="331516"/>
                </a:lnTo>
                <a:close/>
                <a:moveTo>
                  <a:pt x="313099" y="313099"/>
                </a:moveTo>
                <a:lnTo>
                  <a:pt x="18418" y="313099"/>
                </a:lnTo>
                <a:lnTo>
                  <a:pt x="18418" y="18417"/>
                </a:lnTo>
                <a:lnTo>
                  <a:pt x="313099" y="18417"/>
                </a:lnTo>
                <a:lnTo>
                  <a:pt x="313099" y="3130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9" name="path-5328">
            <a:extLst xmlns:a="http://schemas.openxmlformats.org/drawingml/2006/main">
              <a:ext uri="{FF2B5EF4-FFF2-40B4-BE49-F238E27FC236}">
                <a16:creationId xmlns:a16="http://schemas.microsoft.com/office/drawing/2014/main" id="{4C9503DB-557E-4DFC-A1CA-FA29705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539" y="4338111"/>
            <a:ext cx="414703" cy="359143"/>
          </a:xfrm>
          <a:custGeom xmlns:a="http://schemas.openxmlformats.org/drawingml/2006/main">
            <a:pathLst>
              <a:path w="414703" h="359143">
                <a:moveTo>
                  <a:pt x="207352" y="0"/>
                </a:moveTo>
                <a:lnTo>
                  <a:pt x="414703" y="359143"/>
                </a:lnTo>
                <a:lnTo>
                  <a:pt x="0" y="359143"/>
                </a:lnTo>
                <a:lnTo>
                  <a:pt x="207352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0" name="path-5329">
            <a:extLst xmlns:a="http://schemas.openxmlformats.org/drawingml/2006/main">
              <a:ext uri="{FF2B5EF4-FFF2-40B4-BE49-F238E27FC236}">
                <a16:creationId xmlns:a16="http://schemas.microsoft.com/office/drawing/2014/main" id="{56C12B91-D4DF-4F41-921B-6F9FAC2B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540" y="4338111"/>
            <a:ext cx="414703" cy="359143"/>
          </a:xfrm>
          <a:custGeom xmlns:a="http://schemas.openxmlformats.org/drawingml/2006/main">
            <a:pathLst>
              <a:path w="414703" h="359143">
                <a:moveTo>
                  <a:pt x="414703" y="359143"/>
                </a:moveTo>
                <a:lnTo>
                  <a:pt x="207351" y="0"/>
                </a:lnTo>
                <a:lnTo>
                  <a:pt x="0" y="359143"/>
                </a:lnTo>
                <a:lnTo>
                  <a:pt x="414703" y="359143"/>
                </a:lnTo>
                <a:close/>
                <a:moveTo>
                  <a:pt x="31900" y="340726"/>
                </a:moveTo>
                <a:lnTo>
                  <a:pt x="207351" y="36836"/>
                </a:lnTo>
                <a:lnTo>
                  <a:pt x="382802" y="340726"/>
                </a:lnTo>
                <a:lnTo>
                  <a:pt x="31900" y="34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1" name="text-5330 (c)">
            <a:extLst xmlns:a="http://schemas.openxmlformats.org/drawingml/2006/main">
              <a:ext uri="{FF2B5EF4-FFF2-40B4-BE49-F238E27FC236}">
                <a16:creationId xmlns:a16="http://schemas.microsoft.com/office/drawing/2014/main" id="{6D530571-9E31-4BEE-8F1B-AE878B3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883" y="6628919"/>
            <a:ext cx="448308" cy="48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5322" name="text-5331 Aligning">
            <a:extLst xmlns:a="http://schemas.openxmlformats.org/drawingml/2006/main">
              <a:ext uri="{FF2B5EF4-FFF2-40B4-BE49-F238E27FC236}">
                <a16:creationId xmlns:a16="http://schemas.microsoft.com/office/drawing/2014/main" id="{8DFF64F0-EC69-40CB-815B-DF19C656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4504" y="6628972"/>
            <a:ext cx="1337245" cy="486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rPr>
              <a:t>Aligning</a:t>
            </a:r>
          </a:p>
        </p:txBody>
      </p:sp>
      <p:sp>
        <p:nvSpPr>
          <p:cNvPr id="5323" name="text-5331 representation.">
            <a:extLst xmlns:a="http://schemas.openxmlformats.org/drawingml/2006/main">
              <a:ext uri="{FF2B5EF4-FFF2-40B4-BE49-F238E27FC236}">
                <a16:creationId xmlns:a16="http://schemas.microsoft.com/office/drawing/2014/main" id="{1809EE8E-21E4-4C37-B89C-1AAE2224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6073" y="6628959"/>
            <a:ext cx="2298823" cy="486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7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7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7" b="1" i="0">
                <a:solidFill>
                  <a:srgbClr val="556B2F"/>
                </a:solidFill>
                <a:latin typeface="Times New Roman"/>
                <a:ea typeface="Times New Roman"/>
                <a:cs typeface="Times New Roman"/>
              </a:rPr>
              <a:t>representation.</a:t>
            </a:r>
          </a:p>
        </p:txBody>
      </p:sp>
      <p:sp>
        <p:nvSpPr>
          <p:cNvPr id="5324" name="path-5332">
            <a:extLst xmlns:a="http://schemas.openxmlformats.org/drawingml/2006/main">
              <a:ext uri="{FF2B5EF4-FFF2-40B4-BE49-F238E27FC236}">
                <a16:creationId xmlns:a16="http://schemas.microsoft.com/office/drawing/2014/main" id="{4BB240B8-0589-460D-A220-553BA29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3711913"/>
            <a:ext cx="7367043" cy="2762641"/>
          </a:xfrm>
          <a:custGeom xmlns:a="http://schemas.openxmlformats.org/drawingml/2006/main">
            <a:pathLst>
              <a:path w="7367043" h="2762641">
                <a:moveTo>
                  <a:pt x="0" y="0"/>
                </a:moveTo>
                <a:lnTo>
                  <a:pt x="7367043" y="0"/>
                </a:lnTo>
                <a:lnTo>
                  <a:pt x="7367043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5" name="path-5333">
            <a:extLst xmlns:a="http://schemas.openxmlformats.org/drawingml/2006/main">
              <a:ext uri="{FF2B5EF4-FFF2-40B4-BE49-F238E27FC236}">
                <a16:creationId xmlns:a16="http://schemas.microsoft.com/office/drawing/2014/main" id="{BCBE08CB-6129-4715-8811-0EC6F257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952" y="3711913"/>
            <a:ext cx="18418" cy="2762641"/>
          </a:xfrm>
          <a:custGeom xmlns:a="http://schemas.openxmlformats.org/drawingml/2006/main">
            <a:pathLst>
              <a:path w="18418" h="2762641">
                <a:moveTo>
                  <a:pt x="9209" y="0"/>
                </a:moveTo>
                <a:lnTo>
                  <a:pt x="0" y="0"/>
                </a:lnTo>
                <a:lnTo>
                  <a:pt x="0" y="53127"/>
                </a:lnTo>
                <a:lnTo>
                  <a:pt x="9209" y="53127"/>
                </a:lnTo>
                <a:lnTo>
                  <a:pt x="18418" y="53127"/>
                </a:lnTo>
                <a:lnTo>
                  <a:pt x="18418" y="0"/>
                </a:lnTo>
                <a:lnTo>
                  <a:pt x="9209" y="0"/>
                </a:lnTo>
                <a:moveTo>
                  <a:pt x="9209" y="159383"/>
                </a:moveTo>
                <a:lnTo>
                  <a:pt x="0" y="159383"/>
                </a:lnTo>
                <a:lnTo>
                  <a:pt x="0" y="265639"/>
                </a:lnTo>
                <a:lnTo>
                  <a:pt x="9209" y="265639"/>
                </a:lnTo>
                <a:lnTo>
                  <a:pt x="18418" y="265639"/>
                </a:lnTo>
                <a:lnTo>
                  <a:pt x="18418" y="159383"/>
                </a:lnTo>
                <a:lnTo>
                  <a:pt x="9209" y="159383"/>
                </a:lnTo>
                <a:moveTo>
                  <a:pt x="9209" y="371894"/>
                </a:moveTo>
                <a:lnTo>
                  <a:pt x="0" y="371894"/>
                </a:lnTo>
                <a:lnTo>
                  <a:pt x="0" y="478149"/>
                </a:lnTo>
                <a:lnTo>
                  <a:pt x="9209" y="478149"/>
                </a:lnTo>
                <a:lnTo>
                  <a:pt x="18418" y="478149"/>
                </a:lnTo>
                <a:lnTo>
                  <a:pt x="18418" y="371894"/>
                </a:lnTo>
                <a:lnTo>
                  <a:pt x="9209" y="371894"/>
                </a:lnTo>
                <a:moveTo>
                  <a:pt x="9209" y="584405"/>
                </a:moveTo>
                <a:lnTo>
                  <a:pt x="0" y="584405"/>
                </a:lnTo>
                <a:lnTo>
                  <a:pt x="0" y="690660"/>
                </a:lnTo>
                <a:lnTo>
                  <a:pt x="9209" y="690660"/>
                </a:lnTo>
                <a:lnTo>
                  <a:pt x="18418" y="690660"/>
                </a:lnTo>
                <a:lnTo>
                  <a:pt x="18418" y="584405"/>
                </a:lnTo>
                <a:lnTo>
                  <a:pt x="9209" y="584405"/>
                </a:lnTo>
                <a:moveTo>
                  <a:pt x="9209" y="796916"/>
                </a:moveTo>
                <a:lnTo>
                  <a:pt x="0" y="796916"/>
                </a:lnTo>
                <a:lnTo>
                  <a:pt x="0" y="903171"/>
                </a:lnTo>
                <a:lnTo>
                  <a:pt x="9209" y="903171"/>
                </a:lnTo>
                <a:lnTo>
                  <a:pt x="18418" y="903171"/>
                </a:lnTo>
                <a:lnTo>
                  <a:pt x="18418" y="796916"/>
                </a:lnTo>
                <a:lnTo>
                  <a:pt x="9209" y="796916"/>
                </a:lnTo>
                <a:moveTo>
                  <a:pt x="9209" y="1009426"/>
                </a:moveTo>
                <a:lnTo>
                  <a:pt x="0" y="1009426"/>
                </a:lnTo>
                <a:lnTo>
                  <a:pt x="0" y="1115682"/>
                </a:lnTo>
                <a:lnTo>
                  <a:pt x="9209" y="1115682"/>
                </a:lnTo>
                <a:lnTo>
                  <a:pt x="18418" y="1115682"/>
                </a:lnTo>
                <a:lnTo>
                  <a:pt x="18418" y="1009426"/>
                </a:lnTo>
                <a:lnTo>
                  <a:pt x="9209" y="1009426"/>
                </a:lnTo>
                <a:moveTo>
                  <a:pt x="9209" y="1221937"/>
                </a:moveTo>
                <a:lnTo>
                  <a:pt x="0" y="1221937"/>
                </a:lnTo>
                <a:lnTo>
                  <a:pt x="0" y="1328193"/>
                </a:lnTo>
                <a:lnTo>
                  <a:pt x="9209" y="1328193"/>
                </a:lnTo>
                <a:lnTo>
                  <a:pt x="18418" y="1328193"/>
                </a:lnTo>
                <a:lnTo>
                  <a:pt x="18418" y="1221937"/>
                </a:lnTo>
                <a:lnTo>
                  <a:pt x="9209" y="1221937"/>
                </a:lnTo>
                <a:moveTo>
                  <a:pt x="9209" y="1434448"/>
                </a:moveTo>
                <a:lnTo>
                  <a:pt x="0" y="1434448"/>
                </a:lnTo>
                <a:lnTo>
                  <a:pt x="0" y="1540703"/>
                </a:lnTo>
                <a:lnTo>
                  <a:pt x="9209" y="1540703"/>
                </a:lnTo>
                <a:lnTo>
                  <a:pt x="18418" y="1540703"/>
                </a:lnTo>
                <a:lnTo>
                  <a:pt x="18418" y="1434448"/>
                </a:lnTo>
                <a:lnTo>
                  <a:pt x="9209" y="1434448"/>
                </a:lnTo>
                <a:moveTo>
                  <a:pt x="9209" y="1646959"/>
                </a:moveTo>
                <a:lnTo>
                  <a:pt x="0" y="1646959"/>
                </a:lnTo>
                <a:lnTo>
                  <a:pt x="0" y="1753215"/>
                </a:lnTo>
                <a:lnTo>
                  <a:pt x="9209" y="1753215"/>
                </a:lnTo>
                <a:lnTo>
                  <a:pt x="18418" y="1753215"/>
                </a:lnTo>
                <a:lnTo>
                  <a:pt x="18418" y="1646959"/>
                </a:lnTo>
                <a:lnTo>
                  <a:pt x="9209" y="1646959"/>
                </a:lnTo>
                <a:moveTo>
                  <a:pt x="9209" y="1859470"/>
                </a:moveTo>
                <a:lnTo>
                  <a:pt x="0" y="1859470"/>
                </a:lnTo>
                <a:lnTo>
                  <a:pt x="0" y="1965726"/>
                </a:lnTo>
                <a:lnTo>
                  <a:pt x="9209" y="1965726"/>
                </a:lnTo>
                <a:lnTo>
                  <a:pt x="18418" y="1965726"/>
                </a:lnTo>
                <a:lnTo>
                  <a:pt x="18418" y="1859470"/>
                </a:lnTo>
                <a:lnTo>
                  <a:pt x="9209" y="1859470"/>
                </a:lnTo>
                <a:moveTo>
                  <a:pt x="9209" y="2071981"/>
                </a:moveTo>
                <a:lnTo>
                  <a:pt x="0" y="2071981"/>
                </a:lnTo>
                <a:lnTo>
                  <a:pt x="0" y="2178237"/>
                </a:lnTo>
                <a:lnTo>
                  <a:pt x="9209" y="2178237"/>
                </a:lnTo>
                <a:lnTo>
                  <a:pt x="18418" y="2178237"/>
                </a:lnTo>
                <a:lnTo>
                  <a:pt x="18418" y="2071981"/>
                </a:lnTo>
                <a:lnTo>
                  <a:pt x="9209" y="2071981"/>
                </a:lnTo>
                <a:moveTo>
                  <a:pt x="9209" y="2284492"/>
                </a:moveTo>
                <a:lnTo>
                  <a:pt x="0" y="2284492"/>
                </a:lnTo>
                <a:lnTo>
                  <a:pt x="0" y="2390747"/>
                </a:lnTo>
                <a:lnTo>
                  <a:pt x="9209" y="2390747"/>
                </a:lnTo>
                <a:lnTo>
                  <a:pt x="18418" y="2390747"/>
                </a:lnTo>
                <a:lnTo>
                  <a:pt x="18418" y="2284492"/>
                </a:lnTo>
                <a:lnTo>
                  <a:pt x="9209" y="2284492"/>
                </a:lnTo>
                <a:moveTo>
                  <a:pt x="9209" y="2497003"/>
                </a:moveTo>
                <a:lnTo>
                  <a:pt x="0" y="2497003"/>
                </a:lnTo>
                <a:lnTo>
                  <a:pt x="0" y="2603258"/>
                </a:lnTo>
                <a:lnTo>
                  <a:pt x="9209" y="2603258"/>
                </a:lnTo>
                <a:lnTo>
                  <a:pt x="18418" y="2603258"/>
                </a:lnTo>
                <a:lnTo>
                  <a:pt x="18418" y="2497003"/>
                </a:lnTo>
                <a:lnTo>
                  <a:pt x="9209" y="2497003"/>
                </a:lnTo>
                <a:moveTo>
                  <a:pt x="9209" y="2709513"/>
                </a:moveTo>
                <a:lnTo>
                  <a:pt x="0" y="2709513"/>
                </a:lnTo>
                <a:lnTo>
                  <a:pt x="0" y="2762641"/>
                </a:lnTo>
                <a:lnTo>
                  <a:pt x="9209" y="2762641"/>
                </a:lnTo>
                <a:lnTo>
                  <a:pt x="18418" y="2762641"/>
                </a:lnTo>
                <a:lnTo>
                  <a:pt x="18418" y="2709513"/>
                </a:lnTo>
                <a:lnTo>
                  <a:pt x="9209" y="2709513"/>
                </a:lnTo>
              </a:path>
            </a:pathLst>
          </a:cu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6" name="path-5334">
            <a:extLst xmlns:a="http://schemas.openxmlformats.org/drawingml/2006/main">
              <a:ext uri="{FF2B5EF4-FFF2-40B4-BE49-F238E27FC236}">
                <a16:creationId xmlns:a16="http://schemas.microsoft.com/office/drawing/2014/main" id="{B25AE069-2316-4FE3-9A9A-EAC221C7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3711913"/>
            <a:ext cx="3536180" cy="2762641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7" name="path-5335">
            <a:extLst xmlns:a="http://schemas.openxmlformats.org/drawingml/2006/main">
              <a:ext uri="{FF2B5EF4-FFF2-40B4-BE49-F238E27FC236}">
                <a16:creationId xmlns:a16="http://schemas.microsoft.com/office/drawing/2014/main" id="{8E435B75-F71D-403B-877F-C1187AD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885190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8" name="path-5336">
            <a:extLst xmlns:a="http://schemas.openxmlformats.org/drawingml/2006/main">
              <a:ext uri="{FF2B5EF4-FFF2-40B4-BE49-F238E27FC236}">
                <a16:creationId xmlns:a16="http://schemas.microsoft.com/office/drawing/2014/main" id="{79C70C82-FDC0-4990-ABEE-3FE3ACD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885190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9" name="path-5337">
            <a:extLst xmlns:a="http://schemas.openxmlformats.org/drawingml/2006/main">
              <a:ext uri="{FF2B5EF4-FFF2-40B4-BE49-F238E27FC236}">
                <a16:creationId xmlns:a16="http://schemas.microsoft.com/office/drawing/2014/main" id="{5C466539-86B9-4A47-96B8-770442CE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528" y="61054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0" name="path-5338">
            <a:extLst xmlns:a="http://schemas.openxmlformats.org/drawingml/2006/main">
              <a:ext uri="{FF2B5EF4-FFF2-40B4-BE49-F238E27FC236}">
                <a16:creationId xmlns:a16="http://schemas.microsoft.com/office/drawing/2014/main" id="{3385B744-7C26-4114-A126-7CBEC22C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093" y="61207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1" name="path-5339">
            <a:extLst xmlns:a="http://schemas.openxmlformats.org/drawingml/2006/main">
              <a:ext uri="{FF2B5EF4-FFF2-40B4-BE49-F238E27FC236}">
                <a16:creationId xmlns:a16="http://schemas.microsoft.com/office/drawing/2014/main" id="{3A2FC8AF-405D-4846-8FC5-7E2BBEDC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52" y="6115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2" name="path-5340">
            <a:extLst xmlns:a="http://schemas.openxmlformats.org/drawingml/2006/main">
              <a:ext uri="{FF2B5EF4-FFF2-40B4-BE49-F238E27FC236}">
                <a16:creationId xmlns:a16="http://schemas.microsoft.com/office/drawing/2014/main" id="{AB875D7D-190D-46AE-BF4A-ECF142CE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051" y="6181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3" name="path-5341">
            <a:extLst xmlns:a="http://schemas.openxmlformats.org/drawingml/2006/main">
              <a:ext uri="{FF2B5EF4-FFF2-40B4-BE49-F238E27FC236}">
                <a16:creationId xmlns:a16="http://schemas.microsoft.com/office/drawing/2014/main" id="{6D9D0E26-DA61-4DA3-8F1D-79A97F9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8" y="6137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4" name="path-5342">
            <a:extLst xmlns:a="http://schemas.openxmlformats.org/drawingml/2006/main">
              <a:ext uri="{FF2B5EF4-FFF2-40B4-BE49-F238E27FC236}">
                <a16:creationId xmlns:a16="http://schemas.microsoft.com/office/drawing/2014/main" id="{79D8C4EB-2C2A-46C8-B77D-64260466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17" y="6113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5" name="path-5343">
            <a:extLst xmlns:a="http://schemas.openxmlformats.org/drawingml/2006/main">
              <a:ext uri="{FF2B5EF4-FFF2-40B4-BE49-F238E27FC236}">
                <a16:creationId xmlns:a16="http://schemas.microsoft.com/office/drawing/2014/main" id="{9360E007-8A60-4E18-8B7D-F0C5F4D4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033" y="6158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6" name="path-5344">
            <a:extLst xmlns:a="http://schemas.openxmlformats.org/drawingml/2006/main">
              <a:ext uri="{FF2B5EF4-FFF2-40B4-BE49-F238E27FC236}">
                <a16:creationId xmlns:a16="http://schemas.microsoft.com/office/drawing/2014/main" id="{1497F390-84F4-40D2-A971-F66D84CA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02" y="6130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7" name="path-5345">
            <a:extLst xmlns:a="http://schemas.openxmlformats.org/drawingml/2006/main">
              <a:ext uri="{FF2B5EF4-FFF2-40B4-BE49-F238E27FC236}">
                <a16:creationId xmlns:a16="http://schemas.microsoft.com/office/drawing/2014/main" id="{14FB853A-2EC8-46B4-955E-CFBAE0D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143" y="6145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8" name="path-5346">
            <a:extLst xmlns:a="http://schemas.openxmlformats.org/drawingml/2006/main">
              <a:ext uri="{FF2B5EF4-FFF2-40B4-BE49-F238E27FC236}">
                <a16:creationId xmlns:a16="http://schemas.microsoft.com/office/drawing/2014/main" id="{1B9CE9C0-3E6E-414D-AEA5-E53FB1B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397" y="6126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9" name="path-5347">
            <a:extLst xmlns:a="http://schemas.openxmlformats.org/drawingml/2006/main">
              <a:ext uri="{FF2B5EF4-FFF2-40B4-BE49-F238E27FC236}">
                <a16:creationId xmlns:a16="http://schemas.microsoft.com/office/drawing/2014/main" id="{8643BDC9-9436-4906-BD1A-436363F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589" y="61368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0" name="path-5348">
            <a:extLst xmlns:a="http://schemas.openxmlformats.org/drawingml/2006/main">
              <a:ext uri="{FF2B5EF4-FFF2-40B4-BE49-F238E27FC236}">
                <a16:creationId xmlns:a16="http://schemas.microsoft.com/office/drawing/2014/main" id="{E7D2D5C0-34A5-4790-A50B-EDA23A2B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7" y="6155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1" name="path-5349">
            <a:extLst xmlns:a="http://schemas.openxmlformats.org/drawingml/2006/main">
              <a:ext uri="{FF2B5EF4-FFF2-40B4-BE49-F238E27FC236}">
                <a16:creationId xmlns:a16="http://schemas.microsoft.com/office/drawing/2014/main" id="{728CB0E4-070C-45AC-A247-FBD65951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843" y="61536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2" name="path-5350">
            <a:extLst xmlns:a="http://schemas.openxmlformats.org/drawingml/2006/main">
              <a:ext uri="{FF2B5EF4-FFF2-40B4-BE49-F238E27FC236}">
                <a16:creationId xmlns:a16="http://schemas.microsoft.com/office/drawing/2014/main" id="{DF8D0975-21CB-4042-9A97-55014E03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178" y="6130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3" name="path-5351">
            <a:extLst xmlns:a="http://schemas.openxmlformats.org/drawingml/2006/main">
              <a:ext uri="{FF2B5EF4-FFF2-40B4-BE49-F238E27FC236}">
                <a16:creationId xmlns:a16="http://schemas.microsoft.com/office/drawing/2014/main" id="{884DE04C-26B7-4577-A408-F4E808D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792" y="61306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4" name="path-5352">
            <a:extLst xmlns:a="http://schemas.openxmlformats.org/drawingml/2006/main">
              <a:ext uri="{FF2B5EF4-FFF2-40B4-BE49-F238E27FC236}">
                <a16:creationId xmlns:a16="http://schemas.microsoft.com/office/drawing/2014/main" id="{151B83A5-1563-45BA-A48C-13749BE3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46" y="61189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5" name="path-5353">
            <a:extLst xmlns:a="http://schemas.openxmlformats.org/drawingml/2006/main">
              <a:ext uri="{FF2B5EF4-FFF2-40B4-BE49-F238E27FC236}">
                <a16:creationId xmlns:a16="http://schemas.microsoft.com/office/drawing/2014/main" id="{E7141620-F93E-4B67-A5FD-6AB9FBA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137" y="6144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6" name="path-5354">
            <a:extLst xmlns:a="http://schemas.openxmlformats.org/drawingml/2006/main">
              <a:ext uri="{FF2B5EF4-FFF2-40B4-BE49-F238E27FC236}">
                <a16:creationId xmlns:a16="http://schemas.microsoft.com/office/drawing/2014/main" id="{B326F181-5351-4FB6-A44F-C8278785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365" y="6126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7" name="path-5355">
            <a:extLst xmlns:a="http://schemas.openxmlformats.org/drawingml/2006/main">
              <a:ext uri="{FF2B5EF4-FFF2-40B4-BE49-F238E27FC236}">
                <a16:creationId xmlns:a16="http://schemas.microsoft.com/office/drawing/2014/main" id="{C7737463-5BB4-458F-992F-5787473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482" y="6123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8" name="path-5356">
            <a:extLst xmlns:a="http://schemas.openxmlformats.org/drawingml/2006/main">
              <a:ext uri="{FF2B5EF4-FFF2-40B4-BE49-F238E27FC236}">
                <a16:creationId xmlns:a16="http://schemas.microsoft.com/office/drawing/2014/main" id="{A04B1DE5-2C6F-4CD4-BAE0-DF4FCF1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235" y="6162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9" name="path-5357">
            <a:extLst xmlns:a="http://schemas.openxmlformats.org/drawingml/2006/main">
              <a:ext uri="{FF2B5EF4-FFF2-40B4-BE49-F238E27FC236}">
                <a16:creationId xmlns:a16="http://schemas.microsoft.com/office/drawing/2014/main" id="{8933A3AC-5314-49F8-9180-858B306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940" y="6176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0" name="path-5358">
            <a:extLst xmlns:a="http://schemas.openxmlformats.org/drawingml/2006/main">
              <a:ext uri="{FF2B5EF4-FFF2-40B4-BE49-F238E27FC236}">
                <a16:creationId xmlns:a16="http://schemas.microsoft.com/office/drawing/2014/main" id="{6282F3A7-A3E3-487B-86CD-DBDF159C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003" y="6112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1" name="path-5359">
            <a:extLst xmlns:a="http://schemas.openxmlformats.org/drawingml/2006/main">
              <a:ext uri="{FF2B5EF4-FFF2-40B4-BE49-F238E27FC236}">
                <a16:creationId xmlns:a16="http://schemas.microsoft.com/office/drawing/2014/main" id="{B00BFED5-9E15-4E67-8E52-D850F40B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094" y="6128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2" name="path-5360">
            <a:extLst xmlns:a="http://schemas.openxmlformats.org/drawingml/2006/main">
              <a:ext uri="{FF2B5EF4-FFF2-40B4-BE49-F238E27FC236}">
                <a16:creationId xmlns:a16="http://schemas.microsoft.com/office/drawing/2014/main" id="{01572FA9-EDEC-438A-BF2C-3BFEE10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38" y="6132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3" name="path-5361">
            <a:extLst xmlns:a="http://schemas.openxmlformats.org/drawingml/2006/main">
              <a:ext uri="{FF2B5EF4-FFF2-40B4-BE49-F238E27FC236}">
                <a16:creationId xmlns:a16="http://schemas.microsoft.com/office/drawing/2014/main" id="{40E277B3-11EF-460B-B339-798949BE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334" y="6128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4" name="path-5362">
            <a:extLst xmlns:a="http://schemas.openxmlformats.org/drawingml/2006/main">
              <a:ext uri="{FF2B5EF4-FFF2-40B4-BE49-F238E27FC236}">
                <a16:creationId xmlns:a16="http://schemas.microsoft.com/office/drawing/2014/main" id="{CA8A5BEE-26AF-44D7-9ECF-D89F668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306" y="6143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5" name="path-5363">
            <a:extLst xmlns:a="http://schemas.openxmlformats.org/drawingml/2006/main">
              <a:ext uri="{FF2B5EF4-FFF2-40B4-BE49-F238E27FC236}">
                <a16:creationId xmlns:a16="http://schemas.microsoft.com/office/drawing/2014/main" id="{586BE514-42ED-4591-9C0C-1E2ED5F3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745" y="61637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6" name="path-5364">
            <a:extLst xmlns:a="http://schemas.openxmlformats.org/drawingml/2006/main">
              <a:ext uri="{FF2B5EF4-FFF2-40B4-BE49-F238E27FC236}">
                <a16:creationId xmlns:a16="http://schemas.microsoft.com/office/drawing/2014/main" id="{A35D225A-0B01-476C-80D4-4879D7D9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5" y="6157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7" name="path-5365">
            <a:extLst xmlns:a="http://schemas.openxmlformats.org/drawingml/2006/main">
              <a:ext uri="{FF2B5EF4-FFF2-40B4-BE49-F238E27FC236}">
                <a16:creationId xmlns:a16="http://schemas.microsoft.com/office/drawing/2014/main" id="{19AB7223-BDDA-47A5-9189-171F7491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393" y="6130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8" name="path-5366">
            <a:extLst xmlns:a="http://schemas.openxmlformats.org/drawingml/2006/main">
              <a:ext uri="{FF2B5EF4-FFF2-40B4-BE49-F238E27FC236}">
                <a16:creationId xmlns:a16="http://schemas.microsoft.com/office/drawing/2014/main" id="{EE0E9DDE-3328-46FC-A7BB-70B21D1D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7" y="6142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9" name="path-5367">
            <a:extLst xmlns:a="http://schemas.openxmlformats.org/drawingml/2006/main">
              <a:ext uri="{FF2B5EF4-FFF2-40B4-BE49-F238E27FC236}">
                <a16:creationId xmlns:a16="http://schemas.microsoft.com/office/drawing/2014/main" id="{C5B72EEA-ADE8-459D-9AC1-EC1BFB7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608" y="6148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0" name="path-5368">
            <a:extLst xmlns:a="http://schemas.openxmlformats.org/drawingml/2006/main">
              <a:ext uri="{FF2B5EF4-FFF2-40B4-BE49-F238E27FC236}">
                <a16:creationId xmlns:a16="http://schemas.microsoft.com/office/drawing/2014/main" id="{64AAC1E0-7A21-45E3-8B43-5211564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214" y="61380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1" name="path-5369">
            <a:extLst xmlns:a="http://schemas.openxmlformats.org/drawingml/2006/main">
              <a:ext uri="{FF2B5EF4-FFF2-40B4-BE49-F238E27FC236}">
                <a16:creationId xmlns:a16="http://schemas.microsoft.com/office/drawing/2014/main" id="{FD7CE0A0-E241-4985-ABD1-C15111C2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822" y="6131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2" name="path-5370">
            <a:extLst xmlns:a="http://schemas.openxmlformats.org/drawingml/2006/main">
              <a:ext uri="{FF2B5EF4-FFF2-40B4-BE49-F238E27FC236}">
                <a16:creationId xmlns:a16="http://schemas.microsoft.com/office/drawing/2014/main" id="{821F3828-B0E7-4B28-82BD-53FC017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612" y="6144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3" name="path-5371">
            <a:extLst xmlns:a="http://schemas.openxmlformats.org/drawingml/2006/main">
              <a:ext uri="{FF2B5EF4-FFF2-40B4-BE49-F238E27FC236}">
                <a16:creationId xmlns:a16="http://schemas.microsoft.com/office/drawing/2014/main" id="{5B4B41E6-207C-4497-A6CD-661B156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785" y="6147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4" name="path-5372">
            <a:extLst xmlns:a="http://schemas.openxmlformats.org/drawingml/2006/main">
              <a:ext uri="{FF2B5EF4-FFF2-40B4-BE49-F238E27FC236}">
                <a16:creationId xmlns:a16="http://schemas.microsoft.com/office/drawing/2014/main" id="{FBE56FC7-C8C7-4183-98F1-858BFC61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408" y="61544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5" name="path-5373">
            <a:extLst xmlns:a="http://schemas.openxmlformats.org/drawingml/2006/main">
              <a:ext uri="{FF2B5EF4-FFF2-40B4-BE49-F238E27FC236}">
                <a16:creationId xmlns:a16="http://schemas.microsoft.com/office/drawing/2014/main" id="{65B8175C-A3AD-4044-A88A-18A7A85E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309" y="6126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6" name="path-5374">
            <a:extLst xmlns:a="http://schemas.openxmlformats.org/drawingml/2006/main">
              <a:ext uri="{FF2B5EF4-FFF2-40B4-BE49-F238E27FC236}">
                <a16:creationId xmlns:a16="http://schemas.microsoft.com/office/drawing/2014/main" id="{2AF384C3-FE20-435B-A046-5FD7521A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11" y="61451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7" name="path-5375">
            <a:extLst xmlns:a="http://schemas.openxmlformats.org/drawingml/2006/main">
              <a:ext uri="{FF2B5EF4-FFF2-40B4-BE49-F238E27FC236}">
                <a16:creationId xmlns:a16="http://schemas.microsoft.com/office/drawing/2014/main" id="{88E6F4C7-8600-4C25-9DB5-E648C3F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475" y="61384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8" name="path-5376">
            <a:extLst xmlns:a="http://schemas.openxmlformats.org/drawingml/2006/main">
              <a:ext uri="{FF2B5EF4-FFF2-40B4-BE49-F238E27FC236}">
                <a16:creationId xmlns:a16="http://schemas.microsoft.com/office/drawing/2014/main" id="{DB476BAE-91D8-45FE-99B7-76AC06E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076" y="61366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9" name="path-5377">
            <a:extLst xmlns:a="http://schemas.openxmlformats.org/drawingml/2006/main">
              <a:ext uri="{FF2B5EF4-FFF2-40B4-BE49-F238E27FC236}">
                <a16:creationId xmlns:a16="http://schemas.microsoft.com/office/drawing/2014/main" id="{D340765C-1244-48C0-9526-FA0B3679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9" y="61583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0" name="path-5378">
            <a:extLst xmlns:a="http://schemas.openxmlformats.org/drawingml/2006/main">
              <a:ext uri="{FF2B5EF4-FFF2-40B4-BE49-F238E27FC236}">
                <a16:creationId xmlns:a16="http://schemas.microsoft.com/office/drawing/2014/main" id="{07B08AC2-FB05-468E-A4EF-53D72A2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886" y="6121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1" name="path-5379">
            <a:extLst xmlns:a="http://schemas.openxmlformats.org/drawingml/2006/main">
              <a:ext uri="{FF2B5EF4-FFF2-40B4-BE49-F238E27FC236}">
                <a16:creationId xmlns:a16="http://schemas.microsoft.com/office/drawing/2014/main" id="{7461E667-1581-4E2E-A9BF-18FDAF9C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437" y="6120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2" name="path-5380">
            <a:extLst xmlns:a="http://schemas.openxmlformats.org/drawingml/2006/main">
              <a:ext uri="{FF2B5EF4-FFF2-40B4-BE49-F238E27FC236}">
                <a16:creationId xmlns:a16="http://schemas.microsoft.com/office/drawing/2014/main" id="{7D3FAE60-720D-4A43-A314-4364817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038" y="6151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3" name="path-5381">
            <a:extLst xmlns:a="http://schemas.openxmlformats.org/drawingml/2006/main">
              <a:ext uri="{FF2B5EF4-FFF2-40B4-BE49-F238E27FC236}">
                <a16:creationId xmlns:a16="http://schemas.microsoft.com/office/drawing/2014/main" id="{2B7AF48E-F93F-45AD-B3ED-F95FEB5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44" y="6121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4" name="path-5382">
            <a:extLst xmlns:a="http://schemas.openxmlformats.org/drawingml/2006/main">
              <a:ext uri="{FF2B5EF4-FFF2-40B4-BE49-F238E27FC236}">
                <a16:creationId xmlns:a16="http://schemas.microsoft.com/office/drawing/2014/main" id="{81558B71-5EE6-41AC-85F4-C1CC01FE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184" y="6131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5" name="path-5383">
            <a:extLst xmlns:a="http://schemas.openxmlformats.org/drawingml/2006/main">
              <a:ext uri="{FF2B5EF4-FFF2-40B4-BE49-F238E27FC236}">
                <a16:creationId xmlns:a16="http://schemas.microsoft.com/office/drawing/2014/main" id="{86361EB0-AF98-4955-8AC0-C360160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22" y="61622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6" name="path-5384">
            <a:extLst xmlns:a="http://schemas.openxmlformats.org/drawingml/2006/main">
              <a:ext uri="{FF2B5EF4-FFF2-40B4-BE49-F238E27FC236}">
                <a16:creationId xmlns:a16="http://schemas.microsoft.com/office/drawing/2014/main" id="{744C5B51-4129-40E0-856C-7703076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06" y="61272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7" name="path-5385">
            <a:extLst xmlns:a="http://schemas.openxmlformats.org/drawingml/2006/main">
              <a:ext uri="{FF2B5EF4-FFF2-40B4-BE49-F238E27FC236}">
                <a16:creationId xmlns:a16="http://schemas.microsoft.com/office/drawing/2014/main" id="{C6994197-FEDD-4222-8239-639F48D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91" y="6129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8" name="path-5386">
            <a:extLst xmlns:a="http://schemas.openxmlformats.org/drawingml/2006/main">
              <a:ext uri="{FF2B5EF4-FFF2-40B4-BE49-F238E27FC236}">
                <a16:creationId xmlns:a16="http://schemas.microsoft.com/office/drawing/2014/main" id="{5B3C6C6A-A126-4D8F-82B4-BC05633B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979" y="6137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9" name="path-5387">
            <a:extLst xmlns:a="http://schemas.openxmlformats.org/drawingml/2006/main">
              <a:ext uri="{FF2B5EF4-FFF2-40B4-BE49-F238E27FC236}">
                <a16:creationId xmlns:a16="http://schemas.microsoft.com/office/drawing/2014/main" id="{87083CE9-F902-4375-BB76-C81FFAA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388" y="6145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0" name="path-5388">
            <a:extLst xmlns:a="http://schemas.openxmlformats.org/drawingml/2006/main">
              <a:ext uri="{FF2B5EF4-FFF2-40B4-BE49-F238E27FC236}">
                <a16:creationId xmlns:a16="http://schemas.microsoft.com/office/drawing/2014/main" id="{B184491B-A7CB-4847-8681-DD692F21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743" y="6125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1" name="path-5389">
            <a:extLst xmlns:a="http://schemas.openxmlformats.org/drawingml/2006/main">
              <a:ext uri="{FF2B5EF4-FFF2-40B4-BE49-F238E27FC236}">
                <a16:creationId xmlns:a16="http://schemas.microsoft.com/office/drawing/2014/main" id="{F0DC3112-672F-4422-948F-E7078631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56" y="6166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2" name="path-5390">
            <a:extLst xmlns:a="http://schemas.openxmlformats.org/drawingml/2006/main">
              <a:ext uri="{FF2B5EF4-FFF2-40B4-BE49-F238E27FC236}">
                <a16:creationId xmlns:a16="http://schemas.microsoft.com/office/drawing/2014/main" id="{59AB77D9-5BDA-4687-9F0D-66C8298E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323" y="6141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3" name="path-5391">
            <a:extLst xmlns:a="http://schemas.openxmlformats.org/drawingml/2006/main">
              <a:ext uri="{FF2B5EF4-FFF2-40B4-BE49-F238E27FC236}">
                <a16:creationId xmlns:a16="http://schemas.microsoft.com/office/drawing/2014/main" id="{86EAA95C-DCB5-4F05-B5B6-6BD6DD21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82" y="6150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4" name="path-5392">
            <a:extLst xmlns:a="http://schemas.openxmlformats.org/drawingml/2006/main">
              <a:ext uri="{FF2B5EF4-FFF2-40B4-BE49-F238E27FC236}">
                <a16:creationId xmlns:a16="http://schemas.microsoft.com/office/drawing/2014/main" id="{BFE7C3C6-6329-4FC0-A271-BF7F654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598" y="6131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5" name="path-5393">
            <a:extLst xmlns:a="http://schemas.openxmlformats.org/drawingml/2006/main">
              <a:ext uri="{FF2B5EF4-FFF2-40B4-BE49-F238E27FC236}">
                <a16:creationId xmlns:a16="http://schemas.microsoft.com/office/drawing/2014/main" id="{AEB8211B-741F-4712-AFE9-1C90CE6E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251" y="6118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6" name="path-5394">
            <a:extLst xmlns:a="http://schemas.openxmlformats.org/drawingml/2006/main">
              <a:ext uri="{FF2B5EF4-FFF2-40B4-BE49-F238E27FC236}">
                <a16:creationId xmlns:a16="http://schemas.microsoft.com/office/drawing/2014/main" id="{0761E581-7AE8-469F-9FE4-D9207D70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42" y="61535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7" name="path-5395">
            <a:extLst xmlns:a="http://schemas.openxmlformats.org/drawingml/2006/main">
              <a:ext uri="{FF2B5EF4-FFF2-40B4-BE49-F238E27FC236}">
                <a16:creationId xmlns:a16="http://schemas.microsoft.com/office/drawing/2014/main" id="{5FE22A4A-5722-4F1A-BE3E-B37F73E7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7" y="6139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8" name="path-5396">
            <a:extLst xmlns:a="http://schemas.openxmlformats.org/drawingml/2006/main">
              <a:ext uri="{FF2B5EF4-FFF2-40B4-BE49-F238E27FC236}">
                <a16:creationId xmlns:a16="http://schemas.microsoft.com/office/drawing/2014/main" id="{F663B541-7B52-4A2D-BFEF-D275029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024" y="6153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9" name="path-5397">
            <a:extLst xmlns:a="http://schemas.openxmlformats.org/drawingml/2006/main">
              <a:ext uri="{FF2B5EF4-FFF2-40B4-BE49-F238E27FC236}">
                <a16:creationId xmlns:a16="http://schemas.microsoft.com/office/drawing/2014/main" id="{70415FAF-A466-4E84-A882-984BFBA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63" y="6144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0" name="path-5398">
            <a:extLst xmlns:a="http://schemas.openxmlformats.org/drawingml/2006/main">
              <a:ext uri="{FF2B5EF4-FFF2-40B4-BE49-F238E27FC236}">
                <a16:creationId xmlns:a16="http://schemas.microsoft.com/office/drawing/2014/main" id="{C02AE7C8-3879-40A0-BF85-2E9FC865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743" y="61264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1" name="path-5399">
            <a:extLst xmlns:a="http://schemas.openxmlformats.org/drawingml/2006/main">
              <a:ext uri="{FF2B5EF4-FFF2-40B4-BE49-F238E27FC236}">
                <a16:creationId xmlns:a16="http://schemas.microsoft.com/office/drawing/2014/main" id="{BED284FF-C7E3-435B-871B-78145E8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79" y="6130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2" name="path-5400">
            <a:extLst xmlns:a="http://schemas.openxmlformats.org/drawingml/2006/main">
              <a:ext uri="{FF2B5EF4-FFF2-40B4-BE49-F238E27FC236}">
                <a16:creationId xmlns:a16="http://schemas.microsoft.com/office/drawing/2014/main" id="{21E940C8-3E70-43B4-9C6D-06C5896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296" y="61289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3" name="path-5401">
            <a:extLst xmlns:a="http://schemas.openxmlformats.org/drawingml/2006/main">
              <a:ext uri="{FF2B5EF4-FFF2-40B4-BE49-F238E27FC236}">
                <a16:creationId xmlns:a16="http://schemas.microsoft.com/office/drawing/2014/main" id="{47AD3D64-7AE9-4633-B608-859E86E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77" y="6131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4" name="path-5402">
            <a:extLst xmlns:a="http://schemas.openxmlformats.org/drawingml/2006/main">
              <a:ext uri="{FF2B5EF4-FFF2-40B4-BE49-F238E27FC236}">
                <a16:creationId xmlns:a16="http://schemas.microsoft.com/office/drawing/2014/main" id="{B3277364-AF35-47D6-B610-CED14D1D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212" y="6143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5" name="path-5403">
            <a:extLst xmlns:a="http://schemas.openxmlformats.org/drawingml/2006/main">
              <a:ext uri="{FF2B5EF4-FFF2-40B4-BE49-F238E27FC236}">
                <a16:creationId xmlns:a16="http://schemas.microsoft.com/office/drawing/2014/main" id="{B24CD4DF-8358-4E95-9039-91F65F89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899" y="6118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6" name="path-5404">
            <a:extLst xmlns:a="http://schemas.openxmlformats.org/drawingml/2006/main">
              <a:ext uri="{FF2B5EF4-FFF2-40B4-BE49-F238E27FC236}">
                <a16:creationId xmlns:a16="http://schemas.microsoft.com/office/drawing/2014/main" id="{F29DC3A7-147A-4660-9EFD-2EB338D6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17" y="6124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7" name="path-5405">
            <a:extLst xmlns:a="http://schemas.openxmlformats.org/drawingml/2006/main">
              <a:ext uri="{FF2B5EF4-FFF2-40B4-BE49-F238E27FC236}">
                <a16:creationId xmlns:a16="http://schemas.microsoft.com/office/drawing/2014/main" id="{76362ED2-E4E6-4A99-9292-4440BE81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138" y="6152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8" name="path-5406">
            <a:extLst xmlns:a="http://schemas.openxmlformats.org/drawingml/2006/main">
              <a:ext uri="{FF2B5EF4-FFF2-40B4-BE49-F238E27FC236}">
                <a16:creationId xmlns:a16="http://schemas.microsoft.com/office/drawing/2014/main" id="{A9A4C32F-651A-4FA0-A475-A0AFB987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1" y="6136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9" name="path-5407">
            <a:extLst xmlns:a="http://schemas.openxmlformats.org/drawingml/2006/main">
              <a:ext uri="{FF2B5EF4-FFF2-40B4-BE49-F238E27FC236}">
                <a16:creationId xmlns:a16="http://schemas.microsoft.com/office/drawing/2014/main" id="{A422E74D-08A0-45E6-B2AF-F925752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930" y="6141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0" name="path-5408">
            <a:extLst xmlns:a="http://schemas.openxmlformats.org/drawingml/2006/main">
              <a:ext uri="{FF2B5EF4-FFF2-40B4-BE49-F238E27FC236}">
                <a16:creationId xmlns:a16="http://schemas.microsoft.com/office/drawing/2014/main" id="{046F50D4-5BFC-4BE2-BD02-A110E63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8" y="6137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1" name="path-5409">
            <a:extLst xmlns:a="http://schemas.openxmlformats.org/drawingml/2006/main">
              <a:ext uri="{FF2B5EF4-FFF2-40B4-BE49-F238E27FC236}">
                <a16:creationId xmlns:a16="http://schemas.microsoft.com/office/drawing/2014/main" id="{9AC1380D-E863-4A71-9D7C-CF856C1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6" y="6125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2" name="path-5410">
            <a:extLst xmlns:a="http://schemas.openxmlformats.org/drawingml/2006/main">
              <a:ext uri="{FF2B5EF4-FFF2-40B4-BE49-F238E27FC236}">
                <a16:creationId xmlns:a16="http://schemas.microsoft.com/office/drawing/2014/main" id="{56F5BCEF-C096-4955-9E5A-7F07231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933" y="61608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3" name="path-5411">
            <a:extLst xmlns:a="http://schemas.openxmlformats.org/drawingml/2006/main">
              <a:ext uri="{FF2B5EF4-FFF2-40B4-BE49-F238E27FC236}">
                <a16:creationId xmlns:a16="http://schemas.microsoft.com/office/drawing/2014/main" id="{72E29D25-6EF3-45A1-BFAA-209A2BE9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807" y="6135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4" name="path-5412">
            <a:extLst xmlns:a="http://schemas.openxmlformats.org/drawingml/2006/main">
              <a:ext uri="{FF2B5EF4-FFF2-40B4-BE49-F238E27FC236}">
                <a16:creationId xmlns:a16="http://schemas.microsoft.com/office/drawing/2014/main" id="{6239995B-87D7-44D0-B5CE-F2E8A59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701" y="6154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5" name="path-5413">
            <a:extLst xmlns:a="http://schemas.openxmlformats.org/drawingml/2006/main">
              <a:ext uri="{FF2B5EF4-FFF2-40B4-BE49-F238E27FC236}">
                <a16:creationId xmlns:a16="http://schemas.microsoft.com/office/drawing/2014/main" id="{943C2B78-CDCE-4644-BAA8-E016E01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652" y="61098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6" name="path-5414">
            <a:extLst xmlns:a="http://schemas.openxmlformats.org/drawingml/2006/main">
              <a:ext uri="{FF2B5EF4-FFF2-40B4-BE49-F238E27FC236}">
                <a16:creationId xmlns:a16="http://schemas.microsoft.com/office/drawing/2014/main" id="{99C5E75E-88A4-4EC2-918E-6533809D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541" y="61415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7" name="path-5415">
            <a:extLst xmlns:a="http://schemas.openxmlformats.org/drawingml/2006/main">
              <a:ext uri="{FF2B5EF4-FFF2-40B4-BE49-F238E27FC236}">
                <a16:creationId xmlns:a16="http://schemas.microsoft.com/office/drawing/2014/main" id="{1B7EC1D5-F162-47CA-BF66-8BACFE2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84" y="61459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8" name="path-5416">
            <a:extLst xmlns:a="http://schemas.openxmlformats.org/drawingml/2006/main">
              <a:ext uri="{FF2B5EF4-FFF2-40B4-BE49-F238E27FC236}">
                <a16:creationId xmlns:a16="http://schemas.microsoft.com/office/drawing/2014/main" id="{CFB7ED43-5D7D-423F-BEE5-89642DDB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678" y="61693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9" name="path-5417">
            <a:extLst xmlns:a="http://schemas.openxmlformats.org/drawingml/2006/main">
              <a:ext uri="{FF2B5EF4-FFF2-40B4-BE49-F238E27FC236}">
                <a16:creationId xmlns:a16="http://schemas.microsoft.com/office/drawing/2014/main" id="{97547F9D-B59D-4935-BDEA-1B5B9F8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952" y="6137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0" name="path-5418">
            <a:extLst xmlns:a="http://schemas.openxmlformats.org/drawingml/2006/main">
              <a:ext uri="{FF2B5EF4-FFF2-40B4-BE49-F238E27FC236}">
                <a16:creationId xmlns:a16="http://schemas.microsoft.com/office/drawing/2014/main" id="{F165D14F-1C67-4F87-A672-F511E83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970" y="6156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1" name="path-5419">
            <a:extLst xmlns:a="http://schemas.openxmlformats.org/drawingml/2006/main">
              <a:ext uri="{FF2B5EF4-FFF2-40B4-BE49-F238E27FC236}">
                <a16:creationId xmlns:a16="http://schemas.microsoft.com/office/drawing/2014/main" id="{28100906-7F27-418E-A041-449406D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414" y="6148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2" name="path-5420">
            <a:extLst xmlns:a="http://schemas.openxmlformats.org/drawingml/2006/main">
              <a:ext uri="{FF2B5EF4-FFF2-40B4-BE49-F238E27FC236}">
                <a16:creationId xmlns:a16="http://schemas.microsoft.com/office/drawing/2014/main" id="{D4134634-824B-4B77-A627-C1D0A83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18" y="6120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3" name="path-5421">
            <a:extLst xmlns:a="http://schemas.openxmlformats.org/drawingml/2006/main">
              <a:ext uri="{FF2B5EF4-FFF2-40B4-BE49-F238E27FC236}">
                <a16:creationId xmlns:a16="http://schemas.microsoft.com/office/drawing/2014/main" id="{6C4506A6-819F-471E-B913-178DB9F6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478" y="6126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4" name="path-5422">
            <a:extLst xmlns:a="http://schemas.openxmlformats.org/drawingml/2006/main">
              <a:ext uri="{FF2B5EF4-FFF2-40B4-BE49-F238E27FC236}">
                <a16:creationId xmlns:a16="http://schemas.microsoft.com/office/drawing/2014/main" id="{4F95373B-2894-4E10-899F-C33A16A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573" y="61231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5" name="path-5423">
            <a:extLst xmlns:a="http://schemas.openxmlformats.org/drawingml/2006/main">
              <a:ext uri="{FF2B5EF4-FFF2-40B4-BE49-F238E27FC236}">
                <a16:creationId xmlns:a16="http://schemas.microsoft.com/office/drawing/2014/main" id="{A103E6E5-5720-41DF-9C39-CAA860F4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977" y="6148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6" name="path-5424">
            <a:extLst xmlns:a="http://schemas.openxmlformats.org/drawingml/2006/main">
              <a:ext uri="{FF2B5EF4-FFF2-40B4-BE49-F238E27FC236}">
                <a16:creationId xmlns:a16="http://schemas.microsoft.com/office/drawing/2014/main" id="{2C7B39FF-BE46-4D13-ACB2-DFF03BF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691" y="6143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7" name="path-5425">
            <a:extLst xmlns:a="http://schemas.openxmlformats.org/drawingml/2006/main">
              <a:ext uri="{FF2B5EF4-FFF2-40B4-BE49-F238E27FC236}">
                <a16:creationId xmlns:a16="http://schemas.microsoft.com/office/drawing/2014/main" id="{0116D9C2-7BC9-4EDE-B4E6-ED9B49D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85" y="6153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8" name="path-5426">
            <a:extLst xmlns:a="http://schemas.openxmlformats.org/drawingml/2006/main">
              <a:ext uri="{FF2B5EF4-FFF2-40B4-BE49-F238E27FC236}">
                <a16:creationId xmlns:a16="http://schemas.microsoft.com/office/drawing/2014/main" id="{1D7E9797-2B00-42F3-8BAC-9B27FF7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939" y="61194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9" name="path-5427">
            <a:extLst xmlns:a="http://schemas.openxmlformats.org/drawingml/2006/main">
              <a:ext uri="{FF2B5EF4-FFF2-40B4-BE49-F238E27FC236}">
                <a16:creationId xmlns:a16="http://schemas.microsoft.com/office/drawing/2014/main" id="{49765F22-1F1A-47A8-BD89-8D471E81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98" y="6141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0" name="path-5428">
            <a:extLst xmlns:a="http://schemas.openxmlformats.org/drawingml/2006/main">
              <a:ext uri="{FF2B5EF4-FFF2-40B4-BE49-F238E27FC236}">
                <a16:creationId xmlns:a16="http://schemas.microsoft.com/office/drawing/2014/main" id="{21BD23A1-CAC9-4F35-B346-7A89DDA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017" y="6131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1" name="path-5429">
            <a:extLst xmlns:a="http://schemas.openxmlformats.org/drawingml/2006/main">
              <a:ext uri="{FF2B5EF4-FFF2-40B4-BE49-F238E27FC236}">
                <a16:creationId xmlns:a16="http://schemas.microsoft.com/office/drawing/2014/main" id="{F7C41D7E-9176-4936-97FC-CFC499E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183" y="6122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2" name="path-5430">
            <a:extLst xmlns:a="http://schemas.openxmlformats.org/drawingml/2006/main">
              <a:ext uri="{FF2B5EF4-FFF2-40B4-BE49-F238E27FC236}">
                <a16:creationId xmlns:a16="http://schemas.microsoft.com/office/drawing/2014/main" id="{32F35FD5-E39F-4B56-BEA4-645080F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78" y="61270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3" name="path-5431">
            <a:extLst xmlns:a="http://schemas.openxmlformats.org/drawingml/2006/main">
              <a:ext uri="{FF2B5EF4-FFF2-40B4-BE49-F238E27FC236}">
                <a16:creationId xmlns:a16="http://schemas.microsoft.com/office/drawing/2014/main" id="{3D53C99D-3881-4730-8AF0-E7B349B1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144" y="61626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4" name="path-5432">
            <a:extLst xmlns:a="http://schemas.openxmlformats.org/drawingml/2006/main">
              <a:ext uri="{FF2B5EF4-FFF2-40B4-BE49-F238E27FC236}">
                <a16:creationId xmlns:a16="http://schemas.microsoft.com/office/drawing/2014/main" id="{E0A90556-80E9-4E23-A264-BB89569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01" y="6147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5" name="path-5433">
            <a:extLst xmlns:a="http://schemas.openxmlformats.org/drawingml/2006/main">
              <a:ext uri="{FF2B5EF4-FFF2-40B4-BE49-F238E27FC236}">
                <a16:creationId xmlns:a16="http://schemas.microsoft.com/office/drawing/2014/main" id="{733B06E7-0D1D-4F06-9652-3224727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528" y="6147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6" name="path-5434">
            <a:extLst xmlns:a="http://schemas.openxmlformats.org/drawingml/2006/main">
              <a:ext uri="{FF2B5EF4-FFF2-40B4-BE49-F238E27FC236}">
                <a16:creationId xmlns:a16="http://schemas.microsoft.com/office/drawing/2014/main" id="{D7C86D84-7B59-4DCD-8278-FAC95C10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342" y="6138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7" name="path-5435">
            <a:extLst xmlns:a="http://schemas.openxmlformats.org/drawingml/2006/main">
              <a:ext uri="{FF2B5EF4-FFF2-40B4-BE49-F238E27FC236}">
                <a16:creationId xmlns:a16="http://schemas.microsoft.com/office/drawing/2014/main" id="{0D99EACB-E1FE-47F4-9573-67D2CB41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03" y="6137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8" name="path-5436">
            <a:extLst xmlns:a="http://schemas.openxmlformats.org/drawingml/2006/main">
              <a:ext uri="{FF2B5EF4-FFF2-40B4-BE49-F238E27FC236}">
                <a16:creationId xmlns:a16="http://schemas.microsoft.com/office/drawing/2014/main" id="{3875324C-1370-47BA-BB4B-A1C31C5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29" y="61533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9" name="path-5437">
            <a:extLst xmlns:a="http://schemas.openxmlformats.org/drawingml/2006/main">
              <a:ext uri="{FF2B5EF4-FFF2-40B4-BE49-F238E27FC236}">
                <a16:creationId xmlns:a16="http://schemas.microsoft.com/office/drawing/2014/main" id="{20B7D1B4-3339-47B5-A181-28EE2DC6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96" y="6145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0" name="path-5438">
            <a:extLst xmlns:a="http://schemas.openxmlformats.org/drawingml/2006/main">
              <a:ext uri="{FF2B5EF4-FFF2-40B4-BE49-F238E27FC236}">
                <a16:creationId xmlns:a16="http://schemas.microsoft.com/office/drawing/2014/main" id="{4E67B071-056D-45C6-86B6-5A4A06EA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87" y="6132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1" name="path-5439">
            <a:extLst xmlns:a="http://schemas.openxmlformats.org/drawingml/2006/main">
              <a:ext uri="{FF2B5EF4-FFF2-40B4-BE49-F238E27FC236}">
                <a16:creationId xmlns:a16="http://schemas.microsoft.com/office/drawing/2014/main" id="{DCEE3803-90B5-4C7F-AA2F-54DFFC3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722" y="6137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2" name="path-5440">
            <a:extLst xmlns:a="http://schemas.openxmlformats.org/drawingml/2006/main">
              <a:ext uri="{FF2B5EF4-FFF2-40B4-BE49-F238E27FC236}">
                <a16:creationId xmlns:a16="http://schemas.microsoft.com/office/drawing/2014/main" id="{7861C695-C222-40E7-89EF-A16A074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493" y="61269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3" name="path-5441">
            <a:extLst xmlns:a="http://schemas.openxmlformats.org/drawingml/2006/main">
              <a:ext uri="{FF2B5EF4-FFF2-40B4-BE49-F238E27FC236}">
                <a16:creationId xmlns:a16="http://schemas.microsoft.com/office/drawing/2014/main" id="{50383942-C49B-4AC1-BA95-4E6F0DA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43" y="6174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4" name="path-5442">
            <a:extLst xmlns:a="http://schemas.openxmlformats.org/drawingml/2006/main">
              <a:ext uri="{FF2B5EF4-FFF2-40B4-BE49-F238E27FC236}">
                <a16:creationId xmlns:a16="http://schemas.microsoft.com/office/drawing/2014/main" id="{34C2636C-013B-465B-A79B-C017F7D3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985" y="61482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5" name="path-5443">
            <a:extLst xmlns:a="http://schemas.openxmlformats.org/drawingml/2006/main">
              <a:ext uri="{FF2B5EF4-FFF2-40B4-BE49-F238E27FC236}">
                <a16:creationId xmlns:a16="http://schemas.microsoft.com/office/drawing/2014/main" id="{9A011B67-1C63-4735-B609-7D717C3D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41" y="6166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6" name="path-5444">
            <a:extLst xmlns:a="http://schemas.openxmlformats.org/drawingml/2006/main">
              <a:ext uri="{FF2B5EF4-FFF2-40B4-BE49-F238E27FC236}">
                <a16:creationId xmlns:a16="http://schemas.microsoft.com/office/drawing/2014/main" id="{A1FFF213-3C08-4F6D-B064-77901EF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587" y="6164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7" name="path-5445">
            <a:extLst xmlns:a="http://schemas.openxmlformats.org/drawingml/2006/main">
              <a:ext uri="{FF2B5EF4-FFF2-40B4-BE49-F238E27FC236}">
                <a16:creationId xmlns:a16="http://schemas.microsoft.com/office/drawing/2014/main" id="{30043576-E6B8-49D1-B68A-25BE7FAF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250" y="6128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8" name="path-5446">
            <a:extLst xmlns:a="http://schemas.openxmlformats.org/drawingml/2006/main">
              <a:ext uri="{FF2B5EF4-FFF2-40B4-BE49-F238E27FC236}">
                <a16:creationId xmlns:a16="http://schemas.microsoft.com/office/drawing/2014/main" id="{7E265CD4-7953-4F7E-973F-FAEE297C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41" y="6133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9" name="path-5447">
            <a:extLst xmlns:a="http://schemas.openxmlformats.org/drawingml/2006/main">
              <a:ext uri="{FF2B5EF4-FFF2-40B4-BE49-F238E27FC236}">
                <a16:creationId xmlns:a16="http://schemas.microsoft.com/office/drawing/2014/main" id="{1020DAC9-A842-4664-B4D7-D1902C3E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8261" y="6152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0" name="path-5448">
            <a:extLst xmlns:a="http://schemas.openxmlformats.org/drawingml/2006/main">
              <a:ext uri="{FF2B5EF4-FFF2-40B4-BE49-F238E27FC236}">
                <a16:creationId xmlns:a16="http://schemas.microsoft.com/office/drawing/2014/main" id="{D33CD77F-6D1A-42D0-9D7A-76E16243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90" y="6136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1" name="path-5449">
            <a:extLst xmlns:a="http://schemas.openxmlformats.org/drawingml/2006/main">
              <a:ext uri="{FF2B5EF4-FFF2-40B4-BE49-F238E27FC236}">
                <a16:creationId xmlns:a16="http://schemas.microsoft.com/office/drawing/2014/main" id="{53D48600-265F-49BD-9370-AB9BDB3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246" y="6121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2" name="path-5450">
            <a:extLst xmlns:a="http://schemas.openxmlformats.org/drawingml/2006/main">
              <a:ext uri="{FF2B5EF4-FFF2-40B4-BE49-F238E27FC236}">
                <a16:creationId xmlns:a16="http://schemas.microsoft.com/office/drawing/2014/main" id="{E4A05279-7FF9-48A5-9B9E-F556982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046" y="61488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3" name="path-5451">
            <a:extLst xmlns:a="http://schemas.openxmlformats.org/drawingml/2006/main">
              <a:ext uri="{FF2B5EF4-FFF2-40B4-BE49-F238E27FC236}">
                <a16:creationId xmlns:a16="http://schemas.microsoft.com/office/drawing/2014/main" id="{9D32D0CE-D437-422F-8E92-0C4C0401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8" y="6148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4" name="path-5452">
            <a:extLst xmlns:a="http://schemas.openxmlformats.org/drawingml/2006/main">
              <a:ext uri="{FF2B5EF4-FFF2-40B4-BE49-F238E27FC236}">
                <a16:creationId xmlns:a16="http://schemas.microsoft.com/office/drawing/2014/main" id="{23104679-2D53-4C19-AE72-C163C5C7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863" y="6135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5" name="path-5453">
            <a:extLst xmlns:a="http://schemas.openxmlformats.org/drawingml/2006/main">
              <a:ext uri="{FF2B5EF4-FFF2-40B4-BE49-F238E27FC236}">
                <a16:creationId xmlns:a16="http://schemas.microsoft.com/office/drawing/2014/main" id="{E2364707-2B13-41F2-826A-B7FE0462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160" y="6147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6" name="path-5454">
            <a:extLst xmlns:a="http://schemas.openxmlformats.org/drawingml/2006/main">
              <a:ext uri="{FF2B5EF4-FFF2-40B4-BE49-F238E27FC236}">
                <a16:creationId xmlns:a16="http://schemas.microsoft.com/office/drawing/2014/main" id="{0C141EAC-35C7-42D6-A63F-D92357E4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56" y="6135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7" name="path-5455">
            <a:extLst xmlns:a="http://schemas.openxmlformats.org/drawingml/2006/main">
              <a:ext uri="{FF2B5EF4-FFF2-40B4-BE49-F238E27FC236}">
                <a16:creationId xmlns:a16="http://schemas.microsoft.com/office/drawing/2014/main" id="{4D1927EE-B40C-4721-9866-3D4AC63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891" y="6127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8" name="path-5456">
            <a:extLst xmlns:a="http://schemas.openxmlformats.org/drawingml/2006/main">
              <a:ext uri="{FF2B5EF4-FFF2-40B4-BE49-F238E27FC236}">
                <a16:creationId xmlns:a16="http://schemas.microsoft.com/office/drawing/2014/main" id="{2F75A711-8671-4957-B359-C24AB3FB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14" y="6126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9" name="path-5457">
            <a:extLst xmlns:a="http://schemas.openxmlformats.org/drawingml/2006/main">
              <a:ext uri="{FF2B5EF4-FFF2-40B4-BE49-F238E27FC236}">
                <a16:creationId xmlns:a16="http://schemas.microsoft.com/office/drawing/2014/main" id="{AE977472-26E4-4D0F-9DDA-3F1FA8F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198" y="61301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0" name="path-5458">
            <a:extLst xmlns:a="http://schemas.openxmlformats.org/drawingml/2006/main">
              <a:ext uri="{FF2B5EF4-FFF2-40B4-BE49-F238E27FC236}">
                <a16:creationId xmlns:a16="http://schemas.microsoft.com/office/drawing/2014/main" id="{48DB6764-2E1A-44C0-A5D1-461E1EE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22" y="6141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1" name="path-5459">
            <a:extLst xmlns:a="http://schemas.openxmlformats.org/drawingml/2006/main">
              <a:ext uri="{FF2B5EF4-FFF2-40B4-BE49-F238E27FC236}">
                <a16:creationId xmlns:a16="http://schemas.microsoft.com/office/drawing/2014/main" id="{D4893E1A-3E97-4320-84CD-15A56E5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934" y="6144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2" name="path-5460">
            <a:extLst xmlns:a="http://schemas.openxmlformats.org/drawingml/2006/main">
              <a:ext uri="{FF2B5EF4-FFF2-40B4-BE49-F238E27FC236}">
                <a16:creationId xmlns:a16="http://schemas.microsoft.com/office/drawing/2014/main" id="{C70B331E-16D8-4637-B32F-DABA15E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360" y="6147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3" name="path-5461">
            <a:extLst xmlns:a="http://schemas.openxmlformats.org/drawingml/2006/main">
              <a:ext uri="{FF2B5EF4-FFF2-40B4-BE49-F238E27FC236}">
                <a16:creationId xmlns:a16="http://schemas.microsoft.com/office/drawing/2014/main" id="{4BF82789-CE26-469B-B213-372B7B3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87" y="61421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4" name="path-5462">
            <a:extLst xmlns:a="http://schemas.openxmlformats.org/drawingml/2006/main">
              <a:ext uri="{FF2B5EF4-FFF2-40B4-BE49-F238E27FC236}">
                <a16:creationId xmlns:a16="http://schemas.microsoft.com/office/drawing/2014/main" id="{E76F19F6-9D23-4493-9447-9E189D61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282" y="6164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5" name="path-5463">
            <a:extLst xmlns:a="http://schemas.openxmlformats.org/drawingml/2006/main">
              <a:ext uri="{FF2B5EF4-FFF2-40B4-BE49-F238E27FC236}">
                <a16:creationId xmlns:a16="http://schemas.microsoft.com/office/drawing/2014/main" id="{02126E2A-FFBA-426F-94B4-EB548FBE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873" y="6122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6" name="path-5464">
            <a:extLst xmlns:a="http://schemas.openxmlformats.org/drawingml/2006/main">
              <a:ext uri="{FF2B5EF4-FFF2-40B4-BE49-F238E27FC236}">
                <a16:creationId xmlns:a16="http://schemas.microsoft.com/office/drawing/2014/main" id="{2CD87A3B-E80D-4F2E-A0E9-369FA04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072" y="6143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7" name="path-5465">
            <a:extLst xmlns:a="http://schemas.openxmlformats.org/drawingml/2006/main">
              <a:ext uri="{FF2B5EF4-FFF2-40B4-BE49-F238E27FC236}">
                <a16:creationId xmlns:a16="http://schemas.microsoft.com/office/drawing/2014/main" id="{75A5C94B-659F-4C59-A8C5-21D422F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021" y="6127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8" name="path-5466">
            <a:extLst xmlns:a="http://schemas.openxmlformats.org/drawingml/2006/main">
              <a:ext uri="{FF2B5EF4-FFF2-40B4-BE49-F238E27FC236}">
                <a16:creationId xmlns:a16="http://schemas.microsoft.com/office/drawing/2014/main" id="{B38EE3EA-E18B-4277-807C-8476E620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780" y="6146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9" name="path-5467">
            <a:extLst xmlns:a="http://schemas.openxmlformats.org/drawingml/2006/main">
              <a:ext uri="{FF2B5EF4-FFF2-40B4-BE49-F238E27FC236}">
                <a16:creationId xmlns:a16="http://schemas.microsoft.com/office/drawing/2014/main" id="{BE84FC1E-9D28-4514-ABC5-D319A69A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213" y="6155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0" name="path-5468">
            <a:extLst xmlns:a="http://schemas.openxmlformats.org/drawingml/2006/main">
              <a:ext uri="{FF2B5EF4-FFF2-40B4-BE49-F238E27FC236}">
                <a16:creationId xmlns:a16="http://schemas.microsoft.com/office/drawing/2014/main" id="{5F3D7DE3-E399-4D1B-A775-4CB67C4A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28" y="61505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1" name="path-5469">
            <a:extLst xmlns:a="http://schemas.openxmlformats.org/drawingml/2006/main">
              <a:ext uri="{FF2B5EF4-FFF2-40B4-BE49-F238E27FC236}">
                <a16:creationId xmlns:a16="http://schemas.microsoft.com/office/drawing/2014/main" id="{0829323D-A1BA-4F67-A1ED-982C88AC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314" y="6143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2" name="path-5470">
            <a:extLst xmlns:a="http://schemas.openxmlformats.org/drawingml/2006/main">
              <a:ext uri="{FF2B5EF4-FFF2-40B4-BE49-F238E27FC236}">
                <a16:creationId xmlns:a16="http://schemas.microsoft.com/office/drawing/2014/main" id="{2A7A983E-2009-48A4-94DB-459FCB4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932" y="6152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3" name="path-5471">
            <a:extLst xmlns:a="http://schemas.openxmlformats.org/drawingml/2006/main">
              <a:ext uri="{FF2B5EF4-FFF2-40B4-BE49-F238E27FC236}">
                <a16:creationId xmlns:a16="http://schemas.microsoft.com/office/drawing/2014/main" id="{0846BFA9-21D6-4F22-B429-92BECE9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54" y="6137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4" name="path-5472">
            <a:extLst xmlns:a="http://schemas.openxmlformats.org/drawingml/2006/main">
              <a:ext uri="{FF2B5EF4-FFF2-40B4-BE49-F238E27FC236}">
                <a16:creationId xmlns:a16="http://schemas.microsoft.com/office/drawing/2014/main" id="{40B4967A-A1AB-4D9F-945D-0E1B151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747" y="6159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5" name="path-5473">
            <a:extLst xmlns:a="http://schemas.openxmlformats.org/drawingml/2006/main">
              <a:ext uri="{FF2B5EF4-FFF2-40B4-BE49-F238E27FC236}">
                <a16:creationId xmlns:a16="http://schemas.microsoft.com/office/drawing/2014/main" id="{7CAF11C2-901F-4BBB-BEC0-90992BE8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912" y="61332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6" name="path-5474">
            <a:extLst xmlns:a="http://schemas.openxmlformats.org/drawingml/2006/main">
              <a:ext uri="{FF2B5EF4-FFF2-40B4-BE49-F238E27FC236}">
                <a16:creationId xmlns:a16="http://schemas.microsoft.com/office/drawing/2014/main" id="{215E28A6-AC9E-4EDD-8351-41E3A020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599" y="61353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7" name="path-5475">
            <a:extLst xmlns:a="http://schemas.openxmlformats.org/drawingml/2006/main">
              <a:ext uri="{FF2B5EF4-FFF2-40B4-BE49-F238E27FC236}">
                <a16:creationId xmlns:a16="http://schemas.microsoft.com/office/drawing/2014/main" id="{ACF451A2-C225-4666-93F1-A452D22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244" y="6146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8" name="path-5476">
            <a:extLst xmlns:a="http://schemas.openxmlformats.org/drawingml/2006/main">
              <a:ext uri="{FF2B5EF4-FFF2-40B4-BE49-F238E27FC236}">
                <a16:creationId xmlns:a16="http://schemas.microsoft.com/office/drawing/2014/main" id="{0277D019-A13A-4675-A93D-4E38E31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29" y="6156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9" name="path-5477">
            <a:extLst xmlns:a="http://schemas.openxmlformats.org/drawingml/2006/main">
              <a:ext uri="{FF2B5EF4-FFF2-40B4-BE49-F238E27FC236}">
                <a16:creationId xmlns:a16="http://schemas.microsoft.com/office/drawing/2014/main" id="{19CD257E-BE3F-4ACB-AFCB-F41C6B5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84" y="61215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0" name="path-5478">
            <a:extLst xmlns:a="http://schemas.openxmlformats.org/drawingml/2006/main">
              <a:ext uri="{FF2B5EF4-FFF2-40B4-BE49-F238E27FC236}">
                <a16:creationId xmlns:a16="http://schemas.microsoft.com/office/drawing/2014/main" id="{0535F779-4032-4ECA-BC05-2A2127FF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15" y="61241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1" name="path-5479">
            <a:extLst xmlns:a="http://schemas.openxmlformats.org/drawingml/2006/main">
              <a:ext uri="{FF2B5EF4-FFF2-40B4-BE49-F238E27FC236}">
                <a16:creationId xmlns:a16="http://schemas.microsoft.com/office/drawing/2014/main" id="{648B7FF4-8772-4A49-A023-2ED29A63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52" y="6149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2" name="path-5480">
            <a:extLst xmlns:a="http://schemas.openxmlformats.org/drawingml/2006/main">
              <a:ext uri="{FF2B5EF4-FFF2-40B4-BE49-F238E27FC236}">
                <a16:creationId xmlns:a16="http://schemas.microsoft.com/office/drawing/2014/main" id="{4454ADA6-56D4-4BBF-B704-ED119D61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01" y="61672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3" name="path-5481">
            <a:extLst xmlns:a="http://schemas.openxmlformats.org/drawingml/2006/main">
              <a:ext uri="{FF2B5EF4-FFF2-40B4-BE49-F238E27FC236}">
                <a16:creationId xmlns:a16="http://schemas.microsoft.com/office/drawing/2014/main" id="{709403C1-FCA9-4D8F-BBAF-4132587D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413" y="6131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4" name="path-5482">
            <a:extLst xmlns:a="http://schemas.openxmlformats.org/drawingml/2006/main">
              <a:ext uri="{FF2B5EF4-FFF2-40B4-BE49-F238E27FC236}">
                <a16:creationId xmlns:a16="http://schemas.microsoft.com/office/drawing/2014/main" id="{0BBAE3C4-F467-4A4C-A895-7030B06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47" y="6147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5" name="path-5483">
            <a:extLst xmlns:a="http://schemas.openxmlformats.org/drawingml/2006/main">
              <a:ext uri="{FF2B5EF4-FFF2-40B4-BE49-F238E27FC236}">
                <a16:creationId xmlns:a16="http://schemas.microsoft.com/office/drawing/2014/main" id="{22DBFB6D-F474-485E-8316-A47D8019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566" y="6140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6" name="path-5484">
            <a:extLst xmlns:a="http://schemas.openxmlformats.org/drawingml/2006/main">
              <a:ext uri="{FF2B5EF4-FFF2-40B4-BE49-F238E27FC236}">
                <a16:creationId xmlns:a16="http://schemas.microsoft.com/office/drawing/2014/main" id="{393EB605-6F7A-4DCC-BEFC-52FC4000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648" y="61623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7" name="path-5485">
            <a:extLst xmlns:a="http://schemas.openxmlformats.org/drawingml/2006/main">
              <a:ext uri="{FF2B5EF4-FFF2-40B4-BE49-F238E27FC236}">
                <a16:creationId xmlns:a16="http://schemas.microsoft.com/office/drawing/2014/main" id="{075996D6-F3C4-45A3-8C6E-564FD3E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415" y="6144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8" name="path-5486">
            <a:extLst xmlns:a="http://schemas.openxmlformats.org/drawingml/2006/main">
              <a:ext uri="{FF2B5EF4-FFF2-40B4-BE49-F238E27FC236}">
                <a16:creationId xmlns:a16="http://schemas.microsoft.com/office/drawing/2014/main" id="{424D396B-2CE7-40C7-B7CF-27B9EFCF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75" y="61603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9" name="path-5487">
            <a:extLst xmlns:a="http://schemas.openxmlformats.org/drawingml/2006/main">
              <a:ext uri="{FF2B5EF4-FFF2-40B4-BE49-F238E27FC236}">
                <a16:creationId xmlns:a16="http://schemas.microsoft.com/office/drawing/2014/main" id="{C48D23DD-0737-4C8F-A1C3-55AA670E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135" y="6132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0" name="path-5488">
            <a:extLst xmlns:a="http://schemas.openxmlformats.org/drawingml/2006/main">
              <a:ext uri="{FF2B5EF4-FFF2-40B4-BE49-F238E27FC236}">
                <a16:creationId xmlns:a16="http://schemas.microsoft.com/office/drawing/2014/main" id="{4355379D-19B6-41A2-B127-940BA151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867" y="61329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1" name="path-5489">
            <a:extLst xmlns:a="http://schemas.openxmlformats.org/drawingml/2006/main">
              <a:ext uri="{FF2B5EF4-FFF2-40B4-BE49-F238E27FC236}">
                <a16:creationId xmlns:a16="http://schemas.microsoft.com/office/drawing/2014/main" id="{30A3CA17-F256-4CB7-ACFA-2F61F582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68" y="61256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2" name="path-5490">
            <a:extLst xmlns:a="http://schemas.openxmlformats.org/drawingml/2006/main">
              <a:ext uri="{FF2B5EF4-FFF2-40B4-BE49-F238E27FC236}">
                <a16:creationId xmlns:a16="http://schemas.microsoft.com/office/drawing/2014/main" id="{DC69049F-0EFA-4A0F-AB0B-8FD0A21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071" y="6126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3" name="path-5491">
            <a:extLst xmlns:a="http://schemas.openxmlformats.org/drawingml/2006/main">
              <a:ext uri="{FF2B5EF4-FFF2-40B4-BE49-F238E27FC236}">
                <a16:creationId xmlns:a16="http://schemas.microsoft.com/office/drawing/2014/main" id="{A769BE43-BDE8-4C63-80CE-359AA7C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135" y="6135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4" name="path-5492">
            <a:extLst xmlns:a="http://schemas.openxmlformats.org/drawingml/2006/main">
              <a:ext uri="{FF2B5EF4-FFF2-40B4-BE49-F238E27FC236}">
                <a16:creationId xmlns:a16="http://schemas.microsoft.com/office/drawing/2014/main" id="{500552CC-A537-45F6-92D3-32C4BA6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281" y="61493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5" name="path-5493">
            <a:extLst xmlns:a="http://schemas.openxmlformats.org/drawingml/2006/main">
              <a:ext uri="{FF2B5EF4-FFF2-40B4-BE49-F238E27FC236}">
                <a16:creationId xmlns:a16="http://schemas.microsoft.com/office/drawing/2014/main" id="{CFDA7C15-8D39-482B-96C0-005A934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976" y="6167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6" name="path-5494">
            <a:extLst xmlns:a="http://schemas.openxmlformats.org/drawingml/2006/main">
              <a:ext uri="{FF2B5EF4-FFF2-40B4-BE49-F238E27FC236}">
                <a16:creationId xmlns:a16="http://schemas.microsoft.com/office/drawing/2014/main" id="{BCB3E31F-649D-421D-840A-3D166E9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161" y="6159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7" name="path-5495">
            <a:extLst xmlns:a="http://schemas.openxmlformats.org/drawingml/2006/main">
              <a:ext uri="{FF2B5EF4-FFF2-40B4-BE49-F238E27FC236}">
                <a16:creationId xmlns:a16="http://schemas.microsoft.com/office/drawing/2014/main" id="{AAE6E80D-A983-499D-A7C1-543C0417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66" y="6126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8" name="path-5496">
            <a:extLst xmlns:a="http://schemas.openxmlformats.org/drawingml/2006/main">
              <a:ext uri="{FF2B5EF4-FFF2-40B4-BE49-F238E27FC236}">
                <a16:creationId xmlns:a16="http://schemas.microsoft.com/office/drawing/2014/main" id="{30B1B70F-7143-40F8-B243-86453FE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311" y="61498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9" name="path-5497">
            <a:extLst xmlns:a="http://schemas.openxmlformats.org/drawingml/2006/main">
              <a:ext uri="{FF2B5EF4-FFF2-40B4-BE49-F238E27FC236}">
                <a16:creationId xmlns:a16="http://schemas.microsoft.com/office/drawing/2014/main" id="{60FC73DF-F570-4CF5-9EFE-9FE7CA61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075" y="6138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0" name="path-5498">
            <a:extLst xmlns:a="http://schemas.openxmlformats.org/drawingml/2006/main">
              <a:ext uri="{FF2B5EF4-FFF2-40B4-BE49-F238E27FC236}">
                <a16:creationId xmlns:a16="http://schemas.microsoft.com/office/drawing/2014/main" id="{7CA1AD07-0291-4710-AA49-613F9C8E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01" y="61239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1" name="path-5499">
            <a:extLst xmlns:a="http://schemas.openxmlformats.org/drawingml/2006/main">
              <a:ext uri="{FF2B5EF4-FFF2-40B4-BE49-F238E27FC236}">
                <a16:creationId xmlns:a16="http://schemas.microsoft.com/office/drawing/2014/main" id="{E97A0244-38F6-4B75-9561-E08CD5A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240" y="61492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2" name="path-5500">
            <a:extLst xmlns:a="http://schemas.openxmlformats.org/drawingml/2006/main">
              <a:ext uri="{FF2B5EF4-FFF2-40B4-BE49-F238E27FC236}">
                <a16:creationId xmlns:a16="http://schemas.microsoft.com/office/drawing/2014/main" id="{3B434552-75FB-4601-B2BA-10E581A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287" y="6142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3" name="path-5501">
            <a:extLst xmlns:a="http://schemas.openxmlformats.org/drawingml/2006/main">
              <a:ext uri="{FF2B5EF4-FFF2-40B4-BE49-F238E27FC236}">
                <a16:creationId xmlns:a16="http://schemas.microsoft.com/office/drawing/2014/main" id="{D4FA6419-EB54-4CF5-A2FA-7AA808E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661" y="6136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4" name="path-5502">
            <a:extLst xmlns:a="http://schemas.openxmlformats.org/drawingml/2006/main">
              <a:ext uri="{FF2B5EF4-FFF2-40B4-BE49-F238E27FC236}">
                <a16:creationId xmlns:a16="http://schemas.microsoft.com/office/drawing/2014/main" id="{4F78EB37-ABE1-4844-9DF7-88964EE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7" y="6164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5" name="path-5503">
            <a:extLst xmlns:a="http://schemas.openxmlformats.org/drawingml/2006/main">
              <a:ext uri="{FF2B5EF4-FFF2-40B4-BE49-F238E27FC236}">
                <a16:creationId xmlns:a16="http://schemas.microsoft.com/office/drawing/2014/main" id="{3BA658F4-6F3E-4F31-801E-97193EF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776" y="61141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6" name="path-5504">
            <a:extLst xmlns:a="http://schemas.openxmlformats.org/drawingml/2006/main">
              <a:ext uri="{FF2B5EF4-FFF2-40B4-BE49-F238E27FC236}">
                <a16:creationId xmlns:a16="http://schemas.microsoft.com/office/drawing/2014/main" id="{B30445CB-4901-4D74-AC8D-0EB5C87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610" y="6139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7" name="path-5505">
            <a:extLst xmlns:a="http://schemas.openxmlformats.org/drawingml/2006/main">
              <a:ext uri="{FF2B5EF4-FFF2-40B4-BE49-F238E27FC236}">
                <a16:creationId xmlns:a16="http://schemas.microsoft.com/office/drawing/2014/main" id="{72D8E340-5479-4887-844F-BF28AE3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16" y="61900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8" name="path-5506">
            <a:extLst xmlns:a="http://schemas.openxmlformats.org/drawingml/2006/main">
              <a:ext uri="{FF2B5EF4-FFF2-40B4-BE49-F238E27FC236}">
                <a16:creationId xmlns:a16="http://schemas.microsoft.com/office/drawing/2014/main" id="{E6B5EC6D-9550-43D0-BE8B-E3D83120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61558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9" name="path-5507">
            <a:extLst xmlns:a="http://schemas.openxmlformats.org/drawingml/2006/main">
              <a:ext uri="{FF2B5EF4-FFF2-40B4-BE49-F238E27FC236}">
                <a16:creationId xmlns:a16="http://schemas.microsoft.com/office/drawing/2014/main" id="{77A1E05F-9537-47D7-9D94-034C279C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12" y="6158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0" name="path-5508">
            <a:extLst xmlns:a="http://schemas.openxmlformats.org/drawingml/2006/main">
              <a:ext uri="{FF2B5EF4-FFF2-40B4-BE49-F238E27FC236}">
                <a16:creationId xmlns:a16="http://schemas.microsoft.com/office/drawing/2014/main" id="{67F5AF83-CD03-48BC-90F6-3CC1EBB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592" y="61139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1" name="path-5509">
            <a:extLst xmlns:a="http://schemas.openxmlformats.org/drawingml/2006/main">
              <a:ext uri="{FF2B5EF4-FFF2-40B4-BE49-F238E27FC236}">
                <a16:creationId xmlns:a16="http://schemas.microsoft.com/office/drawing/2014/main" id="{49878890-7A34-4AD5-9BA6-79363943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834" y="61268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2" name="path-5510">
            <a:extLst xmlns:a="http://schemas.openxmlformats.org/drawingml/2006/main">
              <a:ext uri="{FF2B5EF4-FFF2-40B4-BE49-F238E27FC236}">
                <a16:creationId xmlns:a16="http://schemas.microsoft.com/office/drawing/2014/main" id="{F54E8440-428C-4439-A73A-8CF7869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202" y="6140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3" name="path-5511">
            <a:extLst xmlns:a="http://schemas.openxmlformats.org/drawingml/2006/main">
              <a:ext uri="{FF2B5EF4-FFF2-40B4-BE49-F238E27FC236}">
                <a16:creationId xmlns:a16="http://schemas.microsoft.com/office/drawing/2014/main" id="{01302ECB-5C4D-491A-8E59-D30554C5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464" y="6146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4" name="path-5512">
            <a:extLst xmlns:a="http://schemas.openxmlformats.org/drawingml/2006/main">
              <a:ext uri="{FF2B5EF4-FFF2-40B4-BE49-F238E27FC236}">
                <a16:creationId xmlns:a16="http://schemas.microsoft.com/office/drawing/2014/main" id="{971210B0-2796-48C2-B7B9-65A7BCDA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519" y="61308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5" name="path-5513">
            <a:extLst xmlns:a="http://schemas.openxmlformats.org/drawingml/2006/main">
              <a:ext uri="{FF2B5EF4-FFF2-40B4-BE49-F238E27FC236}">
                <a16:creationId xmlns:a16="http://schemas.microsoft.com/office/drawing/2014/main" id="{1A5A462A-DEE3-467B-AE4B-CFDEC45E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438" y="6134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6" name="path-5514">
            <a:extLst xmlns:a="http://schemas.openxmlformats.org/drawingml/2006/main">
              <a:ext uri="{FF2B5EF4-FFF2-40B4-BE49-F238E27FC236}">
                <a16:creationId xmlns:a16="http://schemas.microsoft.com/office/drawing/2014/main" id="{5CCF67C9-88FD-48C2-B5A4-AF0945B7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451" y="6108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7" name="path-5515">
            <a:extLst xmlns:a="http://schemas.openxmlformats.org/drawingml/2006/main">
              <a:ext uri="{FF2B5EF4-FFF2-40B4-BE49-F238E27FC236}">
                <a16:creationId xmlns:a16="http://schemas.microsoft.com/office/drawing/2014/main" id="{EE203E96-961F-458B-A409-D88CF4B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51" y="6131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8" name="path-5516">
            <a:extLst xmlns:a="http://schemas.openxmlformats.org/drawingml/2006/main">
              <a:ext uri="{FF2B5EF4-FFF2-40B4-BE49-F238E27FC236}">
                <a16:creationId xmlns:a16="http://schemas.microsoft.com/office/drawing/2014/main" id="{77DD1473-27E6-4413-B9ED-3759895E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523" y="61294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9" name="path-5517">
            <a:extLst xmlns:a="http://schemas.openxmlformats.org/drawingml/2006/main">
              <a:ext uri="{FF2B5EF4-FFF2-40B4-BE49-F238E27FC236}">
                <a16:creationId xmlns:a16="http://schemas.microsoft.com/office/drawing/2014/main" id="{A58FD4CC-A6ED-4C89-BFC4-402AC6E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937" y="6157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0" name="path-5518">
            <a:extLst xmlns:a="http://schemas.openxmlformats.org/drawingml/2006/main">
              <a:ext uri="{FF2B5EF4-FFF2-40B4-BE49-F238E27FC236}">
                <a16:creationId xmlns:a16="http://schemas.microsoft.com/office/drawing/2014/main" id="{052506F9-810F-42E0-BFF6-4F08CFE8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652" y="6139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1" name="path-5519">
            <a:extLst xmlns:a="http://schemas.openxmlformats.org/drawingml/2006/main">
              <a:ext uri="{FF2B5EF4-FFF2-40B4-BE49-F238E27FC236}">
                <a16:creationId xmlns:a16="http://schemas.microsoft.com/office/drawing/2014/main" id="{C9470C11-EE12-42D6-B790-DEDF89E8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58" y="6139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2" name="path-5520">
            <a:extLst xmlns:a="http://schemas.openxmlformats.org/drawingml/2006/main">
              <a:ext uri="{FF2B5EF4-FFF2-40B4-BE49-F238E27FC236}">
                <a16:creationId xmlns:a16="http://schemas.microsoft.com/office/drawing/2014/main" id="{DC1E0C5A-EB91-4D38-BCBC-9CAE16F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049" y="61356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3" name="path-5521">
            <a:extLst xmlns:a="http://schemas.openxmlformats.org/drawingml/2006/main">
              <a:ext uri="{FF2B5EF4-FFF2-40B4-BE49-F238E27FC236}">
                <a16:creationId xmlns:a16="http://schemas.microsoft.com/office/drawing/2014/main" id="{62CE16BE-C590-4DD4-A529-C7DA68D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181" y="61578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4" name="path-5522">
            <a:extLst xmlns:a="http://schemas.openxmlformats.org/drawingml/2006/main">
              <a:ext uri="{FF2B5EF4-FFF2-40B4-BE49-F238E27FC236}">
                <a16:creationId xmlns:a16="http://schemas.microsoft.com/office/drawing/2014/main" id="{287AF88E-9D6E-4E52-9012-BBF5741E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565" y="6144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5" name="path-5523">
            <a:extLst xmlns:a="http://schemas.openxmlformats.org/drawingml/2006/main">
              <a:ext uri="{FF2B5EF4-FFF2-40B4-BE49-F238E27FC236}">
                <a16:creationId xmlns:a16="http://schemas.microsoft.com/office/drawing/2014/main" id="{9C353A5C-7090-452D-8591-DAFBA09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92" y="61330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6" name="path-5524">
            <a:extLst xmlns:a="http://schemas.openxmlformats.org/drawingml/2006/main">
              <a:ext uri="{FF2B5EF4-FFF2-40B4-BE49-F238E27FC236}">
                <a16:creationId xmlns:a16="http://schemas.microsoft.com/office/drawing/2014/main" id="{C7BE7B44-DEC4-4574-92EB-1614B41A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576" y="61693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7" name="path-5525">
            <a:extLst xmlns:a="http://schemas.openxmlformats.org/drawingml/2006/main">
              <a:ext uri="{FF2B5EF4-FFF2-40B4-BE49-F238E27FC236}">
                <a16:creationId xmlns:a16="http://schemas.microsoft.com/office/drawing/2014/main" id="{E304E30B-BF7B-4225-9197-6F5A8AFD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02" y="6147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8" name="path-5526">
            <a:extLst xmlns:a="http://schemas.openxmlformats.org/drawingml/2006/main">
              <a:ext uri="{FF2B5EF4-FFF2-40B4-BE49-F238E27FC236}">
                <a16:creationId xmlns:a16="http://schemas.microsoft.com/office/drawing/2014/main" id="{F6459D99-FA5C-4888-AD5A-B2AD22D9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594" y="6168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9" name="path-5527">
            <a:extLst xmlns:a="http://schemas.openxmlformats.org/drawingml/2006/main">
              <a:ext uri="{FF2B5EF4-FFF2-40B4-BE49-F238E27FC236}">
                <a16:creationId xmlns:a16="http://schemas.microsoft.com/office/drawing/2014/main" id="{DBC7827D-2025-4DB3-B098-4363F503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1" y="61410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0" name="path-5528">
            <a:extLst xmlns:a="http://schemas.openxmlformats.org/drawingml/2006/main">
              <a:ext uri="{FF2B5EF4-FFF2-40B4-BE49-F238E27FC236}">
                <a16:creationId xmlns:a16="http://schemas.microsoft.com/office/drawing/2014/main" id="{70A86D05-B90D-4AF1-9C10-6B205AB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899" y="6150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1" name="path-5529">
            <a:extLst xmlns:a="http://schemas.openxmlformats.org/drawingml/2006/main">
              <a:ext uri="{FF2B5EF4-FFF2-40B4-BE49-F238E27FC236}">
                <a16:creationId xmlns:a16="http://schemas.microsoft.com/office/drawing/2014/main" id="{AAB333B9-D1FA-4A86-B25E-0E1FE8A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00" y="6137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2" name="path-5530">
            <a:extLst xmlns:a="http://schemas.openxmlformats.org/drawingml/2006/main">
              <a:ext uri="{FF2B5EF4-FFF2-40B4-BE49-F238E27FC236}">
                <a16:creationId xmlns:a16="http://schemas.microsoft.com/office/drawing/2014/main" id="{3F1AAA71-007C-4708-B76E-61AF04B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96" y="6126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3" name="path-5531">
            <a:extLst xmlns:a="http://schemas.openxmlformats.org/drawingml/2006/main">
              <a:ext uri="{FF2B5EF4-FFF2-40B4-BE49-F238E27FC236}">
                <a16:creationId xmlns:a16="http://schemas.microsoft.com/office/drawing/2014/main" id="{5936EEF0-BF61-4F74-9E8B-1DFBB616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76" y="6164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4" name="path-5532">
            <a:extLst xmlns:a="http://schemas.openxmlformats.org/drawingml/2006/main">
              <a:ext uri="{FF2B5EF4-FFF2-40B4-BE49-F238E27FC236}">
                <a16:creationId xmlns:a16="http://schemas.microsoft.com/office/drawing/2014/main" id="{5912B9E9-15F3-4E35-BB4C-4173CEDA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122" y="6146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5" name="path-5533">
            <a:extLst xmlns:a="http://schemas.openxmlformats.org/drawingml/2006/main">
              <a:ext uri="{FF2B5EF4-FFF2-40B4-BE49-F238E27FC236}">
                <a16:creationId xmlns:a16="http://schemas.microsoft.com/office/drawing/2014/main" id="{9E3B801D-64B1-4EA1-A930-4EFD078E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292" y="6143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6" name="path-5534">
            <a:extLst xmlns:a="http://schemas.openxmlformats.org/drawingml/2006/main">
              <a:ext uri="{FF2B5EF4-FFF2-40B4-BE49-F238E27FC236}">
                <a16:creationId xmlns:a16="http://schemas.microsoft.com/office/drawing/2014/main" id="{5212212A-BF78-47F7-80BE-306DF72D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28" y="61272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7" name="path-5535">
            <a:extLst xmlns:a="http://schemas.openxmlformats.org/drawingml/2006/main">
              <a:ext uri="{FF2B5EF4-FFF2-40B4-BE49-F238E27FC236}">
                <a16:creationId xmlns:a16="http://schemas.microsoft.com/office/drawing/2014/main" id="{F557C5C7-1C03-4564-AA11-580713CE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801" y="6133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8" name="path-5536">
            <a:extLst xmlns:a="http://schemas.openxmlformats.org/drawingml/2006/main">
              <a:ext uri="{FF2B5EF4-FFF2-40B4-BE49-F238E27FC236}">
                <a16:creationId xmlns:a16="http://schemas.microsoft.com/office/drawing/2014/main" id="{3F6607B8-EE20-41D5-B02A-06F2757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650" y="6141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9" name="path-5537">
            <a:extLst xmlns:a="http://schemas.openxmlformats.org/drawingml/2006/main">
              <a:ext uri="{FF2B5EF4-FFF2-40B4-BE49-F238E27FC236}">
                <a16:creationId xmlns:a16="http://schemas.microsoft.com/office/drawing/2014/main" id="{9D55B022-778C-4268-B030-576E9A68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225" y="6113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0" name="path-5538">
            <a:extLst xmlns:a="http://schemas.openxmlformats.org/drawingml/2006/main">
              <a:ext uri="{FF2B5EF4-FFF2-40B4-BE49-F238E27FC236}">
                <a16:creationId xmlns:a16="http://schemas.microsoft.com/office/drawing/2014/main" id="{C23335EE-B70C-41A9-A64D-F67CA84C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93" y="6146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1" name="path-5539">
            <a:extLst xmlns:a="http://schemas.openxmlformats.org/drawingml/2006/main">
              <a:ext uri="{FF2B5EF4-FFF2-40B4-BE49-F238E27FC236}">
                <a16:creationId xmlns:a16="http://schemas.microsoft.com/office/drawing/2014/main" id="{71D11DBF-679D-42A8-A1D1-188C54C1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982" y="6131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2" name="path-5540">
            <a:extLst xmlns:a="http://schemas.openxmlformats.org/drawingml/2006/main">
              <a:ext uri="{FF2B5EF4-FFF2-40B4-BE49-F238E27FC236}">
                <a16:creationId xmlns:a16="http://schemas.microsoft.com/office/drawing/2014/main" id="{BB5E595F-56A1-4192-9C11-542E1AD3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785" y="6157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3" name="path-5541">
            <a:extLst xmlns:a="http://schemas.openxmlformats.org/drawingml/2006/main">
              <a:ext uri="{FF2B5EF4-FFF2-40B4-BE49-F238E27FC236}">
                <a16:creationId xmlns:a16="http://schemas.microsoft.com/office/drawing/2014/main" id="{52F02D1B-0430-4C2B-8C83-416ABAA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437" y="6139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4" name="path-5542">
            <a:extLst xmlns:a="http://schemas.openxmlformats.org/drawingml/2006/main">
              <a:ext uri="{FF2B5EF4-FFF2-40B4-BE49-F238E27FC236}">
                <a16:creationId xmlns:a16="http://schemas.microsoft.com/office/drawing/2014/main" id="{F1BF4104-C8C1-4E8E-8560-4C45C56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02" y="61238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5" name="path-5543">
            <a:extLst xmlns:a="http://schemas.openxmlformats.org/drawingml/2006/main">
              <a:ext uri="{FF2B5EF4-FFF2-40B4-BE49-F238E27FC236}">
                <a16:creationId xmlns:a16="http://schemas.microsoft.com/office/drawing/2014/main" id="{3C97A4AB-B6A7-4B37-AB11-E934B87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62" y="6125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6" name="path-5544">
            <a:extLst xmlns:a="http://schemas.openxmlformats.org/drawingml/2006/main">
              <a:ext uri="{FF2B5EF4-FFF2-40B4-BE49-F238E27FC236}">
                <a16:creationId xmlns:a16="http://schemas.microsoft.com/office/drawing/2014/main" id="{DB578B62-7D42-4210-BBEE-8D7475D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274" y="6155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7" name="path-5545">
            <a:extLst xmlns:a="http://schemas.openxmlformats.org/drawingml/2006/main">
              <a:ext uri="{FF2B5EF4-FFF2-40B4-BE49-F238E27FC236}">
                <a16:creationId xmlns:a16="http://schemas.microsoft.com/office/drawing/2014/main" id="{8D8113A5-7CB5-4156-AA36-16E534F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78" y="6152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8" name="path-5546">
            <a:extLst xmlns:a="http://schemas.openxmlformats.org/drawingml/2006/main">
              <a:ext uri="{FF2B5EF4-FFF2-40B4-BE49-F238E27FC236}">
                <a16:creationId xmlns:a16="http://schemas.microsoft.com/office/drawing/2014/main" id="{586BA145-B020-4CEF-AB71-FCF6EE6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586" y="61220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9" name="path-5547">
            <a:extLst xmlns:a="http://schemas.openxmlformats.org/drawingml/2006/main">
              <a:ext uri="{FF2B5EF4-FFF2-40B4-BE49-F238E27FC236}">
                <a16:creationId xmlns:a16="http://schemas.microsoft.com/office/drawing/2014/main" id="{64611905-A4C4-4489-8393-FECFC0AE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0" y="61211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0" name="path-5548">
            <a:extLst xmlns:a="http://schemas.openxmlformats.org/drawingml/2006/main">
              <a:ext uri="{FF2B5EF4-FFF2-40B4-BE49-F238E27FC236}">
                <a16:creationId xmlns:a16="http://schemas.microsoft.com/office/drawing/2014/main" id="{0E623F22-4D6E-423D-B4FB-9D219838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65" y="6151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1" name="path-5549">
            <a:extLst xmlns:a="http://schemas.openxmlformats.org/drawingml/2006/main">
              <a:ext uri="{FF2B5EF4-FFF2-40B4-BE49-F238E27FC236}">
                <a16:creationId xmlns:a16="http://schemas.microsoft.com/office/drawing/2014/main" id="{B698B0FA-EA18-4DC0-83C7-AC5C51A6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62" y="61595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2" name="path-5550">
            <a:extLst xmlns:a="http://schemas.openxmlformats.org/drawingml/2006/main">
              <a:ext uri="{FF2B5EF4-FFF2-40B4-BE49-F238E27FC236}">
                <a16:creationId xmlns:a16="http://schemas.microsoft.com/office/drawing/2014/main" id="{63CB7BB4-1663-41E8-9D03-98F4763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31" y="61331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3" name="path-5551">
            <a:extLst xmlns:a="http://schemas.openxmlformats.org/drawingml/2006/main">
              <a:ext uri="{FF2B5EF4-FFF2-40B4-BE49-F238E27FC236}">
                <a16:creationId xmlns:a16="http://schemas.microsoft.com/office/drawing/2014/main" id="{D3C817D3-AFEE-43D9-940A-550BA20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016" y="61604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4" name="path-5552">
            <a:extLst xmlns:a="http://schemas.openxmlformats.org/drawingml/2006/main">
              <a:ext uri="{FF2B5EF4-FFF2-40B4-BE49-F238E27FC236}">
                <a16:creationId xmlns:a16="http://schemas.microsoft.com/office/drawing/2014/main" id="{404B4A99-46D5-4448-B619-925DA53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067" y="6152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5" name="path-5553">
            <a:extLst xmlns:a="http://schemas.openxmlformats.org/drawingml/2006/main">
              <a:ext uri="{FF2B5EF4-FFF2-40B4-BE49-F238E27FC236}">
                <a16:creationId xmlns:a16="http://schemas.microsoft.com/office/drawing/2014/main" id="{A75A309D-6BBF-4CF5-AE57-A404422D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281" y="6113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6" name="path-5554">
            <a:extLst xmlns:a="http://schemas.openxmlformats.org/drawingml/2006/main">
              <a:ext uri="{FF2B5EF4-FFF2-40B4-BE49-F238E27FC236}">
                <a16:creationId xmlns:a16="http://schemas.microsoft.com/office/drawing/2014/main" id="{C8CA10D6-FD07-430B-855F-1C37E80B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13" y="6135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7" name="path-5555">
            <a:extLst xmlns:a="http://schemas.openxmlformats.org/drawingml/2006/main">
              <a:ext uri="{FF2B5EF4-FFF2-40B4-BE49-F238E27FC236}">
                <a16:creationId xmlns:a16="http://schemas.microsoft.com/office/drawing/2014/main" id="{581C2A53-A294-4B2E-A6E9-69CAD20A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978" y="6139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8" name="path-5556">
            <a:extLst xmlns:a="http://schemas.openxmlformats.org/drawingml/2006/main">
              <a:ext uri="{FF2B5EF4-FFF2-40B4-BE49-F238E27FC236}">
                <a16:creationId xmlns:a16="http://schemas.microsoft.com/office/drawing/2014/main" id="{222CFA1F-9C5A-42A9-8627-43C0584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096" y="60999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9" name="path-5557">
            <a:extLst xmlns:a="http://schemas.openxmlformats.org/drawingml/2006/main">
              <a:ext uri="{FF2B5EF4-FFF2-40B4-BE49-F238E27FC236}">
                <a16:creationId xmlns:a16="http://schemas.microsoft.com/office/drawing/2014/main" id="{3691CDDB-1EE3-4682-9D61-095524B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516" y="6143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0" name="path-5558">
            <a:extLst xmlns:a="http://schemas.openxmlformats.org/drawingml/2006/main">
              <a:ext uri="{FF2B5EF4-FFF2-40B4-BE49-F238E27FC236}">
                <a16:creationId xmlns:a16="http://schemas.microsoft.com/office/drawing/2014/main" id="{74460CA2-1CCB-4A0B-8EAE-95287CD5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468" y="6132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1" name="path-5559">
            <a:extLst xmlns:a="http://schemas.openxmlformats.org/drawingml/2006/main">
              <a:ext uri="{FF2B5EF4-FFF2-40B4-BE49-F238E27FC236}">
                <a16:creationId xmlns:a16="http://schemas.microsoft.com/office/drawing/2014/main" id="{6D4CB97F-665A-4F10-BC30-4CBE64C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963" y="61270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2" name="path-5560">
            <a:extLst xmlns:a="http://schemas.openxmlformats.org/drawingml/2006/main">
              <a:ext uri="{FF2B5EF4-FFF2-40B4-BE49-F238E27FC236}">
                <a16:creationId xmlns:a16="http://schemas.microsoft.com/office/drawing/2014/main" id="{9A5E47BD-5074-4DE0-9A62-07BAFF8C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674" y="6176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3" name="path-5561">
            <a:extLst xmlns:a="http://schemas.openxmlformats.org/drawingml/2006/main">
              <a:ext uri="{FF2B5EF4-FFF2-40B4-BE49-F238E27FC236}">
                <a16:creationId xmlns:a16="http://schemas.microsoft.com/office/drawing/2014/main" id="{32C8779A-D501-4FE7-A750-5A92D45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46" y="61333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4" name="path-5562">
            <a:extLst xmlns:a="http://schemas.openxmlformats.org/drawingml/2006/main">
              <a:ext uri="{FF2B5EF4-FFF2-40B4-BE49-F238E27FC236}">
                <a16:creationId xmlns:a16="http://schemas.microsoft.com/office/drawing/2014/main" id="{C499DF06-A7B4-4353-9C58-5D006B3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199" y="6129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5" name="path-5563">
            <a:extLst xmlns:a="http://schemas.openxmlformats.org/drawingml/2006/main">
              <a:ext uri="{FF2B5EF4-FFF2-40B4-BE49-F238E27FC236}">
                <a16:creationId xmlns:a16="http://schemas.microsoft.com/office/drawing/2014/main" id="{10EEB374-9901-4360-8336-823DD8AE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305" y="6138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6" name="path-5564">
            <a:extLst xmlns:a="http://schemas.openxmlformats.org/drawingml/2006/main">
              <a:ext uri="{FF2B5EF4-FFF2-40B4-BE49-F238E27FC236}">
                <a16:creationId xmlns:a16="http://schemas.microsoft.com/office/drawing/2014/main" id="{F3D9768B-E1BB-4D5C-A67F-6653B514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616" y="6144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7" name="path-5565">
            <a:extLst xmlns:a="http://schemas.openxmlformats.org/drawingml/2006/main">
              <a:ext uri="{FF2B5EF4-FFF2-40B4-BE49-F238E27FC236}">
                <a16:creationId xmlns:a16="http://schemas.microsoft.com/office/drawing/2014/main" id="{8A19E64B-2C14-4849-92B8-B6334DA0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968" y="6118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8" name="path-5566">
            <a:extLst xmlns:a="http://schemas.openxmlformats.org/drawingml/2006/main">
              <a:ext uri="{FF2B5EF4-FFF2-40B4-BE49-F238E27FC236}">
                <a16:creationId xmlns:a16="http://schemas.microsoft.com/office/drawing/2014/main" id="{DCED0D6A-8E86-43E3-8BAE-B71C2E0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841" y="6124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9" name="path-5567">
            <a:extLst xmlns:a="http://schemas.openxmlformats.org/drawingml/2006/main">
              <a:ext uri="{FF2B5EF4-FFF2-40B4-BE49-F238E27FC236}">
                <a16:creationId xmlns:a16="http://schemas.microsoft.com/office/drawing/2014/main" id="{9827B446-92FF-452A-A5F8-C6EA115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457" y="6137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0" name="path-5568">
            <a:extLst xmlns:a="http://schemas.openxmlformats.org/drawingml/2006/main">
              <a:ext uri="{FF2B5EF4-FFF2-40B4-BE49-F238E27FC236}">
                <a16:creationId xmlns:a16="http://schemas.microsoft.com/office/drawing/2014/main" id="{4CAA923A-B8D9-4E12-9632-FB8CCE72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555" y="6166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1" name="path-5569">
            <a:extLst xmlns:a="http://schemas.openxmlformats.org/drawingml/2006/main">
              <a:ext uri="{FF2B5EF4-FFF2-40B4-BE49-F238E27FC236}">
                <a16:creationId xmlns:a16="http://schemas.microsoft.com/office/drawing/2014/main" id="{610EE564-66EB-4A16-B842-21889383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84" y="6157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2" name="path-5570">
            <a:extLst xmlns:a="http://schemas.openxmlformats.org/drawingml/2006/main">
              <a:ext uri="{FF2B5EF4-FFF2-40B4-BE49-F238E27FC236}">
                <a16:creationId xmlns:a16="http://schemas.microsoft.com/office/drawing/2014/main" id="{23BF206B-E3D1-4B7C-B39C-B2E83DE2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0" y="6139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3" name="path-5571">
            <a:extLst xmlns:a="http://schemas.openxmlformats.org/drawingml/2006/main">
              <a:ext uri="{FF2B5EF4-FFF2-40B4-BE49-F238E27FC236}">
                <a16:creationId xmlns:a16="http://schemas.microsoft.com/office/drawing/2014/main" id="{70B48B7E-A6CC-48DC-854B-15205633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78" y="61402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4" name="path-5572">
            <a:extLst xmlns:a="http://schemas.openxmlformats.org/drawingml/2006/main">
              <a:ext uri="{FF2B5EF4-FFF2-40B4-BE49-F238E27FC236}">
                <a16:creationId xmlns:a16="http://schemas.microsoft.com/office/drawing/2014/main" id="{C9C4B042-A7FA-43B4-8606-D4616B9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844" y="6156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5" name="path-5573">
            <a:extLst xmlns:a="http://schemas.openxmlformats.org/drawingml/2006/main">
              <a:ext uri="{FF2B5EF4-FFF2-40B4-BE49-F238E27FC236}">
                <a16:creationId xmlns:a16="http://schemas.microsoft.com/office/drawing/2014/main" id="{C47F9138-1FA5-4026-9E24-E1F6EDF7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743" y="6142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6" name="path-5574">
            <a:extLst xmlns:a="http://schemas.openxmlformats.org/drawingml/2006/main">
              <a:ext uri="{FF2B5EF4-FFF2-40B4-BE49-F238E27FC236}">
                <a16:creationId xmlns:a16="http://schemas.microsoft.com/office/drawing/2014/main" id="{132187CF-9F30-4893-9908-37E73F4B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494" y="61393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7" name="path-5575">
            <a:extLst xmlns:a="http://schemas.openxmlformats.org/drawingml/2006/main">
              <a:ext uri="{FF2B5EF4-FFF2-40B4-BE49-F238E27FC236}">
                <a16:creationId xmlns:a16="http://schemas.microsoft.com/office/drawing/2014/main" id="{F6F83A54-7905-464B-A691-6ED3016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56" y="6123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8" name="path-5576">
            <a:extLst xmlns:a="http://schemas.openxmlformats.org/drawingml/2006/main">
              <a:ext uri="{FF2B5EF4-FFF2-40B4-BE49-F238E27FC236}">
                <a16:creationId xmlns:a16="http://schemas.microsoft.com/office/drawing/2014/main" id="{C4E787EF-8EB0-4C5B-8BDC-BBA3124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738" y="61573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9" name="path-5577">
            <a:extLst xmlns:a="http://schemas.openxmlformats.org/drawingml/2006/main">
              <a:ext uri="{FF2B5EF4-FFF2-40B4-BE49-F238E27FC236}">
                <a16:creationId xmlns:a16="http://schemas.microsoft.com/office/drawing/2014/main" id="{7088A356-B7F4-4C67-BD9C-A8DE44FB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784" y="6131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0" name="path-5578">
            <a:extLst xmlns:a="http://schemas.openxmlformats.org/drawingml/2006/main">
              <a:ext uri="{FF2B5EF4-FFF2-40B4-BE49-F238E27FC236}">
                <a16:creationId xmlns:a16="http://schemas.microsoft.com/office/drawing/2014/main" id="{221D89BE-5C96-44C5-B9FA-7029A5C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257" y="6143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1" name="path-5579">
            <a:extLst xmlns:a="http://schemas.openxmlformats.org/drawingml/2006/main">
              <a:ext uri="{FF2B5EF4-FFF2-40B4-BE49-F238E27FC236}">
                <a16:creationId xmlns:a16="http://schemas.microsoft.com/office/drawing/2014/main" id="{181F00BB-07A7-4B6E-9E3E-9C68E50D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199" y="6122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2" name="path-5580">
            <a:extLst xmlns:a="http://schemas.openxmlformats.org/drawingml/2006/main">
              <a:ext uri="{FF2B5EF4-FFF2-40B4-BE49-F238E27FC236}">
                <a16:creationId xmlns:a16="http://schemas.microsoft.com/office/drawing/2014/main" id="{8A4230BE-EC15-46AF-B386-86812550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40" y="6165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3" name="path-5581">
            <a:extLst xmlns:a="http://schemas.openxmlformats.org/drawingml/2006/main">
              <a:ext uri="{FF2B5EF4-FFF2-40B4-BE49-F238E27FC236}">
                <a16:creationId xmlns:a16="http://schemas.microsoft.com/office/drawing/2014/main" id="{9C1DFEB1-C30B-4A44-BF2D-837E3A2D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41" y="61246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4" name="path-5582">
            <a:extLst xmlns:a="http://schemas.openxmlformats.org/drawingml/2006/main">
              <a:ext uri="{FF2B5EF4-FFF2-40B4-BE49-F238E27FC236}">
                <a16:creationId xmlns:a16="http://schemas.microsoft.com/office/drawing/2014/main" id="{9B365B93-B7A3-4FE4-8E64-E4C6B703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55" y="6135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5" name="path-5583">
            <a:extLst xmlns:a="http://schemas.openxmlformats.org/drawingml/2006/main">
              <a:ext uri="{FF2B5EF4-FFF2-40B4-BE49-F238E27FC236}">
                <a16:creationId xmlns:a16="http://schemas.microsoft.com/office/drawing/2014/main" id="{419117BF-953C-4D03-B259-150BF026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823" y="6136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6" name="path-5584">
            <a:extLst xmlns:a="http://schemas.openxmlformats.org/drawingml/2006/main">
              <a:ext uri="{FF2B5EF4-FFF2-40B4-BE49-F238E27FC236}">
                <a16:creationId xmlns:a16="http://schemas.microsoft.com/office/drawing/2014/main" id="{1B3795EC-CB12-48E2-8C50-C86ED242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84" y="6114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7" name="path-5585">
            <a:extLst xmlns:a="http://schemas.openxmlformats.org/drawingml/2006/main">
              <a:ext uri="{FF2B5EF4-FFF2-40B4-BE49-F238E27FC236}">
                <a16:creationId xmlns:a16="http://schemas.microsoft.com/office/drawing/2014/main" id="{58573A9C-70DE-416D-BF36-C569284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59" y="6153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8" name="path-5586">
            <a:extLst xmlns:a="http://schemas.openxmlformats.org/drawingml/2006/main">
              <a:ext uri="{FF2B5EF4-FFF2-40B4-BE49-F238E27FC236}">
                <a16:creationId xmlns:a16="http://schemas.microsoft.com/office/drawing/2014/main" id="{09BDC069-56D5-4952-A3F0-FEADE143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973" y="6151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9" name="path-5587">
            <a:extLst xmlns:a="http://schemas.openxmlformats.org/drawingml/2006/main">
              <a:ext uri="{FF2B5EF4-FFF2-40B4-BE49-F238E27FC236}">
                <a16:creationId xmlns:a16="http://schemas.microsoft.com/office/drawing/2014/main" id="{9AAE2969-E899-4B7E-806D-5B926151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59" y="6130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0" name="path-5588">
            <a:extLst xmlns:a="http://schemas.openxmlformats.org/drawingml/2006/main">
              <a:ext uri="{FF2B5EF4-FFF2-40B4-BE49-F238E27FC236}">
                <a16:creationId xmlns:a16="http://schemas.microsoft.com/office/drawing/2014/main" id="{1C78E260-AB34-453A-BD4E-9DCB3F02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805" y="6155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1" name="path-5589">
            <a:extLst xmlns:a="http://schemas.openxmlformats.org/drawingml/2006/main">
              <a:ext uri="{FF2B5EF4-FFF2-40B4-BE49-F238E27FC236}">
                <a16:creationId xmlns:a16="http://schemas.microsoft.com/office/drawing/2014/main" id="{B5731368-B320-4D84-8836-0B0CA92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800" y="6116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2" name="path-5590">
            <a:extLst xmlns:a="http://schemas.openxmlformats.org/drawingml/2006/main">
              <a:ext uri="{FF2B5EF4-FFF2-40B4-BE49-F238E27FC236}">
                <a16:creationId xmlns:a16="http://schemas.microsoft.com/office/drawing/2014/main" id="{59040A66-C603-4C59-AD9A-DFC17D5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855" y="61167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3" name="path-5591">
            <a:extLst xmlns:a="http://schemas.openxmlformats.org/drawingml/2006/main">
              <a:ext uri="{FF2B5EF4-FFF2-40B4-BE49-F238E27FC236}">
                <a16:creationId xmlns:a16="http://schemas.microsoft.com/office/drawing/2014/main" id="{F1AA5B79-A277-461A-BCA0-87121872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465" y="6122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4" name="path-5592">
            <a:extLst xmlns:a="http://schemas.openxmlformats.org/drawingml/2006/main">
              <a:ext uri="{FF2B5EF4-FFF2-40B4-BE49-F238E27FC236}">
                <a16:creationId xmlns:a16="http://schemas.microsoft.com/office/drawing/2014/main" id="{BD180687-750E-467F-A268-4B0EE10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024" y="6130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5" name="path-5593">
            <a:extLst xmlns:a="http://schemas.openxmlformats.org/drawingml/2006/main">
              <a:ext uri="{FF2B5EF4-FFF2-40B4-BE49-F238E27FC236}">
                <a16:creationId xmlns:a16="http://schemas.microsoft.com/office/drawing/2014/main" id="{25783305-B64F-42DF-BBD2-8C693696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02" y="61389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6" name="path-5594">
            <a:extLst xmlns:a="http://schemas.openxmlformats.org/drawingml/2006/main">
              <a:ext uri="{FF2B5EF4-FFF2-40B4-BE49-F238E27FC236}">
                <a16:creationId xmlns:a16="http://schemas.microsoft.com/office/drawing/2014/main" id="{3A1B92EC-7058-4385-8F17-FB8EE5A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71" y="6136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7" name="path-5595">
            <a:extLst xmlns:a="http://schemas.openxmlformats.org/drawingml/2006/main">
              <a:ext uri="{FF2B5EF4-FFF2-40B4-BE49-F238E27FC236}">
                <a16:creationId xmlns:a16="http://schemas.microsoft.com/office/drawing/2014/main" id="{6999DB5B-40E0-4BB4-B084-6FF15828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59" y="6138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8" name="path-5596">
            <a:extLst xmlns:a="http://schemas.openxmlformats.org/drawingml/2006/main">
              <a:ext uri="{FF2B5EF4-FFF2-40B4-BE49-F238E27FC236}">
                <a16:creationId xmlns:a16="http://schemas.microsoft.com/office/drawing/2014/main" id="{F10300DE-019E-40F2-98EC-50498D6D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382" y="61747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9" name="path-5597">
            <a:extLst xmlns:a="http://schemas.openxmlformats.org/drawingml/2006/main">
              <a:ext uri="{FF2B5EF4-FFF2-40B4-BE49-F238E27FC236}">
                <a16:creationId xmlns:a16="http://schemas.microsoft.com/office/drawing/2014/main" id="{12ECABF2-0F86-4220-9A66-3C6586B9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825" y="6141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0" name="path-5598">
            <a:extLst xmlns:a="http://schemas.openxmlformats.org/drawingml/2006/main">
              <a:ext uri="{FF2B5EF4-FFF2-40B4-BE49-F238E27FC236}">
                <a16:creationId xmlns:a16="http://schemas.microsoft.com/office/drawing/2014/main" id="{61BF6BE9-B795-4A04-B2B2-9F3E6EEE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894" y="61314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1" name="path-5599">
            <a:extLst xmlns:a="http://schemas.openxmlformats.org/drawingml/2006/main">
              <a:ext uri="{FF2B5EF4-FFF2-40B4-BE49-F238E27FC236}">
                <a16:creationId xmlns:a16="http://schemas.microsoft.com/office/drawing/2014/main" id="{D41247BC-1409-46F0-AEF3-97919C4D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87" y="6149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2" name="path-5600">
            <a:extLst xmlns:a="http://schemas.openxmlformats.org/drawingml/2006/main">
              <a:ext uri="{FF2B5EF4-FFF2-40B4-BE49-F238E27FC236}">
                <a16:creationId xmlns:a16="http://schemas.microsoft.com/office/drawing/2014/main" id="{E44BE8F8-9747-4300-8AD0-4F2CDFDF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834" y="61397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3" name="path-5601">
            <a:extLst xmlns:a="http://schemas.openxmlformats.org/drawingml/2006/main">
              <a:ext uri="{FF2B5EF4-FFF2-40B4-BE49-F238E27FC236}">
                <a16:creationId xmlns:a16="http://schemas.microsoft.com/office/drawing/2014/main" id="{1ECD6262-7AE4-42FD-B791-87B48384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42" y="61546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4" name="path-5602">
            <a:extLst xmlns:a="http://schemas.openxmlformats.org/drawingml/2006/main">
              <a:ext uri="{FF2B5EF4-FFF2-40B4-BE49-F238E27FC236}">
                <a16:creationId xmlns:a16="http://schemas.microsoft.com/office/drawing/2014/main" id="{96C17A23-B6AA-4B46-88CC-0CB73F50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04" y="6128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5" name="path-5603">
            <a:extLst xmlns:a="http://schemas.openxmlformats.org/drawingml/2006/main">
              <a:ext uri="{FF2B5EF4-FFF2-40B4-BE49-F238E27FC236}">
                <a16:creationId xmlns:a16="http://schemas.microsoft.com/office/drawing/2014/main" id="{BFF22ECB-B149-4F6A-9ADF-44CBB5FA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553" y="6155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6" name="path-5604">
            <a:extLst xmlns:a="http://schemas.openxmlformats.org/drawingml/2006/main">
              <a:ext uri="{FF2B5EF4-FFF2-40B4-BE49-F238E27FC236}">
                <a16:creationId xmlns:a16="http://schemas.microsoft.com/office/drawing/2014/main" id="{05DE803C-B058-4913-8B60-33A8748D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72" y="6143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7" name="path-5605">
            <a:extLst xmlns:a="http://schemas.openxmlformats.org/drawingml/2006/main">
              <a:ext uri="{FF2B5EF4-FFF2-40B4-BE49-F238E27FC236}">
                <a16:creationId xmlns:a16="http://schemas.microsoft.com/office/drawing/2014/main" id="{29F37440-E963-4791-AE0B-BF3980E5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44" y="6145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8" name="path-5606">
            <a:extLst xmlns:a="http://schemas.openxmlformats.org/drawingml/2006/main">
              <a:ext uri="{FF2B5EF4-FFF2-40B4-BE49-F238E27FC236}">
                <a16:creationId xmlns:a16="http://schemas.microsoft.com/office/drawing/2014/main" id="{5D5E922D-BA1C-4EC3-82E2-3DBD96C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423" y="6139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9" name="path-5607">
            <a:extLst xmlns:a="http://schemas.openxmlformats.org/drawingml/2006/main">
              <a:ext uri="{FF2B5EF4-FFF2-40B4-BE49-F238E27FC236}">
                <a16:creationId xmlns:a16="http://schemas.microsoft.com/office/drawing/2014/main" id="{878302E4-69CA-44E1-942E-60B478B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9" y="61426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0" name="path-5608">
            <a:extLst xmlns:a="http://schemas.openxmlformats.org/drawingml/2006/main">
              <a:ext uri="{FF2B5EF4-FFF2-40B4-BE49-F238E27FC236}">
                <a16:creationId xmlns:a16="http://schemas.microsoft.com/office/drawing/2014/main" id="{5FF4A01A-1BB8-4312-B8AA-7C940A5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770" y="6129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1" name="path-5609">
            <a:extLst xmlns:a="http://schemas.openxmlformats.org/drawingml/2006/main">
              <a:ext uri="{FF2B5EF4-FFF2-40B4-BE49-F238E27FC236}">
                <a16:creationId xmlns:a16="http://schemas.microsoft.com/office/drawing/2014/main" id="{5AA5DB74-B141-4487-9E2A-875F60C1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73" y="6145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2" name="path-5610">
            <a:extLst xmlns:a="http://schemas.openxmlformats.org/drawingml/2006/main">
              <a:ext uri="{FF2B5EF4-FFF2-40B4-BE49-F238E27FC236}">
                <a16:creationId xmlns:a16="http://schemas.microsoft.com/office/drawing/2014/main" id="{73E8983E-5245-44D8-AAFD-C787D6B8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66" y="61223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3" name="path-5611">
            <a:extLst xmlns:a="http://schemas.openxmlformats.org/drawingml/2006/main">
              <a:ext uri="{FF2B5EF4-FFF2-40B4-BE49-F238E27FC236}">
                <a16:creationId xmlns:a16="http://schemas.microsoft.com/office/drawing/2014/main" id="{084D2CED-751C-46E2-935A-E4A7F4B5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443" y="61507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4" name="path-5612">
            <a:extLst xmlns:a="http://schemas.openxmlformats.org/drawingml/2006/main">
              <a:ext uri="{FF2B5EF4-FFF2-40B4-BE49-F238E27FC236}">
                <a16:creationId xmlns:a16="http://schemas.microsoft.com/office/drawing/2014/main" id="{66740409-E0F0-426A-B373-F5CB57DF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010" y="61549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5" name="path-5613">
            <a:extLst xmlns:a="http://schemas.openxmlformats.org/drawingml/2006/main">
              <a:ext uri="{FF2B5EF4-FFF2-40B4-BE49-F238E27FC236}">
                <a16:creationId xmlns:a16="http://schemas.microsoft.com/office/drawing/2014/main" id="{E6FAF13E-4369-48FA-BB6A-D187B00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00" y="6130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6" name="path-5614">
            <a:extLst xmlns:a="http://schemas.openxmlformats.org/drawingml/2006/main">
              <a:ext uri="{FF2B5EF4-FFF2-40B4-BE49-F238E27FC236}">
                <a16:creationId xmlns:a16="http://schemas.microsoft.com/office/drawing/2014/main" id="{C7F8D0B0-3235-4382-BB98-306076A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5" y="61570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7" name="path-5615">
            <a:extLst xmlns:a="http://schemas.openxmlformats.org/drawingml/2006/main">
              <a:ext uri="{FF2B5EF4-FFF2-40B4-BE49-F238E27FC236}">
                <a16:creationId xmlns:a16="http://schemas.microsoft.com/office/drawing/2014/main" id="{A02C9A88-3416-4EE2-BE70-6DB2A6F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96" y="6142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8" name="path-5616">
            <a:extLst xmlns:a="http://schemas.openxmlformats.org/drawingml/2006/main">
              <a:ext uri="{FF2B5EF4-FFF2-40B4-BE49-F238E27FC236}">
                <a16:creationId xmlns:a16="http://schemas.microsoft.com/office/drawing/2014/main" id="{3E6D403D-445A-45D6-9D4D-03C8EA3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066" y="6135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9" name="path-5617">
            <a:extLst xmlns:a="http://schemas.openxmlformats.org/drawingml/2006/main">
              <a:ext uri="{FF2B5EF4-FFF2-40B4-BE49-F238E27FC236}">
                <a16:creationId xmlns:a16="http://schemas.microsoft.com/office/drawing/2014/main" id="{DC96B03E-41A8-423E-A33A-8496684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22" y="6121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0" name="path-5618">
            <a:extLst xmlns:a="http://schemas.openxmlformats.org/drawingml/2006/main">
              <a:ext uri="{FF2B5EF4-FFF2-40B4-BE49-F238E27FC236}">
                <a16:creationId xmlns:a16="http://schemas.microsoft.com/office/drawing/2014/main" id="{AE9628B1-1C04-4866-BC85-29EB4A9A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608" y="61295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1" name="path-5619">
            <a:extLst xmlns:a="http://schemas.openxmlformats.org/drawingml/2006/main">
              <a:ext uri="{FF2B5EF4-FFF2-40B4-BE49-F238E27FC236}">
                <a16:creationId xmlns:a16="http://schemas.microsoft.com/office/drawing/2014/main" id="{BE2A2765-12BB-405F-8156-46AB06F7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509" y="6153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2" name="path-5620">
            <a:extLst xmlns:a="http://schemas.openxmlformats.org/drawingml/2006/main">
              <a:ext uri="{FF2B5EF4-FFF2-40B4-BE49-F238E27FC236}">
                <a16:creationId xmlns:a16="http://schemas.microsoft.com/office/drawing/2014/main" id="{D0CC0312-0E6A-4D69-A1B6-BEC61315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58" y="6166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3" name="path-5621">
            <a:extLst xmlns:a="http://schemas.openxmlformats.org/drawingml/2006/main">
              <a:ext uri="{FF2B5EF4-FFF2-40B4-BE49-F238E27FC236}">
                <a16:creationId xmlns:a16="http://schemas.microsoft.com/office/drawing/2014/main" id="{EF42E469-70D4-4F36-B503-6B9E13D0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292" y="6137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4" name="path-5622">
            <a:extLst xmlns:a="http://schemas.openxmlformats.org/drawingml/2006/main">
              <a:ext uri="{FF2B5EF4-FFF2-40B4-BE49-F238E27FC236}">
                <a16:creationId xmlns:a16="http://schemas.microsoft.com/office/drawing/2014/main" id="{0BA3C2E4-6E8B-4911-A5F8-3DA4C79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11" y="6144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5" name="path-5623">
            <a:extLst xmlns:a="http://schemas.openxmlformats.org/drawingml/2006/main">
              <a:ext uri="{FF2B5EF4-FFF2-40B4-BE49-F238E27FC236}">
                <a16:creationId xmlns:a16="http://schemas.microsoft.com/office/drawing/2014/main" id="{838ACD91-5702-4677-ABE2-72A62E8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55" y="6164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6" name="path-5624">
            <a:extLst xmlns:a="http://schemas.openxmlformats.org/drawingml/2006/main">
              <a:ext uri="{FF2B5EF4-FFF2-40B4-BE49-F238E27FC236}">
                <a16:creationId xmlns:a16="http://schemas.microsoft.com/office/drawing/2014/main" id="{8651BA4E-13FD-4691-BAAB-3DC61303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371" y="61232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7" name="path-5625">
            <a:extLst xmlns:a="http://schemas.openxmlformats.org/drawingml/2006/main">
              <a:ext uri="{FF2B5EF4-FFF2-40B4-BE49-F238E27FC236}">
                <a16:creationId xmlns:a16="http://schemas.microsoft.com/office/drawing/2014/main" id="{3A2DE6C0-3FCD-4DEE-8C09-93C7F393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993" y="6145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8" name="path-5626">
            <a:extLst xmlns:a="http://schemas.openxmlformats.org/drawingml/2006/main">
              <a:ext uri="{FF2B5EF4-FFF2-40B4-BE49-F238E27FC236}">
                <a16:creationId xmlns:a16="http://schemas.microsoft.com/office/drawing/2014/main" id="{97F7367D-C05F-42EC-8C91-8025FDE0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32" y="6125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9" name="path-5627">
            <a:extLst xmlns:a="http://schemas.openxmlformats.org/drawingml/2006/main">
              <a:ext uri="{FF2B5EF4-FFF2-40B4-BE49-F238E27FC236}">
                <a16:creationId xmlns:a16="http://schemas.microsoft.com/office/drawing/2014/main" id="{E086540D-08F9-4537-A764-4B64CDA6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150" y="6151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0" name="path-5628">
            <a:extLst xmlns:a="http://schemas.openxmlformats.org/drawingml/2006/main">
              <a:ext uri="{FF2B5EF4-FFF2-40B4-BE49-F238E27FC236}">
                <a16:creationId xmlns:a16="http://schemas.microsoft.com/office/drawing/2014/main" id="{5A3BD0EE-F756-461D-8164-D6E1174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70" y="6145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1" name="path-5629">
            <a:extLst xmlns:a="http://schemas.openxmlformats.org/drawingml/2006/main">
              <a:ext uri="{FF2B5EF4-FFF2-40B4-BE49-F238E27FC236}">
                <a16:creationId xmlns:a16="http://schemas.microsoft.com/office/drawing/2014/main" id="{BAC39364-C779-49AA-A4B4-3C04847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037" y="6152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2" name="path-5630">
            <a:extLst xmlns:a="http://schemas.openxmlformats.org/drawingml/2006/main">
              <a:ext uri="{FF2B5EF4-FFF2-40B4-BE49-F238E27FC236}">
                <a16:creationId xmlns:a16="http://schemas.microsoft.com/office/drawing/2014/main" id="{2F75C277-C093-44C3-BA24-26FD30DD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905" y="61273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3" name="path-5631">
            <a:extLst xmlns:a="http://schemas.openxmlformats.org/drawingml/2006/main">
              <a:ext uri="{FF2B5EF4-FFF2-40B4-BE49-F238E27FC236}">
                <a16:creationId xmlns:a16="http://schemas.microsoft.com/office/drawing/2014/main" id="{119B0F1E-AEA1-4406-9010-FA910B08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432" y="6141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4" name="path-5632">
            <a:extLst xmlns:a="http://schemas.openxmlformats.org/drawingml/2006/main">
              <a:ext uri="{FF2B5EF4-FFF2-40B4-BE49-F238E27FC236}">
                <a16:creationId xmlns:a16="http://schemas.microsoft.com/office/drawing/2014/main" id="{6C1E9C25-113D-4DC1-A9DD-FAAB523B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614" y="6132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5" name="path-5633">
            <a:extLst xmlns:a="http://schemas.openxmlformats.org/drawingml/2006/main">
              <a:ext uri="{FF2B5EF4-FFF2-40B4-BE49-F238E27FC236}">
                <a16:creationId xmlns:a16="http://schemas.microsoft.com/office/drawing/2014/main" id="{54A0A669-54DC-4205-9865-F88E5FAF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52" y="6143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6" name="path-5634">
            <a:extLst xmlns:a="http://schemas.openxmlformats.org/drawingml/2006/main">
              <a:ext uri="{FF2B5EF4-FFF2-40B4-BE49-F238E27FC236}">
                <a16:creationId xmlns:a16="http://schemas.microsoft.com/office/drawing/2014/main" id="{925F2047-477D-49CE-BF6F-6F56080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77" y="61542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7" name="path-5635">
            <a:extLst xmlns:a="http://schemas.openxmlformats.org/drawingml/2006/main">
              <a:ext uri="{FF2B5EF4-FFF2-40B4-BE49-F238E27FC236}">
                <a16:creationId xmlns:a16="http://schemas.microsoft.com/office/drawing/2014/main" id="{BF4325BA-C23D-4020-99D5-C6F4DD7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08" y="6122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8" name="path-5636">
            <a:extLst xmlns:a="http://schemas.openxmlformats.org/drawingml/2006/main">
              <a:ext uri="{FF2B5EF4-FFF2-40B4-BE49-F238E27FC236}">
                <a16:creationId xmlns:a16="http://schemas.microsoft.com/office/drawing/2014/main" id="{FC3E8D1D-1069-4969-8BDC-5958170B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5" y="6155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9" name="path-5637">
            <a:extLst xmlns:a="http://schemas.openxmlformats.org/drawingml/2006/main">
              <a:ext uri="{FF2B5EF4-FFF2-40B4-BE49-F238E27FC236}">
                <a16:creationId xmlns:a16="http://schemas.microsoft.com/office/drawing/2014/main" id="{35E7A6B0-7E4F-4A03-B6CB-9C7E2517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099" y="61428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0" name="path-5638">
            <a:extLst xmlns:a="http://schemas.openxmlformats.org/drawingml/2006/main">
              <a:ext uri="{FF2B5EF4-FFF2-40B4-BE49-F238E27FC236}">
                <a16:creationId xmlns:a16="http://schemas.microsoft.com/office/drawing/2014/main" id="{24735D67-317D-48B0-82CF-8B7511EA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072" y="61407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1" name="path-5639">
            <a:extLst xmlns:a="http://schemas.openxmlformats.org/drawingml/2006/main">
              <a:ext uri="{FF2B5EF4-FFF2-40B4-BE49-F238E27FC236}">
                <a16:creationId xmlns:a16="http://schemas.microsoft.com/office/drawing/2014/main" id="{26EE1476-1E30-4E18-BA8E-F7A48881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991" y="61574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2" name="path-5640">
            <a:extLst xmlns:a="http://schemas.openxmlformats.org/drawingml/2006/main">
              <a:ext uri="{FF2B5EF4-FFF2-40B4-BE49-F238E27FC236}">
                <a16:creationId xmlns:a16="http://schemas.microsoft.com/office/drawing/2014/main" id="{A9A81BEF-703B-4B8C-94FF-6E99FA96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18" y="61586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3" name="path-5641">
            <a:extLst xmlns:a="http://schemas.openxmlformats.org/drawingml/2006/main">
              <a:ext uri="{FF2B5EF4-FFF2-40B4-BE49-F238E27FC236}">
                <a16:creationId xmlns:a16="http://schemas.microsoft.com/office/drawing/2014/main" id="{1DBF10D0-9252-4C27-955A-F4154A8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661" y="6134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4" name="path-5642">
            <a:extLst xmlns:a="http://schemas.openxmlformats.org/drawingml/2006/main">
              <a:ext uri="{FF2B5EF4-FFF2-40B4-BE49-F238E27FC236}">
                <a16:creationId xmlns:a16="http://schemas.microsoft.com/office/drawing/2014/main" id="{3A1CAB52-641B-4956-A66C-8AA9504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477" y="6115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5" name="path-5643">
            <a:extLst xmlns:a="http://schemas.openxmlformats.org/drawingml/2006/main">
              <a:ext uri="{FF2B5EF4-FFF2-40B4-BE49-F238E27FC236}">
                <a16:creationId xmlns:a16="http://schemas.microsoft.com/office/drawing/2014/main" id="{C8F029C9-12AB-4322-A9F0-EEB4201A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461" y="61420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6" name="path-5644">
            <a:extLst xmlns:a="http://schemas.openxmlformats.org/drawingml/2006/main">
              <a:ext uri="{FF2B5EF4-FFF2-40B4-BE49-F238E27FC236}">
                <a16:creationId xmlns:a16="http://schemas.microsoft.com/office/drawing/2014/main" id="{405AC0E3-0255-4A55-8A47-DDFFAAF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35" y="61293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7" name="path-5645">
            <a:extLst xmlns:a="http://schemas.openxmlformats.org/drawingml/2006/main">
              <a:ext uri="{FF2B5EF4-FFF2-40B4-BE49-F238E27FC236}">
                <a16:creationId xmlns:a16="http://schemas.microsoft.com/office/drawing/2014/main" id="{C9A558B6-C615-4552-94BC-626CFE83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91" y="61407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8" name="path-5646">
            <a:extLst xmlns:a="http://schemas.openxmlformats.org/drawingml/2006/main">
              <a:ext uri="{FF2B5EF4-FFF2-40B4-BE49-F238E27FC236}">
                <a16:creationId xmlns:a16="http://schemas.microsoft.com/office/drawing/2014/main" id="{9DCB821C-4A08-4DAA-9476-B585CA72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957" y="6113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9" name="path-5647">
            <a:extLst xmlns:a="http://schemas.openxmlformats.org/drawingml/2006/main">
              <a:ext uri="{FF2B5EF4-FFF2-40B4-BE49-F238E27FC236}">
                <a16:creationId xmlns:a16="http://schemas.microsoft.com/office/drawing/2014/main" id="{1789A42A-9632-4E4C-83A2-686688B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527" y="61281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0" name="path-5648">
            <a:extLst xmlns:a="http://schemas.openxmlformats.org/drawingml/2006/main">
              <a:ext uri="{FF2B5EF4-FFF2-40B4-BE49-F238E27FC236}">
                <a16:creationId xmlns:a16="http://schemas.microsoft.com/office/drawing/2014/main" id="{DDCFF178-5EB8-4674-AD36-05D984B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924" y="6108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1" name="path-5649">
            <a:extLst xmlns:a="http://schemas.openxmlformats.org/drawingml/2006/main">
              <a:ext uri="{FF2B5EF4-FFF2-40B4-BE49-F238E27FC236}">
                <a16:creationId xmlns:a16="http://schemas.microsoft.com/office/drawing/2014/main" id="{6AE43F5A-F59E-4C6D-80F2-B6854D5A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405" y="6168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2" name="path-5650">
            <a:extLst xmlns:a="http://schemas.openxmlformats.org/drawingml/2006/main">
              <a:ext uri="{FF2B5EF4-FFF2-40B4-BE49-F238E27FC236}">
                <a16:creationId xmlns:a16="http://schemas.microsoft.com/office/drawing/2014/main" id="{CCA762B0-01F4-457B-933C-C767868C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75" y="6153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3" name="path-5651">
            <a:extLst xmlns:a="http://schemas.openxmlformats.org/drawingml/2006/main">
              <a:ext uri="{FF2B5EF4-FFF2-40B4-BE49-F238E27FC236}">
                <a16:creationId xmlns:a16="http://schemas.microsoft.com/office/drawing/2014/main" id="{814864E1-8D1E-4126-A684-1FFED254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79" y="6126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4" name="path-5652">
            <a:extLst xmlns:a="http://schemas.openxmlformats.org/drawingml/2006/main">
              <a:ext uri="{FF2B5EF4-FFF2-40B4-BE49-F238E27FC236}">
                <a16:creationId xmlns:a16="http://schemas.microsoft.com/office/drawing/2014/main" id="{918FC79F-BF7D-472F-A51E-99F57A7C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4" y="6148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5" name="path-5653">
            <a:extLst xmlns:a="http://schemas.openxmlformats.org/drawingml/2006/main">
              <a:ext uri="{FF2B5EF4-FFF2-40B4-BE49-F238E27FC236}">
                <a16:creationId xmlns:a16="http://schemas.microsoft.com/office/drawing/2014/main" id="{E65F526D-6800-4A1F-91D8-FEEA5EFA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542" y="6126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6" name="path-5654">
            <a:extLst xmlns:a="http://schemas.openxmlformats.org/drawingml/2006/main">
              <a:ext uri="{FF2B5EF4-FFF2-40B4-BE49-F238E27FC236}">
                <a16:creationId xmlns:a16="http://schemas.microsoft.com/office/drawing/2014/main" id="{67F4B655-83F3-434C-8908-CB68DE01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556" y="6147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7" name="path-5655">
            <a:extLst xmlns:a="http://schemas.openxmlformats.org/drawingml/2006/main">
              <a:ext uri="{FF2B5EF4-FFF2-40B4-BE49-F238E27FC236}">
                <a16:creationId xmlns:a16="http://schemas.microsoft.com/office/drawing/2014/main" id="{159F76D2-02DA-4CC5-9644-0854A55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23" y="61618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8" name="path-5656">
            <a:extLst xmlns:a="http://schemas.openxmlformats.org/drawingml/2006/main">
              <a:ext uri="{FF2B5EF4-FFF2-40B4-BE49-F238E27FC236}">
                <a16:creationId xmlns:a16="http://schemas.microsoft.com/office/drawing/2014/main" id="{E209D9AE-356B-4FCD-9525-40AEA2F8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91" y="6142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9" name="path-5657">
            <a:extLst xmlns:a="http://schemas.openxmlformats.org/drawingml/2006/main">
              <a:ext uri="{FF2B5EF4-FFF2-40B4-BE49-F238E27FC236}">
                <a16:creationId xmlns:a16="http://schemas.microsoft.com/office/drawing/2014/main" id="{AB621F20-8262-486B-A233-A98B5C55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316" y="61534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0" name="path-5658">
            <a:extLst xmlns:a="http://schemas.openxmlformats.org/drawingml/2006/main">
              <a:ext uri="{FF2B5EF4-FFF2-40B4-BE49-F238E27FC236}">
                <a16:creationId xmlns:a16="http://schemas.microsoft.com/office/drawing/2014/main" id="{022BB722-9ECC-46EC-B321-E7B75C5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349" y="61541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1" name="path-5659">
            <a:extLst xmlns:a="http://schemas.openxmlformats.org/drawingml/2006/main">
              <a:ext uri="{FF2B5EF4-FFF2-40B4-BE49-F238E27FC236}">
                <a16:creationId xmlns:a16="http://schemas.microsoft.com/office/drawing/2014/main" id="{441C3F4E-FB6E-43AF-A02F-83FF5300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299" y="6144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2" name="path-5660">
            <a:extLst xmlns:a="http://schemas.openxmlformats.org/drawingml/2006/main">
              <a:ext uri="{FF2B5EF4-FFF2-40B4-BE49-F238E27FC236}">
                <a16:creationId xmlns:a16="http://schemas.microsoft.com/office/drawing/2014/main" id="{1DDA7BDD-0162-4D46-8AAC-2A3490D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9" y="61277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3" name="path-5661">
            <a:extLst xmlns:a="http://schemas.openxmlformats.org/drawingml/2006/main">
              <a:ext uri="{FF2B5EF4-FFF2-40B4-BE49-F238E27FC236}">
                <a16:creationId xmlns:a16="http://schemas.microsoft.com/office/drawing/2014/main" id="{513A1FEC-11CA-4E4B-A439-D9ECABA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47" y="61765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4" name="path-5662">
            <a:extLst xmlns:a="http://schemas.openxmlformats.org/drawingml/2006/main">
              <a:ext uri="{FF2B5EF4-FFF2-40B4-BE49-F238E27FC236}">
                <a16:creationId xmlns:a16="http://schemas.microsoft.com/office/drawing/2014/main" id="{AF9665B2-1D8A-4B9D-A194-18576BE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905" y="6149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5" name="path-5663">
            <a:extLst xmlns:a="http://schemas.openxmlformats.org/drawingml/2006/main">
              <a:ext uri="{FF2B5EF4-FFF2-40B4-BE49-F238E27FC236}">
                <a16:creationId xmlns:a16="http://schemas.microsoft.com/office/drawing/2014/main" id="{D1872033-FB18-46A6-A8E7-3618DCF9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4" y="6142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6" name="path-5664">
            <a:extLst xmlns:a="http://schemas.openxmlformats.org/drawingml/2006/main">
              <a:ext uri="{FF2B5EF4-FFF2-40B4-BE49-F238E27FC236}">
                <a16:creationId xmlns:a16="http://schemas.microsoft.com/office/drawing/2014/main" id="{C218C5AD-0B7E-4400-BE2D-F09732EF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76" y="61616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7" name="path-5665">
            <a:extLst xmlns:a="http://schemas.openxmlformats.org/drawingml/2006/main">
              <a:ext uri="{FF2B5EF4-FFF2-40B4-BE49-F238E27FC236}">
                <a16:creationId xmlns:a16="http://schemas.microsoft.com/office/drawing/2014/main" id="{9879005C-107D-40C5-BEF3-BE6A26E3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785" y="6172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8" name="path-5666">
            <a:extLst xmlns:a="http://schemas.openxmlformats.org/drawingml/2006/main">
              <a:ext uri="{FF2B5EF4-FFF2-40B4-BE49-F238E27FC236}">
                <a16:creationId xmlns:a16="http://schemas.microsoft.com/office/drawing/2014/main" id="{9413356A-4733-4635-AD38-4FB084FA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698" y="6128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9" name="path-5667">
            <a:extLst xmlns:a="http://schemas.openxmlformats.org/drawingml/2006/main">
              <a:ext uri="{FF2B5EF4-FFF2-40B4-BE49-F238E27FC236}">
                <a16:creationId xmlns:a16="http://schemas.microsoft.com/office/drawing/2014/main" id="{F813F916-7A7B-493A-9787-F559630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843" y="6148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0" name="path-5668">
            <a:extLst xmlns:a="http://schemas.openxmlformats.org/drawingml/2006/main">
              <a:ext uri="{FF2B5EF4-FFF2-40B4-BE49-F238E27FC236}">
                <a16:creationId xmlns:a16="http://schemas.microsoft.com/office/drawing/2014/main" id="{ACC4C102-8A26-43B5-9409-ACE06F5D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25" y="61371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1" name="path-5669">
            <a:extLst xmlns:a="http://schemas.openxmlformats.org/drawingml/2006/main">
              <a:ext uri="{FF2B5EF4-FFF2-40B4-BE49-F238E27FC236}">
                <a16:creationId xmlns:a16="http://schemas.microsoft.com/office/drawing/2014/main" id="{598A84C7-FF16-487B-A488-C436A2B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434" y="6156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2" name="path-5670">
            <a:extLst xmlns:a="http://schemas.openxmlformats.org/drawingml/2006/main">
              <a:ext uri="{FF2B5EF4-FFF2-40B4-BE49-F238E27FC236}">
                <a16:creationId xmlns:a16="http://schemas.microsoft.com/office/drawing/2014/main" id="{4625B9DB-BF23-4527-A91C-D7DEAB6E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93" y="6144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3" name="path-5671">
            <a:extLst xmlns:a="http://schemas.openxmlformats.org/drawingml/2006/main">
              <a:ext uri="{FF2B5EF4-FFF2-40B4-BE49-F238E27FC236}">
                <a16:creationId xmlns:a16="http://schemas.microsoft.com/office/drawing/2014/main" id="{522DCD3D-1915-4E83-B76F-914D072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53" y="6167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4" name="path-5672">
            <a:extLst xmlns:a="http://schemas.openxmlformats.org/drawingml/2006/main">
              <a:ext uri="{FF2B5EF4-FFF2-40B4-BE49-F238E27FC236}">
                <a16:creationId xmlns:a16="http://schemas.microsoft.com/office/drawing/2014/main" id="{788AECD5-E089-425D-BB7E-A9F98B5A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51" y="6134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5" name="path-5673">
            <a:extLst xmlns:a="http://schemas.openxmlformats.org/drawingml/2006/main">
              <a:ext uri="{FF2B5EF4-FFF2-40B4-BE49-F238E27FC236}">
                <a16:creationId xmlns:a16="http://schemas.microsoft.com/office/drawing/2014/main" id="{97D5ADF2-97C2-45E1-9B60-6ADFF80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084" y="61500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6" name="path-5674">
            <a:extLst xmlns:a="http://schemas.openxmlformats.org/drawingml/2006/main">
              <a:ext uri="{FF2B5EF4-FFF2-40B4-BE49-F238E27FC236}">
                <a16:creationId xmlns:a16="http://schemas.microsoft.com/office/drawing/2014/main" id="{5D2A4E61-E698-49B1-A42E-E1E9B807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546" y="6132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7" name="path-5675">
            <a:extLst xmlns:a="http://schemas.openxmlformats.org/drawingml/2006/main">
              <a:ext uri="{FF2B5EF4-FFF2-40B4-BE49-F238E27FC236}">
                <a16:creationId xmlns:a16="http://schemas.microsoft.com/office/drawing/2014/main" id="{7309EB9D-C5D6-4FFE-A8D2-55812D4B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494" y="61355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8" name="path-5676">
            <a:extLst xmlns:a="http://schemas.openxmlformats.org/drawingml/2006/main">
              <a:ext uri="{FF2B5EF4-FFF2-40B4-BE49-F238E27FC236}">
                <a16:creationId xmlns:a16="http://schemas.microsoft.com/office/drawing/2014/main" id="{19D8DAB0-C004-4FAE-9199-A50D3067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657" y="6135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9" name="path-5677">
            <a:extLst xmlns:a="http://schemas.openxmlformats.org/drawingml/2006/main">
              <a:ext uri="{FF2B5EF4-FFF2-40B4-BE49-F238E27FC236}">
                <a16:creationId xmlns:a16="http://schemas.microsoft.com/office/drawing/2014/main" id="{114B1921-BA01-42B7-BB6E-8D6A821C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244" y="61608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0" name="path-5678">
            <a:extLst xmlns:a="http://schemas.openxmlformats.org/drawingml/2006/main">
              <a:ext uri="{FF2B5EF4-FFF2-40B4-BE49-F238E27FC236}">
                <a16:creationId xmlns:a16="http://schemas.microsoft.com/office/drawing/2014/main" id="{D586672B-BF8D-4E8E-AA94-B4973228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382" y="6128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1" name="path-5679">
            <a:extLst xmlns:a="http://schemas.openxmlformats.org/drawingml/2006/main">
              <a:ext uri="{FF2B5EF4-FFF2-40B4-BE49-F238E27FC236}">
                <a16:creationId xmlns:a16="http://schemas.microsoft.com/office/drawing/2014/main" id="{DA12F2DB-C7D5-4AB8-B443-EB43DC6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270" y="6129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2" name="path-5680">
            <a:extLst xmlns:a="http://schemas.openxmlformats.org/drawingml/2006/main">
              <a:ext uri="{FF2B5EF4-FFF2-40B4-BE49-F238E27FC236}">
                <a16:creationId xmlns:a16="http://schemas.microsoft.com/office/drawing/2014/main" id="{A2DBD1BE-C31B-4F7E-98CD-393944FD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112" y="61509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3" name="path-5681">
            <a:extLst xmlns:a="http://schemas.openxmlformats.org/drawingml/2006/main">
              <a:ext uri="{FF2B5EF4-FFF2-40B4-BE49-F238E27FC236}">
                <a16:creationId xmlns:a16="http://schemas.microsoft.com/office/drawing/2014/main" id="{4A76233B-3C4A-4D90-BD0E-2066932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204" y="6136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4" name="path-5682">
            <a:extLst xmlns:a="http://schemas.openxmlformats.org/drawingml/2006/main">
              <a:ext uri="{FF2B5EF4-FFF2-40B4-BE49-F238E27FC236}">
                <a16:creationId xmlns:a16="http://schemas.microsoft.com/office/drawing/2014/main" id="{B5C2B828-A315-4E69-A54F-96E1676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646" y="6136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5" name="path-5683">
            <a:extLst xmlns:a="http://schemas.openxmlformats.org/drawingml/2006/main">
              <a:ext uri="{FF2B5EF4-FFF2-40B4-BE49-F238E27FC236}">
                <a16:creationId xmlns:a16="http://schemas.microsoft.com/office/drawing/2014/main" id="{474C9F6E-07A3-435B-B5C5-6A8EC36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874" y="6142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6" name="path-5684">
            <a:extLst xmlns:a="http://schemas.openxmlformats.org/drawingml/2006/main">
              <a:ext uri="{FF2B5EF4-FFF2-40B4-BE49-F238E27FC236}">
                <a16:creationId xmlns:a16="http://schemas.microsoft.com/office/drawing/2014/main" id="{BBDBBAE5-C1B4-4CAB-94CE-43C9F273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99" y="6151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7" name="path-5685">
            <a:extLst xmlns:a="http://schemas.openxmlformats.org/drawingml/2006/main">
              <a:ext uri="{FF2B5EF4-FFF2-40B4-BE49-F238E27FC236}">
                <a16:creationId xmlns:a16="http://schemas.microsoft.com/office/drawing/2014/main" id="{00B20CC0-441D-4CA9-BAD2-A32C6C3E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249" y="6160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8" name="path-5686">
            <a:extLst xmlns:a="http://schemas.openxmlformats.org/drawingml/2006/main">
              <a:ext uri="{FF2B5EF4-FFF2-40B4-BE49-F238E27FC236}">
                <a16:creationId xmlns:a16="http://schemas.microsoft.com/office/drawing/2014/main" id="{AFD57C21-E837-44C4-8FEB-509C3FE4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044" y="6154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9" name="path-5687">
            <a:extLst xmlns:a="http://schemas.openxmlformats.org/drawingml/2006/main">
              <a:ext uri="{FF2B5EF4-FFF2-40B4-BE49-F238E27FC236}">
                <a16:creationId xmlns:a16="http://schemas.microsoft.com/office/drawing/2014/main" id="{865344FA-EC9D-4BFC-9EC6-CB7D99A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13" y="61430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0" name="path-5688">
            <a:extLst xmlns:a="http://schemas.openxmlformats.org/drawingml/2006/main">
              <a:ext uri="{FF2B5EF4-FFF2-40B4-BE49-F238E27FC236}">
                <a16:creationId xmlns:a16="http://schemas.microsoft.com/office/drawing/2014/main" id="{DC10B631-6206-41FE-B9AA-1B6E784F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5" y="61051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1" name="path-5689">
            <a:extLst xmlns:a="http://schemas.openxmlformats.org/drawingml/2006/main">
              <a:ext uri="{FF2B5EF4-FFF2-40B4-BE49-F238E27FC236}">
                <a16:creationId xmlns:a16="http://schemas.microsoft.com/office/drawing/2014/main" id="{919A2438-1054-4444-8E1C-A2A571E5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922" y="6115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2" name="path-5690">
            <a:extLst xmlns:a="http://schemas.openxmlformats.org/drawingml/2006/main">
              <a:ext uri="{FF2B5EF4-FFF2-40B4-BE49-F238E27FC236}">
                <a16:creationId xmlns:a16="http://schemas.microsoft.com/office/drawing/2014/main" id="{AAEC2699-A283-4508-80E8-0F202421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586" y="6147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3" name="path-5691">
            <a:extLst xmlns:a="http://schemas.openxmlformats.org/drawingml/2006/main">
              <a:ext uri="{FF2B5EF4-FFF2-40B4-BE49-F238E27FC236}">
                <a16:creationId xmlns:a16="http://schemas.microsoft.com/office/drawing/2014/main" id="{4D81CB06-9ED1-437C-9F97-2D317E09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88" y="6174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4" name="path-5692">
            <a:extLst xmlns:a="http://schemas.openxmlformats.org/drawingml/2006/main">
              <a:ext uri="{FF2B5EF4-FFF2-40B4-BE49-F238E27FC236}">
                <a16:creationId xmlns:a16="http://schemas.microsoft.com/office/drawing/2014/main" id="{CD8FE973-C49A-4E19-9389-B809970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40" y="6144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5" name="path-5693">
            <a:extLst xmlns:a="http://schemas.openxmlformats.org/drawingml/2006/main">
              <a:ext uri="{FF2B5EF4-FFF2-40B4-BE49-F238E27FC236}">
                <a16:creationId xmlns:a16="http://schemas.microsoft.com/office/drawing/2014/main" id="{140C9DFA-1E53-4DBA-8263-31BF9897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24" y="6156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6" name="path-5694">
            <a:extLst xmlns:a="http://schemas.openxmlformats.org/drawingml/2006/main">
              <a:ext uri="{FF2B5EF4-FFF2-40B4-BE49-F238E27FC236}">
                <a16:creationId xmlns:a16="http://schemas.microsoft.com/office/drawing/2014/main" id="{700233E9-8BF9-4210-B8DC-825CE30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505" y="61427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7" name="path-5695">
            <a:extLst xmlns:a="http://schemas.openxmlformats.org/drawingml/2006/main">
              <a:ext uri="{FF2B5EF4-FFF2-40B4-BE49-F238E27FC236}">
                <a16:creationId xmlns:a16="http://schemas.microsoft.com/office/drawing/2014/main" id="{41F8144F-E5C9-4558-A7AB-AB49DF1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149" y="6143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8" name="path-5696">
            <a:extLst xmlns:a="http://schemas.openxmlformats.org/drawingml/2006/main">
              <a:ext uri="{FF2B5EF4-FFF2-40B4-BE49-F238E27FC236}">
                <a16:creationId xmlns:a16="http://schemas.microsoft.com/office/drawing/2014/main" id="{B0A510ED-93A8-43EB-96F0-A202C49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435" y="6145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9" name="path-5697">
            <a:extLst xmlns:a="http://schemas.openxmlformats.org/drawingml/2006/main">
              <a:ext uri="{FF2B5EF4-FFF2-40B4-BE49-F238E27FC236}">
                <a16:creationId xmlns:a16="http://schemas.microsoft.com/office/drawing/2014/main" id="{D34BD670-45E0-48E2-9AF4-464EC54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178" y="6127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0" name="path-5698">
            <a:extLst xmlns:a="http://schemas.openxmlformats.org/drawingml/2006/main">
              <a:ext uri="{FF2B5EF4-FFF2-40B4-BE49-F238E27FC236}">
                <a16:creationId xmlns:a16="http://schemas.microsoft.com/office/drawing/2014/main" id="{FC95E33F-764B-4263-B317-66EE8A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813" y="6149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1" name="path-5699">
            <a:extLst xmlns:a="http://schemas.openxmlformats.org/drawingml/2006/main">
              <a:ext uri="{FF2B5EF4-FFF2-40B4-BE49-F238E27FC236}">
                <a16:creationId xmlns:a16="http://schemas.microsoft.com/office/drawing/2014/main" id="{AED138F3-D9AA-4A7B-8864-6B531AB1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71" y="6102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2" name="path-5700">
            <a:extLst xmlns:a="http://schemas.openxmlformats.org/drawingml/2006/main">
              <a:ext uri="{FF2B5EF4-FFF2-40B4-BE49-F238E27FC236}">
                <a16:creationId xmlns:a16="http://schemas.microsoft.com/office/drawing/2014/main" id="{8B177FF2-80F7-4047-B5F8-B8937961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32" y="6135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3" name="path-5701">
            <a:extLst xmlns:a="http://schemas.openxmlformats.org/drawingml/2006/main">
              <a:ext uri="{FF2B5EF4-FFF2-40B4-BE49-F238E27FC236}">
                <a16:creationId xmlns:a16="http://schemas.microsoft.com/office/drawing/2014/main" id="{4C19DD34-F2F1-494D-B65D-0B2CF98F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2" y="6134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4" name="path-5702">
            <a:extLst xmlns:a="http://schemas.openxmlformats.org/drawingml/2006/main">
              <a:ext uri="{FF2B5EF4-FFF2-40B4-BE49-F238E27FC236}">
                <a16:creationId xmlns:a16="http://schemas.microsoft.com/office/drawing/2014/main" id="{E9796A05-A0B5-4A0B-B466-6F499E4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337" y="61143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5" name="path-5703">
            <a:extLst xmlns:a="http://schemas.openxmlformats.org/drawingml/2006/main">
              <a:ext uri="{FF2B5EF4-FFF2-40B4-BE49-F238E27FC236}">
                <a16:creationId xmlns:a16="http://schemas.microsoft.com/office/drawing/2014/main" id="{88048F43-366E-4BA1-9AD7-072BE006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82" y="6143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6" name="path-5704">
            <a:extLst xmlns:a="http://schemas.openxmlformats.org/drawingml/2006/main">
              <a:ext uri="{FF2B5EF4-FFF2-40B4-BE49-F238E27FC236}">
                <a16:creationId xmlns:a16="http://schemas.microsoft.com/office/drawing/2014/main" id="{8C8D1BE0-463A-4188-8518-55D6116B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478" y="6139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7" name="path-5705">
            <a:extLst xmlns:a="http://schemas.openxmlformats.org/drawingml/2006/main">
              <a:ext uri="{FF2B5EF4-FFF2-40B4-BE49-F238E27FC236}">
                <a16:creationId xmlns:a16="http://schemas.microsoft.com/office/drawing/2014/main" id="{003D5117-FB15-4747-BFE2-1E9BC27E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0" y="6139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8" name="path-5706">
            <a:extLst xmlns:a="http://schemas.openxmlformats.org/drawingml/2006/main">
              <a:ext uri="{FF2B5EF4-FFF2-40B4-BE49-F238E27FC236}">
                <a16:creationId xmlns:a16="http://schemas.microsoft.com/office/drawing/2014/main" id="{9421F0A8-07A5-4289-BF24-51C54E83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296" y="61300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9" name="path-5707">
            <a:extLst xmlns:a="http://schemas.openxmlformats.org/drawingml/2006/main">
              <a:ext uri="{FF2B5EF4-FFF2-40B4-BE49-F238E27FC236}">
                <a16:creationId xmlns:a16="http://schemas.microsoft.com/office/drawing/2014/main" id="{0CF7DC36-C283-4E23-A5DC-234192CC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871" y="6110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0" name="path-5708">
            <a:extLst xmlns:a="http://schemas.openxmlformats.org/drawingml/2006/main">
              <a:ext uri="{FF2B5EF4-FFF2-40B4-BE49-F238E27FC236}">
                <a16:creationId xmlns:a16="http://schemas.microsoft.com/office/drawing/2014/main" id="{8C4BBAFF-41DF-488F-ACED-D50DEB4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60" y="6136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1" name="path-5709">
            <a:extLst xmlns:a="http://schemas.openxmlformats.org/drawingml/2006/main">
              <a:ext uri="{FF2B5EF4-FFF2-40B4-BE49-F238E27FC236}">
                <a16:creationId xmlns:a16="http://schemas.microsoft.com/office/drawing/2014/main" id="{97DC927B-77FE-477D-8AE9-FD244198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03" y="6146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2" name="path-5710">
            <a:extLst xmlns:a="http://schemas.openxmlformats.org/drawingml/2006/main">
              <a:ext uri="{FF2B5EF4-FFF2-40B4-BE49-F238E27FC236}">
                <a16:creationId xmlns:a16="http://schemas.microsoft.com/office/drawing/2014/main" id="{85112601-1A1D-4C5D-ABE7-9CEE805F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55" y="6156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3" name="path-5711">
            <a:extLst xmlns:a="http://schemas.openxmlformats.org/drawingml/2006/main">
              <a:ext uri="{FF2B5EF4-FFF2-40B4-BE49-F238E27FC236}">
                <a16:creationId xmlns:a16="http://schemas.microsoft.com/office/drawing/2014/main" id="{29A71668-B04E-447B-A7DE-C7D8F9C3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133" y="6129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4" name="path-5712">
            <a:extLst xmlns:a="http://schemas.openxmlformats.org/drawingml/2006/main">
              <a:ext uri="{FF2B5EF4-FFF2-40B4-BE49-F238E27FC236}">
                <a16:creationId xmlns:a16="http://schemas.microsoft.com/office/drawing/2014/main" id="{1CADD2FE-E0B4-497A-AC7D-7A22553D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622" y="6144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5" name="path-5713">
            <a:extLst xmlns:a="http://schemas.openxmlformats.org/drawingml/2006/main">
              <a:ext uri="{FF2B5EF4-FFF2-40B4-BE49-F238E27FC236}">
                <a16:creationId xmlns:a16="http://schemas.microsoft.com/office/drawing/2014/main" id="{73453E54-FDC9-4A04-982E-BED722D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623" y="6143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6" name="path-5714">
            <a:extLst xmlns:a="http://schemas.openxmlformats.org/drawingml/2006/main">
              <a:ext uri="{FF2B5EF4-FFF2-40B4-BE49-F238E27FC236}">
                <a16:creationId xmlns:a16="http://schemas.microsoft.com/office/drawing/2014/main" id="{EA020657-A20C-41B4-8577-BE6C8FF6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249" y="6130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7" name="path-5715">
            <a:extLst xmlns:a="http://schemas.openxmlformats.org/drawingml/2006/main">
              <a:ext uri="{FF2B5EF4-FFF2-40B4-BE49-F238E27FC236}">
                <a16:creationId xmlns:a16="http://schemas.microsoft.com/office/drawing/2014/main" id="{8D3A944D-C92D-43DF-A3A3-21899ED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885" y="6135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8" name="path-5716">
            <a:extLst xmlns:a="http://schemas.openxmlformats.org/drawingml/2006/main">
              <a:ext uri="{FF2B5EF4-FFF2-40B4-BE49-F238E27FC236}">
                <a16:creationId xmlns:a16="http://schemas.microsoft.com/office/drawing/2014/main" id="{935B87F1-6B91-4F73-B8D9-8A4AC272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527" y="6154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9" name="path-5717">
            <a:extLst xmlns:a="http://schemas.openxmlformats.org/drawingml/2006/main">
              <a:ext uri="{FF2B5EF4-FFF2-40B4-BE49-F238E27FC236}">
                <a16:creationId xmlns:a16="http://schemas.microsoft.com/office/drawing/2014/main" id="{84FE1F36-08D4-4551-849E-234826D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874" y="6140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0" name="path-5718">
            <a:extLst xmlns:a="http://schemas.openxmlformats.org/drawingml/2006/main">
              <a:ext uri="{FF2B5EF4-FFF2-40B4-BE49-F238E27FC236}">
                <a16:creationId xmlns:a16="http://schemas.microsoft.com/office/drawing/2014/main" id="{7AB21490-9E02-4B9F-BDC9-CF0ABD3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046" y="6147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1" name="path-5719">
            <a:extLst xmlns:a="http://schemas.openxmlformats.org/drawingml/2006/main">
              <a:ext uri="{FF2B5EF4-FFF2-40B4-BE49-F238E27FC236}">
                <a16:creationId xmlns:a16="http://schemas.microsoft.com/office/drawing/2014/main" id="{5A91A8D9-DEDC-49E3-9B96-90EA61C2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63" y="61251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2" name="path-5720">
            <a:extLst xmlns:a="http://schemas.openxmlformats.org/drawingml/2006/main">
              <a:ext uri="{FF2B5EF4-FFF2-40B4-BE49-F238E27FC236}">
                <a16:creationId xmlns:a16="http://schemas.microsoft.com/office/drawing/2014/main" id="{D93A2D4A-FEAC-44CA-B789-CE2C44B8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09" y="6132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3" name="path-5721">
            <a:extLst xmlns:a="http://schemas.openxmlformats.org/drawingml/2006/main">
              <a:ext uri="{FF2B5EF4-FFF2-40B4-BE49-F238E27FC236}">
                <a16:creationId xmlns:a16="http://schemas.microsoft.com/office/drawing/2014/main" id="{16C3A795-3441-4C4A-8E6E-443410CE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873" y="61500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4" name="path-5722">
            <a:extLst xmlns:a="http://schemas.openxmlformats.org/drawingml/2006/main">
              <a:ext uri="{FF2B5EF4-FFF2-40B4-BE49-F238E27FC236}">
                <a16:creationId xmlns:a16="http://schemas.microsoft.com/office/drawing/2014/main" id="{B37C11B0-6ECD-4018-8E9F-3216E650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192" y="6148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5" name="path-5723">
            <a:extLst xmlns:a="http://schemas.openxmlformats.org/drawingml/2006/main">
              <a:ext uri="{FF2B5EF4-FFF2-40B4-BE49-F238E27FC236}">
                <a16:creationId xmlns:a16="http://schemas.microsoft.com/office/drawing/2014/main" id="{93C331F1-839A-4D83-9BAC-BE6AB020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97" y="6135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6" name="path-5724">
            <a:extLst xmlns:a="http://schemas.openxmlformats.org/drawingml/2006/main">
              <a:ext uri="{FF2B5EF4-FFF2-40B4-BE49-F238E27FC236}">
                <a16:creationId xmlns:a16="http://schemas.microsoft.com/office/drawing/2014/main" id="{DD0A0CDE-4B15-484D-865F-A73B395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335" y="61320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7" name="path-5725">
            <a:extLst xmlns:a="http://schemas.openxmlformats.org/drawingml/2006/main">
              <a:ext uri="{FF2B5EF4-FFF2-40B4-BE49-F238E27FC236}">
                <a16:creationId xmlns:a16="http://schemas.microsoft.com/office/drawing/2014/main" id="{144BCC5B-0756-493F-8E8C-3B73E34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102" y="61647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8" name="path-5726">
            <a:extLst xmlns:a="http://schemas.openxmlformats.org/drawingml/2006/main">
              <a:ext uri="{FF2B5EF4-FFF2-40B4-BE49-F238E27FC236}">
                <a16:creationId xmlns:a16="http://schemas.microsoft.com/office/drawing/2014/main" id="{24C1E8F5-61B5-4BE4-AD2C-C86E983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165" y="6134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9" name="path-5727">
            <a:extLst xmlns:a="http://schemas.openxmlformats.org/drawingml/2006/main">
              <a:ext uri="{FF2B5EF4-FFF2-40B4-BE49-F238E27FC236}">
                <a16:creationId xmlns:a16="http://schemas.microsoft.com/office/drawing/2014/main" id="{00649170-C049-494E-A988-C2DB033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478" y="6147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0" name="path-5728">
            <a:extLst xmlns:a="http://schemas.openxmlformats.org/drawingml/2006/main">
              <a:ext uri="{FF2B5EF4-FFF2-40B4-BE49-F238E27FC236}">
                <a16:creationId xmlns:a16="http://schemas.microsoft.com/office/drawing/2014/main" id="{7FB859ED-A83A-44E6-AEAB-7EA587C7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432" y="61366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1" name="path-5729">
            <a:extLst xmlns:a="http://schemas.openxmlformats.org/drawingml/2006/main">
              <a:ext uri="{FF2B5EF4-FFF2-40B4-BE49-F238E27FC236}">
                <a16:creationId xmlns:a16="http://schemas.microsoft.com/office/drawing/2014/main" id="{9668A519-6057-4AF9-B6E1-83D6618A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378" y="6141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2" name="path-5730">
            <a:extLst xmlns:a="http://schemas.openxmlformats.org/drawingml/2006/main">
              <a:ext uri="{FF2B5EF4-FFF2-40B4-BE49-F238E27FC236}">
                <a16:creationId xmlns:a16="http://schemas.microsoft.com/office/drawing/2014/main" id="{D96A5965-73B9-4ED3-B087-68190A0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270" y="61203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3" name="path-5731">
            <a:extLst xmlns:a="http://schemas.openxmlformats.org/drawingml/2006/main">
              <a:ext uri="{FF2B5EF4-FFF2-40B4-BE49-F238E27FC236}">
                <a16:creationId xmlns:a16="http://schemas.microsoft.com/office/drawing/2014/main" id="{E5A65425-9A80-49E5-93A2-1DCEC33E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071" y="61524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4" name="path-5732">
            <a:extLst xmlns:a="http://schemas.openxmlformats.org/drawingml/2006/main">
              <a:ext uri="{FF2B5EF4-FFF2-40B4-BE49-F238E27FC236}">
                <a16:creationId xmlns:a16="http://schemas.microsoft.com/office/drawing/2014/main" id="{3EAF71E4-48F9-4C6A-BC5A-D70FCED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872" y="6141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5" name="path-5733">
            <a:extLst xmlns:a="http://schemas.openxmlformats.org/drawingml/2006/main">
              <a:ext uri="{FF2B5EF4-FFF2-40B4-BE49-F238E27FC236}">
                <a16:creationId xmlns:a16="http://schemas.microsoft.com/office/drawing/2014/main" id="{E2275C04-25C0-4889-AE30-DC90636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503" y="6126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6" name="path-5734">
            <a:extLst xmlns:a="http://schemas.openxmlformats.org/drawingml/2006/main">
              <a:ext uri="{FF2B5EF4-FFF2-40B4-BE49-F238E27FC236}">
                <a16:creationId xmlns:a16="http://schemas.microsoft.com/office/drawing/2014/main" id="{25EAE051-C80C-4B1D-9ABF-71E1CCA7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433" y="6130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7" name="path-5735">
            <a:extLst xmlns:a="http://schemas.openxmlformats.org/drawingml/2006/main">
              <a:ext uri="{FF2B5EF4-FFF2-40B4-BE49-F238E27FC236}">
                <a16:creationId xmlns:a16="http://schemas.microsoft.com/office/drawing/2014/main" id="{F1A64F18-7EAF-4996-BE4D-638CAA8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786" y="6155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8" name="path-5736">
            <a:extLst xmlns:a="http://schemas.openxmlformats.org/drawingml/2006/main">
              <a:ext uri="{FF2B5EF4-FFF2-40B4-BE49-F238E27FC236}">
                <a16:creationId xmlns:a16="http://schemas.microsoft.com/office/drawing/2014/main" id="{EECED805-4F20-46AC-B2CF-FB6119C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529" y="61350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9" name="path-5737">
            <a:extLst xmlns:a="http://schemas.openxmlformats.org/drawingml/2006/main">
              <a:ext uri="{FF2B5EF4-FFF2-40B4-BE49-F238E27FC236}">
                <a16:creationId xmlns:a16="http://schemas.microsoft.com/office/drawing/2014/main" id="{655E57F9-A832-4A33-AE47-64C6564F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796" y="61408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0" name="path-5738">
            <a:extLst xmlns:a="http://schemas.openxmlformats.org/drawingml/2006/main">
              <a:ext uri="{FF2B5EF4-FFF2-40B4-BE49-F238E27FC236}">
                <a16:creationId xmlns:a16="http://schemas.microsoft.com/office/drawing/2014/main" id="{B6D073A0-4CBD-4E9D-8761-B9065C6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927" y="6132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1" name="path-5739">
            <a:extLst xmlns:a="http://schemas.openxmlformats.org/drawingml/2006/main">
              <a:ext uri="{FF2B5EF4-FFF2-40B4-BE49-F238E27FC236}">
                <a16:creationId xmlns:a16="http://schemas.microsoft.com/office/drawing/2014/main" id="{30829FD1-BDBF-4D6F-A7D3-33D3D967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404" y="61468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2" name="path-5740">
            <a:extLst xmlns:a="http://schemas.openxmlformats.org/drawingml/2006/main">
              <a:ext uri="{FF2B5EF4-FFF2-40B4-BE49-F238E27FC236}">
                <a16:creationId xmlns:a16="http://schemas.microsoft.com/office/drawing/2014/main" id="{3F9A8D42-8F31-4257-9F52-1322F91E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483" y="6114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3" name="path-5741">
            <a:extLst xmlns:a="http://schemas.openxmlformats.org/drawingml/2006/main">
              <a:ext uri="{FF2B5EF4-FFF2-40B4-BE49-F238E27FC236}">
                <a16:creationId xmlns:a16="http://schemas.microsoft.com/office/drawing/2014/main" id="{7378F24B-A25C-42C1-88E6-98C0E5CF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741" y="6138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4" name="path-5742">
            <a:extLst xmlns:a="http://schemas.openxmlformats.org/drawingml/2006/main">
              <a:ext uri="{FF2B5EF4-FFF2-40B4-BE49-F238E27FC236}">
                <a16:creationId xmlns:a16="http://schemas.microsoft.com/office/drawing/2014/main" id="{4AE45597-B2B2-4231-B4B7-612735EB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97" y="61346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5" name="path-5743">
            <a:extLst xmlns:a="http://schemas.openxmlformats.org/drawingml/2006/main">
              <a:ext uri="{FF2B5EF4-FFF2-40B4-BE49-F238E27FC236}">
                <a16:creationId xmlns:a16="http://schemas.microsoft.com/office/drawing/2014/main" id="{246CDDB0-8B57-4972-87DF-A6464050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296" y="61190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6" name="path-5744">
            <a:extLst xmlns:a="http://schemas.openxmlformats.org/drawingml/2006/main">
              <a:ext uri="{FF2B5EF4-FFF2-40B4-BE49-F238E27FC236}">
                <a16:creationId xmlns:a16="http://schemas.microsoft.com/office/drawing/2014/main" id="{3602CFD1-0354-4DFD-94BC-A8120B0A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15" y="61356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7" name="path-5745">
            <a:extLst xmlns:a="http://schemas.openxmlformats.org/drawingml/2006/main">
              <a:ext uri="{FF2B5EF4-FFF2-40B4-BE49-F238E27FC236}">
                <a16:creationId xmlns:a16="http://schemas.microsoft.com/office/drawing/2014/main" id="{2B064A9C-A85D-434C-846D-1A5C8A00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538" y="6148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8" name="path-5746">
            <a:extLst xmlns:a="http://schemas.openxmlformats.org/drawingml/2006/main">
              <a:ext uri="{FF2B5EF4-FFF2-40B4-BE49-F238E27FC236}">
                <a16:creationId xmlns:a16="http://schemas.microsoft.com/office/drawing/2014/main" id="{D4543BF6-B49A-40C7-A3B3-D23F4B56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895" y="6131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9" name="path-5747">
            <a:extLst xmlns:a="http://schemas.openxmlformats.org/drawingml/2006/main">
              <a:ext uri="{FF2B5EF4-FFF2-40B4-BE49-F238E27FC236}">
                <a16:creationId xmlns:a16="http://schemas.microsoft.com/office/drawing/2014/main" id="{E9E3448B-2A8B-4F0F-ADE1-AACA5D5F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117" y="6147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0" name="path-5748">
            <a:extLst xmlns:a="http://schemas.openxmlformats.org/drawingml/2006/main">
              <a:ext uri="{FF2B5EF4-FFF2-40B4-BE49-F238E27FC236}">
                <a16:creationId xmlns:a16="http://schemas.microsoft.com/office/drawing/2014/main" id="{BB47C545-3E0F-4823-938A-A3E6B9B0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36" y="6166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1" name="path-5749">
            <a:extLst xmlns:a="http://schemas.openxmlformats.org/drawingml/2006/main">
              <a:ext uri="{FF2B5EF4-FFF2-40B4-BE49-F238E27FC236}">
                <a16:creationId xmlns:a16="http://schemas.microsoft.com/office/drawing/2014/main" id="{823AAA0D-8F99-405B-BF58-3F9951BA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165" y="61382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2" name="path-5750">
            <a:extLst xmlns:a="http://schemas.openxmlformats.org/drawingml/2006/main">
              <a:ext uri="{FF2B5EF4-FFF2-40B4-BE49-F238E27FC236}">
                <a16:creationId xmlns:a16="http://schemas.microsoft.com/office/drawing/2014/main" id="{92131277-A3F5-4DEF-8743-5F9CCE83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098" y="61364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3" name="path-5751">
            <a:extLst xmlns:a="http://schemas.openxmlformats.org/drawingml/2006/main">
              <a:ext uri="{FF2B5EF4-FFF2-40B4-BE49-F238E27FC236}">
                <a16:creationId xmlns:a16="http://schemas.microsoft.com/office/drawing/2014/main" id="{40049699-83DB-41A5-A603-A75A1886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44" y="61503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4" name="path-5752">
            <a:extLst xmlns:a="http://schemas.openxmlformats.org/drawingml/2006/main">
              <a:ext uri="{FF2B5EF4-FFF2-40B4-BE49-F238E27FC236}">
                <a16:creationId xmlns:a16="http://schemas.microsoft.com/office/drawing/2014/main" id="{D4AD45CE-911D-48E6-B894-728327FB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082" y="6144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5" name="path-5753">
            <a:extLst xmlns:a="http://schemas.openxmlformats.org/drawingml/2006/main">
              <a:ext uri="{FF2B5EF4-FFF2-40B4-BE49-F238E27FC236}">
                <a16:creationId xmlns:a16="http://schemas.microsoft.com/office/drawing/2014/main" id="{046316A4-7355-4424-9808-B43BBECE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323" y="61430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6" name="path-5754">
            <a:extLst xmlns:a="http://schemas.openxmlformats.org/drawingml/2006/main">
              <a:ext uri="{FF2B5EF4-FFF2-40B4-BE49-F238E27FC236}">
                <a16:creationId xmlns:a16="http://schemas.microsoft.com/office/drawing/2014/main" id="{D67BAC04-A381-4E5C-B346-A7F40E04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963" y="6114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7" name="path-5755">
            <a:extLst xmlns:a="http://schemas.openxmlformats.org/drawingml/2006/main">
              <a:ext uri="{FF2B5EF4-FFF2-40B4-BE49-F238E27FC236}">
                <a16:creationId xmlns:a16="http://schemas.microsoft.com/office/drawing/2014/main" id="{4DF0188C-70E2-42BB-8644-688FD8B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3" y="61264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8" name="path-5756">
            <a:extLst xmlns:a="http://schemas.openxmlformats.org/drawingml/2006/main">
              <a:ext uri="{FF2B5EF4-FFF2-40B4-BE49-F238E27FC236}">
                <a16:creationId xmlns:a16="http://schemas.microsoft.com/office/drawing/2014/main" id="{B2B5F40C-E4A2-444D-B8A2-7AAA4A1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466" y="6149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9" name="path-5757">
            <a:extLst xmlns:a="http://schemas.openxmlformats.org/drawingml/2006/main">
              <a:ext uri="{FF2B5EF4-FFF2-40B4-BE49-F238E27FC236}">
                <a16:creationId xmlns:a16="http://schemas.microsoft.com/office/drawing/2014/main" id="{675397FC-CC88-4525-AADD-D802B89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250" y="6143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0" name="path-5758">
            <a:extLst xmlns:a="http://schemas.openxmlformats.org/drawingml/2006/main">
              <a:ext uri="{FF2B5EF4-FFF2-40B4-BE49-F238E27FC236}">
                <a16:creationId xmlns:a16="http://schemas.microsoft.com/office/drawing/2014/main" id="{6EBC2F4C-812E-4788-9A4D-B7683EE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28" y="6146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1" name="path-5759">
            <a:extLst xmlns:a="http://schemas.openxmlformats.org/drawingml/2006/main">
              <a:ext uri="{FF2B5EF4-FFF2-40B4-BE49-F238E27FC236}">
                <a16:creationId xmlns:a16="http://schemas.microsoft.com/office/drawing/2014/main" id="{C7D26B41-D13B-4A73-AC37-6C4D9BF7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00" y="6114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2" name="path-5760">
            <a:extLst xmlns:a="http://schemas.openxmlformats.org/drawingml/2006/main">
              <a:ext uri="{FF2B5EF4-FFF2-40B4-BE49-F238E27FC236}">
                <a16:creationId xmlns:a16="http://schemas.microsoft.com/office/drawing/2014/main" id="{A329F968-2E6C-40ED-9BEA-E48525E1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022" y="61568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3" name="path-5761">
            <a:extLst xmlns:a="http://schemas.openxmlformats.org/drawingml/2006/main">
              <a:ext uri="{FF2B5EF4-FFF2-40B4-BE49-F238E27FC236}">
                <a16:creationId xmlns:a16="http://schemas.microsoft.com/office/drawing/2014/main" id="{7E249950-3728-403C-B15D-7CD4CAC6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333" y="6101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4" name="path-5762">
            <a:extLst xmlns:a="http://schemas.openxmlformats.org/drawingml/2006/main">
              <a:ext uri="{FF2B5EF4-FFF2-40B4-BE49-F238E27FC236}">
                <a16:creationId xmlns:a16="http://schemas.microsoft.com/office/drawing/2014/main" id="{DF699C4A-83D0-43A8-9316-3B52C27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816" y="6135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5" name="path-5763">
            <a:extLst xmlns:a="http://schemas.openxmlformats.org/drawingml/2006/main">
              <a:ext uri="{FF2B5EF4-FFF2-40B4-BE49-F238E27FC236}">
                <a16:creationId xmlns:a16="http://schemas.microsoft.com/office/drawing/2014/main" id="{D4965C72-A0FD-4A74-B290-E5A390F3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715" y="6134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6" name="path-5764">
            <a:extLst xmlns:a="http://schemas.openxmlformats.org/drawingml/2006/main">
              <a:ext uri="{FF2B5EF4-FFF2-40B4-BE49-F238E27FC236}">
                <a16:creationId xmlns:a16="http://schemas.microsoft.com/office/drawing/2014/main" id="{DD5C275A-4607-45AE-B17E-A98967D7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50" y="6151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7" name="path-5765">
            <a:extLst xmlns:a="http://schemas.openxmlformats.org/drawingml/2006/main">
              <a:ext uri="{FF2B5EF4-FFF2-40B4-BE49-F238E27FC236}">
                <a16:creationId xmlns:a16="http://schemas.microsoft.com/office/drawing/2014/main" id="{24A3A55D-C7F4-4B13-8066-0D760747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26" y="61473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8" name="path-5766">
            <a:extLst xmlns:a="http://schemas.openxmlformats.org/drawingml/2006/main">
              <a:ext uri="{FF2B5EF4-FFF2-40B4-BE49-F238E27FC236}">
                <a16:creationId xmlns:a16="http://schemas.microsoft.com/office/drawing/2014/main" id="{77F96E93-ED88-4807-925F-BEEAC57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581" y="6130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9" name="path-5767">
            <a:extLst xmlns:a="http://schemas.openxmlformats.org/drawingml/2006/main">
              <a:ext uri="{FF2B5EF4-FFF2-40B4-BE49-F238E27FC236}">
                <a16:creationId xmlns:a16="http://schemas.microsoft.com/office/drawing/2014/main" id="{9773DC7B-8850-41D6-940C-06631BFE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494" y="61383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0" name="path-5768">
            <a:extLst xmlns:a="http://schemas.openxmlformats.org/drawingml/2006/main">
              <a:ext uri="{FF2B5EF4-FFF2-40B4-BE49-F238E27FC236}">
                <a16:creationId xmlns:a16="http://schemas.microsoft.com/office/drawing/2014/main" id="{DB94FE28-BC6C-46D7-8E4C-17E10DBE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694" y="6146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1" name="path-5769">
            <a:extLst xmlns:a="http://schemas.openxmlformats.org/drawingml/2006/main">
              <a:ext uri="{FF2B5EF4-FFF2-40B4-BE49-F238E27FC236}">
                <a16:creationId xmlns:a16="http://schemas.microsoft.com/office/drawing/2014/main" id="{9E352E0F-1DED-4A5F-AD57-78CC92D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929" y="6141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2" name="path-5770">
            <a:extLst xmlns:a="http://schemas.openxmlformats.org/drawingml/2006/main">
              <a:ext uri="{FF2B5EF4-FFF2-40B4-BE49-F238E27FC236}">
                <a16:creationId xmlns:a16="http://schemas.microsoft.com/office/drawing/2014/main" id="{920C7D04-1243-4EEE-A07D-AADAA28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405" y="6147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3" name="path-5771">
            <a:extLst xmlns:a="http://schemas.openxmlformats.org/drawingml/2006/main">
              <a:ext uri="{FF2B5EF4-FFF2-40B4-BE49-F238E27FC236}">
                <a16:creationId xmlns:a16="http://schemas.microsoft.com/office/drawing/2014/main" id="{71DD16EC-20E4-49B1-8DD8-8E662C6E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64" y="6147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4" name="path-5772">
            <a:extLst xmlns:a="http://schemas.openxmlformats.org/drawingml/2006/main">
              <a:ext uri="{FF2B5EF4-FFF2-40B4-BE49-F238E27FC236}">
                <a16:creationId xmlns:a16="http://schemas.microsoft.com/office/drawing/2014/main" id="{D8665057-7CD5-45DC-87A4-357FBC32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10" y="6159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5" name="path-5773">
            <a:extLst xmlns:a="http://schemas.openxmlformats.org/drawingml/2006/main">
              <a:ext uri="{FF2B5EF4-FFF2-40B4-BE49-F238E27FC236}">
                <a16:creationId xmlns:a16="http://schemas.microsoft.com/office/drawing/2014/main" id="{77EF0EC3-BE23-484C-9DF6-EFCCB03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412" y="61424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6" name="path-5774">
            <a:extLst xmlns:a="http://schemas.openxmlformats.org/drawingml/2006/main">
              <a:ext uri="{FF2B5EF4-FFF2-40B4-BE49-F238E27FC236}">
                <a16:creationId xmlns:a16="http://schemas.microsoft.com/office/drawing/2014/main" id="{65017BB3-A8B8-403F-B879-E32060C8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806" y="6144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7" name="path-5775">
            <a:extLst xmlns:a="http://schemas.openxmlformats.org/drawingml/2006/main">
              <a:ext uri="{FF2B5EF4-FFF2-40B4-BE49-F238E27FC236}">
                <a16:creationId xmlns:a16="http://schemas.microsoft.com/office/drawing/2014/main" id="{1429A66B-C349-4F30-B9E1-3A4E77D9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500" y="61256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8" name="path-5776">
            <a:extLst xmlns:a="http://schemas.openxmlformats.org/drawingml/2006/main">
              <a:ext uri="{FF2B5EF4-FFF2-40B4-BE49-F238E27FC236}">
                <a16:creationId xmlns:a16="http://schemas.microsoft.com/office/drawing/2014/main" id="{FC1B7BFB-79D7-4EFF-9D23-46200D9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413" y="6128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9" name="path-5777">
            <a:extLst xmlns:a="http://schemas.openxmlformats.org/drawingml/2006/main">
              <a:ext uri="{FF2B5EF4-FFF2-40B4-BE49-F238E27FC236}">
                <a16:creationId xmlns:a16="http://schemas.microsoft.com/office/drawing/2014/main" id="{5B0DA3C4-7AB3-4763-813E-3C6D55EB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15" y="6142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0" name="path-5778">
            <a:extLst xmlns:a="http://schemas.openxmlformats.org/drawingml/2006/main">
              <a:ext uri="{FF2B5EF4-FFF2-40B4-BE49-F238E27FC236}">
                <a16:creationId xmlns:a16="http://schemas.microsoft.com/office/drawing/2014/main" id="{5422B522-8303-45FC-B30F-858AB5D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8" y="61397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1" name="path-5779">
            <a:extLst xmlns:a="http://schemas.openxmlformats.org/drawingml/2006/main">
              <a:ext uri="{FF2B5EF4-FFF2-40B4-BE49-F238E27FC236}">
                <a16:creationId xmlns:a16="http://schemas.microsoft.com/office/drawing/2014/main" id="{F7962389-9975-4C22-8A2C-DAE0AFFE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571" y="6135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2" name="path-5780">
            <a:extLst xmlns:a="http://schemas.openxmlformats.org/drawingml/2006/main">
              <a:ext uri="{FF2B5EF4-FFF2-40B4-BE49-F238E27FC236}">
                <a16:creationId xmlns:a16="http://schemas.microsoft.com/office/drawing/2014/main" id="{CA7C413E-3644-44F0-8A67-AF548F0D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547" y="6128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3" name="path-5781">
            <a:extLst xmlns:a="http://schemas.openxmlformats.org/drawingml/2006/main">
              <a:ext uri="{FF2B5EF4-FFF2-40B4-BE49-F238E27FC236}">
                <a16:creationId xmlns:a16="http://schemas.microsoft.com/office/drawing/2014/main" id="{A9F14E21-A89D-4E5F-BB04-3D25706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497" y="6134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4" name="path-5782">
            <a:extLst xmlns:a="http://schemas.openxmlformats.org/drawingml/2006/main">
              <a:ext uri="{FF2B5EF4-FFF2-40B4-BE49-F238E27FC236}">
                <a16:creationId xmlns:a16="http://schemas.microsoft.com/office/drawing/2014/main" id="{56A5D3BC-8AB2-431B-8D8F-661868E2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940" y="6126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5" name="path-5783">
            <a:extLst xmlns:a="http://schemas.openxmlformats.org/drawingml/2006/main">
              <a:ext uri="{FF2B5EF4-FFF2-40B4-BE49-F238E27FC236}">
                <a16:creationId xmlns:a16="http://schemas.microsoft.com/office/drawing/2014/main" id="{661B260A-4BF0-4931-9A73-AF219C46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76" y="61618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6" name="path-5784">
            <a:extLst xmlns:a="http://schemas.openxmlformats.org/drawingml/2006/main">
              <a:ext uri="{FF2B5EF4-FFF2-40B4-BE49-F238E27FC236}">
                <a16:creationId xmlns:a16="http://schemas.microsoft.com/office/drawing/2014/main" id="{5547FF23-03B1-4D4D-92A5-E0C76BC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042" y="6146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7" name="path-5785">
            <a:extLst xmlns:a="http://schemas.openxmlformats.org/drawingml/2006/main">
              <a:ext uri="{FF2B5EF4-FFF2-40B4-BE49-F238E27FC236}">
                <a16:creationId xmlns:a16="http://schemas.microsoft.com/office/drawing/2014/main" id="{BE6DC48B-712C-4F2F-B320-649F2F76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74" y="61575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8" name="path-5786">
            <a:extLst xmlns:a="http://schemas.openxmlformats.org/drawingml/2006/main">
              <a:ext uri="{FF2B5EF4-FFF2-40B4-BE49-F238E27FC236}">
                <a16:creationId xmlns:a16="http://schemas.microsoft.com/office/drawing/2014/main" id="{D7D0634B-42E5-4127-BD9D-FB6C067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27" y="61607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9" name="path-5787">
            <a:extLst xmlns:a="http://schemas.openxmlformats.org/drawingml/2006/main">
              <a:ext uri="{FF2B5EF4-FFF2-40B4-BE49-F238E27FC236}">
                <a16:creationId xmlns:a16="http://schemas.microsoft.com/office/drawing/2014/main" id="{A761727D-BB89-4AE2-B98F-90BABA5E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23" y="61383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0" name="path-5788">
            <a:extLst xmlns:a="http://schemas.openxmlformats.org/drawingml/2006/main">
              <a:ext uri="{FF2B5EF4-FFF2-40B4-BE49-F238E27FC236}">
                <a16:creationId xmlns:a16="http://schemas.microsoft.com/office/drawing/2014/main" id="{D9C3E8FE-DD6F-4A6A-8EFD-A49ED28A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158" y="6129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1" name="path-5789">
            <a:extLst xmlns:a="http://schemas.openxmlformats.org/drawingml/2006/main">
              <a:ext uri="{FF2B5EF4-FFF2-40B4-BE49-F238E27FC236}">
                <a16:creationId xmlns:a16="http://schemas.microsoft.com/office/drawing/2014/main" id="{0D66CB6F-3768-4D3A-AA1F-362DECB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022" y="6142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2" name="path-5790">
            <a:extLst xmlns:a="http://schemas.openxmlformats.org/drawingml/2006/main">
              <a:ext uri="{FF2B5EF4-FFF2-40B4-BE49-F238E27FC236}">
                <a16:creationId xmlns:a16="http://schemas.microsoft.com/office/drawing/2014/main" id="{D0C428B2-D36F-426F-9930-D9D1E37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015" y="61552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3" name="path-5791">
            <a:extLst xmlns:a="http://schemas.openxmlformats.org/drawingml/2006/main">
              <a:ext uri="{FF2B5EF4-FFF2-40B4-BE49-F238E27FC236}">
                <a16:creationId xmlns:a16="http://schemas.microsoft.com/office/drawing/2014/main" id="{67F97422-076F-4D9C-A7E5-ADB2B2E7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44" y="6171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4" name="path-5792">
            <a:extLst xmlns:a="http://schemas.openxmlformats.org/drawingml/2006/main">
              <a:ext uri="{FF2B5EF4-FFF2-40B4-BE49-F238E27FC236}">
                <a16:creationId xmlns:a16="http://schemas.microsoft.com/office/drawing/2014/main" id="{7BF0A712-9730-4A22-8F5F-9A14CC4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11" y="6135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5" name="path-5793">
            <a:extLst xmlns:a="http://schemas.openxmlformats.org/drawingml/2006/main">
              <a:ext uri="{FF2B5EF4-FFF2-40B4-BE49-F238E27FC236}">
                <a16:creationId xmlns:a16="http://schemas.microsoft.com/office/drawing/2014/main" id="{45D1B15C-4A34-4BA2-8CF2-A8DF4CE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744" y="6144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6" name="path-5794">
            <a:extLst xmlns:a="http://schemas.openxmlformats.org/drawingml/2006/main">
              <a:ext uri="{FF2B5EF4-FFF2-40B4-BE49-F238E27FC236}">
                <a16:creationId xmlns:a16="http://schemas.microsoft.com/office/drawing/2014/main" id="{532C5F05-152A-4DF0-8528-38730F8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590" y="6145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7" name="path-5795">
            <a:extLst xmlns:a="http://schemas.openxmlformats.org/drawingml/2006/main">
              <a:ext uri="{FF2B5EF4-FFF2-40B4-BE49-F238E27FC236}">
                <a16:creationId xmlns:a16="http://schemas.microsoft.com/office/drawing/2014/main" id="{292A8B90-3259-47DE-A109-0ECCF93B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75" y="6150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8" name="path-5796">
            <a:extLst xmlns:a="http://schemas.openxmlformats.org/drawingml/2006/main">
              <a:ext uri="{FF2B5EF4-FFF2-40B4-BE49-F238E27FC236}">
                <a16:creationId xmlns:a16="http://schemas.microsoft.com/office/drawing/2014/main" id="{38B8A927-68FE-4D9D-8EAA-651A4D13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42" y="6139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9" name="path-5797">
            <a:extLst xmlns:a="http://schemas.openxmlformats.org/drawingml/2006/main">
              <a:ext uri="{FF2B5EF4-FFF2-40B4-BE49-F238E27FC236}">
                <a16:creationId xmlns:a16="http://schemas.microsoft.com/office/drawing/2014/main" id="{32890831-6A8A-4D7D-BB82-B288FBDF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408" y="6128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0" name="path-5798">
            <a:extLst xmlns:a="http://schemas.openxmlformats.org/drawingml/2006/main">
              <a:ext uri="{FF2B5EF4-FFF2-40B4-BE49-F238E27FC236}">
                <a16:creationId xmlns:a16="http://schemas.microsoft.com/office/drawing/2014/main" id="{6D469B63-81A2-4083-B783-39F6066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647" y="61391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1" name="path-5799">
            <a:extLst xmlns:a="http://schemas.openxmlformats.org/drawingml/2006/main">
              <a:ext uri="{FF2B5EF4-FFF2-40B4-BE49-F238E27FC236}">
                <a16:creationId xmlns:a16="http://schemas.microsoft.com/office/drawing/2014/main" id="{7E19ACC4-6409-48EF-B947-1D7B51A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57" y="61439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2" name="path-5800">
            <a:extLst xmlns:a="http://schemas.openxmlformats.org/drawingml/2006/main">
              <a:ext uri="{FF2B5EF4-FFF2-40B4-BE49-F238E27FC236}">
                <a16:creationId xmlns:a16="http://schemas.microsoft.com/office/drawing/2014/main" id="{760681CE-233A-43A6-91BA-94429096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215" y="61328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3" name="path-5801">
            <a:extLst xmlns:a="http://schemas.openxmlformats.org/drawingml/2006/main">
              <a:ext uri="{FF2B5EF4-FFF2-40B4-BE49-F238E27FC236}">
                <a16:creationId xmlns:a16="http://schemas.microsoft.com/office/drawing/2014/main" id="{6371C9C0-DC18-4C95-8593-9A32A9EA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601" y="6141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4" name="path-5802">
            <a:extLst xmlns:a="http://schemas.openxmlformats.org/drawingml/2006/main">
              <a:ext uri="{FF2B5EF4-FFF2-40B4-BE49-F238E27FC236}">
                <a16:creationId xmlns:a16="http://schemas.microsoft.com/office/drawing/2014/main" id="{623DE004-220F-41E4-9A13-64EC04F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592" y="6104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5" name="path-5803">
            <a:extLst xmlns:a="http://schemas.openxmlformats.org/drawingml/2006/main">
              <a:ext uri="{FF2B5EF4-FFF2-40B4-BE49-F238E27FC236}">
                <a16:creationId xmlns:a16="http://schemas.microsoft.com/office/drawing/2014/main" id="{6C05A8B3-D30B-4FC3-95F4-DCC7CFC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386" y="6135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6" name="path-5804">
            <a:extLst xmlns:a="http://schemas.openxmlformats.org/drawingml/2006/main">
              <a:ext uri="{FF2B5EF4-FFF2-40B4-BE49-F238E27FC236}">
                <a16:creationId xmlns:a16="http://schemas.microsoft.com/office/drawing/2014/main" id="{2717D6AE-E8C7-48D5-B3D5-1D0E256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968" y="6163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7" name="path-5805">
            <a:extLst xmlns:a="http://schemas.openxmlformats.org/drawingml/2006/main">
              <a:ext uri="{FF2B5EF4-FFF2-40B4-BE49-F238E27FC236}">
                <a16:creationId xmlns:a16="http://schemas.microsoft.com/office/drawing/2014/main" id="{BF7A30CD-DC7D-41CB-A89A-5B87476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061" y="6135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8" name="path-5806">
            <a:extLst xmlns:a="http://schemas.openxmlformats.org/drawingml/2006/main">
              <a:ext uri="{FF2B5EF4-FFF2-40B4-BE49-F238E27FC236}">
                <a16:creationId xmlns:a16="http://schemas.microsoft.com/office/drawing/2014/main" id="{B34285C6-9F6C-4FD2-9066-D895170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108" y="61220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9" name="path-5807">
            <a:extLst xmlns:a="http://schemas.openxmlformats.org/drawingml/2006/main">
              <a:ext uri="{FF2B5EF4-FFF2-40B4-BE49-F238E27FC236}">
                <a16:creationId xmlns:a16="http://schemas.microsoft.com/office/drawing/2014/main" id="{B60802B4-C82E-4AFA-9769-2239321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55" y="6161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0" name="path-5808">
            <a:extLst xmlns:a="http://schemas.openxmlformats.org/drawingml/2006/main">
              <a:ext uri="{FF2B5EF4-FFF2-40B4-BE49-F238E27FC236}">
                <a16:creationId xmlns:a16="http://schemas.microsoft.com/office/drawing/2014/main" id="{FDB9C7D9-8510-4919-876B-F5B5867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528" y="61472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1" name="path-5809">
            <a:extLst xmlns:a="http://schemas.openxmlformats.org/drawingml/2006/main">
              <a:ext uri="{FF2B5EF4-FFF2-40B4-BE49-F238E27FC236}">
                <a16:creationId xmlns:a16="http://schemas.microsoft.com/office/drawing/2014/main" id="{1C4346FC-CEC1-4690-BAB5-9CE89A00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45" y="6133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2" name="path-5810">
            <a:extLst xmlns:a="http://schemas.openxmlformats.org/drawingml/2006/main">
              <a:ext uri="{FF2B5EF4-FFF2-40B4-BE49-F238E27FC236}">
                <a16:creationId xmlns:a16="http://schemas.microsoft.com/office/drawing/2014/main" id="{C1956DB9-B976-4159-9622-9DAB540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12" y="61316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3" name="path-5811">
            <a:extLst xmlns:a="http://schemas.openxmlformats.org/drawingml/2006/main">
              <a:ext uri="{FF2B5EF4-FFF2-40B4-BE49-F238E27FC236}">
                <a16:creationId xmlns:a16="http://schemas.microsoft.com/office/drawing/2014/main" id="{35134706-3AF6-4193-B72F-68C2207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77" y="6162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4" name="path-5812">
            <a:extLst xmlns:a="http://schemas.openxmlformats.org/drawingml/2006/main">
              <a:ext uri="{FF2B5EF4-FFF2-40B4-BE49-F238E27FC236}">
                <a16:creationId xmlns:a16="http://schemas.microsoft.com/office/drawing/2014/main" id="{983CC123-4C8A-43C2-9B60-C197F85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55" y="61158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5" name="path-5813">
            <a:extLst xmlns:a="http://schemas.openxmlformats.org/drawingml/2006/main">
              <a:ext uri="{FF2B5EF4-FFF2-40B4-BE49-F238E27FC236}">
                <a16:creationId xmlns:a16="http://schemas.microsoft.com/office/drawing/2014/main" id="{A02C809B-37E5-407B-8AAA-2A51A7C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68" y="61586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6" name="path-5814">
            <a:extLst xmlns:a="http://schemas.openxmlformats.org/drawingml/2006/main">
              <a:ext uri="{FF2B5EF4-FFF2-40B4-BE49-F238E27FC236}">
                <a16:creationId xmlns:a16="http://schemas.microsoft.com/office/drawing/2014/main" id="{4F3338E3-09F8-4A78-BD96-2741B75F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872" y="6169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7" name="path-5815">
            <a:extLst xmlns:a="http://schemas.openxmlformats.org/drawingml/2006/main">
              <a:ext uri="{FF2B5EF4-FFF2-40B4-BE49-F238E27FC236}">
                <a16:creationId xmlns:a16="http://schemas.microsoft.com/office/drawing/2014/main" id="{A6938307-0A60-4E3A-9A28-7AE7238D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10" y="6147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8" name="path-5816">
            <a:extLst xmlns:a="http://schemas.openxmlformats.org/drawingml/2006/main">
              <a:ext uri="{FF2B5EF4-FFF2-40B4-BE49-F238E27FC236}">
                <a16:creationId xmlns:a16="http://schemas.microsoft.com/office/drawing/2014/main" id="{433453D5-E170-48BC-89BF-2E74A3E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673" y="6157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9" name="path-5817">
            <a:extLst xmlns:a="http://schemas.openxmlformats.org/drawingml/2006/main">
              <a:ext uri="{FF2B5EF4-FFF2-40B4-BE49-F238E27FC236}">
                <a16:creationId xmlns:a16="http://schemas.microsoft.com/office/drawing/2014/main" id="{C4478CCE-5D28-422F-9170-6FAFF4C6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961" y="6170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0" name="path-5818">
            <a:extLst xmlns:a="http://schemas.openxmlformats.org/drawingml/2006/main">
              <a:ext uri="{FF2B5EF4-FFF2-40B4-BE49-F238E27FC236}">
                <a16:creationId xmlns:a16="http://schemas.microsoft.com/office/drawing/2014/main" id="{BAA763ED-F6AA-4685-B573-8B7207B9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90" y="6119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1" name="path-5819">
            <a:extLst xmlns:a="http://schemas.openxmlformats.org/drawingml/2006/main">
              <a:ext uri="{FF2B5EF4-FFF2-40B4-BE49-F238E27FC236}">
                <a16:creationId xmlns:a16="http://schemas.microsoft.com/office/drawing/2014/main" id="{5394FEE6-E4CD-4908-A23E-765B8529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745" y="6157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2" name="path-5820">
            <a:extLst xmlns:a="http://schemas.openxmlformats.org/drawingml/2006/main">
              <a:ext uri="{FF2B5EF4-FFF2-40B4-BE49-F238E27FC236}">
                <a16:creationId xmlns:a16="http://schemas.microsoft.com/office/drawing/2014/main" id="{982CBAB5-8253-495A-86AE-939867BB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128" y="61396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3" name="path-5821">
            <a:extLst xmlns:a="http://schemas.openxmlformats.org/drawingml/2006/main">
              <a:ext uri="{FF2B5EF4-FFF2-40B4-BE49-F238E27FC236}">
                <a16:creationId xmlns:a16="http://schemas.microsoft.com/office/drawing/2014/main" id="{177F5A80-CB9E-4C3B-9218-A4817AD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130" y="61279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4" name="path-5822">
            <a:extLst xmlns:a="http://schemas.openxmlformats.org/drawingml/2006/main">
              <a:ext uri="{FF2B5EF4-FFF2-40B4-BE49-F238E27FC236}">
                <a16:creationId xmlns:a16="http://schemas.microsoft.com/office/drawing/2014/main" id="{18F1493C-A3A4-41B6-8C6F-92DB2E2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43" y="61471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5" name="path-5823">
            <a:extLst xmlns:a="http://schemas.openxmlformats.org/drawingml/2006/main">
              <a:ext uri="{FF2B5EF4-FFF2-40B4-BE49-F238E27FC236}">
                <a16:creationId xmlns:a16="http://schemas.microsoft.com/office/drawing/2014/main" id="{31BB2EFB-8C94-423F-BAAB-78505D1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800" y="6175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6" name="path-5824">
            <a:extLst xmlns:a="http://schemas.openxmlformats.org/drawingml/2006/main">
              <a:ext uri="{FF2B5EF4-FFF2-40B4-BE49-F238E27FC236}">
                <a16:creationId xmlns:a16="http://schemas.microsoft.com/office/drawing/2014/main" id="{D382639D-1EC8-49CE-9EB1-9E9507B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665" y="6136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7" name="path-5825">
            <a:extLst xmlns:a="http://schemas.openxmlformats.org/drawingml/2006/main">
              <a:ext uri="{FF2B5EF4-FFF2-40B4-BE49-F238E27FC236}">
                <a16:creationId xmlns:a16="http://schemas.microsoft.com/office/drawing/2014/main" id="{5AF0542B-BC3D-4C7E-ADD8-32731040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33" y="6154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8" name="path-5826">
            <a:extLst xmlns:a="http://schemas.openxmlformats.org/drawingml/2006/main">
              <a:ext uri="{FF2B5EF4-FFF2-40B4-BE49-F238E27FC236}">
                <a16:creationId xmlns:a16="http://schemas.microsoft.com/office/drawing/2014/main" id="{C2F66BA4-E415-442E-9F95-6979889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0" y="61284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9" name="path-5827">
            <a:extLst xmlns:a="http://schemas.openxmlformats.org/drawingml/2006/main">
              <a:ext uri="{FF2B5EF4-FFF2-40B4-BE49-F238E27FC236}">
                <a16:creationId xmlns:a16="http://schemas.microsoft.com/office/drawing/2014/main" id="{A0AE6185-BD56-4AF3-9CE7-3E021945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247" y="6143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0" name="path-5828">
            <a:extLst xmlns:a="http://schemas.openxmlformats.org/drawingml/2006/main">
              <a:ext uri="{FF2B5EF4-FFF2-40B4-BE49-F238E27FC236}">
                <a16:creationId xmlns:a16="http://schemas.microsoft.com/office/drawing/2014/main" id="{C0E1FF5D-119E-492F-985A-0B0CD242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949" y="6123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1" name="path-5829">
            <a:extLst xmlns:a="http://schemas.openxmlformats.org/drawingml/2006/main">
              <a:ext uri="{FF2B5EF4-FFF2-40B4-BE49-F238E27FC236}">
                <a16:creationId xmlns:a16="http://schemas.microsoft.com/office/drawing/2014/main" id="{19D2B659-49F0-4037-9966-9604C93B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926" y="6134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2" name="path-5830">
            <a:extLst xmlns:a="http://schemas.openxmlformats.org/drawingml/2006/main">
              <a:ext uri="{FF2B5EF4-FFF2-40B4-BE49-F238E27FC236}">
                <a16:creationId xmlns:a16="http://schemas.microsoft.com/office/drawing/2014/main" id="{047617BD-1B99-4D44-8584-F1936B6B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775" y="6132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3" name="path-5831">
            <a:extLst xmlns:a="http://schemas.openxmlformats.org/drawingml/2006/main">
              <a:ext uri="{FF2B5EF4-FFF2-40B4-BE49-F238E27FC236}">
                <a16:creationId xmlns:a16="http://schemas.microsoft.com/office/drawing/2014/main" id="{A94BDCF4-7E3B-43E8-94D4-E941B79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99" y="61025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4" name="path-5832">
            <a:extLst xmlns:a="http://schemas.openxmlformats.org/drawingml/2006/main">
              <a:ext uri="{FF2B5EF4-FFF2-40B4-BE49-F238E27FC236}">
                <a16:creationId xmlns:a16="http://schemas.microsoft.com/office/drawing/2014/main" id="{1BC2B274-0885-4235-8A9A-E5339672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92" y="6130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5" name="path-5833">
            <a:extLst xmlns:a="http://schemas.openxmlformats.org/drawingml/2006/main">
              <a:ext uri="{FF2B5EF4-FFF2-40B4-BE49-F238E27FC236}">
                <a16:creationId xmlns:a16="http://schemas.microsoft.com/office/drawing/2014/main" id="{1F7646E0-24EF-48CE-9D08-26C1932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2" y="6140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6" name="path-5834">
            <a:extLst xmlns:a="http://schemas.openxmlformats.org/drawingml/2006/main">
              <a:ext uri="{FF2B5EF4-FFF2-40B4-BE49-F238E27FC236}">
                <a16:creationId xmlns:a16="http://schemas.microsoft.com/office/drawing/2014/main" id="{EEB6A813-0C8D-495D-9CB2-7FD0AEFA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453" y="6143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7" name="path-5835">
            <a:extLst xmlns:a="http://schemas.openxmlformats.org/drawingml/2006/main">
              <a:ext uri="{FF2B5EF4-FFF2-40B4-BE49-F238E27FC236}">
                <a16:creationId xmlns:a16="http://schemas.microsoft.com/office/drawing/2014/main" id="{9076E47F-A2FC-4649-BF51-8D91C66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863" y="61417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8" name="path-5836">
            <a:extLst xmlns:a="http://schemas.openxmlformats.org/drawingml/2006/main">
              <a:ext uri="{FF2B5EF4-FFF2-40B4-BE49-F238E27FC236}">
                <a16:creationId xmlns:a16="http://schemas.microsoft.com/office/drawing/2014/main" id="{A2C430F1-BB35-4227-AE63-82F8F7D3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658" y="6138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9" name="path-5837">
            <a:extLst xmlns:a="http://schemas.openxmlformats.org/drawingml/2006/main">
              <a:ext uri="{FF2B5EF4-FFF2-40B4-BE49-F238E27FC236}">
                <a16:creationId xmlns:a16="http://schemas.microsoft.com/office/drawing/2014/main" id="{8F8FAEFB-E8B6-4047-9092-9AF1E61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734" y="6137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0" name="path-5838">
            <a:extLst xmlns:a="http://schemas.openxmlformats.org/drawingml/2006/main">
              <a:ext uri="{FF2B5EF4-FFF2-40B4-BE49-F238E27FC236}">
                <a16:creationId xmlns:a16="http://schemas.microsoft.com/office/drawing/2014/main" id="{21E0E7E5-0BD9-4CA8-BFC6-DAA5741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23" y="61333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1" name="path-5839">
            <a:extLst xmlns:a="http://schemas.openxmlformats.org/drawingml/2006/main">
              <a:ext uri="{FF2B5EF4-FFF2-40B4-BE49-F238E27FC236}">
                <a16:creationId xmlns:a16="http://schemas.microsoft.com/office/drawing/2014/main" id="{B95A5276-142D-42BB-832A-0FAA04E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39" y="6131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2" name="path-5840">
            <a:extLst xmlns:a="http://schemas.openxmlformats.org/drawingml/2006/main">
              <a:ext uri="{FF2B5EF4-FFF2-40B4-BE49-F238E27FC236}">
                <a16:creationId xmlns:a16="http://schemas.microsoft.com/office/drawing/2014/main" id="{A58A23B0-8979-41FA-A896-AA8BD6B7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137" y="6120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3" name="path-5841">
            <a:extLst xmlns:a="http://schemas.openxmlformats.org/drawingml/2006/main">
              <a:ext uri="{FF2B5EF4-FFF2-40B4-BE49-F238E27FC236}">
                <a16:creationId xmlns:a16="http://schemas.microsoft.com/office/drawing/2014/main" id="{EE62401E-E1AB-46D7-B34A-E39FD02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52" y="6141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4" name="path-5842">
            <a:extLst xmlns:a="http://schemas.openxmlformats.org/drawingml/2006/main">
              <a:ext uri="{FF2B5EF4-FFF2-40B4-BE49-F238E27FC236}">
                <a16:creationId xmlns:a16="http://schemas.microsoft.com/office/drawing/2014/main" id="{F1BE6C6C-E3F8-471D-8302-E2E18EEC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5" y="6121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5" name="path-5843">
            <a:extLst xmlns:a="http://schemas.openxmlformats.org/drawingml/2006/main">
              <a:ext uri="{FF2B5EF4-FFF2-40B4-BE49-F238E27FC236}">
                <a16:creationId xmlns:a16="http://schemas.microsoft.com/office/drawing/2014/main" id="{6B8D8CC0-D0B7-41F2-A66E-1F2085C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056" y="6131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6" name="path-5844">
            <a:extLst xmlns:a="http://schemas.openxmlformats.org/drawingml/2006/main">
              <a:ext uri="{FF2B5EF4-FFF2-40B4-BE49-F238E27FC236}">
                <a16:creationId xmlns:a16="http://schemas.microsoft.com/office/drawing/2014/main" id="{AA5C4D1B-D79C-412F-B56E-D6654AE1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764" y="61510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7" name="path-5845">
            <a:extLst xmlns:a="http://schemas.openxmlformats.org/drawingml/2006/main">
              <a:ext uri="{FF2B5EF4-FFF2-40B4-BE49-F238E27FC236}">
                <a16:creationId xmlns:a16="http://schemas.microsoft.com/office/drawing/2014/main" id="{B8A78FB1-911C-4101-8CCA-49B65224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04" y="6139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8" name="path-5846">
            <a:extLst xmlns:a="http://schemas.openxmlformats.org/drawingml/2006/main">
              <a:ext uri="{FF2B5EF4-FFF2-40B4-BE49-F238E27FC236}">
                <a16:creationId xmlns:a16="http://schemas.microsoft.com/office/drawing/2014/main" id="{5DF83272-498E-41F8-877A-A44B4141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212" y="6113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9" name="path-5847">
            <a:extLst xmlns:a="http://schemas.openxmlformats.org/drawingml/2006/main">
              <a:ext uri="{FF2B5EF4-FFF2-40B4-BE49-F238E27FC236}">
                <a16:creationId xmlns:a16="http://schemas.microsoft.com/office/drawing/2014/main" id="{C176D677-0522-434B-875D-ED0BACA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60" y="61535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0" name="path-5848">
            <a:extLst xmlns:a="http://schemas.openxmlformats.org/drawingml/2006/main">
              <a:ext uri="{FF2B5EF4-FFF2-40B4-BE49-F238E27FC236}">
                <a16:creationId xmlns:a16="http://schemas.microsoft.com/office/drawing/2014/main" id="{C4C7EBC0-9B58-433C-A238-C39F2889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773" y="6132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1" name="path-5849">
            <a:extLst xmlns:a="http://schemas.openxmlformats.org/drawingml/2006/main">
              <a:ext uri="{FF2B5EF4-FFF2-40B4-BE49-F238E27FC236}">
                <a16:creationId xmlns:a16="http://schemas.microsoft.com/office/drawing/2014/main" id="{55CA1E05-0E61-4349-A2F3-0F929216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16" y="6143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2" name="path-5850">
            <a:extLst xmlns:a="http://schemas.openxmlformats.org/drawingml/2006/main">
              <a:ext uri="{FF2B5EF4-FFF2-40B4-BE49-F238E27FC236}">
                <a16:creationId xmlns:a16="http://schemas.microsoft.com/office/drawing/2014/main" id="{1DD5ECF7-28CC-4EEA-A5F0-8ABEE26F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71" y="6122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3" name="path-5851">
            <a:extLst xmlns:a="http://schemas.openxmlformats.org/drawingml/2006/main">
              <a:ext uri="{FF2B5EF4-FFF2-40B4-BE49-F238E27FC236}">
                <a16:creationId xmlns:a16="http://schemas.microsoft.com/office/drawing/2014/main" id="{8B31BF5B-1919-48E9-9ADA-16DBCDBF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27" y="6134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4" name="path-5852">
            <a:extLst xmlns:a="http://schemas.openxmlformats.org/drawingml/2006/main">
              <a:ext uri="{FF2B5EF4-FFF2-40B4-BE49-F238E27FC236}">
                <a16:creationId xmlns:a16="http://schemas.microsoft.com/office/drawing/2014/main" id="{BDF91047-A5EE-4945-BC99-1A4CDC6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143" y="61484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5" name="path-5853">
            <a:extLst xmlns:a="http://schemas.openxmlformats.org/drawingml/2006/main">
              <a:ext uri="{FF2B5EF4-FFF2-40B4-BE49-F238E27FC236}">
                <a16:creationId xmlns:a16="http://schemas.microsoft.com/office/drawing/2014/main" id="{42B38C4B-6DD2-489A-ABAB-00EC064A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550" y="6115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6" name="path-5854">
            <a:extLst xmlns:a="http://schemas.openxmlformats.org/drawingml/2006/main">
              <a:ext uri="{FF2B5EF4-FFF2-40B4-BE49-F238E27FC236}">
                <a16:creationId xmlns:a16="http://schemas.microsoft.com/office/drawing/2014/main" id="{926110E8-E545-4EC6-A81F-676BBE5A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168" y="6148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7" name="path-5855">
            <a:extLst xmlns:a="http://schemas.openxmlformats.org/drawingml/2006/main">
              <a:ext uri="{FF2B5EF4-FFF2-40B4-BE49-F238E27FC236}">
                <a16:creationId xmlns:a16="http://schemas.microsoft.com/office/drawing/2014/main" id="{E386C216-5860-4C04-9095-2AFB5C4A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335" y="6126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8" name="path-5856">
            <a:extLst xmlns:a="http://schemas.openxmlformats.org/drawingml/2006/main">
              <a:ext uri="{FF2B5EF4-FFF2-40B4-BE49-F238E27FC236}">
                <a16:creationId xmlns:a16="http://schemas.microsoft.com/office/drawing/2014/main" id="{BB0BA3C2-8A4A-4DDF-B61B-CD3390C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69" y="6143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9" name="path-5857">
            <a:extLst xmlns:a="http://schemas.openxmlformats.org/drawingml/2006/main">
              <a:ext uri="{FF2B5EF4-FFF2-40B4-BE49-F238E27FC236}">
                <a16:creationId xmlns:a16="http://schemas.microsoft.com/office/drawing/2014/main" id="{71726845-EDB0-4AC7-A107-8F92EA66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931" y="6149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0" name="path-5858">
            <a:extLst xmlns:a="http://schemas.openxmlformats.org/drawingml/2006/main">
              <a:ext uri="{FF2B5EF4-FFF2-40B4-BE49-F238E27FC236}">
                <a16:creationId xmlns:a16="http://schemas.microsoft.com/office/drawing/2014/main" id="{A9A215A3-06AF-4142-8570-0AC06484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700" y="6146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1" name="path-5859">
            <a:extLst xmlns:a="http://schemas.openxmlformats.org/drawingml/2006/main">
              <a:ext uri="{FF2B5EF4-FFF2-40B4-BE49-F238E27FC236}">
                <a16:creationId xmlns:a16="http://schemas.microsoft.com/office/drawing/2014/main" id="{4094B71C-AFB1-4460-A07E-7BC0AF52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019" y="6127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2" name="path-5860">
            <a:extLst xmlns:a="http://schemas.openxmlformats.org/drawingml/2006/main">
              <a:ext uri="{FF2B5EF4-FFF2-40B4-BE49-F238E27FC236}">
                <a16:creationId xmlns:a16="http://schemas.microsoft.com/office/drawing/2014/main" id="{6AED6D76-1537-4B9F-B4A5-C78F913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250" y="61231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3" name="path-5861">
            <a:extLst xmlns:a="http://schemas.openxmlformats.org/drawingml/2006/main">
              <a:ext uri="{FF2B5EF4-FFF2-40B4-BE49-F238E27FC236}">
                <a16:creationId xmlns:a16="http://schemas.microsoft.com/office/drawing/2014/main" id="{4630C2A0-4601-43C9-9A6F-FED1B82B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524" y="6146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4" name="path-5862">
            <a:extLst xmlns:a="http://schemas.openxmlformats.org/drawingml/2006/main">
              <a:ext uri="{FF2B5EF4-FFF2-40B4-BE49-F238E27FC236}">
                <a16:creationId xmlns:a16="http://schemas.microsoft.com/office/drawing/2014/main" id="{091171ED-E42F-4F9A-8643-1868A309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667" y="6156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5" name="path-5863">
            <a:extLst xmlns:a="http://schemas.openxmlformats.org/drawingml/2006/main">
              <a:ext uri="{FF2B5EF4-FFF2-40B4-BE49-F238E27FC236}">
                <a16:creationId xmlns:a16="http://schemas.microsoft.com/office/drawing/2014/main" id="{63CC8E07-C6F2-4F5D-BBD5-36E25926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426" y="61176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6" name="path-5864">
            <a:extLst xmlns:a="http://schemas.openxmlformats.org/drawingml/2006/main">
              <a:ext uri="{FF2B5EF4-FFF2-40B4-BE49-F238E27FC236}">
                <a16:creationId xmlns:a16="http://schemas.microsoft.com/office/drawing/2014/main" id="{A2CE7BDA-344C-46C4-A818-569A16A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435" y="61288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7" name="path-5865">
            <a:extLst xmlns:a="http://schemas.openxmlformats.org/drawingml/2006/main">
              <a:ext uri="{FF2B5EF4-FFF2-40B4-BE49-F238E27FC236}">
                <a16:creationId xmlns:a16="http://schemas.microsoft.com/office/drawing/2014/main" id="{B621D480-94AA-4BE8-9108-6D5AA20F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34" y="6123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8" name="path-5866">
            <a:extLst xmlns:a="http://schemas.openxmlformats.org/drawingml/2006/main">
              <a:ext uri="{FF2B5EF4-FFF2-40B4-BE49-F238E27FC236}">
                <a16:creationId xmlns:a16="http://schemas.microsoft.com/office/drawing/2014/main" id="{F2095825-ED74-4933-B335-46504C02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74" y="6126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9" name="path-5867">
            <a:extLst xmlns:a="http://schemas.openxmlformats.org/drawingml/2006/main">
              <a:ext uri="{FF2B5EF4-FFF2-40B4-BE49-F238E27FC236}">
                <a16:creationId xmlns:a16="http://schemas.microsoft.com/office/drawing/2014/main" id="{EAEC2D8D-8216-4051-8E21-ABACA8A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035" y="6152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0" name="path-5868">
            <a:extLst xmlns:a="http://schemas.openxmlformats.org/drawingml/2006/main">
              <a:ext uri="{FF2B5EF4-FFF2-40B4-BE49-F238E27FC236}">
                <a16:creationId xmlns:a16="http://schemas.microsoft.com/office/drawing/2014/main" id="{14812AD6-BECD-4C1E-BD4E-45136A4E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964" y="61313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1" name="path-5869">
            <a:extLst xmlns:a="http://schemas.openxmlformats.org/drawingml/2006/main">
              <a:ext uri="{FF2B5EF4-FFF2-40B4-BE49-F238E27FC236}">
                <a16:creationId xmlns:a16="http://schemas.microsoft.com/office/drawing/2014/main" id="{7FC054BF-B1EA-4372-99F2-2BF1F3E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2" y="6151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2" name="path-5870">
            <a:extLst xmlns:a="http://schemas.openxmlformats.org/drawingml/2006/main">
              <a:ext uri="{FF2B5EF4-FFF2-40B4-BE49-F238E27FC236}">
                <a16:creationId xmlns:a16="http://schemas.microsoft.com/office/drawing/2014/main" id="{3683E391-A4E7-45B7-8CA2-B7C62D2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06" y="61332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3" name="path-5871">
            <a:extLst xmlns:a="http://schemas.openxmlformats.org/drawingml/2006/main">
              <a:ext uri="{FF2B5EF4-FFF2-40B4-BE49-F238E27FC236}">
                <a16:creationId xmlns:a16="http://schemas.microsoft.com/office/drawing/2014/main" id="{BA597FAA-AB3D-49EC-B641-BE1CFFD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93" y="6133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4" name="path-5872">
            <a:extLst xmlns:a="http://schemas.openxmlformats.org/drawingml/2006/main">
              <a:ext uri="{FF2B5EF4-FFF2-40B4-BE49-F238E27FC236}">
                <a16:creationId xmlns:a16="http://schemas.microsoft.com/office/drawing/2014/main" id="{96DD697E-7799-47DE-99C4-0352F05B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34" y="613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5" name="path-5873">
            <a:extLst xmlns:a="http://schemas.openxmlformats.org/drawingml/2006/main">
              <a:ext uri="{FF2B5EF4-FFF2-40B4-BE49-F238E27FC236}">
                <a16:creationId xmlns:a16="http://schemas.microsoft.com/office/drawing/2014/main" id="{0A4BB6C2-CFB6-4307-8B48-ED0CA67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98" y="61518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6" name="path-5874">
            <a:extLst xmlns:a="http://schemas.openxmlformats.org/drawingml/2006/main">
              <a:ext uri="{FF2B5EF4-FFF2-40B4-BE49-F238E27FC236}">
                <a16:creationId xmlns:a16="http://schemas.microsoft.com/office/drawing/2014/main" id="{CFFB2903-6AB1-4C9C-9EAA-63151C83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86" y="6126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7" name="path-5875">
            <a:extLst xmlns:a="http://schemas.openxmlformats.org/drawingml/2006/main">
              <a:ext uri="{FF2B5EF4-FFF2-40B4-BE49-F238E27FC236}">
                <a16:creationId xmlns:a16="http://schemas.microsoft.com/office/drawing/2014/main" id="{175400A4-77A9-43FF-8461-92869AB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75" y="6127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8" name="path-5876">
            <a:extLst xmlns:a="http://schemas.openxmlformats.org/drawingml/2006/main">
              <a:ext uri="{FF2B5EF4-FFF2-40B4-BE49-F238E27FC236}">
                <a16:creationId xmlns:a16="http://schemas.microsoft.com/office/drawing/2014/main" id="{916CB726-4877-4B39-B738-686779B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649" y="6144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9" name="path-5877">
            <a:extLst xmlns:a="http://schemas.openxmlformats.org/drawingml/2006/main">
              <a:ext uri="{FF2B5EF4-FFF2-40B4-BE49-F238E27FC236}">
                <a16:creationId xmlns:a16="http://schemas.microsoft.com/office/drawing/2014/main" id="{55E1C659-6599-4C4B-8498-C12DDFE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088" y="6118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0" name="path-5878">
            <a:extLst xmlns:a="http://schemas.openxmlformats.org/drawingml/2006/main">
              <a:ext uri="{FF2B5EF4-FFF2-40B4-BE49-F238E27FC236}">
                <a16:creationId xmlns:a16="http://schemas.microsoft.com/office/drawing/2014/main" id="{4C3B47EB-804D-4A00-8CE9-822C28D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936" y="6169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1" name="path-5879">
            <a:extLst xmlns:a="http://schemas.openxmlformats.org/drawingml/2006/main">
              <a:ext uri="{FF2B5EF4-FFF2-40B4-BE49-F238E27FC236}">
                <a16:creationId xmlns:a16="http://schemas.microsoft.com/office/drawing/2014/main" id="{DAB4DEE8-3CB8-454A-B9D7-793A35BC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86" y="6122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2" name="path-5880">
            <a:extLst xmlns:a="http://schemas.openxmlformats.org/drawingml/2006/main">
              <a:ext uri="{FF2B5EF4-FFF2-40B4-BE49-F238E27FC236}">
                <a16:creationId xmlns:a16="http://schemas.microsoft.com/office/drawing/2014/main" id="{52D700E5-E895-4645-85E1-B296DDF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89" y="6156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3" name="path-5881">
            <a:extLst xmlns:a="http://schemas.openxmlformats.org/drawingml/2006/main">
              <a:ext uri="{FF2B5EF4-FFF2-40B4-BE49-F238E27FC236}">
                <a16:creationId xmlns:a16="http://schemas.microsoft.com/office/drawing/2014/main" id="{D0097591-4468-4897-BE4F-7A1C032B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733" y="6142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4" name="path-5882">
            <a:extLst xmlns:a="http://schemas.openxmlformats.org/drawingml/2006/main">
              <a:ext uri="{FF2B5EF4-FFF2-40B4-BE49-F238E27FC236}">
                <a16:creationId xmlns:a16="http://schemas.microsoft.com/office/drawing/2014/main" id="{6928C7A4-6ECC-4D28-9B4E-76DA5C6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299" y="6143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5" name="path-5883">
            <a:extLst xmlns:a="http://schemas.openxmlformats.org/drawingml/2006/main">
              <a:ext uri="{FF2B5EF4-FFF2-40B4-BE49-F238E27FC236}">
                <a16:creationId xmlns:a16="http://schemas.microsoft.com/office/drawing/2014/main" id="{9C4A2285-47FA-4894-A142-34278E5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09" y="6136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6" name="path-5884">
            <a:extLst xmlns:a="http://schemas.openxmlformats.org/drawingml/2006/main">
              <a:ext uri="{FF2B5EF4-FFF2-40B4-BE49-F238E27FC236}">
                <a16:creationId xmlns:a16="http://schemas.microsoft.com/office/drawing/2014/main" id="{5AE87F72-A939-434B-A631-C8AC981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55" y="61352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7" name="path-5885">
            <a:extLst xmlns:a="http://schemas.openxmlformats.org/drawingml/2006/main">
              <a:ext uri="{FF2B5EF4-FFF2-40B4-BE49-F238E27FC236}">
                <a16:creationId xmlns:a16="http://schemas.microsoft.com/office/drawing/2014/main" id="{4D6848BC-7DB1-42A5-AB60-DFF8A430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86" y="6174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8" name="path-5886">
            <a:extLst xmlns:a="http://schemas.openxmlformats.org/drawingml/2006/main">
              <a:ext uri="{FF2B5EF4-FFF2-40B4-BE49-F238E27FC236}">
                <a16:creationId xmlns:a16="http://schemas.microsoft.com/office/drawing/2014/main" id="{FF3B9FA9-0F18-4932-9ED2-45611A44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741" y="61318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9" name="path-5887">
            <a:extLst xmlns:a="http://schemas.openxmlformats.org/drawingml/2006/main">
              <a:ext uri="{FF2B5EF4-FFF2-40B4-BE49-F238E27FC236}">
                <a16:creationId xmlns:a16="http://schemas.microsoft.com/office/drawing/2014/main" id="{BCD311D1-283F-4DB8-ADCC-B62C1F0F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559" y="6152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0" name="path-5888">
            <a:extLst xmlns:a="http://schemas.openxmlformats.org/drawingml/2006/main">
              <a:ext uri="{FF2B5EF4-FFF2-40B4-BE49-F238E27FC236}">
                <a16:creationId xmlns:a16="http://schemas.microsoft.com/office/drawing/2014/main" id="{98B4DEC1-0C56-481B-B282-92E0BA07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85" y="61303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1" name="path-5889">
            <a:extLst xmlns:a="http://schemas.openxmlformats.org/drawingml/2006/main">
              <a:ext uri="{FF2B5EF4-FFF2-40B4-BE49-F238E27FC236}">
                <a16:creationId xmlns:a16="http://schemas.microsoft.com/office/drawing/2014/main" id="{BB5F0F75-903E-417F-A18C-67BE676B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673" y="6158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2" name="path-5890">
            <a:extLst xmlns:a="http://schemas.openxmlformats.org/drawingml/2006/main">
              <a:ext uri="{FF2B5EF4-FFF2-40B4-BE49-F238E27FC236}">
                <a16:creationId xmlns:a16="http://schemas.microsoft.com/office/drawing/2014/main" id="{49D65A92-990A-4B77-BE10-149B75B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073" y="6150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3" name="path-5891">
            <a:extLst xmlns:a="http://schemas.openxmlformats.org/drawingml/2006/main">
              <a:ext uri="{FF2B5EF4-FFF2-40B4-BE49-F238E27FC236}">
                <a16:creationId xmlns:a16="http://schemas.microsoft.com/office/drawing/2014/main" id="{7A8AA8A8-85C3-466C-97E1-A29A962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246" y="6147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4" name="path-5892">
            <a:extLst xmlns:a="http://schemas.openxmlformats.org/drawingml/2006/main">
              <a:ext uri="{FF2B5EF4-FFF2-40B4-BE49-F238E27FC236}">
                <a16:creationId xmlns:a16="http://schemas.microsoft.com/office/drawing/2014/main" id="{CE7950D2-818C-49F4-9CF0-73650E8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268" y="6159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5" name="path-5893">
            <a:extLst xmlns:a="http://schemas.openxmlformats.org/drawingml/2006/main">
              <a:ext uri="{FF2B5EF4-FFF2-40B4-BE49-F238E27FC236}">
                <a16:creationId xmlns:a16="http://schemas.microsoft.com/office/drawing/2014/main" id="{AD8300DE-45A7-4E3E-88C7-CDEF40D7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613" y="6152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6" name="path-5894">
            <a:extLst xmlns:a="http://schemas.openxmlformats.org/drawingml/2006/main">
              <a:ext uri="{FF2B5EF4-FFF2-40B4-BE49-F238E27FC236}">
                <a16:creationId xmlns:a16="http://schemas.microsoft.com/office/drawing/2014/main" id="{EF661547-CCA2-440E-B464-F28ADC49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337" y="61455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7" name="path-5895">
            <a:extLst xmlns:a="http://schemas.openxmlformats.org/drawingml/2006/main">
              <a:ext uri="{FF2B5EF4-FFF2-40B4-BE49-F238E27FC236}">
                <a16:creationId xmlns:a16="http://schemas.microsoft.com/office/drawing/2014/main" id="{7F57260D-2CAE-46E5-B5E7-35CD4736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676" y="6149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8" name="path-5896">
            <a:extLst xmlns:a="http://schemas.openxmlformats.org/drawingml/2006/main">
              <a:ext uri="{FF2B5EF4-FFF2-40B4-BE49-F238E27FC236}">
                <a16:creationId xmlns:a16="http://schemas.microsoft.com/office/drawing/2014/main" id="{4850DC15-78E9-4F97-AA3D-5C5865EA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851" y="61406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9" name="path-5897">
            <a:extLst xmlns:a="http://schemas.openxmlformats.org/drawingml/2006/main">
              <a:ext uri="{FF2B5EF4-FFF2-40B4-BE49-F238E27FC236}">
                <a16:creationId xmlns:a16="http://schemas.microsoft.com/office/drawing/2014/main" id="{AC4FFF36-8430-48B5-945C-E4359EEF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354" y="6147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0" name="path-5898">
            <a:extLst xmlns:a="http://schemas.openxmlformats.org/drawingml/2006/main">
              <a:ext uri="{FF2B5EF4-FFF2-40B4-BE49-F238E27FC236}">
                <a16:creationId xmlns:a16="http://schemas.microsoft.com/office/drawing/2014/main" id="{77ADD898-D25C-4DDE-87FD-F858B914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313" y="61017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1" name="path-5899">
            <a:extLst xmlns:a="http://schemas.openxmlformats.org/drawingml/2006/main">
              <a:ext uri="{FF2B5EF4-FFF2-40B4-BE49-F238E27FC236}">
                <a16:creationId xmlns:a16="http://schemas.microsoft.com/office/drawing/2014/main" id="{F5C095EA-8679-408D-B124-0C52E7B6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719" y="6141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2" name="path-5900">
            <a:extLst xmlns:a="http://schemas.openxmlformats.org/drawingml/2006/main">
              <a:ext uri="{FF2B5EF4-FFF2-40B4-BE49-F238E27FC236}">
                <a16:creationId xmlns:a16="http://schemas.microsoft.com/office/drawing/2014/main" id="{84FF27FF-1B0E-4BA9-9C5C-3DEC2CC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230" y="6128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3" name="path-5901">
            <a:extLst xmlns:a="http://schemas.openxmlformats.org/drawingml/2006/main">
              <a:ext uri="{FF2B5EF4-FFF2-40B4-BE49-F238E27FC236}">
                <a16:creationId xmlns:a16="http://schemas.microsoft.com/office/drawing/2014/main" id="{767F3870-6AB6-4298-AB03-4FE534D4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29" y="6135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4" name="path-5902">
            <a:extLst xmlns:a="http://schemas.openxmlformats.org/drawingml/2006/main">
              <a:ext uri="{FF2B5EF4-FFF2-40B4-BE49-F238E27FC236}">
                <a16:creationId xmlns:a16="http://schemas.microsoft.com/office/drawing/2014/main" id="{8CFFBBA7-5A94-4268-92F3-E2B5D97D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149" y="6155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5" name="path-5903">
            <a:extLst xmlns:a="http://schemas.openxmlformats.org/drawingml/2006/main">
              <a:ext uri="{FF2B5EF4-FFF2-40B4-BE49-F238E27FC236}">
                <a16:creationId xmlns:a16="http://schemas.microsoft.com/office/drawing/2014/main" id="{E0DE5F1B-EA50-4DC3-9C81-F60156B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19" y="6146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6" name="path-5904">
            <a:extLst xmlns:a="http://schemas.openxmlformats.org/drawingml/2006/main">
              <a:ext uri="{FF2B5EF4-FFF2-40B4-BE49-F238E27FC236}">
                <a16:creationId xmlns:a16="http://schemas.microsoft.com/office/drawing/2014/main" id="{CBBBBBA1-812B-4ABF-A6E3-D734CDEB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398" y="61514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7" name="path-5905">
            <a:extLst xmlns:a="http://schemas.openxmlformats.org/drawingml/2006/main">
              <a:ext uri="{FF2B5EF4-FFF2-40B4-BE49-F238E27FC236}">
                <a16:creationId xmlns:a16="http://schemas.microsoft.com/office/drawing/2014/main" id="{2C12EE68-ADCD-41EC-B9A4-FB002F56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984" y="6120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8" name="path-5906">
            <a:extLst xmlns:a="http://schemas.openxmlformats.org/drawingml/2006/main">
              <a:ext uri="{FF2B5EF4-FFF2-40B4-BE49-F238E27FC236}">
                <a16:creationId xmlns:a16="http://schemas.microsoft.com/office/drawing/2014/main" id="{5DF2F83F-EEF6-4133-A438-05119E7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652" y="6124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9" name="path-5907">
            <a:extLst xmlns:a="http://schemas.openxmlformats.org/drawingml/2006/main">
              <a:ext uri="{FF2B5EF4-FFF2-40B4-BE49-F238E27FC236}">
                <a16:creationId xmlns:a16="http://schemas.microsoft.com/office/drawing/2014/main" id="{B5D3F8B3-D7B3-4B87-968B-D5C9E789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748" y="6150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0" name="path-5908">
            <a:extLst xmlns:a="http://schemas.openxmlformats.org/drawingml/2006/main">
              <a:ext uri="{FF2B5EF4-FFF2-40B4-BE49-F238E27FC236}">
                <a16:creationId xmlns:a16="http://schemas.microsoft.com/office/drawing/2014/main" id="{5E5CC3CE-7EB5-4878-A2CC-F653EA9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346" y="6125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1" name="path-5909">
            <a:extLst xmlns:a="http://schemas.openxmlformats.org/drawingml/2006/main">
              <a:ext uri="{FF2B5EF4-FFF2-40B4-BE49-F238E27FC236}">
                <a16:creationId xmlns:a16="http://schemas.microsoft.com/office/drawing/2014/main" id="{2A085750-B353-4FFB-9D1F-8F9938E6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479" y="6145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2" name="path-5910">
            <a:extLst xmlns:a="http://schemas.openxmlformats.org/drawingml/2006/main">
              <a:ext uri="{FF2B5EF4-FFF2-40B4-BE49-F238E27FC236}">
                <a16:creationId xmlns:a16="http://schemas.microsoft.com/office/drawing/2014/main" id="{4CF95203-4A95-48CE-8672-221F9BB1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263" y="61379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3" name="path-5911">
            <a:extLst xmlns:a="http://schemas.openxmlformats.org/drawingml/2006/main">
              <a:ext uri="{FF2B5EF4-FFF2-40B4-BE49-F238E27FC236}">
                <a16:creationId xmlns:a16="http://schemas.microsoft.com/office/drawing/2014/main" id="{43F39538-00DE-41DD-823C-AAF4053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294" y="61304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4" name="path-5912">
            <a:extLst xmlns:a="http://schemas.openxmlformats.org/drawingml/2006/main">
              <a:ext uri="{FF2B5EF4-FFF2-40B4-BE49-F238E27FC236}">
                <a16:creationId xmlns:a16="http://schemas.microsoft.com/office/drawing/2014/main" id="{E90F4760-D3DA-4D48-A908-89289C4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34" y="6164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5" name="path-5913">
            <a:extLst xmlns:a="http://schemas.openxmlformats.org/drawingml/2006/main">
              <a:ext uri="{FF2B5EF4-FFF2-40B4-BE49-F238E27FC236}">
                <a16:creationId xmlns:a16="http://schemas.microsoft.com/office/drawing/2014/main" id="{9D3E96F1-8DF5-4D2B-B6F6-EB458CF2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12" y="6148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6" name="path-5914">
            <a:extLst xmlns:a="http://schemas.openxmlformats.org/drawingml/2006/main">
              <a:ext uri="{FF2B5EF4-FFF2-40B4-BE49-F238E27FC236}">
                <a16:creationId xmlns:a16="http://schemas.microsoft.com/office/drawing/2014/main" id="{294B049E-89EB-499B-94C9-CB6EEB37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760" y="6141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7" name="path-5915">
            <a:extLst xmlns:a="http://schemas.openxmlformats.org/drawingml/2006/main">
              <a:ext uri="{FF2B5EF4-FFF2-40B4-BE49-F238E27FC236}">
                <a16:creationId xmlns:a16="http://schemas.microsoft.com/office/drawing/2014/main" id="{B442E031-3870-4BB1-A8B4-E111C30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883" y="6131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8" name="path-5916">
            <a:extLst xmlns:a="http://schemas.openxmlformats.org/drawingml/2006/main">
              <a:ext uri="{FF2B5EF4-FFF2-40B4-BE49-F238E27FC236}">
                <a16:creationId xmlns:a16="http://schemas.microsoft.com/office/drawing/2014/main" id="{B2AB14EA-1F02-489D-907B-FF137CB5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8" y="6132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9" name="path-5917">
            <a:extLst xmlns:a="http://schemas.openxmlformats.org/drawingml/2006/main">
              <a:ext uri="{FF2B5EF4-FFF2-40B4-BE49-F238E27FC236}">
                <a16:creationId xmlns:a16="http://schemas.microsoft.com/office/drawing/2014/main" id="{76D6474C-DF10-4C57-B493-150891B6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73" y="61179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0" name="path-5918">
            <a:extLst xmlns:a="http://schemas.openxmlformats.org/drawingml/2006/main">
              <a:ext uri="{FF2B5EF4-FFF2-40B4-BE49-F238E27FC236}">
                <a16:creationId xmlns:a16="http://schemas.microsoft.com/office/drawing/2014/main" id="{02849BE8-F5E9-4463-8665-168F4E9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35" y="6145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1" name="path-5919">
            <a:extLst xmlns:a="http://schemas.openxmlformats.org/drawingml/2006/main">
              <a:ext uri="{FF2B5EF4-FFF2-40B4-BE49-F238E27FC236}">
                <a16:creationId xmlns:a16="http://schemas.microsoft.com/office/drawing/2014/main" id="{490A6EE1-A06F-4E19-88B7-4422DAE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004" y="6154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2" name="path-5920">
            <a:extLst xmlns:a="http://schemas.openxmlformats.org/drawingml/2006/main">
              <a:ext uri="{FF2B5EF4-FFF2-40B4-BE49-F238E27FC236}">
                <a16:creationId xmlns:a16="http://schemas.microsoft.com/office/drawing/2014/main" id="{F40B5F8E-EC40-4283-A45B-E4AA6877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268" y="6135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3" name="path-5921">
            <a:extLst xmlns:a="http://schemas.openxmlformats.org/drawingml/2006/main">
              <a:ext uri="{FF2B5EF4-FFF2-40B4-BE49-F238E27FC236}">
                <a16:creationId xmlns:a16="http://schemas.microsoft.com/office/drawing/2014/main" id="{F612EC3F-874B-483B-B4B4-CE0E1F4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5" y="6152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4" name="path-5922">
            <a:extLst xmlns:a="http://schemas.openxmlformats.org/drawingml/2006/main">
              <a:ext uri="{FF2B5EF4-FFF2-40B4-BE49-F238E27FC236}">
                <a16:creationId xmlns:a16="http://schemas.microsoft.com/office/drawing/2014/main" id="{B61B2130-BEA1-437C-A9FC-AC2231E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699" y="6174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5" name="path-5923">
            <a:extLst xmlns:a="http://schemas.openxmlformats.org/drawingml/2006/main">
              <a:ext uri="{FF2B5EF4-FFF2-40B4-BE49-F238E27FC236}">
                <a16:creationId xmlns:a16="http://schemas.microsoft.com/office/drawing/2014/main" id="{7E38ECFB-5BEE-46EC-80C2-FD3811E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811" y="61292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6" name="path-5924">
            <a:extLst xmlns:a="http://schemas.openxmlformats.org/drawingml/2006/main">
              <a:ext uri="{FF2B5EF4-FFF2-40B4-BE49-F238E27FC236}">
                <a16:creationId xmlns:a16="http://schemas.microsoft.com/office/drawing/2014/main" id="{D019EC3D-ED7B-48A0-B752-A692EA2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507" y="61179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7" name="path-5925">
            <a:extLst xmlns:a="http://schemas.openxmlformats.org/drawingml/2006/main">
              <a:ext uri="{FF2B5EF4-FFF2-40B4-BE49-F238E27FC236}">
                <a16:creationId xmlns:a16="http://schemas.microsoft.com/office/drawing/2014/main" id="{5C101E68-3593-4F1E-8908-92DD0E3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407" y="6144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8" name="path-5926">
            <a:extLst xmlns:a="http://schemas.openxmlformats.org/drawingml/2006/main">
              <a:ext uri="{FF2B5EF4-FFF2-40B4-BE49-F238E27FC236}">
                <a16:creationId xmlns:a16="http://schemas.microsoft.com/office/drawing/2014/main" id="{A8597FFD-58D9-45A0-831D-2BA35585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093" y="61501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9" name="path-5927">
            <a:extLst xmlns:a="http://schemas.openxmlformats.org/drawingml/2006/main">
              <a:ext uri="{FF2B5EF4-FFF2-40B4-BE49-F238E27FC236}">
                <a16:creationId xmlns:a16="http://schemas.microsoft.com/office/drawing/2014/main" id="{AD28BA4E-B125-4C18-9E6C-F584A698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182" y="6148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0" name="path-5928">
            <a:extLst xmlns:a="http://schemas.openxmlformats.org/drawingml/2006/main">
              <a:ext uri="{FF2B5EF4-FFF2-40B4-BE49-F238E27FC236}">
                <a16:creationId xmlns:a16="http://schemas.microsoft.com/office/drawing/2014/main" id="{CF28D8FD-C05D-40DF-9395-AFEDF4CD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574" y="6156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1" name="path-5929">
            <a:extLst xmlns:a="http://schemas.openxmlformats.org/drawingml/2006/main">
              <a:ext uri="{FF2B5EF4-FFF2-40B4-BE49-F238E27FC236}">
                <a16:creationId xmlns:a16="http://schemas.microsoft.com/office/drawing/2014/main" id="{654274E5-7C0E-4F18-9EF2-B8BE3849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54" y="61233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2" name="path-5930">
            <a:extLst xmlns:a="http://schemas.openxmlformats.org/drawingml/2006/main">
              <a:ext uri="{FF2B5EF4-FFF2-40B4-BE49-F238E27FC236}">
                <a16:creationId xmlns:a16="http://schemas.microsoft.com/office/drawing/2014/main" id="{71BAADDE-E84B-4C34-B94C-2542FA4A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18" y="61647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3" name="path-5931">
            <a:extLst xmlns:a="http://schemas.openxmlformats.org/drawingml/2006/main">
              <a:ext uri="{FF2B5EF4-FFF2-40B4-BE49-F238E27FC236}">
                <a16:creationId xmlns:a16="http://schemas.microsoft.com/office/drawing/2014/main" id="{596F7E21-F133-40E7-B979-BD1D2BE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846" y="61678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4" name="path-5932">
            <a:extLst xmlns:a="http://schemas.openxmlformats.org/drawingml/2006/main">
              <a:ext uri="{FF2B5EF4-FFF2-40B4-BE49-F238E27FC236}">
                <a16:creationId xmlns:a16="http://schemas.microsoft.com/office/drawing/2014/main" id="{EB1F9C71-A8F7-4366-BD6E-970AB67A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005" y="6156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5" name="path-5933">
            <a:extLst xmlns:a="http://schemas.openxmlformats.org/drawingml/2006/main">
              <a:ext uri="{FF2B5EF4-FFF2-40B4-BE49-F238E27FC236}">
                <a16:creationId xmlns:a16="http://schemas.microsoft.com/office/drawing/2014/main" id="{BFA170E3-8344-41CD-9653-54E2FA4C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495" y="6142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6" name="path-5934">
            <a:extLst xmlns:a="http://schemas.openxmlformats.org/drawingml/2006/main">
              <a:ext uri="{FF2B5EF4-FFF2-40B4-BE49-F238E27FC236}">
                <a16:creationId xmlns:a16="http://schemas.microsoft.com/office/drawing/2014/main" id="{8CCA4058-F75E-4281-8E05-8776DF4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298" y="6138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7" name="path-5935">
            <a:extLst xmlns:a="http://schemas.openxmlformats.org/drawingml/2006/main">
              <a:ext uri="{FF2B5EF4-FFF2-40B4-BE49-F238E27FC236}">
                <a16:creationId xmlns:a16="http://schemas.microsoft.com/office/drawing/2014/main" id="{4A9E8075-53B6-4FBC-8F24-632CABA3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96" y="6110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8" name="path-5936">
            <a:extLst xmlns:a="http://schemas.openxmlformats.org/drawingml/2006/main">
              <a:ext uri="{FF2B5EF4-FFF2-40B4-BE49-F238E27FC236}">
                <a16:creationId xmlns:a16="http://schemas.microsoft.com/office/drawing/2014/main" id="{F157584B-5138-49D0-9A71-176457E2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55" y="6160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9" name="path-5937">
            <a:extLst xmlns:a="http://schemas.openxmlformats.org/drawingml/2006/main">
              <a:ext uri="{FF2B5EF4-FFF2-40B4-BE49-F238E27FC236}">
                <a16:creationId xmlns:a16="http://schemas.microsoft.com/office/drawing/2014/main" id="{1537E9BE-3034-4DD8-8569-85382DF9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795" y="6129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0" name="path-5938">
            <a:extLst xmlns:a="http://schemas.openxmlformats.org/drawingml/2006/main">
              <a:ext uri="{FF2B5EF4-FFF2-40B4-BE49-F238E27FC236}">
                <a16:creationId xmlns:a16="http://schemas.microsoft.com/office/drawing/2014/main" id="{32C04222-DE4D-451D-ADFE-B1DD2E4D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42" y="61203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1" name="path-5939">
            <a:extLst xmlns:a="http://schemas.openxmlformats.org/drawingml/2006/main">
              <a:ext uri="{FF2B5EF4-FFF2-40B4-BE49-F238E27FC236}">
                <a16:creationId xmlns:a16="http://schemas.microsoft.com/office/drawing/2014/main" id="{C56155B5-0D9F-451A-A857-DA5B78ED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79" y="61465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2" name="path-5940">
            <a:extLst xmlns:a="http://schemas.openxmlformats.org/drawingml/2006/main">
              <a:ext uri="{FF2B5EF4-FFF2-40B4-BE49-F238E27FC236}">
                <a16:creationId xmlns:a16="http://schemas.microsoft.com/office/drawing/2014/main" id="{0F89A071-8B77-4CA8-98AC-25D8BFC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60" y="6137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3" name="path-5941">
            <a:extLst xmlns:a="http://schemas.openxmlformats.org/drawingml/2006/main">
              <a:ext uri="{FF2B5EF4-FFF2-40B4-BE49-F238E27FC236}">
                <a16:creationId xmlns:a16="http://schemas.microsoft.com/office/drawing/2014/main" id="{2C2963AF-1AB6-4DCF-A82D-C065AB5A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97" y="6114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4" name="path-5942">
            <a:extLst xmlns:a="http://schemas.openxmlformats.org/drawingml/2006/main">
              <a:ext uri="{FF2B5EF4-FFF2-40B4-BE49-F238E27FC236}">
                <a16:creationId xmlns:a16="http://schemas.microsoft.com/office/drawing/2014/main" id="{3FE3F0CF-49FF-4279-BE5E-08C79271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18" y="6161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5" name="path-5943">
            <a:extLst xmlns:a="http://schemas.openxmlformats.org/drawingml/2006/main">
              <a:ext uri="{FF2B5EF4-FFF2-40B4-BE49-F238E27FC236}">
                <a16:creationId xmlns:a16="http://schemas.microsoft.com/office/drawing/2014/main" id="{4D1B016F-F579-4A55-B5CE-7F74751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154" y="6093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6" name="path-5944">
            <a:extLst xmlns:a="http://schemas.openxmlformats.org/drawingml/2006/main">
              <a:ext uri="{FF2B5EF4-FFF2-40B4-BE49-F238E27FC236}">
                <a16:creationId xmlns:a16="http://schemas.microsoft.com/office/drawing/2014/main" id="{4B5B2972-7FC6-42AC-8892-628BCDC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85" y="6161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7" name="path-5945">
            <a:extLst xmlns:a="http://schemas.openxmlformats.org/drawingml/2006/main">
              <a:ext uri="{FF2B5EF4-FFF2-40B4-BE49-F238E27FC236}">
                <a16:creationId xmlns:a16="http://schemas.microsoft.com/office/drawing/2014/main" id="{A8AA5C6B-2BD4-4344-AC98-24BE28DE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073" y="6138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8" name="path-5946">
            <a:extLst xmlns:a="http://schemas.openxmlformats.org/drawingml/2006/main">
              <a:ext uri="{FF2B5EF4-FFF2-40B4-BE49-F238E27FC236}">
                <a16:creationId xmlns:a16="http://schemas.microsoft.com/office/drawing/2014/main" id="{679997C8-57F9-42A1-AD68-48B2211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669" y="6131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9" name="path-5947">
            <a:extLst xmlns:a="http://schemas.openxmlformats.org/drawingml/2006/main">
              <a:ext uri="{FF2B5EF4-FFF2-40B4-BE49-F238E27FC236}">
                <a16:creationId xmlns:a16="http://schemas.microsoft.com/office/drawing/2014/main" id="{E21EACD4-F13E-4BC1-B1B8-691E72AA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272" y="61521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0" name="path-5948">
            <a:extLst xmlns:a="http://schemas.openxmlformats.org/drawingml/2006/main">
              <a:ext uri="{FF2B5EF4-FFF2-40B4-BE49-F238E27FC236}">
                <a16:creationId xmlns:a16="http://schemas.microsoft.com/office/drawing/2014/main" id="{19C7A94A-622A-4FCB-B901-DC48547C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301" y="6165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1" name="path-5949">
            <a:extLst xmlns:a="http://schemas.openxmlformats.org/drawingml/2006/main">
              <a:ext uri="{FF2B5EF4-FFF2-40B4-BE49-F238E27FC236}">
                <a16:creationId xmlns:a16="http://schemas.microsoft.com/office/drawing/2014/main" id="{C911E597-C657-42EB-BA1A-2DF7F09E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888" y="6118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2" name="path-5950">
            <a:extLst xmlns:a="http://schemas.openxmlformats.org/drawingml/2006/main">
              <a:ext uri="{FF2B5EF4-FFF2-40B4-BE49-F238E27FC236}">
                <a16:creationId xmlns:a16="http://schemas.microsoft.com/office/drawing/2014/main" id="{DE7ECDC9-1FA0-4D5A-829D-536EFD3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223" y="6152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3" name="path-5951">
            <a:extLst xmlns:a="http://schemas.openxmlformats.org/drawingml/2006/main">
              <a:ext uri="{FF2B5EF4-FFF2-40B4-BE49-F238E27FC236}">
                <a16:creationId xmlns:a16="http://schemas.microsoft.com/office/drawing/2014/main" id="{91196905-CC48-4BFF-B605-51D0F65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66" y="61463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4" name="path-5952">
            <a:extLst xmlns:a="http://schemas.openxmlformats.org/drawingml/2006/main">
              <a:ext uri="{FF2B5EF4-FFF2-40B4-BE49-F238E27FC236}">
                <a16:creationId xmlns:a16="http://schemas.microsoft.com/office/drawing/2014/main" id="{0148EA2B-AB7C-437D-8DF0-075D3F2C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19" y="6141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5" name="path-5953">
            <a:extLst xmlns:a="http://schemas.openxmlformats.org/drawingml/2006/main">
              <a:ext uri="{FF2B5EF4-FFF2-40B4-BE49-F238E27FC236}">
                <a16:creationId xmlns:a16="http://schemas.microsoft.com/office/drawing/2014/main" id="{BA44EE89-9E9F-4020-957B-E193D676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383" y="6157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6" name="path-5954">
            <a:extLst xmlns:a="http://schemas.openxmlformats.org/drawingml/2006/main">
              <a:ext uri="{FF2B5EF4-FFF2-40B4-BE49-F238E27FC236}">
                <a16:creationId xmlns:a16="http://schemas.microsoft.com/office/drawing/2014/main" id="{7906F1E0-FF94-4383-ABCC-D340EE0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09" y="6155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7" name="path-5955">
            <a:extLst xmlns:a="http://schemas.openxmlformats.org/drawingml/2006/main">
              <a:ext uri="{FF2B5EF4-FFF2-40B4-BE49-F238E27FC236}">
                <a16:creationId xmlns:a16="http://schemas.microsoft.com/office/drawing/2014/main" id="{861B5289-07F3-4F24-9619-96B01EA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75" y="6149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8" name="path-5956">
            <a:extLst xmlns:a="http://schemas.openxmlformats.org/drawingml/2006/main">
              <a:ext uri="{FF2B5EF4-FFF2-40B4-BE49-F238E27FC236}">
                <a16:creationId xmlns:a16="http://schemas.microsoft.com/office/drawing/2014/main" id="{6CF8F83F-45A0-4433-9F55-06EDEB32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321" y="6129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9" name="path-5957">
            <a:extLst xmlns:a="http://schemas.openxmlformats.org/drawingml/2006/main">
              <a:ext uri="{FF2B5EF4-FFF2-40B4-BE49-F238E27FC236}">
                <a16:creationId xmlns:a16="http://schemas.microsoft.com/office/drawing/2014/main" id="{6F13C11D-5369-4463-A41E-5012813B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835" y="6133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0" name="path-5958">
            <a:extLst xmlns:a="http://schemas.openxmlformats.org/drawingml/2006/main">
              <a:ext uri="{FF2B5EF4-FFF2-40B4-BE49-F238E27FC236}">
                <a16:creationId xmlns:a16="http://schemas.microsoft.com/office/drawing/2014/main" id="{322D948C-3671-4707-97E3-B331646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840" y="6119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1" name="path-5959">
            <a:extLst xmlns:a="http://schemas.openxmlformats.org/drawingml/2006/main">
              <a:ext uri="{FF2B5EF4-FFF2-40B4-BE49-F238E27FC236}">
                <a16:creationId xmlns:a16="http://schemas.microsoft.com/office/drawing/2014/main" id="{983B9501-14B8-41BE-9CAE-7B8AA8A3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084" y="61557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2" name="path-5960">
            <a:extLst xmlns:a="http://schemas.openxmlformats.org/drawingml/2006/main">
              <a:ext uri="{FF2B5EF4-FFF2-40B4-BE49-F238E27FC236}">
                <a16:creationId xmlns:a16="http://schemas.microsoft.com/office/drawing/2014/main" id="{FE6EAC99-3D97-4D4B-B1B4-B67BC95B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4" y="6125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3" name="path-5961">
            <a:extLst xmlns:a="http://schemas.openxmlformats.org/drawingml/2006/main">
              <a:ext uri="{FF2B5EF4-FFF2-40B4-BE49-F238E27FC236}">
                <a16:creationId xmlns:a16="http://schemas.microsoft.com/office/drawing/2014/main" id="{447ABA3E-4E2E-4663-96F9-B0DDCB2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87" y="6135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4" name="path-5962">
            <a:extLst xmlns:a="http://schemas.openxmlformats.org/drawingml/2006/main">
              <a:ext uri="{FF2B5EF4-FFF2-40B4-BE49-F238E27FC236}">
                <a16:creationId xmlns:a16="http://schemas.microsoft.com/office/drawing/2014/main" id="{C74EF229-CF45-43A1-9545-4A149BD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693" y="6134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5" name="path-5963">
            <a:extLst xmlns:a="http://schemas.openxmlformats.org/drawingml/2006/main">
              <a:ext uri="{FF2B5EF4-FFF2-40B4-BE49-F238E27FC236}">
                <a16:creationId xmlns:a16="http://schemas.microsoft.com/office/drawing/2014/main" id="{FA833ECF-0CBB-4166-ADCB-3406AA6C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50" y="6133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6" name="path-5964">
            <a:extLst xmlns:a="http://schemas.openxmlformats.org/drawingml/2006/main">
              <a:ext uri="{FF2B5EF4-FFF2-40B4-BE49-F238E27FC236}">
                <a16:creationId xmlns:a16="http://schemas.microsoft.com/office/drawing/2014/main" id="{189F3425-3128-4129-8EC6-E4048384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25" y="61476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7" name="path-5965">
            <a:extLst xmlns:a="http://schemas.openxmlformats.org/drawingml/2006/main">
              <a:ext uri="{FF2B5EF4-FFF2-40B4-BE49-F238E27FC236}">
                <a16:creationId xmlns:a16="http://schemas.microsoft.com/office/drawing/2014/main" id="{57CA7585-1CFC-4E26-9E91-2E70DE0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21" y="61252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8" name="path-5966">
            <a:extLst xmlns:a="http://schemas.openxmlformats.org/drawingml/2006/main">
              <a:ext uri="{FF2B5EF4-FFF2-40B4-BE49-F238E27FC236}">
                <a16:creationId xmlns:a16="http://schemas.microsoft.com/office/drawing/2014/main" id="{FE100B3D-55C8-474E-8967-DADBB4DC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657" y="6128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9" name="path-5967">
            <a:extLst xmlns:a="http://schemas.openxmlformats.org/drawingml/2006/main">
              <a:ext uri="{FF2B5EF4-FFF2-40B4-BE49-F238E27FC236}">
                <a16:creationId xmlns:a16="http://schemas.microsoft.com/office/drawing/2014/main" id="{83B0D61B-3A1C-484B-A07A-188A5B7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916" y="61696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0" name="path-5968">
            <a:extLst xmlns:a="http://schemas.openxmlformats.org/drawingml/2006/main">
              <a:ext uri="{FF2B5EF4-FFF2-40B4-BE49-F238E27FC236}">
                <a16:creationId xmlns:a16="http://schemas.microsoft.com/office/drawing/2014/main" id="{4EB399DA-925C-4739-B062-7C462D65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070" y="6131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1" name="path-5969">
            <a:extLst xmlns:a="http://schemas.openxmlformats.org/drawingml/2006/main">
              <a:ext uri="{FF2B5EF4-FFF2-40B4-BE49-F238E27FC236}">
                <a16:creationId xmlns:a16="http://schemas.microsoft.com/office/drawing/2014/main" id="{1B5D7B4E-666A-4F68-9C56-A79512C0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55" y="6122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2" name="path-5970">
            <a:extLst xmlns:a="http://schemas.openxmlformats.org/drawingml/2006/main">
              <a:ext uri="{FF2B5EF4-FFF2-40B4-BE49-F238E27FC236}">
                <a16:creationId xmlns:a16="http://schemas.microsoft.com/office/drawing/2014/main" id="{B8BAB9E0-2CE9-46E7-BC5B-91A6F002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917" y="61297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3" name="path-5971">
            <a:extLst xmlns:a="http://schemas.openxmlformats.org/drawingml/2006/main">
              <a:ext uri="{FF2B5EF4-FFF2-40B4-BE49-F238E27FC236}">
                <a16:creationId xmlns:a16="http://schemas.microsoft.com/office/drawing/2014/main" id="{16E9E9DC-9767-47F3-8C60-465574D6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679" y="61254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4" name="path-5972">
            <a:extLst xmlns:a="http://schemas.openxmlformats.org/drawingml/2006/main">
              <a:ext uri="{FF2B5EF4-FFF2-40B4-BE49-F238E27FC236}">
                <a16:creationId xmlns:a16="http://schemas.microsoft.com/office/drawing/2014/main" id="{8623DC08-2256-4112-B8BE-2F960A3D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6" y="6120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5" name="path-5973">
            <a:extLst xmlns:a="http://schemas.openxmlformats.org/drawingml/2006/main">
              <a:ext uri="{FF2B5EF4-FFF2-40B4-BE49-F238E27FC236}">
                <a16:creationId xmlns:a16="http://schemas.microsoft.com/office/drawing/2014/main" id="{DD7FCB79-5943-4AAC-80D5-C8AC25AE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11" y="6149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6" name="path-5974">
            <a:extLst xmlns:a="http://schemas.openxmlformats.org/drawingml/2006/main">
              <a:ext uri="{FF2B5EF4-FFF2-40B4-BE49-F238E27FC236}">
                <a16:creationId xmlns:a16="http://schemas.microsoft.com/office/drawing/2014/main" id="{AA8DE1F7-D750-4D85-A4A8-61BF5AD8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3" y="61173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7" name="path-5975">
            <a:extLst xmlns:a="http://schemas.openxmlformats.org/drawingml/2006/main">
              <a:ext uri="{FF2B5EF4-FFF2-40B4-BE49-F238E27FC236}">
                <a16:creationId xmlns:a16="http://schemas.microsoft.com/office/drawing/2014/main" id="{B98A7747-F388-474F-9D55-DCBDC1A3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77" y="6144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8" name="path-5976">
            <a:extLst xmlns:a="http://schemas.openxmlformats.org/drawingml/2006/main">
              <a:ext uri="{FF2B5EF4-FFF2-40B4-BE49-F238E27FC236}">
                <a16:creationId xmlns:a16="http://schemas.microsoft.com/office/drawing/2014/main" id="{A7555967-96FA-4EDC-A2E3-DEC1E10E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3" y="6156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9" name="path-5977">
            <a:extLst xmlns:a="http://schemas.openxmlformats.org/drawingml/2006/main">
              <a:ext uri="{FF2B5EF4-FFF2-40B4-BE49-F238E27FC236}">
                <a16:creationId xmlns:a16="http://schemas.microsoft.com/office/drawing/2014/main" id="{F0E56450-C36E-4890-BFD4-0D99714D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727" y="6142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0" name="path-5978">
            <a:extLst xmlns:a="http://schemas.openxmlformats.org/drawingml/2006/main">
              <a:ext uri="{FF2B5EF4-FFF2-40B4-BE49-F238E27FC236}">
                <a16:creationId xmlns:a16="http://schemas.microsoft.com/office/drawing/2014/main" id="{A14F79C2-65A9-433B-89F2-0508C60F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289" y="6150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1" name="path-5979">
            <a:extLst xmlns:a="http://schemas.openxmlformats.org/drawingml/2006/main">
              <a:ext uri="{FF2B5EF4-FFF2-40B4-BE49-F238E27FC236}">
                <a16:creationId xmlns:a16="http://schemas.microsoft.com/office/drawing/2014/main" id="{A932D1D9-6760-4403-A36F-F8E05A7D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926" y="6156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2" name="path-5980">
            <a:extLst xmlns:a="http://schemas.openxmlformats.org/drawingml/2006/main">
              <a:ext uri="{FF2B5EF4-FFF2-40B4-BE49-F238E27FC236}">
                <a16:creationId xmlns:a16="http://schemas.microsoft.com/office/drawing/2014/main" id="{BADF37DF-EEE3-4DFB-A906-F90F9D06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7" y="61762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3" name="path-5981">
            <a:extLst xmlns:a="http://schemas.openxmlformats.org/drawingml/2006/main">
              <a:ext uri="{FF2B5EF4-FFF2-40B4-BE49-F238E27FC236}">
                <a16:creationId xmlns:a16="http://schemas.microsoft.com/office/drawing/2014/main" id="{8B3A243F-EE27-4389-86FD-810B2D06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6" y="61421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4" name="path-5982">
            <a:extLst xmlns:a="http://schemas.openxmlformats.org/drawingml/2006/main">
              <a:ext uri="{FF2B5EF4-FFF2-40B4-BE49-F238E27FC236}">
                <a16:creationId xmlns:a16="http://schemas.microsoft.com/office/drawing/2014/main" id="{4EBF0539-F340-4EDF-862D-2554854F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306" y="6119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5" name="path-5983">
            <a:extLst xmlns:a="http://schemas.openxmlformats.org/drawingml/2006/main">
              <a:ext uri="{FF2B5EF4-FFF2-40B4-BE49-F238E27FC236}">
                <a16:creationId xmlns:a16="http://schemas.microsoft.com/office/drawing/2014/main" id="{F52EEABD-98DC-4D1C-B431-A0E8F18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198" y="6130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6" name="path-5984">
            <a:extLst xmlns:a="http://schemas.openxmlformats.org/drawingml/2006/main">
              <a:ext uri="{FF2B5EF4-FFF2-40B4-BE49-F238E27FC236}">
                <a16:creationId xmlns:a16="http://schemas.microsoft.com/office/drawing/2014/main" id="{1195E21F-1A64-4663-A34D-06FDF78F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69" y="6133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7" name="path-5985">
            <a:extLst xmlns:a="http://schemas.openxmlformats.org/drawingml/2006/main">
              <a:ext uri="{FF2B5EF4-FFF2-40B4-BE49-F238E27FC236}">
                <a16:creationId xmlns:a16="http://schemas.microsoft.com/office/drawing/2014/main" id="{43FF5812-82E5-4447-AAAB-38B4ADC1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26" y="6141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8" name="path-5986">
            <a:extLst xmlns:a="http://schemas.openxmlformats.org/drawingml/2006/main">
              <a:ext uri="{FF2B5EF4-FFF2-40B4-BE49-F238E27FC236}">
                <a16:creationId xmlns:a16="http://schemas.microsoft.com/office/drawing/2014/main" id="{22BA7E9B-56AD-4DB3-A76E-C2B34E16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630" y="61169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9" name="path-5987">
            <a:extLst xmlns:a="http://schemas.openxmlformats.org/drawingml/2006/main">
              <a:ext uri="{FF2B5EF4-FFF2-40B4-BE49-F238E27FC236}">
                <a16:creationId xmlns:a16="http://schemas.microsoft.com/office/drawing/2014/main" id="{E6735C69-1B4D-4EF7-946A-61A0983E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62" y="6130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0" name="path-5988">
            <a:extLst xmlns:a="http://schemas.openxmlformats.org/drawingml/2006/main">
              <a:ext uri="{FF2B5EF4-FFF2-40B4-BE49-F238E27FC236}">
                <a16:creationId xmlns:a16="http://schemas.microsoft.com/office/drawing/2014/main" id="{23034DD4-49D7-436B-9096-BD9FB8E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281" y="6161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1" name="path-5989">
            <a:extLst xmlns:a="http://schemas.openxmlformats.org/drawingml/2006/main">
              <a:ext uri="{FF2B5EF4-FFF2-40B4-BE49-F238E27FC236}">
                <a16:creationId xmlns:a16="http://schemas.microsoft.com/office/drawing/2014/main" id="{ED6298E9-9E33-4D55-8116-874CB36C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220" y="6135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2" name="path-5990">
            <a:extLst xmlns:a="http://schemas.openxmlformats.org/drawingml/2006/main">
              <a:ext uri="{FF2B5EF4-FFF2-40B4-BE49-F238E27FC236}">
                <a16:creationId xmlns:a16="http://schemas.microsoft.com/office/drawing/2014/main" id="{5609B984-FFF8-4561-8EDD-A7F5A2B3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30" y="6142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3" name="path-5991">
            <a:extLst xmlns:a="http://schemas.openxmlformats.org/drawingml/2006/main">
              <a:ext uri="{FF2B5EF4-FFF2-40B4-BE49-F238E27FC236}">
                <a16:creationId xmlns:a16="http://schemas.microsoft.com/office/drawing/2014/main" id="{AB54D4E7-5EB4-4C39-9131-F266D00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09" y="6130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4" name="path-5992">
            <a:extLst xmlns:a="http://schemas.openxmlformats.org/drawingml/2006/main">
              <a:ext uri="{FF2B5EF4-FFF2-40B4-BE49-F238E27FC236}">
                <a16:creationId xmlns:a16="http://schemas.microsoft.com/office/drawing/2014/main" id="{713BFBD8-8FA1-460C-858F-57481CA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704" y="614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5" name="path-5993">
            <a:extLst xmlns:a="http://schemas.openxmlformats.org/drawingml/2006/main">
              <a:ext uri="{FF2B5EF4-FFF2-40B4-BE49-F238E27FC236}">
                <a16:creationId xmlns:a16="http://schemas.microsoft.com/office/drawing/2014/main" id="{A037AB4E-9D3B-4F88-BC15-9E3D27BA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719" y="61506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6" name="path-5994">
            <a:extLst xmlns:a="http://schemas.openxmlformats.org/drawingml/2006/main">
              <a:ext uri="{FF2B5EF4-FFF2-40B4-BE49-F238E27FC236}">
                <a16:creationId xmlns:a16="http://schemas.microsoft.com/office/drawing/2014/main" id="{5B1FA02C-FDB4-485A-91B4-74D5784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848" y="61319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7" name="path-5995">
            <a:extLst xmlns:a="http://schemas.openxmlformats.org/drawingml/2006/main">
              <a:ext uri="{FF2B5EF4-FFF2-40B4-BE49-F238E27FC236}">
                <a16:creationId xmlns:a16="http://schemas.microsoft.com/office/drawing/2014/main" id="{0203F627-2CCC-49A9-B078-3EB0743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903" y="6117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8" name="path-5996">
            <a:extLst xmlns:a="http://schemas.openxmlformats.org/drawingml/2006/main">
              <a:ext uri="{FF2B5EF4-FFF2-40B4-BE49-F238E27FC236}">
                <a16:creationId xmlns:a16="http://schemas.microsoft.com/office/drawing/2014/main" id="{9C1AB4DB-CF25-45D3-BBD3-7420D4D4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931" y="61516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9" name="path-5997">
            <a:extLst xmlns:a="http://schemas.openxmlformats.org/drawingml/2006/main">
              <a:ext uri="{FF2B5EF4-FFF2-40B4-BE49-F238E27FC236}">
                <a16:creationId xmlns:a16="http://schemas.microsoft.com/office/drawing/2014/main" id="{6BD19F32-84DD-4AC6-8277-E2A0DDF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341" y="6140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0" name="path-5998">
            <a:extLst xmlns:a="http://schemas.openxmlformats.org/drawingml/2006/main">
              <a:ext uri="{FF2B5EF4-FFF2-40B4-BE49-F238E27FC236}">
                <a16:creationId xmlns:a16="http://schemas.microsoft.com/office/drawing/2014/main" id="{5D32F7AA-CB9F-47C1-AD1E-45F44787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542" y="6138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1" name="path-5999">
            <a:extLst xmlns:a="http://schemas.openxmlformats.org/drawingml/2006/main">
              <a:ext uri="{FF2B5EF4-FFF2-40B4-BE49-F238E27FC236}">
                <a16:creationId xmlns:a16="http://schemas.microsoft.com/office/drawing/2014/main" id="{84CA9161-3E6B-4659-9F65-84B78F9E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877" y="6138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2" name="path-6000">
            <a:extLst xmlns:a="http://schemas.openxmlformats.org/drawingml/2006/main">
              <a:ext uri="{FF2B5EF4-FFF2-40B4-BE49-F238E27FC236}">
                <a16:creationId xmlns:a16="http://schemas.microsoft.com/office/drawing/2014/main" id="{5BB68FEA-A8A3-4084-A5A0-6FF4E7EA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061" y="6145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3" name="path-6001">
            <a:extLst xmlns:a="http://schemas.openxmlformats.org/drawingml/2006/main">
              <a:ext uri="{FF2B5EF4-FFF2-40B4-BE49-F238E27FC236}">
                <a16:creationId xmlns:a16="http://schemas.microsoft.com/office/drawing/2014/main" id="{B6AA9E3D-42D1-4DB1-B68E-697EF706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369" y="6132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4" name="path-6002">
            <a:extLst xmlns:a="http://schemas.openxmlformats.org/drawingml/2006/main">
              <a:ext uri="{FF2B5EF4-FFF2-40B4-BE49-F238E27FC236}">
                <a16:creationId xmlns:a16="http://schemas.microsoft.com/office/drawing/2014/main" id="{24EEC780-3ABA-4ADC-BE87-6071727A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00" y="6153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5" name="path-6003">
            <a:extLst xmlns:a="http://schemas.openxmlformats.org/drawingml/2006/main">
              <a:ext uri="{FF2B5EF4-FFF2-40B4-BE49-F238E27FC236}">
                <a16:creationId xmlns:a16="http://schemas.microsoft.com/office/drawing/2014/main" id="{2BDF79D9-3FC5-43BD-B256-427BCF6E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69" y="6140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6" name="path-6004">
            <a:extLst xmlns:a="http://schemas.openxmlformats.org/drawingml/2006/main">
              <a:ext uri="{FF2B5EF4-FFF2-40B4-BE49-F238E27FC236}">
                <a16:creationId xmlns:a16="http://schemas.microsoft.com/office/drawing/2014/main" id="{5755E41E-2E6C-44E6-B430-7E0F361E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080" y="6179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7" name="path-6005">
            <a:extLst xmlns:a="http://schemas.openxmlformats.org/drawingml/2006/main">
              <a:ext uri="{FF2B5EF4-FFF2-40B4-BE49-F238E27FC236}">
                <a16:creationId xmlns:a16="http://schemas.microsoft.com/office/drawing/2014/main" id="{AFF8636D-C34D-4CB5-8250-43909161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055" y="6111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8" name="path-6006">
            <a:extLst xmlns:a="http://schemas.openxmlformats.org/drawingml/2006/main">
              <a:ext uri="{FF2B5EF4-FFF2-40B4-BE49-F238E27FC236}">
                <a16:creationId xmlns:a16="http://schemas.microsoft.com/office/drawing/2014/main" id="{6CB40D64-2CB1-4937-9C53-5FE707A4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95" y="61471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9" name="path-6007">
            <a:extLst xmlns:a="http://schemas.openxmlformats.org/drawingml/2006/main">
              <a:ext uri="{FF2B5EF4-FFF2-40B4-BE49-F238E27FC236}">
                <a16:creationId xmlns:a16="http://schemas.microsoft.com/office/drawing/2014/main" id="{4BEA14F3-1C12-4229-9B2A-C06D9F4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988" y="61387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0" name="path-6008">
            <a:extLst xmlns:a="http://schemas.openxmlformats.org/drawingml/2006/main">
              <a:ext uri="{FF2B5EF4-FFF2-40B4-BE49-F238E27FC236}">
                <a16:creationId xmlns:a16="http://schemas.microsoft.com/office/drawing/2014/main" id="{E723DD66-4F93-40FA-9954-1C1B61AA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33" y="6131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1" name="path-6009">
            <a:extLst xmlns:a="http://schemas.openxmlformats.org/drawingml/2006/main">
              <a:ext uri="{FF2B5EF4-FFF2-40B4-BE49-F238E27FC236}">
                <a16:creationId xmlns:a16="http://schemas.microsoft.com/office/drawing/2014/main" id="{85CF3B0E-7BCD-43FD-A29B-5439FDF1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840" y="6137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2" name="path-6010">
            <a:extLst xmlns:a="http://schemas.openxmlformats.org/drawingml/2006/main">
              <a:ext uri="{FF2B5EF4-FFF2-40B4-BE49-F238E27FC236}">
                <a16:creationId xmlns:a16="http://schemas.microsoft.com/office/drawing/2014/main" id="{1970B221-468B-42AA-81AF-A5D96A20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2" y="61206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3" name="path-6011">
            <a:extLst xmlns:a="http://schemas.openxmlformats.org/drawingml/2006/main">
              <a:ext uri="{FF2B5EF4-FFF2-40B4-BE49-F238E27FC236}">
                <a16:creationId xmlns:a16="http://schemas.microsoft.com/office/drawing/2014/main" id="{8E960FA5-D385-4D35-9E40-FE4C5AB7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332" y="6131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4" name="path-6012">
            <a:extLst xmlns:a="http://schemas.openxmlformats.org/drawingml/2006/main">
              <a:ext uri="{FF2B5EF4-FFF2-40B4-BE49-F238E27FC236}">
                <a16:creationId xmlns:a16="http://schemas.microsoft.com/office/drawing/2014/main" id="{63A25F89-E5EF-4D72-9B1E-92C909B4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413" y="61285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5" name="path-6013">
            <a:extLst xmlns:a="http://schemas.openxmlformats.org/drawingml/2006/main">
              <a:ext uri="{FF2B5EF4-FFF2-40B4-BE49-F238E27FC236}">
                <a16:creationId xmlns:a16="http://schemas.microsoft.com/office/drawing/2014/main" id="{66AB1D20-568E-42C3-B9A9-17720F1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684" y="6177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6" name="path-6014">
            <a:extLst xmlns:a="http://schemas.openxmlformats.org/drawingml/2006/main">
              <a:ext uri="{FF2B5EF4-FFF2-40B4-BE49-F238E27FC236}">
                <a16:creationId xmlns:a16="http://schemas.microsoft.com/office/drawing/2014/main" id="{144F078C-EF27-4245-9AEF-6DD97FB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5" y="6152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7" name="path-6015">
            <a:extLst xmlns:a="http://schemas.openxmlformats.org/drawingml/2006/main">
              <a:ext uri="{FF2B5EF4-FFF2-40B4-BE49-F238E27FC236}">
                <a16:creationId xmlns:a16="http://schemas.microsoft.com/office/drawing/2014/main" id="{B1B8B0D2-ECD6-4EEC-9491-6C0B6A83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208" y="6129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8" name="path-6016">
            <a:extLst xmlns:a="http://schemas.openxmlformats.org/drawingml/2006/main">
              <a:ext uri="{FF2B5EF4-FFF2-40B4-BE49-F238E27FC236}">
                <a16:creationId xmlns:a16="http://schemas.microsoft.com/office/drawing/2014/main" id="{84F676FF-9991-4C7A-9713-C1C9752E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64" y="6133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9" name="path-6017">
            <a:extLst xmlns:a="http://schemas.openxmlformats.org/drawingml/2006/main">
              <a:ext uri="{FF2B5EF4-FFF2-40B4-BE49-F238E27FC236}">
                <a16:creationId xmlns:a16="http://schemas.microsoft.com/office/drawing/2014/main" id="{05FEABC2-0884-4428-8E3E-D094EE8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43" y="61188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0" name="path-6018">
            <a:extLst xmlns:a="http://schemas.openxmlformats.org/drawingml/2006/main">
              <a:ext uri="{FF2B5EF4-FFF2-40B4-BE49-F238E27FC236}">
                <a16:creationId xmlns:a16="http://schemas.microsoft.com/office/drawing/2014/main" id="{2A5D110D-F50B-4DD7-80D2-1CFA5C0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759" y="61520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1" name="path-6019">
            <a:extLst xmlns:a="http://schemas.openxmlformats.org/drawingml/2006/main">
              <a:ext uri="{FF2B5EF4-FFF2-40B4-BE49-F238E27FC236}">
                <a16:creationId xmlns:a16="http://schemas.microsoft.com/office/drawing/2014/main" id="{67E40C91-F05D-43C4-BD47-67DBC55E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046" y="61431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2" name="path-6020">
            <a:extLst xmlns:a="http://schemas.openxmlformats.org/drawingml/2006/main">
              <a:ext uri="{FF2B5EF4-FFF2-40B4-BE49-F238E27FC236}">
                <a16:creationId xmlns:a16="http://schemas.microsoft.com/office/drawing/2014/main" id="{6F18926A-8A03-4D0D-BF3E-4519EB3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49" y="6137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3" name="path-6021">
            <a:extLst xmlns:a="http://schemas.openxmlformats.org/drawingml/2006/main">
              <a:ext uri="{FF2B5EF4-FFF2-40B4-BE49-F238E27FC236}">
                <a16:creationId xmlns:a16="http://schemas.microsoft.com/office/drawing/2014/main" id="{1B158A36-7FE9-4751-A360-BC550105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483" y="61455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4" name="path-6022">
            <a:extLst xmlns:a="http://schemas.openxmlformats.org/drawingml/2006/main">
              <a:ext uri="{FF2B5EF4-FFF2-40B4-BE49-F238E27FC236}">
                <a16:creationId xmlns:a16="http://schemas.microsoft.com/office/drawing/2014/main" id="{E4E8DC0D-3934-4D70-AB7A-912C7E80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017" y="61710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5" name="path-6023">
            <a:extLst xmlns:a="http://schemas.openxmlformats.org/drawingml/2006/main">
              <a:ext uri="{FF2B5EF4-FFF2-40B4-BE49-F238E27FC236}">
                <a16:creationId xmlns:a16="http://schemas.microsoft.com/office/drawing/2014/main" id="{ACE28BEF-970E-4B35-92B5-5669F77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904" y="6137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6" name="path-6024">
            <a:extLst xmlns:a="http://schemas.openxmlformats.org/drawingml/2006/main">
              <a:ext uri="{FF2B5EF4-FFF2-40B4-BE49-F238E27FC236}">
                <a16:creationId xmlns:a16="http://schemas.microsoft.com/office/drawing/2014/main" id="{A11BB1DE-9D85-4D1E-8F29-9390245C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242" y="61521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7" name="path-6025">
            <a:extLst xmlns:a="http://schemas.openxmlformats.org/drawingml/2006/main">
              <a:ext uri="{FF2B5EF4-FFF2-40B4-BE49-F238E27FC236}">
                <a16:creationId xmlns:a16="http://schemas.microsoft.com/office/drawing/2014/main" id="{0723C4CD-4160-423E-A3B9-2405208B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975" y="6182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8" name="path-6026">
            <a:extLst xmlns:a="http://schemas.openxmlformats.org/drawingml/2006/main">
              <a:ext uri="{FF2B5EF4-FFF2-40B4-BE49-F238E27FC236}">
                <a16:creationId xmlns:a16="http://schemas.microsoft.com/office/drawing/2014/main" id="{A55C5A64-F108-4C6E-82DE-A1C2A39B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659" y="61504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9" name="path-6027">
            <a:extLst xmlns:a="http://schemas.openxmlformats.org/drawingml/2006/main">
              <a:ext uri="{FF2B5EF4-FFF2-40B4-BE49-F238E27FC236}">
                <a16:creationId xmlns:a16="http://schemas.microsoft.com/office/drawing/2014/main" id="{9E932EA7-4861-4AF2-877E-77FC182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25" y="6152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0" name="path-6028">
            <a:extLst xmlns:a="http://schemas.openxmlformats.org/drawingml/2006/main">
              <a:ext uri="{FF2B5EF4-FFF2-40B4-BE49-F238E27FC236}">
                <a16:creationId xmlns:a16="http://schemas.microsoft.com/office/drawing/2014/main" id="{BBDD4587-D8F9-4655-B8FE-7058F89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23" y="6144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1" name="path-6029">
            <a:extLst xmlns:a="http://schemas.openxmlformats.org/drawingml/2006/main">
              <a:ext uri="{FF2B5EF4-FFF2-40B4-BE49-F238E27FC236}">
                <a16:creationId xmlns:a16="http://schemas.microsoft.com/office/drawing/2014/main" id="{8C646213-581A-40D7-839B-A6FDFF5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145" y="6108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2" name="path-6030">
            <a:extLst xmlns:a="http://schemas.openxmlformats.org/drawingml/2006/main">
              <a:ext uri="{FF2B5EF4-FFF2-40B4-BE49-F238E27FC236}">
                <a16:creationId xmlns:a16="http://schemas.microsoft.com/office/drawing/2014/main" id="{FBF9A0C9-5AC8-4F73-9B78-FFE8FB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491" y="61429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3" name="path-6031">
            <a:extLst xmlns:a="http://schemas.openxmlformats.org/drawingml/2006/main">
              <a:ext uri="{FF2B5EF4-FFF2-40B4-BE49-F238E27FC236}">
                <a16:creationId xmlns:a16="http://schemas.microsoft.com/office/drawing/2014/main" id="{6C5BB619-2609-497A-985E-37CDA77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908" y="6162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4" name="path-6032">
            <a:extLst xmlns:a="http://schemas.openxmlformats.org/drawingml/2006/main">
              <a:ext uri="{FF2B5EF4-FFF2-40B4-BE49-F238E27FC236}">
                <a16:creationId xmlns:a16="http://schemas.microsoft.com/office/drawing/2014/main" id="{13455260-CE2B-4CCF-8EC7-9E567C5E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41" y="61486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5" name="path-6033">
            <a:extLst xmlns:a="http://schemas.openxmlformats.org/drawingml/2006/main">
              <a:ext uri="{FF2B5EF4-FFF2-40B4-BE49-F238E27FC236}">
                <a16:creationId xmlns:a16="http://schemas.microsoft.com/office/drawing/2014/main" id="{180943A9-9577-4E1A-A51E-3FCF5F68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088" y="6106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6" name="path-6034">
            <a:extLst xmlns:a="http://schemas.openxmlformats.org/drawingml/2006/main">
              <a:ext uri="{FF2B5EF4-FFF2-40B4-BE49-F238E27FC236}">
                <a16:creationId xmlns:a16="http://schemas.microsoft.com/office/drawing/2014/main" id="{54AF934F-2F0A-4CB9-AA06-5DDF51F5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158" y="6142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7" name="path-6035">
            <a:extLst xmlns:a="http://schemas.openxmlformats.org/drawingml/2006/main">
              <a:ext uri="{FF2B5EF4-FFF2-40B4-BE49-F238E27FC236}">
                <a16:creationId xmlns:a16="http://schemas.microsoft.com/office/drawing/2014/main" id="{D39C2399-C06E-4363-8600-9F687E1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05" y="6121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8" name="path-6036">
            <a:extLst xmlns:a="http://schemas.openxmlformats.org/drawingml/2006/main">
              <a:ext uri="{FF2B5EF4-FFF2-40B4-BE49-F238E27FC236}">
                <a16:creationId xmlns:a16="http://schemas.microsoft.com/office/drawing/2014/main" id="{B0229BD6-F772-4169-843B-C25F16B8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902" y="61472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9" name="path-6037">
            <a:extLst xmlns:a="http://schemas.openxmlformats.org/drawingml/2006/main">
              <a:ext uri="{FF2B5EF4-FFF2-40B4-BE49-F238E27FC236}">
                <a16:creationId xmlns:a16="http://schemas.microsoft.com/office/drawing/2014/main" id="{A014D935-EA1C-4EC3-A4AB-0E285693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443" y="6134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0" name="path-6038">
            <a:extLst xmlns:a="http://schemas.openxmlformats.org/drawingml/2006/main">
              <a:ext uri="{FF2B5EF4-FFF2-40B4-BE49-F238E27FC236}">
                <a16:creationId xmlns:a16="http://schemas.microsoft.com/office/drawing/2014/main" id="{4972B27F-DE13-4A38-BEDF-F4551B0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372" y="61458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1" name="path-6039">
            <a:extLst xmlns:a="http://schemas.openxmlformats.org/drawingml/2006/main">
              <a:ext uri="{FF2B5EF4-FFF2-40B4-BE49-F238E27FC236}">
                <a16:creationId xmlns:a16="http://schemas.microsoft.com/office/drawing/2014/main" id="{43B31906-16BE-4D0E-8C19-CCE4E346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406" y="6134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2" name="path-6040">
            <a:extLst xmlns:a="http://schemas.openxmlformats.org/drawingml/2006/main">
              <a:ext uri="{FF2B5EF4-FFF2-40B4-BE49-F238E27FC236}">
                <a16:creationId xmlns:a16="http://schemas.microsoft.com/office/drawing/2014/main" id="{4FE644E9-BF17-4A68-90E6-5D4FA45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68" y="6171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3" name="path-6041">
            <a:extLst xmlns:a="http://schemas.openxmlformats.org/drawingml/2006/main">
              <a:ext uri="{FF2B5EF4-FFF2-40B4-BE49-F238E27FC236}">
                <a16:creationId xmlns:a16="http://schemas.microsoft.com/office/drawing/2014/main" id="{8A58F852-524D-4309-9C94-EB94BF99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734" y="61608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4" name="path-6042">
            <a:extLst xmlns:a="http://schemas.openxmlformats.org/drawingml/2006/main">
              <a:ext uri="{FF2B5EF4-FFF2-40B4-BE49-F238E27FC236}">
                <a16:creationId xmlns:a16="http://schemas.microsoft.com/office/drawing/2014/main" id="{6AB378E3-0DED-4806-BCEB-D848A26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87" y="61321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5" name="path-6043">
            <a:extLst xmlns:a="http://schemas.openxmlformats.org/drawingml/2006/main">
              <a:ext uri="{FF2B5EF4-FFF2-40B4-BE49-F238E27FC236}">
                <a16:creationId xmlns:a16="http://schemas.microsoft.com/office/drawing/2014/main" id="{171678B9-53E1-4681-9DB8-A3A7307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14" y="6174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6" name="path-6044">
            <a:extLst xmlns:a="http://schemas.openxmlformats.org/drawingml/2006/main">
              <a:ext uri="{FF2B5EF4-FFF2-40B4-BE49-F238E27FC236}">
                <a16:creationId xmlns:a16="http://schemas.microsoft.com/office/drawing/2014/main" id="{2284226B-868C-40D8-889C-D9F6B3D0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738" y="61670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7" name="path-6045">
            <a:extLst xmlns:a="http://schemas.openxmlformats.org/drawingml/2006/main">
              <a:ext uri="{FF2B5EF4-FFF2-40B4-BE49-F238E27FC236}">
                <a16:creationId xmlns:a16="http://schemas.microsoft.com/office/drawing/2014/main" id="{0ABE35EF-1EAA-4680-8106-4964E6F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92" y="6135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8" name="path-6046">
            <a:extLst xmlns:a="http://schemas.openxmlformats.org/drawingml/2006/main">
              <a:ext uri="{FF2B5EF4-FFF2-40B4-BE49-F238E27FC236}">
                <a16:creationId xmlns:a16="http://schemas.microsoft.com/office/drawing/2014/main" id="{ECACAE5E-817F-4BB7-8224-1409C76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465" y="6148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9" name="path-6047">
            <a:extLst xmlns:a="http://schemas.openxmlformats.org/drawingml/2006/main">
              <a:ext uri="{FF2B5EF4-FFF2-40B4-BE49-F238E27FC236}">
                <a16:creationId xmlns:a16="http://schemas.microsoft.com/office/drawing/2014/main" id="{0BCAE911-0700-4C9F-A8F2-0D2566E4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595" y="6152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0" name="path-6048">
            <a:extLst xmlns:a="http://schemas.openxmlformats.org/drawingml/2006/main">
              <a:ext uri="{FF2B5EF4-FFF2-40B4-BE49-F238E27FC236}">
                <a16:creationId xmlns:a16="http://schemas.microsoft.com/office/drawing/2014/main" id="{7E8EE57D-26D1-41AC-B05D-FB2F128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505" y="61322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1" name="path-6049">
            <a:extLst xmlns:a="http://schemas.openxmlformats.org/drawingml/2006/main">
              <a:ext uri="{FF2B5EF4-FFF2-40B4-BE49-F238E27FC236}">
                <a16:creationId xmlns:a16="http://schemas.microsoft.com/office/drawing/2014/main" id="{90B1BB4A-6EFF-459B-BBDF-900B54F8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109" y="61258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2" name="path-6050">
            <a:extLst xmlns:a="http://schemas.openxmlformats.org/drawingml/2006/main">
              <a:ext uri="{FF2B5EF4-FFF2-40B4-BE49-F238E27FC236}">
                <a16:creationId xmlns:a16="http://schemas.microsoft.com/office/drawing/2014/main" id="{393D80C2-3194-4709-85FF-F4EB9F58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103" y="6148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3" name="path-6051">
            <a:extLst xmlns:a="http://schemas.openxmlformats.org/drawingml/2006/main">
              <a:ext uri="{FF2B5EF4-FFF2-40B4-BE49-F238E27FC236}">
                <a16:creationId xmlns:a16="http://schemas.microsoft.com/office/drawing/2014/main" id="{83FA04CF-CD16-4BA9-AB0A-C34D159E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043" y="6152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4" name="path-6052">
            <a:extLst xmlns:a="http://schemas.openxmlformats.org/drawingml/2006/main">
              <a:ext uri="{FF2B5EF4-FFF2-40B4-BE49-F238E27FC236}">
                <a16:creationId xmlns:a16="http://schemas.microsoft.com/office/drawing/2014/main" id="{733ACD9D-334C-434F-A1FF-BBD80BC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956" y="61598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5" name="path-6053">
            <a:extLst xmlns:a="http://schemas.openxmlformats.org/drawingml/2006/main">
              <a:ext uri="{FF2B5EF4-FFF2-40B4-BE49-F238E27FC236}">
                <a16:creationId xmlns:a16="http://schemas.microsoft.com/office/drawing/2014/main" id="{BC01FF55-30ED-4815-9F14-998A2184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59" y="61313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6" name="path-6054">
            <a:extLst xmlns:a="http://schemas.openxmlformats.org/drawingml/2006/main">
              <a:ext uri="{FF2B5EF4-FFF2-40B4-BE49-F238E27FC236}">
                <a16:creationId xmlns:a16="http://schemas.microsoft.com/office/drawing/2014/main" id="{A52D2D15-C757-4AAF-9DFA-124FA95C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28" y="6145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7" name="path-6055">
            <a:extLst xmlns:a="http://schemas.openxmlformats.org/drawingml/2006/main">
              <a:ext uri="{FF2B5EF4-FFF2-40B4-BE49-F238E27FC236}">
                <a16:creationId xmlns:a16="http://schemas.microsoft.com/office/drawing/2014/main" id="{1A8FDBE9-060E-4BE5-8F0E-0E3169C9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454" y="6138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8" name="path-6056">
            <a:extLst xmlns:a="http://schemas.openxmlformats.org/drawingml/2006/main">
              <a:ext uri="{FF2B5EF4-FFF2-40B4-BE49-F238E27FC236}">
                <a16:creationId xmlns:a16="http://schemas.microsoft.com/office/drawing/2014/main" id="{5D84CB23-2574-4BBD-BACC-D12A520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567" y="6125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9" name="path-6057">
            <a:extLst xmlns:a="http://schemas.openxmlformats.org/drawingml/2006/main">
              <a:ext uri="{FF2B5EF4-FFF2-40B4-BE49-F238E27FC236}">
                <a16:creationId xmlns:a16="http://schemas.microsoft.com/office/drawing/2014/main" id="{24DEDDE1-D853-4291-ABFF-D6E0CFC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088" y="61458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0" name="path-6058">
            <a:extLst xmlns:a="http://schemas.openxmlformats.org/drawingml/2006/main">
              <a:ext uri="{FF2B5EF4-FFF2-40B4-BE49-F238E27FC236}">
                <a16:creationId xmlns:a16="http://schemas.microsoft.com/office/drawing/2014/main" id="{93D81393-0899-49A4-BF94-0E0BD50B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381" y="6158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1" name="path-6059">
            <a:extLst xmlns:a="http://schemas.openxmlformats.org/drawingml/2006/main">
              <a:ext uri="{FF2B5EF4-FFF2-40B4-BE49-F238E27FC236}">
                <a16:creationId xmlns:a16="http://schemas.microsoft.com/office/drawing/2014/main" id="{5FFC3753-263C-4E6A-801B-76617A2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887" y="61405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2" name="path-6060">
            <a:extLst xmlns:a="http://schemas.openxmlformats.org/drawingml/2006/main">
              <a:ext uri="{FF2B5EF4-FFF2-40B4-BE49-F238E27FC236}">
                <a16:creationId xmlns:a16="http://schemas.microsoft.com/office/drawing/2014/main" id="{1AC4FF0F-9F82-409F-85D5-46C68939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03" y="61031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3" name="path-6061">
            <a:extLst xmlns:a="http://schemas.openxmlformats.org/drawingml/2006/main">
              <a:ext uri="{FF2B5EF4-FFF2-40B4-BE49-F238E27FC236}">
                <a16:creationId xmlns:a16="http://schemas.microsoft.com/office/drawing/2014/main" id="{34CC8A46-3908-4F68-ABB6-B3CE73A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77" y="6135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4" name="path-6062">
            <a:extLst xmlns:a="http://schemas.openxmlformats.org/drawingml/2006/main">
              <a:ext uri="{FF2B5EF4-FFF2-40B4-BE49-F238E27FC236}">
                <a16:creationId xmlns:a16="http://schemas.microsoft.com/office/drawing/2014/main" id="{F9C2BECF-DFCB-4224-B990-9BFCF636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738" y="6142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5" name="path-6063">
            <a:extLst xmlns:a="http://schemas.openxmlformats.org/drawingml/2006/main">
              <a:ext uri="{FF2B5EF4-FFF2-40B4-BE49-F238E27FC236}">
                <a16:creationId xmlns:a16="http://schemas.microsoft.com/office/drawing/2014/main" id="{17159FF6-CB9C-4211-9EFC-FDEF8588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18" y="6146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6" name="path-6064">
            <a:extLst xmlns:a="http://schemas.openxmlformats.org/drawingml/2006/main">
              <a:ext uri="{FF2B5EF4-FFF2-40B4-BE49-F238E27FC236}">
                <a16:creationId xmlns:a16="http://schemas.microsoft.com/office/drawing/2014/main" id="{FCCB3C88-2ED8-4047-BDD8-610752D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425" y="61423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7" name="path-6065">
            <a:extLst xmlns:a="http://schemas.openxmlformats.org/drawingml/2006/main">
              <a:ext uri="{FF2B5EF4-FFF2-40B4-BE49-F238E27FC236}">
                <a16:creationId xmlns:a16="http://schemas.microsoft.com/office/drawing/2014/main" id="{9246C1D5-0927-4317-A2C1-432CD424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620" y="6121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8" name="path-6066">
            <a:extLst xmlns:a="http://schemas.openxmlformats.org/drawingml/2006/main">
              <a:ext uri="{FF2B5EF4-FFF2-40B4-BE49-F238E27FC236}">
                <a16:creationId xmlns:a16="http://schemas.microsoft.com/office/drawing/2014/main" id="{CD20CE53-E52C-4FD8-9EE6-20BCA8B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964" y="6129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9" name="path-6067">
            <a:extLst xmlns:a="http://schemas.openxmlformats.org/drawingml/2006/main">
              <a:ext uri="{FF2B5EF4-FFF2-40B4-BE49-F238E27FC236}">
                <a16:creationId xmlns:a16="http://schemas.microsoft.com/office/drawing/2014/main" id="{F4CBC3E4-9777-45E5-B2B0-98D2721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339" y="6132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0" name="path-6068">
            <a:extLst xmlns:a="http://schemas.openxmlformats.org/drawingml/2006/main">
              <a:ext uri="{FF2B5EF4-FFF2-40B4-BE49-F238E27FC236}">
                <a16:creationId xmlns:a16="http://schemas.microsoft.com/office/drawing/2014/main" id="{419D9F1B-85FA-4F99-A946-B18E95E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08" y="61437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1" name="path-6069">
            <a:extLst xmlns:a="http://schemas.openxmlformats.org/drawingml/2006/main">
              <a:ext uri="{FF2B5EF4-FFF2-40B4-BE49-F238E27FC236}">
                <a16:creationId xmlns:a16="http://schemas.microsoft.com/office/drawing/2014/main" id="{81469786-E126-4277-9444-4763955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983" y="6162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2" name="path-6070">
            <a:extLst xmlns:a="http://schemas.openxmlformats.org/drawingml/2006/main">
              <a:ext uri="{FF2B5EF4-FFF2-40B4-BE49-F238E27FC236}">
                <a16:creationId xmlns:a16="http://schemas.microsoft.com/office/drawing/2014/main" id="{2EAC397B-0A4E-4334-B169-81D06A7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55" y="61484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3" name="path-6071">
            <a:extLst xmlns:a="http://schemas.openxmlformats.org/drawingml/2006/main">
              <a:ext uri="{FF2B5EF4-FFF2-40B4-BE49-F238E27FC236}">
                <a16:creationId xmlns:a16="http://schemas.microsoft.com/office/drawing/2014/main" id="{63B712DF-E9E1-4DC0-8AE3-855D9185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643" y="6154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4" name="path-6072">
            <a:extLst xmlns:a="http://schemas.openxmlformats.org/drawingml/2006/main">
              <a:ext uri="{FF2B5EF4-FFF2-40B4-BE49-F238E27FC236}">
                <a16:creationId xmlns:a16="http://schemas.microsoft.com/office/drawing/2014/main" id="{4C028539-A646-4075-8FD6-2C7B330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362" y="6151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5" name="path-6073">
            <a:extLst xmlns:a="http://schemas.openxmlformats.org/drawingml/2006/main">
              <a:ext uri="{FF2B5EF4-FFF2-40B4-BE49-F238E27FC236}">
                <a16:creationId xmlns:a16="http://schemas.microsoft.com/office/drawing/2014/main" id="{50F33E8C-0982-4936-965F-4A863DF7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303" y="61227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6" name="path-6074">
            <a:extLst xmlns:a="http://schemas.openxmlformats.org/drawingml/2006/main">
              <a:ext uri="{FF2B5EF4-FFF2-40B4-BE49-F238E27FC236}">
                <a16:creationId xmlns:a16="http://schemas.microsoft.com/office/drawing/2014/main" id="{4F6D4BCA-AECA-4FA4-A8E0-F6AEB23D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003" y="61214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7" name="path-6075">
            <a:extLst xmlns:a="http://schemas.openxmlformats.org/drawingml/2006/main">
              <a:ext uri="{FF2B5EF4-FFF2-40B4-BE49-F238E27FC236}">
                <a16:creationId xmlns:a16="http://schemas.microsoft.com/office/drawing/2014/main" id="{5B7A3A07-11CE-4BE4-B81A-F7E24D4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74" y="6128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8" name="path-6076">
            <a:extLst xmlns:a="http://schemas.openxmlformats.org/drawingml/2006/main">
              <a:ext uri="{FF2B5EF4-FFF2-40B4-BE49-F238E27FC236}">
                <a16:creationId xmlns:a16="http://schemas.microsoft.com/office/drawing/2014/main" id="{35F7EAF2-1535-42CC-BDB4-6A72D0D8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75" y="61344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9" name="path-6077">
            <a:extLst xmlns:a="http://schemas.openxmlformats.org/drawingml/2006/main">
              <a:ext uri="{FF2B5EF4-FFF2-40B4-BE49-F238E27FC236}">
                <a16:creationId xmlns:a16="http://schemas.microsoft.com/office/drawing/2014/main" id="{66D5052E-226F-4AAD-BED9-9B04C50D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156" y="6156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0" name="path-6078">
            <a:extLst xmlns:a="http://schemas.openxmlformats.org/drawingml/2006/main">
              <a:ext uri="{FF2B5EF4-FFF2-40B4-BE49-F238E27FC236}">
                <a16:creationId xmlns:a16="http://schemas.microsoft.com/office/drawing/2014/main" id="{E6C82EFA-E53E-4171-BD72-C231D0B9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968" y="61355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1" name="path-6079">
            <a:extLst xmlns:a="http://schemas.openxmlformats.org/drawingml/2006/main">
              <a:ext uri="{FF2B5EF4-FFF2-40B4-BE49-F238E27FC236}">
                <a16:creationId xmlns:a16="http://schemas.microsoft.com/office/drawing/2014/main" id="{2894C093-1B2C-4B82-9D46-8D6708A6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525" y="6141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2" name="path-6080">
            <a:extLst xmlns:a="http://schemas.openxmlformats.org/drawingml/2006/main">
              <a:ext uri="{FF2B5EF4-FFF2-40B4-BE49-F238E27FC236}">
                <a16:creationId xmlns:a16="http://schemas.microsoft.com/office/drawing/2014/main" id="{1BB442CF-737C-4BE7-8E8E-7A3A2BF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56" y="61393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3" name="path-6081">
            <a:extLst xmlns:a="http://schemas.openxmlformats.org/drawingml/2006/main">
              <a:ext uri="{FF2B5EF4-FFF2-40B4-BE49-F238E27FC236}">
                <a16:creationId xmlns:a16="http://schemas.microsoft.com/office/drawing/2014/main" id="{B07DFABC-A2A8-4291-AA0C-204D4C93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469" y="61183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4" name="path-6082">
            <a:extLst xmlns:a="http://schemas.openxmlformats.org/drawingml/2006/main">
              <a:ext uri="{FF2B5EF4-FFF2-40B4-BE49-F238E27FC236}">
                <a16:creationId xmlns:a16="http://schemas.microsoft.com/office/drawing/2014/main" id="{EB66E41E-2792-4251-A22E-CE1FEC8D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349" y="61193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5" name="path-6083">
            <a:extLst xmlns:a="http://schemas.openxmlformats.org/drawingml/2006/main">
              <a:ext uri="{FF2B5EF4-FFF2-40B4-BE49-F238E27FC236}">
                <a16:creationId xmlns:a16="http://schemas.microsoft.com/office/drawing/2014/main" id="{5B9AC46B-743D-4770-B594-07A5D0FD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61" y="6161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6" name="path-6084">
            <a:extLst xmlns:a="http://schemas.openxmlformats.org/drawingml/2006/main">
              <a:ext uri="{FF2B5EF4-FFF2-40B4-BE49-F238E27FC236}">
                <a16:creationId xmlns:a16="http://schemas.microsoft.com/office/drawing/2014/main" id="{79EC3816-24EF-4DC7-930D-62E3FEC9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464" y="6150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7" name="path-6085">
            <a:extLst xmlns:a="http://schemas.openxmlformats.org/drawingml/2006/main">
              <a:ext uri="{FF2B5EF4-FFF2-40B4-BE49-F238E27FC236}">
                <a16:creationId xmlns:a16="http://schemas.microsoft.com/office/drawing/2014/main" id="{FFBBB4A5-72B9-47A7-BA21-2090B3F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578" y="6109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8" name="path-6086">
            <a:extLst xmlns:a="http://schemas.openxmlformats.org/drawingml/2006/main">
              <a:ext uri="{FF2B5EF4-FFF2-40B4-BE49-F238E27FC236}">
                <a16:creationId xmlns:a16="http://schemas.microsoft.com/office/drawing/2014/main" id="{2CE60627-B000-44BE-A7E7-D4AA9BBB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291" y="6145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9" name="path-6087">
            <a:extLst xmlns:a="http://schemas.openxmlformats.org/drawingml/2006/main">
              <a:ext uri="{FF2B5EF4-FFF2-40B4-BE49-F238E27FC236}">
                <a16:creationId xmlns:a16="http://schemas.microsoft.com/office/drawing/2014/main" id="{982F2126-69BD-4076-BD0B-7B2CE170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74" y="61709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0" name="path-6088">
            <a:extLst xmlns:a="http://schemas.openxmlformats.org/drawingml/2006/main">
              <a:ext uri="{FF2B5EF4-FFF2-40B4-BE49-F238E27FC236}">
                <a16:creationId xmlns:a16="http://schemas.microsoft.com/office/drawing/2014/main" id="{B88A1CCD-07FB-4357-8E90-D27040AB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956" y="6153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1" name="path-6089">
            <a:extLst xmlns:a="http://schemas.openxmlformats.org/drawingml/2006/main">
              <a:ext uri="{FF2B5EF4-FFF2-40B4-BE49-F238E27FC236}">
                <a16:creationId xmlns:a16="http://schemas.microsoft.com/office/drawing/2014/main" id="{EEF20ACA-8BDC-4F72-B723-561102B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571" y="6147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2" name="path-6090">
            <a:extLst xmlns:a="http://schemas.openxmlformats.org/drawingml/2006/main">
              <a:ext uri="{FF2B5EF4-FFF2-40B4-BE49-F238E27FC236}">
                <a16:creationId xmlns:a16="http://schemas.microsoft.com/office/drawing/2014/main" id="{4C2FF548-5FDD-4F55-81E0-5C3AC1D9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63" y="6147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3" name="path-6091">
            <a:extLst xmlns:a="http://schemas.openxmlformats.org/drawingml/2006/main">
              <a:ext uri="{FF2B5EF4-FFF2-40B4-BE49-F238E27FC236}">
                <a16:creationId xmlns:a16="http://schemas.microsoft.com/office/drawing/2014/main" id="{5DC84F57-B918-4F6F-8D69-E2DDB1C1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24" y="61373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4" name="path-6092">
            <a:extLst xmlns:a="http://schemas.openxmlformats.org/drawingml/2006/main">
              <a:ext uri="{FF2B5EF4-FFF2-40B4-BE49-F238E27FC236}">
                <a16:creationId xmlns:a16="http://schemas.microsoft.com/office/drawing/2014/main" id="{DCDADA03-DC67-497E-81C9-F94C96B8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289" y="6140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5" name="path-6093">
            <a:extLst xmlns:a="http://schemas.openxmlformats.org/drawingml/2006/main">
              <a:ext uri="{FF2B5EF4-FFF2-40B4-BE49-F238E27FC236}">
                <a16:creationId xmlns:a16="http://schemas.microsoft.com/office/drawing/2014/main" id="{53DBCBEF-9432-47FD-B3B4-05807841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11" y="6169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6" name="path-6094">
            <a:extLst xmlns:a="http://schemas.openxmlformats.org/drawingml/2006/main">
              <a:ext uri="{FF2B5EF4-FFF2-40B4-BE49-F238E27FC236}">
                <a16:creationId xmlns:a16="http://schemas.microsoft.com/office/drawing/2014/main" id="{81FF6D12-48D4-4D68-8E1B-C53F418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778" y="614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7" name="path-6095">
            <a:extLst xmlns:a="http://schemas.openxmlformats.org/drawingml/2006/main">
              <a:ext uri="{FF2B5EF4-FFF2-40B4-BE49-F238E27FC236}">
                <a16:creationId xmlns:a16="http://schemas.microsoft.com/office/drawing/2014/main" id="{7980912C-B950-474F-BFEC-5700F2B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599" y="61688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8" name="path-6096">
            <a:extLst xmlns:a="http://schemas.openxmlformats.org/drawingml/2006/main">
              <a:ext uri="{FF2B5EF4-FFF2-40B4-BE49-F238E27FC236}">
                <a16:creationId xmlns:a16="http://schemas.microsoft.com/office/drawing/2014/main" id="{D57FD76C-A676-475F-968C-678827C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489" y="61469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9" name="path-6097">
            <a:extLst xmlns:a="http://schemas.openxmlformats.org/drawingml/2006/main">
              <a:ext uri="{FF2B5EF4-FFF2-40B4-BE49-F238E27FC236}">
                <a16:creationId xmlns:a16="http://schemas.microsoft.com/office/drawing/2014/main" id="{C81B1827-AB1A-446A-99B6-FD99E263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520" y="61144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0" name="path-6098">
            <a:extLst xmlns:a="http://schemas.openxmlformats.org/drawingml/2006/main">
              <a:ext uri="{FF2B5EF4-FFF2-40B4-BE49-F238E27FC236}">
                <a16:creationId xmlns:a16="http://schemas.microsoft.com/office/drawing/2014/main" id="{E8CE27DC-0D32-4F84-9400-BFA3C148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496" y="6152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1" name="path-6099">
            <a:extLst xmlns:a="http://schemas.openxmlformats.org/drawingml/2006/main">
              <a:ext uri="{FF2B5EF4-FFF2-40B4-BE49-F238E27FC236}">
                <a16:creationId xmlns:a16="http://schemas.microsoft.com/office/drawing/2014/main" id="{7B82EAD9-7CE3-4C44-879E-607E2889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105" y="6128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2" name="path-6100">
            <a:extLst xmlns:a="http://schemas.openxmlformats.org/drawingml/2006/main">
              <a:ext uri="{FF2B5EF4-FFF2-40B4-BE49-F238E27FC236}">
                <a16:creationId xmlns:a16="http://schemas.microsoft.com/office/drawing/2014/main" id="{97FCB88C-F44D-4791-8944-3C2F268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47" y="6160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3" name="path-6101">
            <a:extLst xmlns:a="http://schemas.openxmlformats.org/drawingml/2006/main">
              <a:ext uri="{FF2B5EF4-FFF2-40B4-BE49-F238E27FC236}">
                <a16:creationId xmlns:a16="http://schemas.microsoft.com/office/drawing/2014/main" id="{4CF705A2-1D45-4A14-AA4F-6FA9967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204" y="6140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4" name="path-6102">
            <a:extLst xmlns:a="http://schemas.openxmlformats.org/drawingml/2006/main">
              <a:ext uri="{FF2B5EF4-FFF2-40B4-BE49-F238E27FC236}">
                <a16:creationId xmlns:a16="http://schemas.microsoft.com/office/drawing/2014/main" id="{BADE3C71-6EBC-44E6-8551-DD6386C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24" y="6162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5" name="path-6103">
            <a:extLst xmlns:a="http://schemas.openxmlformats.org/drawingml/2006/main">
              <a:ext uri="{FF2B5EF4-FFF2-40B4-BE49-F238E27FC236}">
                <a16:creationId xmlns:a16="http://schemas.microsoft.com/office/drawing/2014/main" id="{DAE4443E-C9C4-4FF3-849A-12E4F58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594" y="6170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6" name="path-6104">
            <a:extLst xmlns:a="http://schemas.openxmlformats.org/drawingml/2006/main">
              <a:ext uri="{FF2B5EF4-FFF2-40B4-BE49-F238E27FC236}">
                <a16:creationId xmlns:a16="http://schemas.microsoft.com/office/drawing/2014/main" id="{AB5F4F91-7D95-4E60-9B0B-4B480F0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427" y="6132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7" name="path-6105">
            <a:extLst xmlns:a="http://schemas.openxmlformats.org/drawingml/2006/main">
              <a:ext uri="{FF2B5EF4-FFF2-40B4-BE49-F238E27FC236}">
                <a16:creationId xmlns:a16="http://schemas.microsoft.com/office/drawing/2014/main" id="{7466C8B5-F451-4EF5-BA5C-B07E857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2" y="6163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8" name="path-6106">
            <a:extLst xmlns:a="http://schemas.openxmlformats.org/drawingml/2006/main">
              <a:ext uri="{FF2B5EF4-FFF2-40B4-BE49-F238E27FC236}">
                <a16:creationId xmlns:a16="http://schemas.microsoft.com/office/drawing/2014/main" id="{A78A6CE6-9F3F-4A68-B79D-A81EFA81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602" y="61166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9" name="path-6107">
            <a:extLst xmlns:a="http://schemas.openxmlformats.org/drawingml/2006/main">
              <a:ext uri="{FF2B5EF4-FFF2-40B4-BE49-F238E27FC236}">
                <a16:creationId xmlns:a16="http://schemas.microsoft.com/office/drawing/2014/main" id="{23ABE1B2-1F1C-416D-96F8-6AF3DE5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025" y="61439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0" name="path-6108">
            <a:extLst xmlns:a="http://schemas.openxmlformats.org/drawingml/2006/main">
              <a:ext uri="{FF2B5EF4-FFF2-40B4-BE49-F238E27FC236}">
                <a16:creationId xmlns:a16="http://schemas.microsoft.com/office/drawing/2014/main" id="{97511D8D-2923-425A-A3BE-090CBEE0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201" y="6135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1" name="path-6109">
            <a:extLst xmlns:a="http://schemas.openxmlformats.org/drawingml/2006/main">
              <a:ext uri="{FF2B5EF4-FFF2-40B4-BE49-F238E27FC236}">
                <a16:creationId xmlns:a16="http://schemas.microsoft.com/office/drawing/2014/main" id="{FC453008-C153-4735-A11D-1ABF40B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85" y="6137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2" name="path-6110">
            <a:extLst xmlns:a="http://schemas.openxmlformats.org/drawingml/2006/main">
              <a:ext uri="{FF2B5EF4-FFF2-40B4-BE49-F238E27FC236}">
                <a16:creationId xmlns:a16="http://schemas.microsoft.com/office/drawing/2014/main" id="{898809D0-8A20-4C3A-9E38-CD7CD7A8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369" y="61519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3" name="path-6111">
            <a:extLst xmlns:a="http://schemas.openxmlformats.org/drawingml/2006/main">
              <a:ext uri="{FF2B5EF4-FFF2-40B4-BE49-F238E27FC236}">
                <a16:creationId xmlns:a16="http://schemas.microsoft.com/office/drawing/2014/main" id="{FD3E54EE-476B-4BC3-880C-86584A8E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347" y="6140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4" name="path-6112">
            <a:extLst xmlns:a="http://schemas.openxmlformats.org/drawingml/2006/main">
              <a:ext uri="{FF2B5EF4-FFF2-40B4-BE49-F238E27FC236}">
                <a16:creationId xmlns:a16="http://schemas.microsoft.com/office/drawing/2014/main" id="{70C2D320-2EE9-407A-87A7-C8C66E8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795" y="6147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5" name="path-6113">
            <a:extLst xmlns:a="http://schemas.openxmlformats.org/drawingml/2006/main">
              <a:ext uri="{FF2B5EF4-FFF2-40B4-BE49-F238E27FC236}">
                <a16:creationId xmlns:a16="http://schemas.microsoft.com/office/drawing/2014/main" id="{492AEC37-404B-4C7B-A242-22C8E6F0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446" y="6158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6" name="path-6114">
            <a:extLst xmlns:a="http://schemas.openxmlformats.org/drawingml/2006/main">
              <a:ext uri="{FF2B5EF4-FFF2-40B4-BE49-F238E27FC236}">
                <a16:creationId xmlns:a16="http://schemas.microsoft.com/office/drawing/2014/main" id="{AAE1F4AB-0399-4D55-9D0D-8936BE34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84" y="6147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7" name="path-6115">
            <a:extLst xmlns:a="http://schemas.openxmlformats.org/drawingml/2006/main">
              <a:ext uri="{FF2B5EF4-FFF2-40B4-BE49-F238E27FC236}">
                <a16:creationId xmlns:a16="http://schemas.microsoft.com/office/drawing/2014/main" id="{03175C83-D6CC-4A32-A87E-AF5EF0C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089" y="61582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8" name="path-6116">
            <a:extLst xmlns:a="http://schemas.openxmlformats.org/drawingml/2006/main">
              <a:ext uri="{FF2B5EF4-FFF2-40B4-BE49-F238E27FC236}">
                <a16:creationId xmlns:a16="http://schemas.microsoft.com/office/drawing/2014/main" id="{C26217FD-D37E-45EA-B203-0EB654E2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69" y="61235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9" name="path-6117">
            <a:extLst xmlns:a="http://schemas.openxmlformats.org/drawingml/2006/main">
              <a:ext uri="{FF2B5EF4-FFF2-40B4-BE49-F238E27FC236}">
                <a16:creationId xmlns:a16="http://schemas.microsoft.com/office/drawing/2014/main" id="{E0018869-63B1-4FA0-B79C-773CFE32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98" y="61502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0" name="path-6118">
            <a:extLst xmlns:a="http://schemas.openxmlformats.org/drawingml/2006/main">
              <a:ext uri="{FF2B5EF4-FFF2-40B4-BE49-F238E27FC236}">
                <a16:creationId xmlns:a16="http://schemas.microsoft.com/office/drawing/2014/main" id="{4EB3BD16-3B09-46F0-A8C0-2F998D9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782" y="6136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1" name="path-6119">
            <a:extLst xmlns:a="http://schemas.openxmlformats.org/drawingml/2006/main">
              <a:ext uri="{FF2B5EF4-FFF2-40B4-BE49-F238E27FC236}">
                <a16:creationId xmlns:a16="http://schemas.microsoft.com/office/drawing/2014/main" id="{A9C48A8B-C4F4-486B-9555-38340E8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974" y="6126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2" name="path-6120">
            <a:extLst xmlns:a="http://schemas.openxmlformats.org/drawingml/2006/main">
              <a:ext uri="{FF2B5EF4-FFF2-40B4-BE49-F238E27FC236}">
                <a16:creationId xmlns:a16="http://schemas.microsoft.com/office/drawing/2014/main" id="{4A7EE18D-D762-4A6B-8708-FF26166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45" y="6126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3" name="path-6121">
            <a:extLst xmlns:a="http://schemas.openxmlformats.org/drawingml/2006/main">
              <a:ext uri="{FF2B5EF4-FFF2-40B4-BE49-F238E27FC236}">
                <a16:creationId xmlns:a16="http://schemas.microsoft.com/office/drawing/2014/main" id="{110DDD05-96C2-43D2-AF66-FC0A5E8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7" y="6147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4" name="path-6122">
            <a:extLst xmlns:a="http://schemas.openxmlformats.org/drawingml/2006/main">
              <a:ext uri="{FF2B5EF4-FFF2-40B4-BE49-F238E27FC236}">
                <a16:creationId xmlns:a16="http://schemas.microsoft.com/office/drawing/2014/main" id="{FB037D8B-AE77-4A0E-ABA1-F651A9E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847" y="6147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5" name="path-6123">
            <a:extLst xmlns:a="http://schemas.openxmlformats.org/drawingml/2006/main">
              <a:ext uri="{FF2B5EF4-FFF2-40B4-BE49-F238E27FC236}">
                <a16:creationId xmlns:a16="http://schemas.microsoft.com/office/drawing/2014/main" id="{D79013E2-13FF-4DAE-B8EC-88B3A4D3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701" y="6158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6" name="path-6124">
            <a:extLst xmlns:a="http://schemas.openxmlformats.org/drawingml/2006/main">
              <a:ext uri="{FF2B5EF4-FFF2-40B4-BE49-F238E27FC236}">
                <a16:creationId xmlns:a16="http://schemas.microsoft.com/office/drawing/2014/main" id="{B35368B7-5933-4938-8BD5-9D05B23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662" y="61677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7" name="path-6125">
            <a:extLst xmlns:a="http://schemas.openxmlformats.org/drawingml/2006/main">
              <a:ext uri="{FF2B5EF4-FFF2-40B4-BE49-F238E27FC236}">
                <a16:creationId xmlns:a16="http://schemas.microsoft.com/office/drawing/2014/main" id="{09C6DD98-479D-46E0-A0EC-164F89E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236" y="61526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8" name="path-6126">
            <a:extLst xmlns:a="http://schemas.openxmlformats.org/drawingml/2006/main">
              <a:ext uri="{FF2B5EF4-FFF2-40B4-BE49-F238E27FC236}">
                <a16:creationId xmlns:a16="http://schemas.microsoft.com/office/drawing/2014/main" id="{72FAD50D-D8D0-4A60-8994-0E23A2A9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94" y="61230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9" name="path-6127">
            <a:extLst xmlns:a="http://schemas.openxmlformats.org/drawingml/2006/main">
              <a:ext uri="{FF2B5EF4-FFF2-40B4-BE49-F238E27FC236}">
                <a16:creationId xmlns:a16="http://schemas.microsoft.com/office/drawing/2014/main" id="{CAF01B26-4294-4C41-8A84-66A7E1F5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313" y="6146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0" name="path-6128">
            <a:extLst xmlns:a="http://schemas.openxmlformats.org/drawingml/2006/main">
              <a:ext uri="{FF2B5EF4-FFF2-40B4-BE49-F238E27FC236}">
                <a16:creationId xmlns:a16="http://schemas.microsoft.com/office/drawing/2014/main" id="{22DC27C7-B34C-43EF-91BF-2CD2341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386" y="61187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1" name="path-6129">
            <a:extLst xmlns:a="http://schemas.openxmlformats.org/drawingml/2006/main">
              <a:ext uri="{FF2B5EF4-FFF2-40B4-BE49-F238E27FC236}">
                <a16:creationId xmlns:a16="http://schemas.microsoft.com/office/drawing/2014/main" id="{9E1107F4-B9E9-4420-9720-6222669A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388" y="6137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2" name="path-6130">
            <a:extLst xmlns:a="http://schemas.openxmlformats.org/drawingml/2006/main">
              <a:ext uri="{FF2B5EF4-FFF2-40B4-BE49-F238E27FC236}">
                <a16:creationId xmlns:a16="http://schemas.microsoft.com/office/drawing/2014/main" id="{8E4CC2A5-3C9A-41DD-B56B-ADCF5B8D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290" y="6136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3" name="path-6131">
            <a:extLst xmlns:a="http://schemas.openxmlformats.org/drawingml/2006/main">
              <a:ext uri="{FF2B5EF4-FFF2-40B4-BE49-F238E27FC236}">
                <a16:creationId xmlns:a16="http://schemas.microsoft.com/office/drawing/2014/main" id="{0AAE52B5-2358-4AC2-BAC9-79FD385A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00" y="6128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4" name="path-6132">
            <a:extLst xmlns:a="http://schemas.openxmlformats.org/drawingml/2006/main">
              <a:ext uri="{FF2B5EF4-FFF2-40B4-BE49-F238E27FC236}">
                <a16:creationId xmlns:a16="http://schemas.microsoft.com/office/drawing/2014/main" id="{BFD12B04-7BDC-48B7-A368-C4324689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40" y="6163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5" name="path-6133">
            <a:extLst xmlns:a="http://schemas.openxmlformats.org/drawingml/2006/main">
              <a:ext uri="{FF2B5EF4-FFF2-40B4-BE49-F238E27FC236}">
                <a16:creationId xmlns:a16="http://schemas.microsoft.com/office/drawing/2014/main" id="{0B6AD663-A83F-4281-8786-6EC31F96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13" y="61341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6" name="path-6134">
            <a:extLst xmlns:a="http://schemas.openxmlformats.org/drawingml/2006/main">
              <a:ext uri="{FF2B5EF4-FFF2-40B4-BE49-F238E27FC236}">
                <a16:creationId xmlns:a16="http://schemas.microsoft.com/office/drawing/2014/main" id="{1FD6EDC7-E660-4CF0-A7B5-D8BFDA1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055" y="6140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7" name="path-6135">
            <a:extLst xmlns:a="http://schemas.openxmlformats.org/drawingml/2006/main">
              <a:ext uri="{FF2B5EF4-FFF2-40B4-BE49-F238E27FC236}">
                <a16:creationId xmlns:a16="http://schemas.microsoft.com/office/drawing/2014/main" id="{AD8FF57B-3B8F-4946-93EA-5FAC8D31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16" y="6159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8" name="path-6136">
            <a:extLst xmlns:a="http://schemas.openxmlformats.org/drawingml/2006/main">
              <a:ext uri="{FF2B5EF4-FFF2-40B4-BE49-F238E27FC236}">
                <a16:creationId xmlns:a16="http://schemas.microsoft.com/office/drawing/2014/main" id="{99942D31-3286-4DFB-A67D-3896E552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747" y="61387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9" name="path-6137">
            <a:extLst xmlns:a="http://schemas.openxmlformats.org/drawingml/2006/main">
              <a:ext uri="{FF2B5EF4-FFF2-40B4-BE49-F238E27FC236}">
                <a16:creationId xmlns:a16="http://schemas.microsoft.com/office/drawing/2014/main" id="{8E5DDABD-69DC-417B-88C4-35F6313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223" y="61537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0" name="path-6138">
            <a:extLst xmlns:a="http://schemas.openxmlformats.org/drawingml/2006/main">
              <a:ext uri="{FF2B5EF4-FFF2-40B4-BE49-F238E27FC236}">
                <a16:creationId xmlns:a16="http://schemas.microsoft.com/office/drawing/2014/main" id="{04747578-C8DA-42AE-A65F-0CC6973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228" y="6127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1" name="path-6139">
            <a:extLst xmlns:a="http://schemas.openxmlformats.org/drawingml/2006/main">
              <a:ext uri="{FF2B5EF4-FFF2-40B4-BE49-F238E27FC236}">
                <a16:creationId xmlns:a16="http://schemas.microsoft.com/office/drawing/2014/main" id="{61474F2B-11DF-4F5C-96D0-AA994F0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074" y="6141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2" name="path-6140">
            <a:extLst xmlns:a="http://schemas.openxmlformats.org/drawingml/2006/main">
              <a:ext uri="{FF2B5EF4-FFF2-40B4-BE49-F238E27FC236}">
                <a16:creationId xmlns:a16="http://schemas.microsoft.com/office/drawing/2014/main" id="{E2322723-DAA7-42BD-9404-1E04614A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962" y="6149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3" name="path-6141">
            <a:extLst xmlns:a="http://schemas.openxmlformats.org/drawingml/2006/main">
              <a:ext uri="{FF2B5EF4-FFF2-40B4-BE49-F238E27FC236}">
                <a16:creationId xmlns:a16="http://schemas.microsoft.com/office/drawing/2014/main" id="{19F96157-8C65-4291-A013-13B47BD3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64" y="6145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4" name="path-6142">
            <a:extLst xmlns:a="http://schemas.openxmlformats.org/drawingml/2006/main">
              <a:ext uri="{FF2B5EF4-FFF2-40B4-BE49-F238E27FC236}">
                <a16:creationId xmlns:a16="http://schemas.microsoft.com/office/drawing/2014/main" id="{5BDEA1ED-A267-4BDD-B782-1A586AE0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08" y="6160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5" name="path-6143">
            <a:extLst xmlns:a="http://schemas.openxmlformats.org/drawingml/2006/main">
              <a:ext uri="{FF2B5EF4-FFF2-40B4-BE49-F238E27FC236}">
                <a16:creationId xmlns:a16="http://schemas.microsoft.com/office/drawing/2014/main" id="{CD5D0908-6419-41E0-8F32-DC101D94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491" y="6134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6" name="path-6144">
            <a:extLst xmlns:a="http://schemas.openxmlformats.org/drawingml/2006/main">
              <a:ext uri="{FF2B5EF4-FFF2-40B4-BE49-F238E27FC236}">
                <a16:creationId xmlns:a16="http://schemas.microsoft.com/office/drawing/2014/main" id="{533CCB60-CEC4-41CB-B262-06F23CC3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698" y="6128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7" name="path-6145">
            <a:extLst xmlns:a="http://schemas.openxmlformats.org/drawingml/2006/main">
              <a:ext uri="{FF2B5EF4-FFF2-40B4-BE49-F238E27FC236}">
                <a16:creationId xmlns:a16="http://schemas.microsoft.com/office/drawing/2014/main" id="{07DB0641-BC85-41AB-ADEF-F6388739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19" y="61394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8" name="path-6146">
            <a:extLst xmlns:a="http://schemas.openxmlformats.org/drawingml/2006/main">
              <a:ext uri="{FF2B5EF4-FFF2-40B4-BE49-F238E27FC236}">
                <a16:creationId xmlns:a16="http://schemas.microsoft.com/office/drawing/2014/main" id="{1A878D4B-7CAC-4240-A284-73E7937E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39" y="6137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9" name="path-6147">
            <a:extLst xmlns:a="http://schemas.openxmlformats.org/drawingml/2006/main">
              <a:ext uri="{FF2B5EF4-FFF2-40B4-BE49-F238E27FC236}">
                <a16:creationId xmlns:a16="http://schemas.microsoft.com/office/drawing/2014/main" id="{D81E0018-F1A1-4D7F-A65E-A409883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044" y="61281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0" name="path-6148">
            <a:extLst xmlns:a="http://schemas.openxmlformats.org/drawingml/2006/main">
              <a:ext uri="{FF2B5EF4-FFF2-40B4-BE49-F238E27FC236}">
                <a16:creationId xmlns:a16="http://schemas.microsoft.com/office/drawing/2014/main" id="{711BDD71-9FE7-4A4B-90CC-6D664BC4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943" y="61343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1" name="path-6149">
            <a:extLst xmlns:a="http://schemas.openxmlformats.org/drawingml/2006/main">
              <a:ext uri="{FF2B5EF4-FFF2-40B4-BE49-F238E27FC236}">
                <a16:creationId xmlns:a16="http://schemas.microsoft.com/office/drawing/2014/main" id="{A7EB9B8B-E210-4F5A-BD90-A0E2117D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154" y="61358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2" name="path-6150">
            <a:extLst xmlns:a="http://schemas.openxmlformats.org/drawingml/2006/main">
              <a:ext uri="{FF2B5EF4-FFF2-40B4-BE49-F238E27FC236}">
                <a16:creationId xmlns:a16="http://schemas.microsoft.com/office/drawing/2014/main" id="{ED75203C-4AE0-4F0D-A600-48F4D79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560" y="61567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3" name="path-6151">
            <a:extLst xmlns:a="http://schemas.openxmlformats.org/drawingml/2006/main">
              <a:ext uri="{FF2B5EF4-FFF2-40B4-BE49-F238E27FC236}">
                <a16:creationId xmlns:a16="http://schemas.microsoft.com/office/drawing/2014/main" id="{6BF211CA-CB58-49C5-BAA1-AB0F786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815" y="6152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4" name="path-6152">
            <a:extLst xmlns:a="http://schemas.openxmlformats.org/drawingml/2006/main">
              <a:ext uri="{FF2B5EF4-FFF2-40B4-BE49-F238E27FC236}">
                <a16:creationId xmlns:a16="http://schemas.microsoft.com/office/drawing/2014/main" id="{E28E0E63-72AD-441A-916C-2F0AF6AC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67" y="6142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5" name="path-6153">
            <a:extLst xmlns:a="http://schemas.openxmlformats.org/drawingml/2006/main">
              <a:ext uri="{FF2B5EF4-FFF2-40B4-BE49-F238E27FC236}">
                <a16:creationId xmlns:a16="http://schemas.microsoft.com/office/drawing/2014/main" id="{55FBEDDD-A321-426A-9A16-4C6B1E16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2" y="6138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6" name="path-6154">
            <a:extLst xmlns:a="http://schemas.openxmlformats.org/drawingml/2006/main">
              <a:ext uri="{FF2B5EF4-FFF2-40B4-BE49-F238E27FC236}">
                <a16:creationId xmlns:a16="http://schemas.microsoft.com/office/drawing/2014/main" id="{1CD348B7-4EC4-47D2-AED6-3B2E847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008" y="61383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7" name="path-6155">
            <a:extLst xmlns:a="http://schemas.openxmlformats.org/drawingml/2006/main">
              <a:ext uri="{FF2B5EF4-FFF2-40B4-BE49-F238E27FC236}">
                <a16:creationId xmlns:a16="http://schemas.microsoft.com/office/drawing/2014/main" id="{A936FE68-9065-4529-8A92-02E9EE86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033" y="61357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8" name="path-6156">
            <a:extLst xmlns:a="http://schemas.openxmlformats.org/drawingml/2006/main">
              <a:ext uri="{FF2B5EF4-FFF2-40B4-BE49-F238E27FC236}">
                <a16:creationId xmlns:a16="http://schemas.microsoft.com/office/drawing/2014/main" id="{96A34C33-462E-400A-9BC1-BE14930E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32" y="61586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9" name="path-6157">
            <a:extLst xmlns:a="http://schemas.openxmlformats.org/drawingml/2006/main">
              <a:ext uri="{FF2B5EF4-FFF2-40B4-BE49-F238E27FC236}">
                <a16:creationId xmlns:a16="http://schemas.microsoft.com/office/drawing/2014/main" id="{94998492-2EDE-422F-91A7-0752FA1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690" y="6163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0" name="path-6158">
            <a:extLst xmlns:a="http://schemas.openxmlformats.org/drawingml/2006/main">
              <a:ext uri="{FF2B5EF4-FFF2-40B4-BE49-F238E27FC236}">
                <a16:creationId xmlns:a16="http://schemas.microsoft.com/office/drawing/2014/main" id="{690614C4-7ED8-4B5B-A8F2-C05F5459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948" y="61512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1" name="path-6159">
            <a:extLst xmlns:a="http://schemas.openxmlformats.org/drawingml/2006/main">
              <a:ext uri="{FF2B5EF4-FFF2-40B4-BE49-F238E27FC236}">
                <a16:creationId xmlns:a16="http://schemas.microsoft.com/office/drawing/2014/main" id="{928BAD48-B87E-4D2A-B60A-CF36F79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754" y="6120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2" name="path-6160">
            <a:extLst xmlns:a="http://schemas.openxmlformats.org/drawingml/2006/main">
              <a:ext uri="{FF2B5EF4-FFF2-40B4-BE49-F238E27FC236}">
                <a16:creationId xmlns:a16="http://schemas.microsoft.com/office/drawing/2014/main" id="{CE05B837-6C6E-42D6-A61A-264B940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359" y="6143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3" name="path-6161">
            <a:extLst xmlns:a="http://schemas.openxmlformats.org/drawingml/2006/main">
              <a:ext uri="{FF2B5EF4-FFF2-40B4-BE49-F238E27FC236}">
                <a16:creationId xmlns:a16="http://schemas.microsoft.com/office/drawing/2014/main" id="{0F95BD84-AC74-44F5-9A01-CBB8CFE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50" y="6122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4" name="path-6162">
            <a:extLst xmlns:a="http://schemas.openxmlformats.org/drawingml/2006/main">
              <a:ext uri="{FF2B5EF4-FFF2-40B4-BE49-F238E27FC236}">
                <a16:creationId xmlns:a16="http://schemas.microsoft.com/office/drawing/2014/main" id="{84E4E782-B19C-499C-9E3C-2AA4A4B2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08" y="6099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5" name="path-6163">
            <a:extLst xmlns:a="http://schemas.openxmlformats.org/drawingml/2006/main">
              <a:ext uri="{FF2B5EF4-FFF2-40B4-BE49-F238E27FC236}">
                <a16:creationId xmlns:a16="http://schemas.microsoft.com/office/drawing/2014/main" id="{5C689B0F-17ED-4A0D-B98B-E77FFA85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00" y="61667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6" name="path-6164">
            <a:extLst xmlns:a="http://schemas.openxmlformats.org/drawingml/2006/main">
              <a:ext uri="{FF2B5EF4-FFF2-40B4-BE49-F238E27FC236}">
                <a16:creationId xmlns:a16="http://schemas.microsoft.com/office/drawing/2014/main" id="{6FFFD072-F90B-485F-A888-9E9C427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312" y="6147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7" name="path-6165">
            <a:extLst xmlns:a="http://schemas.openxmlformats.org/drawingml/2006/main">
              <a:ext uri="{FF2B5EF4-FFF2-40B4-BE49-F238E27FC236}">
                <a16:creationId xmlns:a16="http://schemas.microsoft.com/office/drawing/2014/main" id="{023FA397-FE0F-449E-9072-11359AD3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494" y="6168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8" name="path-6166">
            <a:extLst xmlns:a="http://schemas.openxmlformats.org/drawingml/2006/main">
              <a:ext uri="{FF2B5EF4-FFF2-40B4-BE49-F238E27FC236}">
                <a16:creationId xmlns:a16="http://schemas.microsoft.com/office/drawing/2014/main" id="{88843245-C54C-4939-A965-14DE346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875" y="6164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9" name="path-6167">
            <a:extLst xmlns:a="http://schemas.openxmlformats.org/drawingml/2006/main">
              <a:ext uri="{FF2B5EF4-FFF2-40B4-BE49-F238E27FC236}">
                <a16:creationId xmlns:a16="http://schemas.microsoft.com/office/drawing/2014/main" id="{CB9CEE87-3012-4835-ACF1-37AB0F9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48" y="6106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0" name="path-6168">
            <a:extLst xmlns:a="http://schemas.openxmlformats.org/drawingml/2006/main">
              <a:ext uri="{FF2B5EF4-FFF2-40B4-BE49-F238E27FC236}">
                <a16:creationId xmlns:a16="http://schemas.microsoft.com/office/drawing/2014/main" id="{7B4B602C-7194-48BD-9716-AEDE219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48" y="61065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1" name="path-6169">
            <a:extLst xmlns:a="http://schemas.openxmlformats.org/drawingml/2006/main">
              <a:ext uri="{FF2B5EF4-FFF2-40B4-BE49-F238E27FC236}">
                <a16:creationId xmlns:a16="http://schemas.microsoft.com/office/drawing/2014/main" id="{C20640F4-33AB-4F9B-AAA6-047D6FA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30" y="6162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2" name="path-6170">
            <a:extLst xmlns:a="http://schemas.openxmlformats.org/drawingml/2006/main">
              <a:ext uri="{FF2B5EF4-FFF2-40B4-BE49-F238E27FC236}">
                <a16:creationId xmlns:a16="http://schemas.microsoft.com/office/drawing/2014/main" id="{4E74AC7C-FB49-48AC-ABD2-BFFEF23F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25" y="6128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3" name="path-6171">
            <a:extLst xmlns:a="http://schemas.openxmlformats.org/drawingml/2006/main">
              <a:ext uri="{FF2B5EF4-FFF2-40B4-BE49-F238E27FC236}">
                <a16:creationId xmlns:a16="http://schemas.microsoft.com/office/drawing/2014/main" id="{77587D5B-FC75-402B-9A88-91137E6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283" y="61582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4" name="path-6172">
            <a:extLst xmlns:a="http://schemas.openxmlformats.org/drawingml/2006/main">
              <a:ext uri="{FF2B5EF4-FFF2-40B4-BE49-F238E27FC236}">
                <a16:creationId xmlns:a16="http://schemas.microsoft.com/office/drawing/2014/main" id="{C979DF28-BDE5-4AD6-BEC1-26A2F9F5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90" y="6132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5" name="path-6173">
            <a:extLst xmlns:a="http://schemas.openxmlformats.org/drawingml/2006/main">
              <a:ext uri="{FF2B5EF4-FFF2-40B4-BE49-F238E27FC236}">
                <a16:creationId xmlns:a16="http://schemas.microsoft.com/office/drawing/2014/main" id="{0FF20067-3A75-41A2-9D24-7B5BCDA7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718" y="61439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6" name="path-6174">
            <a:extLst xmlns:a="http://schemas.openxmlformats.org/drawingml/2006/main">
              <a:ext uri="{FF2B5EF4-FFF2-40B4-BE49-F238E27FC236}">
                <a16:creationId xmlns:a16="http://schemas.microsoft.com/office/drawing/2014/main" id="{44172989-ABC7-4953-8883-31E10EF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542" y="61292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7" name="path-6175">
            <a:extLst xmlns:a="http://schemas.openxmlformats.org/drawingml/2006/main">
              <a:ext uri="{FF2B5EF4-FFF2-40B4-BE49-F238E27FC236}">
                <a16:creationId xmlns:a16="http://schemas.microsoft.com/office/drawing/2014/main" id="{EE822BB5-85A0-4D9C-9FC9-122CA70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113" y="61196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8" name="path-6176">
            <a:extLst xmlns:a="http://schemas.openxmlformats.org/drawingml/2006/main">
              <a:ext uri="{FF2B5EF4-FFF2-40B4-BE49-F238E27FC236}">
                <a16:creationId xmlns:a16="http://schemas.microsoft.com/office/drawing/2014/main" id="{BDA42585-A79D-4F59-BEBB-377E61C4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22" y="6156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9" name="path-6177">
            <a:extLst xmlns:a="http://schemas.openxmlformats.org/drawingml/2006/main">
              <a:ext uri="{FF2B5EF4-FFF2-40B4-BE49-F238E27FC236}">
                <a16:creationId xmlns:a16="http://schemas.microsoft.com/office/drawing/2014/main" id="{B18218BF-D1C0-4F56-BBCA-258EF6E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538" y="61495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0" name="path-6178">
            <a:extLst xmlns:a="http://schemas.openxmlformats.org/drawingml/2006/main">
              <a:ext uri="{FF2B5EF4-FFF2-40B4-BE49-F238E27FC236}">
                <a16:creationId xmlns:a16="http://schemas.microsoft.com/office/drawing/2014/main" id="{D37CAED3-3552-4A5C-858A-91BDAB48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547" y="6138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1" name="path-6179">
            <a:extLst xmlns:a="http://schemas.openxmlformats.org/drawingml/2006/main">
              <a:ext uri="{FF2B5EF4-FFF2-40B4-BE49-F238E27FC236}">
                <a16:creationId xmlns:a16="http://schemas.microsoft.com/office/drawing/2014/main" id="{01AC5A56-75F7-406F-B133-24D672F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028" y="6127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2" name="path-6180">
            <a:extLst xmlns:a="http://schemas.openxmlformats.org/drawingml/2006/main">
              <a:ext uri="{FF2B5EF4-FFF2-40B4-BE49-F238E27FC236}">
                <a16:creationId xmlns:a16="http://schemas.microsoft.com/office/drawing/2014/main" id="{0C8D0F70-B53D-4877-B4C1-2AC5ED0B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526" y="6147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3" name="path-6181">
            <a:extLst xmlns:a="http://schemas.openxmlformats.org/drawingml/2006/main">
              <a:ext uri="{FF2B5EF4-FFF2-40B4-BE49-F238E27FC236}">
                <a16:creationId xmlns:a16="http://schemas.microsoft.com/office/drawing/2014/main" id="{5918EC30-11F3-40B1-BCD4-64B1C9B6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228" y="6127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4" name="path-6182">
            <a:extLst xmlns:a="http://schemas.openxmlformats.org/drawingml/2006/main">
              <a:ext uri="{FF2B5EF4-FFF2-40B4-BE49-F238E27FC236}">
                <a16:creationId xmlns:a16="http://schemas.microsoft.com/office/drawing/2014/main" id="{00DD64A9-E8BE-4759-9EA6-9F192C24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14" y="61252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5" name="path-6183">
            <a:extLst xmlns:a="http://schemas.openxmlformats.org/drawingml/2006/main">
              <a:ext uri="{FF2B5EF4-FFF2-40B4-BE49-F238E27FC236}">
                <a16:creationId xmlns:a16="http://schemas.microsoft.com/office/drawing/2014/main" id="{12294559-359B-48AD-8708-5599FF4E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989" y="61282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6" name="path-6184">
            <a:extLst xmlns:a="http://schemas.openxmlformats.org/drawingml/2006/main">
              <a:ext uri="{FF2B5EF4-FFF2-40B4-BE49-F238E27FC236}">
                <a16:creationId xmlns:a16="http://schemas.microsoft.com/office/drawing/2014/main" id="{FBD0FB8A-24FF-420D-8258-F1205FFE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532" y="6143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7" name="path-6185">
            <a:extLst xmlns:a="http://schemas.openxmlformats.org/drawingml/2006/main">
              <a:ext uri="{FF2B5EF4-FFF2-40B4-BE49-F238E27FC236}">
                <a16:creationId xmlns:a16="http://schemas.microsoft.com/office/drawing/2014/main" id="{AAC535ED-D7B8-4364-9B8E-49C391F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820" y="61508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8" name="path-6186">
            <a:extLst xmlns:a="http://schemas.openxmlformats.org/drawingml/2006/main">
              <a:ext uri="{FF2B5EF4-FFF2-40B4-BE49-F238E27FC236}">
                <a16:creationId xmlns:a16="http://schemas.microsoft.com/office/drawing/2014/main" id="{3BC6C88E-F9E8-4709-9EDB-CEAF7F5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440" y="61316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9" name="path-6187">
            <a:extLst xmlns:a="http://schemas.openxmlformats.org/drawingml/2006/main">
              <a:ext uri="{FF2B5EF4-FFF2-40B4-BE49-F238E27FC236}">
                <a16:creationId xmlns:a16="http://schemas.microsoft.com/office/drawing/2014/main" id="{108EFDF2-B423-465B-BADD-08B27CD2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25" y="61731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0" name="path-6188">
            <a:extLst xmlns:a="http://schemas.openxmlformats.org/drawingml/2006/main">
              <a:ext uri="{FF2B5EF4-FFF2-40B4-BE49-F238E27FC236}">
                <a16:creationId xmlns:a16="http://schemas.microsoft.com/office/drawing/2014/main" id="{69EC88EC-BD0C-4844-82BF-E1CA9CB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356" y="61203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1" name="path-6189">
            <a:extLst xmlns:a="http://schemas.openxmlformats.org/drawingml/2006/main">
              <a:ext uri="{FF2B5EF4-FFF2-40B4-BE49-F238E27FC236}">
                <a16:creationId xmlns:a16="http://schemas.microsoft.com/office/drawing/2014/main" id="{6C4C54CD-8390-4122-8FEC-1FBE6D58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41" y="6141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2" name="path-6190">
            <a:extLst xmlns:a="http://schemas.openxmlformats.org/drawingml/2006/main">
              <a:ext uri="{FF2B5EF4-FFF2-40B4-BE49-F238E27FC236}">
                <a16:creationId xmlns:a16="http://schemas.microsoft.com/office/drawing/2014/main" id="{591BED7F-0C2F-4AC7-85EE-EDC357B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78" y="61544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3" name="path-6191">
            <a:extLst xmlns:a="http://schemas.openxmlformats.org/drawingml/2006/main">
              <a:ext uri="{FF2B5EF4-FFF2-40B4-BE49-F238E27FC236}">
                <a16:creationId xmlns:a16="http://schemas.microsoft.com/office/drawing/2014/main" id="{0DD280F4-CD58-472D-995F-DC56DB98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359" y="61498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4" name="path-6192">
            <a:extLst xmlns:a="http://schemas.openxmlformats.org/drawingml/2006/main">
              <a:ext uri="{FF2B5EF4-FFF2-40B4-BE49-F238E27FC236}">
                <a16:creationId xmlns:a16="http://schemas.microsoft.com/office/drawing/2014/main" id="{06D063A5-5C87-499E-8557-3C83C35F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50" y="61286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5" name="path-6193">
            <a:extLst xmlns:a="http://schemas.openxmlformats.org/drawingml/2006/main">
              <a:ext uri="{FF2B5EF4-FFF2-40B4-BE49-F238E27FC236}">
                <a16:creationId xmlns:a16="http://schemas.microsoft.com/office/drawing/2014/main" id="{331BC365-C210-4242-8064-56116E95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033" y="6149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6" name="path-6194">
            <a:extLst xmlns:a="http://schemas.openxmlformats.org/drawingml/2006/main">
              <a:ext uri="{FF2B5EF4-FFF2-40B4-BE49-F238E27FC236}">
                <a16:creationId xmlns:a16="http://schemas.microsoft.com/office/drawing/2014/main" id="{2D4708E0-5B5E-4945-B092-4784E874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643" y="61681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7" name="path-6195">
            <a:extLst xmlns:a="http://schemas.openxmlformats.org/drawingml/2006/main">
              <a:ext uri="{FF2B5EF4-FFF2-40B4-BE49-F238E27FC236}">
                <a16:creationId xmlns:a16="http://schemas.microsoft.com/office/drawing/2014/main" id="{1E06ED00-3B05-40CC-8795-E966058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883" y="61331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8" name="path-6196">
            <a:extLst xmlns:a="http://schemas.openxmlformats.org/drawingml/2006/main">
              <a:ext uri="{FF2B5EF4-FFF2-40B4-BE49-F238E27FC236}">
                <a16:creationId xmlns:a16="http://schemas.microsoft.com/office/drawing/2014/main" id="{77748285-A8D9-41D5-9B16-603C155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175" y="6119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9" name="path-6197">
            <a:extLst xmlns:a="http://schemas.openxmlformats.org/drawingml/2006/main">
              <a:ext uri="{FF2B5EF4-FFF2-40B4-BE49-F238E27FC236}">
                <a16:creationId xmlns:a16="http://schemas.microsoft.com/office/drawing/2014/main" id="{9CE992C7-6C18-4CDE-ACB5-CABB91C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06" y="61373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0" name="path-6198">
            <a:extLst xmlns:a="http://schemas.openxmlformats.org/drawingml/2006/main">
              <a:ext uri="{FF2B5EF4-FFF2-40B4-BE49-F238E27FC236}">
                <a16:creationId xmlns:a16="http://schemas.microsoft.com/office/drawing/2014/main" id="{A27DEBE8-9693-4D17-89EF-76B9FDC5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109" y="6142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1" name="path-6199">
            <a:extLst xmlns:a="http://schemas.openxmlformats.org/drawingml/2006/main">
              <a:ext uri="{FF2B5EF4-FFF2-40B4-BE49-F238E27FC236}">
                <a16:creationId xmlns:a16="http://schemas.microsoft.com/office/drawing/2014/main" id="{378F56CC-65E3-4CC3-8651-DD5D3C4D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8" y="6134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2" name="path-6200">
            <a:extLst xmlns:a="http://schemas.openxmlformats.org/drawingml/2006/main">
              <a:ext uri="{FF2B5EF4-FFF2-40B4-BE49-F238E27FC236}">
                <a16:creationId xmlns:a16="http://schemas.microsoft.com/office/drawing/2014/main" id="{AB1C7573-0EC3-44EF-A781-249037A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43" y="6119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3" name="path-6201">
            <a:extLst xmlns:a="http://schemas.openxmlformats.org/drawingml/2006/main">
              <a:ext uri="{FF2B5EF4-FFF2-40B4-BE49-F238E27FC236}">
                <a16:creationId xmlns:a16="http://schemas.microsoft.com/office/drawing/2014/main" id="{3898D1A8-6EC3-414E-B85F-8743D609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424" y="61079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4" name="path-6202">
            <a:extLst xmlns:a="http://schemas.openxmlformats.org/drawingml/2006/main">
              <a:ext uri="{FF2B5EF4-FFF2-40B4-BE49-F238E27FC236}">
                <a16:creationId xmlns:a16="http://schemas.microsoft.com/office/drawing/2014/main" id="{90D2E8DB-688D-4367-AEF4-8F033850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168" y="6149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5" name="path-6203">
            <a:extLst xmlns:a="http://schemas.openxmlformats.org/drawingml/2006/main">
              <a:ext uri="{FF2B5EF4-FFF2-40B4-BE49-F238E27FC236}">
                <a16:creationId xmlns:a16="http://schemas.microsoft.com/office/drawing/2014/main" id="{5CC02149-B9DD-433F-B022-3B1BD39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875" y="61164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6" name="path-6204">
            <a:extLst xmlns:a="http://schemas.openxmlformats.org/drawingml/2006/main">
              <a:ext uri="{FF2B5EF4-FFF2-40B4-BE49-F238E27FC236}">
                <a16:creationId xmlns:a16="http://schemas.microsoft.com/office/drawing/2014/main" id="{3ADC4AFE-DAEE-4D46-8C8C-8E7332D8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11" y="61268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7" name="path-6205">
            <a:extLst xmlns:a="http://schemas.openxmlformats.org/drawingml/2006/main">
              <a:ext uri="{FF2B5EF4-FFF2-40B4-BE49-F238E27FC236}">
                <a16:creationId xmlns:a16="http://schemas.microsoft.com/office/drawing/2014/main" id="{DA116722-3A27-4E41-860F-208E87FF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903" y="61219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8" name="path-6206">
            <a:extLst xmlns:a="http://schemas.openxmlformats.org/drawingml/2006/main">
              <a:ext uri="{FF2B5EF4-FFF2-40B4-BE49-F238E27FC236}">
                <a16:creationId xmlns:a16="http://schemas.microsoft.com/office/drawing/2014/main" id="{C9BFFDBD-C338-4B20-BE9E-B479F6D0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339" y="61482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9" name="path-6207">
            <a:extLst xmlns:a="http://schemas.openxmlformats.org/drawingml/2006/main">
              <a:ext uri="{FF2B5EF4-FFF2-40B4-BE49-F238E27FC236}">
                <a16:creationId xmlns:a16="http://schemas.microsoft.com/office/drawing/2014/main" id="{72775CB7-A27A-42F1-8596-17306BC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215" y="6131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0" name="path-6208">
            <a:extLst xmlns:a="http://schemas.openxmlformats.org/drawingml/2006/main">
              <a:ext uri="{FF2B5EF4-FFF2-40B4-BE49-F238E27FC236}">
                <a16:creationId xmlns:a16="http://schemas.microsoft.com/office/drawing/2014/main" id="{DE25554B-015F-430F-B5DE-4C57D70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044" y="6132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1" name="path-6209">
            <a:extLst xmlns:a="http://schemas.openxmlformats.org/drawingml/2006/main">
              <a:ext uri="{FF2B5EF4-FFF2-40B4-BE49-F238E27FC236}">
                <a16:creationId xmlns:a16="http://schemas.microsoft.com/office/drawing/2014/main" id="{94009C50-34B6-40DB-BA1F-F66A86BF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815" y="6134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2" name="path-6210">
            <a:extLst xmlns:a="http://schemas.openxmlformats.org/drawingml/2006/main">
              <a:ext uri="{FF2B5EF4-FFF2-40B4-BE49-F238E27FC236}">
                <a16:creationId xmlns:a16="http://schemas.microsoft.com/office/drawing/2014/main" id="{E7B93FFF-06D9-4E63-924F-6166677B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09" y="6124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3" name="path-6211">
            <a:extLst xmlns:a="http://schemas.openxmlformats.org/drawingml/2006/main">
              <a:ext uri="{FF2B5EF4-FFF2-40B4-BE49-F238E27FC236}">
                <a16:creationId xmlns:a16="http://schemas.microsoft.com/office/drawing/2014/main" id="{6196E3D2-6F77-4DBC-AAAC-B70222F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114" y="61765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4" name="path-6212">
            <a:extLst xmlns:a="http://schemas.openxmlformats.org/drawingml/2006/main">
              <a:ext uri="{FF2B5EF4-FFF2-40B4-BE49-F238E27FC236}">
                <a16:creationId xmlns:a16="http://schemas.microsoft.com/office/drawing/2014/main" id="{27BC40C8-8CDC-42AD-8F3B-4C7A19AB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363" y="61330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5" name="path-6213">
            <a:extLst xmlns:a="http://schemas.openxmlformats.org/drawingml/2006/main">
              <a:ext uri="{FF2B5EF4-FFF2-40B4-BE49-F238E27FC236}">
                <a16:creationId xmlns:a16="http://schemas.microsoft.com/office/drawing/2014/main" id="{2AAEC4A9-521F-4A09-BB55-116F1F7A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237" y="61401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6" name="path-6214">
            <a:extLst xmlns:a="http://schemas.openxmlformats.org/drawingml/2006/main">
              <a:ext uri="{FF2B5EF4-FFF2-40B4-BE49-F238E27FC236}">
                <a16:creationId xmlns:a16="http://schemas.microsoft.com/office/drawing/2014/main" id="{69174814-E62B-40A2-9168-6F003A3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882" y="6136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7" name="path-6215">
            <a:extLst xmlns:a="http://schemas.openxmlformats.org/drawingml/2006/main">
              <a:ext uri="{FF2B5EF4-FFF2-40B4-BE49-F238E27FC236}">
                <a16:creationId xmlns:a16="http://schemas.microsoft.com/office/drawing/2014/main" id="{AD6B113B-A565-4087-900C-EDD26163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06" y="6135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8" name="path-6216">
            <a:extLst xmlns:a="http://schemas.openxmlformats.org/drawingml/2006/main">
              <a:ext uri="{FF2B5EF4-FFF2-40B4-BE49-F238E27FC236}">
                <a16:creationId xmlns:a16="http://schemas.microsoft.com/office/drawing/2014/main" id="{4D46BA8C-2817-49B7-A65E-01EBAD1C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197" y="6149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9" name="path-6217">
            <a:extLst xmlns:a="http://schemas.openxmlformats.org/drawingml/2006/main">
              <a:ext uri="{FF2B5EF4-FFF2-40B4-BE49-F238E27FC236}">
                <a16:creationId xmlns:a16="http://schemas.microsoft.com/office/drawing/2014/main" id="{97EFE57E-D36A-4E2C-A225-5202104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54" y="6135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0" name="path-6218">
            <a:extLst xmlns:a="http://schemas.openxmlformats.org/drawingml/2006/main">
              <a:ext uri="{FF2B5EF4-FFF2-40B4-BE49-F238E27FC236}">
                <a16:creationId xmlns:a16="http://schemas.microsoft.com/office/drawing/2014/main" id="{96795DF8-A5CF-4730-BB80-6114873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742" y="6128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1" name="path-6219">
            <a:extLst xmlns:a="http://schemas.openxmlformats.org/drawingml/2006/main">
              <a:ext uri="{FF2B5EF4-FFF2-40B4-BE49-F238E27FC236}">
                <a16:creationId xmlns:a16="http://schemas.microsoft.com/office/drawing/2014/main" id="{15A6A324-6F93-4781-8BDD-DFFFCBBC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81" y="61634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2" name="path-6220">
            <a:extLst xmlns:a="http://schemas.openxmlformats.org/drawingml/2006/main">
              <a:ext uri="{FF2B5EF4-FFF2-40B4-BE49-F238E27FC236}">
                <a16:creationId xmlns:a16="http://schemas.microsoft.com/office/drawing/2014/main" id="{40956FA2-8AB3-4FB1-90D9-61734219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937" y="6135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3" name="path-6221">
            <a:extLst xmlns:a="http://schemas.openxmlformats.org/drawingml/2006/main">
              <a:ext uri="{FF2B5EF4-FFF2-40B4-BE49-F238E27FC236}">
                <a16:creationId xmlns:a16="http://schemas.microsoft.com/office/drawing/2014/main" id="{29F3191E-3813-4BF8-805B-842CFAF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53" y="6154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4" name="path-6222">
            <a:extLst xmlns:a="http://schemas.openxmlformats.org/drawingml/2006/main">
              <a:ext uri="{FF2B5EF4-FFF2-40B4-BE49-F238E27FC236}">
                <a16:creationId xmlns:a16="http://schemas.microsoft.com/office/drawing/2014/main" id="{5068395E-825E-4D2A-80AE-051D1AC2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796" y="61651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5" name="path-6223">
            <a:extLst xmlns:a="http://schemas.openxmlformats.org/drawingml/2006/main">
              <a:ext uri="{FF2B5EF4-FFF2-40B4-BE49-F238E27FC236}">
                <a16:creationId xmlns:a16="http://schemas.microsoft.com/office/drawing/2014/main" id="{0C4F9FCA-9369-4916-B61B-15541876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03" y="61234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6" name="path-6224">
            <a:extLst xmlns:a="http://schemas.openxmlformats.org/drawingml/2006/main">
              <a:ext uri="{FF2B5EF4-FFF2-40B4-BE49-F238E27FC236}">
                <a16:creationId xmlns:a16="http://schemas.microsoft.com/office/drawing/2014/main" id="{3BF12E0D-97BD-4A2B-A421-A06F85E5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07" y="61296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7" name="path-6225">
            <a:extLst xmlns:a="http://schemas.openxmlformats.org/drawingml/2006/main">
              <a:ext uri="{FF2B5EF4-FFF2-40B4-BE49-F238E27FC236}">
                <a16:creationId xmlns:a16="http://schemas.microsoft.com/office/drawing/2014/main" id="{585EF8FF-A1B1-4D6E-8CC8-08956887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09" y="6167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8" name="path-6226">
            <a:extLst xmlns:a="http://schemas.openxmlformats.org/drawingml/2006/main">
              <a:ext uri="{FF2B5EF4-FFF2-40B4-BE49-F238E27FC236}">
                <a16:creationId xmlns:a16="http://schemas.microsoft.com/office/drawing/2014/main" id="{7D45C551-7C27-4736-84FD-32C2D7A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360" y="6146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9" name="path-6227">
            <a:extLst xmlns:a="http://schemas.openxmlformats.org/drawingml/2006/main">
              <a:ext uri="{FF2B5EF4-FFF2-40B4-BE49-F238E27FC236}">
                <a16:creationId xmlns:a16="http://schemas.microsoft.com/office/drawing/2014/main" id="{8D1714D6-DE75-406F-A68D-FE14FA0D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170" y="6146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0" name="path-6228">
            <a:extLst xmlns:a="http://schemas.openxmlformats.org/drawingml/2006/main">
              <a:ext uri="{FF2B5EF4-FFF2-40B4-BE49-F238E27FC236}">
                <a16:creationId xmlns:a16="http://schemas.microsoft.com/office/drawing/2014/main" id="{9974908F-F468-4FF8-95EB-35560EA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12" y="6139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1" name="path-6229">
            <a:extLst xmlns:a="http://schemas.openxmlformats.org/drawingml/2006/main">
              <a:ext uri="{FF2B5EF4-FFF2-40B4-BE49-F238E27FC236}">
                <a16:creationId xmlns:a16="http://schemas.microsoft.com/office/drawing/2014/main" id="{6AFBFF02-9FBD-4B54-B4DF-0341FBC9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430" y="61342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2" name="path-6230">
            <a:extLst xmlns:a="http://schemas.openxmlformats.org/drawingml/2006/main">
              <a:ext uri="{FF2B5EF4-FFF2-40B4-BE49-F238E27FC236}">
                <a16:creationId xmlns:a16="http://schemas.microsoft.com/office/drawing/2014/main" id="{6B542293-5B03-49C6-8F39-7FC84D36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597" y="6144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3" name="path-6231">
            <a:extLst xmlns:a="http://schemas.openxmlformats.org/drawingml/2006/main">
              <a:ext uri="{FF2B5EF4-FFF2-40B4-BE49-F238E27FC236}">
                <a16:creationId xmlns:a16="http://schemas.microsoft.com/office/drawing/2014/main" id="{E154B29C-1CD0-4CC1-ADA1-7B9938DE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993" y="6154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4" name="path-6232">
            <a:extLst xmlns:a="http://schemas.openxmlformats.org/drawingml/2006/main">
              <a:ext uri="{FF2B5EF4-FFF2-40B4-BE49-F238E27FC236}">
                <a16:creationId xmlns:a16="http://schemas.microsoft.com/office/drawing/2014/main" id="{6E2D71BD-62DA-4424-AA17-134475C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709" y="6151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5" name="path-6233">
            <a:extLst xmlns:a="http://schemas.openxmlformats.org/drawingml/2006/main">
              <a:ext uri="{FF2B5EF4-FFF2-40B4-BE49-F238E27FC236}">
                <a16:creationId xmlns:a16="http://schemas.microsoft.com/office/drawing/2014/main" id="{A734CFC9-73E4-4C1C-9B91-6D3D439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823" y="6130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6" name="path-6234">
            <a:extLst xmlns:a="http://schemas.openxmlformats.org/drawingml/2006/main">
              <a:ext uri="{FF2B5EF4-FFF2-40B4-BE49-F238E27FC236}">
                <a16:creationId xmlns:a16="http://schemas.microsoft.com/office/drawing/2014/main" id="{06C9CB84-4D29-4A43-AD06-805AF658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784" y="61528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7" name="path-6235">
            <a:extLst xmlns:a="http://schemas.openxmlformats.org/drawingml/2006/main">
              <a:ext uri="{FF2B5EF4-FFF2-40B4-BE49-F238E27FC236}">
                <a16:creationId xmlns:a16="http://schemas.microsoft.com/office/drawing/2014/main" id="{94B52265-C4F4-4BC7-9DBA-4A146D0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659" y="61621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8" name="path-6236">
            <a:extLst xmlns:a="http://schemas.openxmlformats.org/drawingml/2006/main">
              <a:ext uri="{FF2B5EF4-FFF2-40B4-BE49-F238E27FC236}">
                <a16:creationId xmlns:a16="http://schemas.microsoft.com/office/drawing/2014/main" id="{DDE5C890-8841-4CC7-851A-FD12AFD1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401" y="61115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9" name="path-6237">
            <a:extLst xmlns:a="http://schemas.openxmlformats.org/drawingml/2006/main">
              <a:ext uri="{FF2B5EF4-FFF2-40B4-BE49-F238E27FC236}">
                <a16:creationId xmlns:a16="http://schemas.microsoft.com/office/drawing/2014/main" id="{B01F470C-A94B-4E5B-B660-BCD33257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98" y="61627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0" name="path-6238">
            <a:extLst xmlns:a="http://schemas.openxmlformats.org/drawingml/2006/main">
              <a:ext uri="{FF2B5EF4-FFF2-40B4-BE49-F238E27FC236}">
                <a16:creationId xmlns:a16="http://schemas.microsoft.com/office/drawing/2014/main" id="{62EB2B16-3837-427E-A44D-2CCECC20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619" y="6140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1" name="path-6239">
            <a:extLst xmlns:a="http://schemas.openxmlformats.org/drawingml/2006/main">
              <a:ext uri="{FF2B5EF4-FFF2-40B4-BE49-F238E27FC236}">
                <a16:creationId xmlns:a16="http://schemas.microsoft.com/office/drawing/2014/main" id="{E38ED2A2-EFD2-46D9-ABB0-C55EA321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974" y="6129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2" name="path-6240">
            <a:extLst xmlns:a="http://schemas.openxmlformats.org/drawingml/2006/main">
              <a:ext uri="{FF2B5EF4-FFF2-40B4-BE49-F238E27FC236}">
                <a16:creationId xmlns:a16="http://schemas.microsoft.com/office/drawing/2014/main" id="{46A1CA6E-F63E-4E51-9D4F-B8F2E5A8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17" y="61583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3" name="path-6241">
            <a:extLst xmlns:a="http://schemas.openxmlformats.org/drawingml/2006/main">
              <a:ext uri="{FF2B5EF4-FFF2-40B4-BE49-F238E27FC236}">
                <a16:creationId xmlns:a16="http://schemas.microsoft.com/office/drawing/2014/main" id="{9C7156CE-BC41-498D-9531-CC983753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058" y="6137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4" name="path-6242">
            <a:extLst xmlns:a="http://schemas.openxmlformats.org/drawingml/2006/main">
              <a:ext uri="{FF2B5EF4-FFF2-40B4-BE49-F238E27FC236}">
                <a16:creationId xmlns:a16="http://schemas.microsoft.com/office/drawing/2014/main" id="{91B77715-1D54-4897-9432-D00D68A3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260" y="6146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5" name="path-6243">
            <a:extLst xmlns:a="http://schemas.openxmlformats.org/drawingml/2006/main">
              <a:ext uri="{FF2B5EF4-FFF2-40B4-BE49-F238E27FC236}">
                <a16:creationId xmlns:a16="http://schemas.microsoft.com/office/drawing/2014/main" id="{D6B3BF9E-234D-468B-9004-AF15247D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14" y="61348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6" name="path-6244">
            <a:extLst xmlns:a="http://schemas.openxmlformats.org/drawingml/2006/main">
              <a:ext uri="{FF2B5EF4-FFF2-40B4-BE49-F238E27FC236}">
                <a16:creationId xmlns:a16="http://schemas.microsoft.com/office/drawing/2014/main" id="{6FFDF5E5-AE3A-4F6F-98CD-E6B258A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515" y="6149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7" name="path-6245">
            <a:extLst xmlns:a="http://schemas.openxmlformats.org/drawingml/2006/main">
              <a:ext uri="{FF2B5EF4-FFF2-40B4-BE49-F238E27FC236}">
                <a16:creationId xmlns:a16="http://schemas.microsoft.com/office/drawing/2014/main" id="{2793AC50-7863-4189-AA48-7822C0D7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917" y="61178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8" name="path-6246">
            <a:extLst xmlns:a="http://schemas.openxmlformats.org/drawingml/2006/main">
              <a:ext uri="{FF2B5EF4-FFF2-40B4-BE49-F238E27FC236}">
                <a16:creationId xmlns:a16="http://schemas.microsoft.com/office/drawing/2014/main" id="{13B3881A-160D-4285-AF49-30FFC782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74" y="61476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9" name="path-6247">
            <a:extLst xmlns:a="http://schemas.openxmlformats.org/drawingml/2006/main">
              <a:ext uri="{FF2B5EF4-FFF2-40B4-BE49-F238E27FC236}">
                <a16:creationId xmlns:a16="http://schemas.microsoft.com/office/drawing/2014/main" id="{890DB0FD-D015-4A8C-9007-43C962C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13" y="61379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0" name="path-6248">
            <a:extLst xmlns:a="http://schemas.openxmlformats.org/drawingml/2006/main">
              <a:ext uri="{FF2B5EF4-FFF2-40B4-BE49-F238E27FC236}">
                <a16:creationId xmlns:a16="http://schemas.microsoft.com/office/drawing/2014/main" id="{344E76E9-26FD-4889-886C-0E9454F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496" y="6121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1" name="path-6249">
            <a:extLst xmlns:a="http://schemas.openxmlformats.org/drawingml/2006/main">
              <a:ext uri="{FF2B5EF4-FFF2-40B4-BE49-F238E27FC236}">
                <a16:creationId xmlns:a16="http://schemas.microsoft.com/office/drawing/2014/main" id="{75FEF105-54F2-446E-9219-60ABB4E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041" y="6129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2" name="path-6250">
            <a:extLst xmlns:a="http://schemas.openxmlformats.org/drawingml/2006/main">
              <a:ext uri="{FF2B5EF4-FFF2-40B4-BE49-F238E27FC236}">
                <a16:creationId xmlns:a16="http://schemas.microsoft.com/office/drawing/2014/main" id="{75C2F74F-2316-40AE-85B0-61E38C2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146" y="61383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3" name="path-6251">
            <a:extLst xmlns:a="http://schemas.openxmlformats.org/drawingml/2006/main">
              <a:ext uri="{FF2B5EF4-FFF2-40B4-BE49-F238E27FC236}">
                <a16:creationId xmlns:a16="http://schemas.microsoft.com/office/drawing/2014/main" id="{F2E23B90-32CD-4B26-9779-CF6FEDF9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701" y="6164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4" name="path-6252">
            <a:extLst xmlns:a="http://schemas.openxmlformats.org/drawingml/2006/main">
              <a:ext uri="{FF2B5EF4-FFF2-40B4-BE49-F238E27FC236}">
                <a16:creationId xmlns:a16="http://schemas.microsoft.com/office/drawing/2014/main" id="{D18E103B-0C07-4BB1-88D5-CE00FDDB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307" y="61239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5" name="path-6253">
            <a:extLst xmlns:a="http://schemas.openxmlformats.org/drawingml/2006/main">
              <a:ext uri="{FF2B5EF4-FFF2-40B4-BE49-F238E27FC236}">
                <a16:creationId xmlns:a16="http://schemas.microsoft.com/office/drawing/2014/main" id="{9C738139-C8CC-425B-B220-11D2F44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42" y="61186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6" name="path-6254">
            <a:extLst xmlns:a="http://schemas.openxmlformats.org/drawingml/2006/main">
              <a:ext uri="{FF2B5EF4-FFF2-40B4-BE49-F238E27FC236}">
                <a16:creationId xmlns:a16="http://schemas.microsoft.com/office/drawing/2014/main" id="{66DCDDD7-C3DF-4943-9E2A-EF4C379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957" y="61364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7" name="path-6255">
            <a:extLst xmlns:a="http://schemas.openxmlformats.org/drawingml/2006/main">
              <a:ext uri="{FF2B5EF4-FFF2-40B4-BE49-F238E27FC236}">
                <a16:creationId xmlns:a16="http://schemas.microsoft.com/office/drawing/2014/main" id="{B1A378F3-DC79-49C5-B1DD-52F3FB97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551" y="6117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8" name="path-6256">
            <a:extLst xmlns:a="http://schemas.openxmlformats.org/drawingml/2006/main">
              <a:ext uri="{FF2B5EF4-FFF2-40B4-BE49-F238E27FC236}">
                <a16:creationId xmlns:a16="http://schemas.microsoft.com/office/drawing/2014/main" id="{EC91753A-5750-40C1-B22B-65E6BF41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02" y="61388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9" name="path-6257">
            <a:extLst xmlns:a="http://schemas.openxmlformats.org/drawingml/2006/main">
              <a:ext uri="{FF2B5EF4-FFF2-40B4-BE49-F238E27FC236}">
                <a16:creationId xmlns:a16="http://schemas.microsoft.com/office/drawing/2014/main" id="{622E075B-A010-4843-9183-D4824E0A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85" y="61102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0" name="path-6258">
            <a:extLst xmlns:a="http://schemas.openxmlformats.org/drawingml/2006/main">
              <a:ext uri="{FF2B5EF4-FFF2-40B4-BE49-F238E27FC236}">
                <a16:creationId xmlns:a16="http://schemas.microsoft.com/office/drawing/2014/main" id="{65FFE1BF-EB17-4B2F-AF8B-96375B33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00" y="6157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1" name="path-6259">
            <a:extLst xmlns:a="http://schemas.openxmlformats.org/drawingml/2006/main">
              <a:ext uri="{FF2B5EF4-FFF2-40B4-BE49-F238E27FC236}">
                <a16:creationId xmlns:a16="http://schemas.microsoft.com/office/drawing/2014/main" id="{59041EA9-5543-44B4-964B-7DD93AB0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836" y="61280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2" name="path-6260">
            <a:extLst xmlns:a="http://schemas.openxmlformats.org/drawingml/2006/main">
              <a:ext uri="{FF2B5EF4-FFF2-40B4-BE49-F238E27FC236}">
                <a16:creationId xmlns:a16="http://schemas.microsoft.com/office/drawing/2014/main" id="{8A613B38-293D-4705-8514-7CC5AC47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36" y="61407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3" name="path-6261">
            <a:extLst xmlns:a="http://schemas.openxmlformats.org/drawingml/2006/main">
              <a:ext uri="{FF2B5EF4-FFF2-40B4-BE49-F238E27FC236}">
                <a16:creationId xmlns:a16="http://schemas.microsoft.com/office/drawing/2014/main" id="{C126BABA-E0EB-46FE-9905-42F5793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88" y="6157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4" name="path-6262">
            <a:extLst xmlns:a="http://schemas.openxmlformats.org/drawingml/2006/main">
              <a:ext uri="{FF2B5EF4-FFF2-40B4-BE49-F238E27FC236}">
                <a16:creationId xmlns:a16="http://schemas.microsoft.com/office/drawing/2014/main" id="{4A028FE7-678A-4E50-8255-06DBDCF6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14" y="61521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5" name="path-6263">
            <a:extLst xmlns:a="http://schemas.openxmlformats.org/drawingml/2006/main">
              <a:ext uri="{FF2B5EF4-FFF2-40B4-BE49-F238E27FC236}">
                <a16:creationId xmlns:a16="http://schemas.microsoft.com/office/drawing/2014/main" id="{4F16AF8C-3A44-4B14-8D35-67EA2E9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254" y="6140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6" name="path-6264">
            <a:extLst xmlns:a="http://schemas.openxmlformats.org/drawingml/2006/main">
              <a:ext uri="{FF2B5EF4-FFF2-40B4-BE49-F238E27FC236}">
                <a16:creationId xmlns:a16="http://schemas.microsoft.com/office/drawing/2014/main" id="{87E389E4-4AA4-4B00-AC97-2BB25235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623" y="61380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7" name="path-6265">
            <a:extLst xmlns:a="http://schemas.openxmlformats.org/drawingml/2006/main">
              <a:ext uri="{FF2B5EF4-FFF2-40B4-BE49-F238E27FC236}">
                <a16:creationId xmlns:a16="http://schemas.microsoft.com/office/drawing/2014/main" id="{A59CFADE-7315-48C9-8751-611B881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77" y="6161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8" name="path-6266">
            <a:extLst xmlns:a="http://schemas.openxmlformats.org/drawingml/2006/main">
              <a:ext uri="{FF2B5EF4-FFF2-40B4-BE49-F238E27FC236}">
                <a16:creationId xmlns:a16="http://schemas.microsoft.com/office/drawing/2014/main" id="{782CB009-C44C-405F-A50A-0E99891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34" y="6100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9" name="path-6267">
            <a:extLst xmlns:a="http://schemas.openxmlformats.org/drawingml/2006/main">
              <a:ext uri="{FF2B5EF4-FFF2-40B4-BE49-F238E27FC236}">
                <a16:creationId xmlns:a16="http://schemas.microsoft.com/office/drawing/2014/main" id="{B8A216A5-D0A9-4340-8700-D44EF639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408" y="6126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0" name="path-6268">
            <a:extLst xmlns:a="http://schemas.openxmlformats.org/drawingml/2006/main">
              <a:ext uri="{FF2B5EF4-FFF2-40B4-BE49-F238E27FC236}">
                <a16:creationId xmlns:a16="http://schemas.microsoft.com/office/drawing/2014/main" id="{3B8587F8-8CF4-4AF8-A066-3B09C4E8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963" y="61230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1" name="path-6269">
            <a:extLst xmlns:a="http://schemas.openxmlformats.org/drawingml/2006/main">
              <a:ext uri="{FF2B5EF4-FFF2-40B4-BE49-F238E27FC236}">
                <a16:creationId xmlns:a16="http://schemas.microsoft.com/office/drawing/2014/main" id="{83089DF8-0B99-46E6-9298-C2BFF22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76" y="6143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2" name="path-6270">
            <a:extLst xmlns:a="http://schemas.openxmlformats.org/drawingml/2006/main">
              <a:ext uri="{FF2B5EF4-FFF2-40B4-BE49-F238E27FC236}">
                <a16:creationId xmlns:a16="http://schemas.microsoft.com/office/drawing/2014/main" id="{3D01CA9A-CFA1-433D-8B3B-0961BA2C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668" y="6145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3" name="path-6271">
            <a:extLst xmlns:a="http://schemas.openxmlformats.org/drawingml/2006/main">
              <a:ext uri="{FF2B5EF4-FFF2-40B4-BE49-F238E27FC236}">
                <a16:creationId xmlns:a16="http://schemas.microsoft.com/office/drawing/2014/main" id="{F2B7A6EB-AE57-471C-8B32-91D24A12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858" y="61279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4" name="path-6272">
            <a:extLst xmlns:a="http://schemas.openxmlformats.org/drawingml/2006/main">
              <a:ext uri="{FF2B5EF4-FFF2-40B4-BE49-F238E27FC236}">
                <a16:creationId xmlns:a16="http://schemas.microsoft.com/office/drawing/2014/main" id="{0CEB6CC3-031D-4A0B-AADC-D077335D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20" y="6146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5" name="path-6273">
            <a:extLst xmlns:a="http://schemas.openxmlformats.org/drawingml/2006/main">
              <a:ext uri="{FF2B5EF4-FFF2-40B4-BE49-F238E27FC236}">
                <a16:creationId xmlns:a16="http://schemas.microsoft.com/office/drawing/2014/main" id="{4545CC21-9B0E-458F-9CAD-5BFC4996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296" y="6149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6" name="path-6274">
            <a:extLst xmlns:a="http://schemas.openxmlformats.org/drawingml/2006/main">
              <a:ext uri="{FF2B5EF4-FFF2-40B4-BE49-F238E27FC236}">
                <a16:creationId xmlns:a16="http://schemas.microsoft.com/office/drawing/2014/main" id="{E5EEFC9D-B99B-40BC-B124-34A23250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182" y="6157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7" name="path-6275">
            <a:extLst xmlns:a="http://schemas.openxmlformats.org/drawingml/2006/main">
              <a:ext uri="{FF2B5EF4-FFF2-40B4-BE49-F238E27FC236}">
                <a16:creationId xmlns:a16="http://schemas.microsoft.com/office/drawing/2014/main" id="{3A7EFE08-9297-4F16-870F-607A34D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447" y="6160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8" name="path-6276">
            <a:extLst xmlns:a="http://schemas.openxmlformats.org/drawingml/2006/main">
              <a:ext uri="{FF2B5EF4-FFF2-40B4-BE49-F238E27FC236}">
                <a16:creationId xmlns:a16="http://schemas.microsoft.com/office/drawing/2014/main" id="{596E2D49-08DC-4D0E-99B8-C6899754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395" y="61464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9" name="path-6277">
            <a:extLst xmlns:a="http://schemas.openxmlformats.org/drawingml/2006/main">
              <a:ext uri="{FF2B5EF4-FFF2-40B4-BE49-F238E27FC236}">
                <a16:creationId xmlns:a16="http://schemas.microsoft.com/office/drawing/2014/main" id="{FD5DC4CD-7516-406D-90B0-985CAE6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83" y="61316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0" name="path-6278">
            <a:extLst xmlns:a="http://schemas.openxmlformats.org/drawingml/2006/main">
              <a:ext uri="{FF2B5EF4-FFF2-40B4-BE49-F238E27FC236}">
                <a16:creationId xmlns:a16="http://schemas.microsoft.com/office/drawing/2014/main" id="{37DFE154-61D9-4E1D-96DC-8FDA5C1E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636" y="61408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1" name="path-6279">
            <a:extLst xmlns:a="http://schemas.openxmlformats.org/drawingml/2006/main">
              <a:ext uri="{FF2B5EF4-FFF2-40B4-BE49-F238E27FC236}">
                <a16:creationId xmlns:a16="http://schemas.microsoft.com/office/drawing/2014/main" id="{130DD5BA-9EE6-44B0-99A4-BC083C7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33" y="6147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2" name="path-6280">
            <a:extLst xmlns:a="http://schemas.openxmlformats.org/drawingml/2006/main">
              <a:ext uri="{FF2B5EF4-FFF2-40B4-BE49-F238E27FC236}">
                <a16:creationId xmlns:a16="http://schemas.microsoft.com/office/drawing/2014/main" id="{CACB81E1-61A7-42EF-8CF7-1BA92D0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954" y="6124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3" name="path-6281">
            <a:extLst xmlns:a="http://schemas.openxmlformats.org/drawingml/2006/main">
              <a:ext uri="{FF2B5EF4-FFF2-40B4-BE49-F238E27FC236}">
                <a16:creationId xmlns:a16="http://schemas.microsoft.com/office/drawing/2014/main" id="{D9863568-FD44-4D58-96FE-D1A1CD7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476" y="61484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4" name="path-6282">
            <a:extLst xmlns:a="http://schemas.openxmlformats.org/drawingml/2006/main">
              <a:ext uri="{FF2B5EF4-FFF2-40B4-BE49-F238E27FC236}">
                <a16:creationId xmlns:a16="http://schemas.microsoft.com/office/drawing/2014/main" id="{89D58EF6-0A54-466E-992E-3DA4CA9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151" y="6136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5" name="path-6283">
            <a:extLst xmlns:a="http://schemas.openxmlformats.org/drawingml/2006/main">
              <a:ext uri="{FF2B5EF4-FFF2-40B4-BE49-F238E27FC236}">
                <a16:creationId xmlns:a16="http://schemas.microsoft.com/office/drawing/2014/main" id="{5EEE873A-4A00-4A46-BA39-70A3C2C6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842" y="6146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6" name="path-6284">
            <a:extLst xmlns:a="http://schemas.openxmlformats.org/drawingml/2006/main">
              <a:ext uri="{FF2B5EF4-FFF2-40B4-BE49-F238E27FC236}">
                <a16:creationId xmlns:a16="http://schemas.microsoft.com/office/drawing/2014/main" id="{F6189C4E-2CED-4DC7-8EC8-FC64F389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418" y="6151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7" name="path-6285">
            <a:extLst xmlns:a="http://schemas.openxmlformats.org/drawingml/2006/main">
              <a:ext uri="{FF2B5EF4-FFF2-40B4-BE49-F238E27FC236}">
                <a16:creationId xmlns:a16="http://schemas.microsoft.com/office/drawing/2014/main" id="{D5CBBE12-E394-4DAE-8D4E-1B975B87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508" y="6126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8" name="path-6286">
            <a:extLst xmlns:a="http://schemas.openxmlformats.org/drawingml/2006/main">
              <a:ext uri="{FF2B5EF4-FFF2-40B4-BE49-F238E27FC236}">
                <a16:creationId xmlns:a16="http://schemas.microsoft.com/office/drawing/2014/main" id="{4C526A10-B7AA-4E31-840D-F9235D1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8" y="6157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9" name="path-6287">
            <a:extLst xmlns:a="http://schemas.openxmlformats.org/drawingml/2006/main">
              <a:ext uri="{FF2B5EF4-FFF2-40B4-BE49-F238E27FC236}">
                <a16:creationId xmlns:a16="http://schemas.microsoft.com/office/drawing/2014/main" id="{C59E38AD-B83F-4936-9EC2-F43D319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994" y="61204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0" name="path-6288">
            <a:extLst xmlns:a="http://schemas.openxmlformats.org/drawingml/2006/main">
              <a:ext uri="{FF2B5EF4-FFF2-40B4-BE49-F238E27FC236}">
                <a16:creationId xmlns:a16="http://schemas.microsoft.com/office/drawing/2014/main" id="{F9850C7C-0FEE-423D-85D9-4CB990D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391" y="6165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1" name="path-6289">
            <a:extLst xmlns:a="http://schemas.openxmlformats.org/drawingml/2006/main">
              <a:ext uri="{FF2B5EF4-FFF2-40B4-BE49-F238E27FC236}">
                <a16:creationId xmlns:a16="http://schemas.microsoft.com/office/drawing/2014/main" id="{8D7EE295-1EA5-4E21-9465-8535ED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078" y="6149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2" name="path-6290">
            <a:extLst xmlns:a="http://schemas.openxmlformats.org/drawingml/2006/main">
              <a:ext uri="{FF2B5EF4-FFF2-40B4-BE49-F238E27FC236}">
                <a16:creationId xmlns:a16="http://schemas.microsoft.com/office/drawing/2014/main" id="{8DE07676-1030-48AE-B69B-EC74091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11" y="6131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3" name="path-6291">
            <a:extLst xmlns:a="http://schemas.openxmlformats.org/drawingml/2006/main">
              <a:ext uri="{FF2B5EF4-FFF2-40B4-BE49-F238E27FC236}">
                <a16:creationId xmlns:a16="http://schemas.microsoft.com/office/drawing/2014/main" id="{F8177D02-AF28-4353-9B4C-EE4A3BB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902" y="61205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4" name="path-6292">
            <a:extLst xmlns:a="http://schemas.openxmlformats.org/drawingml/2006/main">
              <a:ext uri="{FF2B5EF4-FFF2-40B4-BE49-F238E27FC236}">
                <a16:creationId xmlns:a16="http://schemas.microsoft.com/office/drawing/2014/main" id="{EC5D97D6-8ED9-4800-AFD1-AC52676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268" y="61191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5" name="path-6293">
            <a:extLst xmlns:a="http://schemas.openxmlformats.org/drawingml/2006/main">
              <a:ext uri="{FF2B5EF4-FFF2-40B4-BE49-F238E27FC236}">
                <a16:creationId xmlns:a16="http://schemas.microsoft.com/office/drawing/2014/main" id="{2B2DD9E9-B9FF-4AD2-B4C5-D83030D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407" y="6150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6" name="path-6294">
            <a:extLst xmlns:a="http://schemas.openxmlformats.org/drawingml/2006/main">
              <a:ext uri="{FF2B5EF4-FFF2-40B4-BE49-F238E27FC236}">
                <a16:creationId xmlns:a16="http://schemas.microsoft.com/office/drawing/2014/main" id="{3981EB9A-3699-40E7-8555-9BBD0754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177" y="6154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7" name="path-6295">
            <a:extLst xmlns:a="http://schemas.openxmlformats.org/drawingml/2006/main">
              <a:ext uri="{FF2B5EF4-FFF2-40B4-BE49-F238E27FC236}">
                <a16:creationId xmlns:a16="http://schemas.microsoft.com/office/drawing/2014/main" id="{47AC1DE4-8D9D-4C25-BABE-EC8939B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01" y="6140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8" name="path-6296">
            <a:extLst xmlns:a="http://schemas.openxmlformats.org/drawingml/2006/main">
              <a:ext uri="{FF2B5EF4-FFF2-40B4-BE49-F238E27FC236}">
                <a16:creationId xmlns:a16="http://schemas.microsoft.com/office/drawing/2014/main" id="{6ED416FA-159F-4E70-BAFD-AB7B04A8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650" y="6143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9" name="path-6297">
            <a:extLst xmlns:a="http://schemas.openxmlformats.org/drawingml/2006/main">
              <a:ext uri="{FF2B5EF4-FFF2-40B4-BE49-F238E27FC236}">
                <a16:creationId xmlns:a16="http://schemas.microsoft.com/office/drawing/2014/main" id="{C99083DE-6594-402E-A227-E00F59F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096" y="6164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0" name="path-6298">
            <a:extLst xmlns:a="http://schemas.openxmlformats.org/drawingml/2006/main">
              <a:ext uri="{FF2B5EF4-FFF2-40B4-BE49-F238E27FC236}">
                <a16:creationId xmlns:a16="http://schemas.microsoft.com/office/drawing/2014/main" id="{255A7DA4-9DB0-4A37-829A-12B50B5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4" y="6126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1" name="path-6299">
            <a:extLst xmlns:a="http://schemas.openxmlformats.org/drawingml/2006/main">
              <a:ext uri="{FF2B5EF4-FFF2-40B4-BE49-F238E27FC236}">
                <a16:creationId xmlns:a16="http://schemas.microsoft.com/office/drawing/2014/main" id="{4CC4773E-57E8-46A7-91B1-453F3B2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601" y="6121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2" name="path-6300">
            <a:extLst xmlns:a="http://schemas.openxmlformats.org/drawingml/2006/main">
              <a:ext uri="{FF2B5EF4-FFF2-40B4-BE49-F238E27FC236}">
                <a16:creationId xmlns:a16="http://schemas.microsoft.com/office/drawing/2014/main" id="{8B4CE742-3533-4F4F-AE49-2468B951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005" y="6133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3" name="path-6301">
            <a:extLst xmlns:a="http://schemas.openxmlformats.org/drawingml/2006/main">
              <a:ext uri="{FF2B5EF4-FFF2-40B4-BE49-F238E27FC236}">
                <a16:creationId xmlns:a16="http://schemas.microsoft.com/office/drawing/2014/main" id="{A44CD29F-5D60-4F34-A774-BF6B911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511" y="61406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4" name="path-6302">
            <a:extLst xmlns:a="http://schemas.openxmlformats.org/drawingml/2006/main">
              <a:ext uri="{FF2B5EF4-FFF2-40B4-BE49-F238E27FC236}">
                <a16:creationId xmlns:a16="http://schemas.microsoft.com/office/drawing/2014/main" id="{5669C166-46EA-4146-8AF8-FDC3F66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81" y="6144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5" name="path-6303">
            <a:extLst xmlns:a="http://schemas.openxmlformats.org/drawingml/2006/main">
              <a:ext uri="{FF2B5EF4-FFF2-40B4-BE49-F238E27FC236}">
                <a16:creationId xmlns:a16="http://schemas.microsoft.com/office/drawing/2014/main" id="{10C4B7C3-FBC2-4C48-B43D-AF43C2EA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836" y="6142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6" name="path-6304">
            <a:extLst xmlns:a="http://schemas.openxmlformats.org/drawingml/2006/main">
              <a:ext uri="{FF2B5EF4-FFF2-40B4-BE49-F238E27FC236}">
                <a16:creationId xmlns:a16="http://schemas.microsoft.com/office/drawing/2014/main" id="{1BAEA73F-2143-4C90-B7E7-B0BF3623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63" y="61356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7" name="path-6305">
            <a:extLst xmlns:a="http://schemas.openxmlformats.org/drawingml/2006/main">
              <a:ext uri="{FF2B5EF4-FFF2-40B4-BE49-F238E27FC236}">
                <a16:creationId xmlns:a16="http://schemas.microsoft.com/office/drawing/2014/main" id="{73A99070-90C0-433E-A954-1F9BAEB9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398" y="6135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8" name="path-6306">
            <a:extLst xmlns:a="http://schemas.openxmlformats.org/drawingml/2006/main">
              <a:ext uri="{FF2B5EF4-FFF2-40B4-BE49-F238E27FC236}">
                <a16:creationId xmlns:a16="http://schemas.microsoft.com/office/drawing/2014/main" id="{885AB4F8-3342-4F19-8E4E-CC504CB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34" y="61370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9" name="path-6307">
            <a:extLst xmlns:a="http://schemas.openxmlformats.org/drawingml/2006/main">
              <a:ext uri="{FF2B5EF4-FFF2-40B4-BE49-F238E27FC236}">
                <a16:creationId xmlns:a16="http://schemas.microsoft.com/office/drawing/2014/main" id="{D5F286CD-2D18-4DCB-8CE1-507FEA42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15" y="61756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0" name="path-6308">
            <a:extLst xmlns:a="http://schemas.openxmlformats.org/drawingml/2006/main">
              <a:ext uri="{FF2B5EF4-FFF2-40B4-BE49-F238E27FC236}">
                <a16:creationId xmlns:a16="http://schemas.microsoft.com/office/drawing/2014/main" id="{735DB624-7F6C-4431-9B74-2B4C16A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75" y="6144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1" name="path-6309">
            <a:extLst xmlns:a="http://schemas.openxmlformats.org/drawingml/2006/main">
              <a:ext uri="{FF2B5EF4-FFF2-40B4-BE49-F238E27FC236}">
                <a16:creationId xmlns:a16="http://schemas.microsoft.com/office/drawing/2014/main" id="{EE0757D5-3931-4EA4-9DAC-41651FDF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32" y="6136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2" name="path-6310">
            <a:extLst xmlns:a="http://schemas.openxmlformats.org/drawingml/2006/main">
              <a:ext uri="{FF2B5EF4-FFF2-40B4-BE49-F238E27FC236}">
                <a16:creationId xmlns:a16="http://schemas.microsoft.com/office/drawing/2014/main" id="{3E6B3FF1-5400-444F-84B7-39BFD61D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150" y="6147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3" name="path-6311">
            <a:extLst xmlns:a="http://schemas.openxmlformats.org/drawingml/2006/main">
              <a:ext uri="{FF2B5EF4-FFF2-40B4-BE49-F238E27FC236}">
                <a16:creationId xmlns:a16="http://schemas.microsoft.com/office/drawing/2014/main" id="{482D830F-00A0-484D-BBA5-C92F2D51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69" y="6121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4" name="path-6312">
            <a:extLst xmlns:a="http://schemas.openxmlformats.org/drawingml/2006/main">
              <a:ext uri="{FF2B5EF4-FFF2-40B4-BE49-F238E27FC236}">
                <a16:creationId xmlns:a16="http://schemas.microsoft.com/office/drawing/2014/main" id="{517522F3-BBBD-47B1-B778-E2E21156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117" y="6147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5" name="path-6313">
            <a:extLst xmlns:a="http://schemas.openxmlformats.org/drawingml/2006/main">
              <a:ext uri="{FF2B5EF4-FFF2-40B4-BE49-F238E27FC236}">
                <a16:creationId xmlns:a16="http://schemas.microsoft.com/office/drawing/2014/main" id="{ACCBBC03-6BDD-4FA5-9C31-94BDD0DD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763" y="61254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6" name="path-6314">
            <a:extLst xmlns:a="http://schemas.openxmlformats.org/drawingml/2006/main">
              <a:ext uri="{FF2B5EF4-FFF2-40B4-BE49-F238E27FC236}">
                <a16:creationId xmlns:a16="http://schemas.microsoft.com/office/drawing/2014/main" id="{7C98D245-C30E-4C69-B79E-5D25E0F2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118" y="6150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7" name="path-6315">
            <a:extLst xmlns:a="http://schemas.openxmlformats.org/drawingml/2006/main">
              <a:ext uri="{FF2B5EF4-FFF2-40B4-BE49-F238E27FC236}">
                <a16:creationId xmlns:a16="http://schemas.microsoft.com/office/drawing/2014/main" id="{ED642A91-9654-4940-BD8F-60DFE1D3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4" y="6141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8" name="path-6316">
            <a:extLst xmlns:a="http://schemas.openxmlformats.org/drawingml/2006/main">
              <a:ext uri="{FF2B5EF4-FFF2-40B4-BE49-F238E27FC236}">
                <a16:creationId xmlns:a16="http://schemas.microsoft.com/office/drawing/2014/main" id="{C8712900-411B-4C3E-8A53-4A603DE4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013" y="6160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9" name="path-6317">
            <a:extLst xmlns:a="http://schemas.openxmlformats.org/drawingml/2006/main">
              <a:ext uri="{FF2B5EF4-FFF2-40B4-BE49-F238E27FC236}">
                <a16:creationId xmlns:a16="http://schemas.microsoft.com/office/drawing/2014/main" id="{0A887087-ECEB-4312-AB12-7C0BCD9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664" y="6152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0" name="path-6318">
            <a:extLst xmlns:a="http://schemas.openxmlformats.org/drawingml/2006/main">
              <a:ext uri="{FF2B5EF4-FFF2-40B4-BE49-F238E27FC236}">
                <a16:creationId xmlns:a16="http://schemas.microsoft.com/office/drawing/2014/main" id="{AF08BCE1-1549-4792-BE1C-7F73CB5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894" y="6157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1" name="path-6319">
            <a:extLst xmlns:a="http://schemas.openxmlformats.org/drawingml/2006/main">
              <a:ext uri="{FF2B5EF4-FFF2-40B4-BE49-F238E27FC236}">
                <a16:creationId xmlns:a16="http://schemas.microsoft.com/office/drawing/2014/main" id="{F56D355C-AD56-4E5A-96ED-4BCEDB5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627" y="6145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2" name="path-6320">
            <a:extLst xmlns:a="http://schemas.openxmlformats.org/drawingml/2006/main">
              <a:ext uri="{FF2B5EF4-FFF2-40B4-BE49-F238E27FC236}">
                <a16:creationId xmlns:a16="http://schemas.microsoft.com/office/drawing/2014/main" id="{791F6AA3-167B-48A8-812D-EBBFF9C1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435" y="61496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3" name="path-6321">
            <a:extLst xmlns:a="http://schemas.openxmlformats.org/drawingml/2006/main">
              <a:ext uri="{FF2B5EF4-FFF2-40B4-BE49-F238E27FC236}">
                <a16:creationId xmlns:a16="http://schemas.microsoft.com/office/drawing/2014/main" id="{68D76125-E804-42D6-BD85-0EA072D4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464" y="6150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4" name="path-6322">
            <a:extLst xmlns:a="http://schemas.openxmlformats.org/drawingml/2006/main">
              <a:ext uri="{FF2B5EF4-FFF2-40B4-BE49-F238E27FC236}">
                <a16:creationId xmlns:a16="http://schemas.microsoft.com/office/drawing/2014/main" id="{BE088912-59A2-458B-98F4-B510853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07" y="6135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5" name="path-6323">
            <a:extLst xmlns:a="http://schemas.openxmlformats.org/drawingml/2006/main">
              <a:ext uri="{FF2B5EF4-FFF2-40B4-BE49-F238E27FC236}">
                <a16:creationId xmlns:a16="http://schemas.microsoft.com/office/drawing/2014/main" id="{FAFF12A2-CE7A-406D-BB7A-BF4FCEA9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13" y="6122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6" name="path-6324">
            <a:extLst xmlns:a="http://schemas.openxmlformats.org/drawingml/2006/main">
              <a:ext uri="{FF2B5EF4-FFF2-40B4-BE49-F238E27FC236}">
                <a16:creationId xmlns:a16="http://schemas.microsoft.com/office/drawing/2014/main" id="{D5C1C978-4DD8-4833-B7A9-EE6CF71E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975" y="6146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7" name="path-6325">
            <a:extLst xmlns:a="http://schemas.openxmlformats.org/drawingml/2006/main">
              <a:ext uri="{FF2B5EF4-FFF2-40B4-BE49-F238E27FC236}">
                <a16:creationId xmlns:a16="http://schemas.microsoft.com/office/drawing/2014/main" id="{80F7335A-1BAC-4C94-B59B-33D5F8E2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94" y="6148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8" name="path-6326">
            <a:extLst xmlns:a="http://schemas.openxmlformats.org/drawingml/2006/main">
              <a:ext uri="{FF2B5EF4-FFF2-40B4-BE49-F238E27FC236}">
                <a16:creationId xmlns:a16="http://schemas.microsoft.com/office/drawing/2014/main" id="{4D231E4B-C9FD-4FEB-9890-8DE4DBD4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87" y="6129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9" name="path-6327">
            <a:extLst xmlns:a="http://schemas.openxmlformats.org/drawingml/2006/main">
              <a:ext uri="{FF2B5EF4-FFF2-40B4-BE49-F238E27FC236}">
                <a16:creationId xmlns:a16="http://schemas.microsoft.com/office/drawing/2014/main" id="{196267DF-AF8F-49BF-B35B-A722CD23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571" y="61472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0" name="path-6328">
            <a:extLst xmlns:a="http://schemas.openxmlformats.org/drawingml/2006/main">
              <a:ext uri="{FF2B5EF4-FFF2-40B4-BE49-F238E27FC236}">
                <a16:creationId xmlns:a16="http://schemas.microsoft.com/office/drawing/2014/main" id="{B9417515-4AD4-4364-948D-76CBF361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607" y="61646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1" name="path-6329">
            <a:extLst xmlns:a="http://schemas.openxmlformats.org/drawingml/2006/main">
              <a:ext uri="{FF2B5EF4-FFF2-40B4-BE49-F238E27FC236}">
                <a16:creationId xmlns:a16="http://schemas.microsoft.com/office/drawing/2014/main" id="{833F1D5D-86F7-491D-AC3E-D50CA98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642" y="6137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2" name="path-6330">
            <a:extLst xmlns:a="http://schemas.openxmlformats.org/drawingml/2006/main">
              <a:ext uri="{FF2B5EF4-FFF2-40B4-BE49-F238E27FC236}">
                <a16:creationId xmlns:a16="http://schemas.microsoft.com/office/drawing/2014/main" id="{365C1F5A-734D-4B27-ACF0-528090B4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04" y="6121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3" name="path-6331">
            <a:extLst xmlns:a="http://schemas.openxmlformats.org/drawingml/2006/main">
              <a:ext uri="{FF2B5EF4-FFF2-40B4-BE49-F238E27FC236}">
                <a16:creationId xmlns:a16="http://schemas.microsoft.com/office/drawing/2014/main" id="{32A0CAB6-1B0B-497A-AA55-6049AE2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413" y="61486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4" name="path-6332">
            <a:extLst xmlns:a="http://schemas.openxmlformats.org/drawingml/2006/main">
              <a:ext uri="{FF2B5EF4-FFF2-40B4-BE49-F238E27FC236}">
                <a16:creationId xmlns:a16="http://schemas.microsoft.com/office/drawing/2014/main" id="{0CE21186-E9A9-4707-A219-84EC5C55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043" y="61831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5" name="path-6333">
            <a:extLst xmlns:a="http://schemas.openxmlformats.org/drawingml/2006/main">
              <a:ext uri="{FF2B5EF4-FFF2-40B4-BE49-F238E27FC236}">
                <a16:creationId xmlns:a16="http://schemas.microsoft.com/office/drawing/2014/main" id="{B9C4A9A3-3EDF-424C-BCCC-CBF6A5D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82" y="6140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6" name="path-6334">
            <a:extLst xmlns:a="http://schemas.openxmlformats.org/drawingml/2006/main">
              <a:ext uri="{FF2B5EF4-FFF2-40B4-BE49-F238E27FC236}">
                <a16:creationId xmlns:a16="http://schemas.microsoft.com/office/drawing/2014/main" id="{8A6B95D3-A85C-4018-8AED-36DAFE3B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259" y="61648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7" name="path-6335">
            <a:extLst xmlns:a="http://schemas.openxmlformats.org/drawingml/2006/main">
              <a:ext uri="{FF2B5EF4-FFF2-40B4-BE49-F238E27FC236}">
                <a16:creationId xmlns:a16="http://schemas.microsoft.com/office/drawing/2014/main" id="{20C55FA5-D533-4294-8C61-B0F83613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859" y="61297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8" name="path-6336">
            <a:extLst xmlns:a="http://schemas.openxmlformats.org/drawingml/2006/main">
              <a:ext uri="{FF2B5EF4-FFF2-40B4-BE49-F238E27FC236}">
                <a16:creationId xmlns:a16="http://schemas.microsoft.com/office/drawing/2014/main" id="{B565BC66-2D7A-4396-8CAC-F393A509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695" y="61558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9" name="path-6337">
            <a:extLst xmlns:a="http://schemas.openxmlformats.org/drawingml/2006/main">
              <a:ext uri="{FF2B5EF4-FFF2-40B4-BE49-F238E27FC236}">
                <a16:creationId xmlns:a16="http://schemas.microsoft.com/office/drawing/2014/main" id="{779C79AB-F350-4A57-AB6A-DACF16F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2" y="61467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0" name="path-6338">
            <a:extLst xmlns:a="http://schemas.openxmlformats.org/drawingml/2006/main">
              <a:ext uri="{FF2B5EF4-FFF2-40B4-BE49-F238E27FC236}">
                <a16:creationId xmlns:a16="http://schemas.microsoft.com/office/drawing/2014/main" id="{20FD97B1-7DCF-41F4-A411-AE21F92E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878" y="61485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1" name="path-6339">
            <a:extLst xmlns:a="http://schemas.openxmlformats.org/drawingml/2006/main">
              <a:ext uri="{FF2B5EF4-FFF2-40B4-BE49-F238E27FC236}">
                <a16:creationId xmlns:a16="http://schemas.microsoft.com/office/drawing/2014/main" id="{A89B4121-235C-4762-8742-C1D0DAB3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110" y="6130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2" name="path-6340">
            <a:extLst xmlns:a="http://schemas.openxmlformats.org/drawingml/2006/main">
              <a:ext uri="{FF2B5EF4-FFF2-40B4-BE49-F238E27FC236}">
                <a16:creationId xmlns:a16="http://schemas.microsoft.com/office/drawing/2014/main" id="{3482DCE8-85A1-4EB7-80DC-505A892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416" y="6151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3" name="path-6341">
            <a:extLst xmlns:a="http://schemas.openxmlformats.org/drawingml/2006/main">
              <a:ext uri="{FF2B5EF4-FFF2-40B4-BE49-F238E27FC236}">
                <a16:creationId xmlns:a16="http://schemas.microsoft.com/office/drawing/2014/main" id="{D2D10CDC-2BB9-478F-B118-B7397284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503" y="6136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4" name="path-6342">
            <a:extLst xmlns:a="http://schemas.openxmlformats.org/drawingml/2006/main">
              <a:ext uri="{FF2B5EF4-FFF2-40B4-BE49-F238E27FC236}">
                <a16:creationId xmlns:a16="http://schemas.microsoft.com/office/drawing/2014/main" id="{DF7B29CF-9075-4C21-A42A-E9BE91EC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953" y="6145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5" name="path-6343">
            <a:extLst xmlns:a="http://schemas.openxmlformats.org/drawingml/2006/main">
              <a:ext uri="{FF2B5EF4-FFF2-40B4-BE49-F238E27FC236}">
                <a16:creationId xmlns:a16="http://schemas.microsoft.com/office/drawing/2014/main" id="{5279E57D-8142-48D3-A1CD-50BE6825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774" y="61443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6" name="path-6344">
            <a:extLst xmlns:a="http://schemas.openxmlformats.org/drawingml/2006/main">
              <a:ext uri="{FF2B5EF4-FFF2-40B4-BE49-F238E27FC236}">
                <a16:creationId xmlns:a16="http://schemas.microsoft.com/office/drawing/2014/main" id="{974ED11A-866B-416E-AB98-8D2B13F0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717" y="61289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7" name="path-6345">
            <a:extLst xmlns:a="http://schemas.openxmlformats.org/drawingml/2006/main">
              <a:ext uri="{FF2B5EF4-FFF2-40B4-BE49-F238E27FC236}">
                <a16:creationId xmlns:a16="http://schemas.microsoft.com/office/drawing/2014/main" id="{66D256CD-3A1E-403B-89B4-8998D412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755" y="6144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8" name="path-6346">
            <a:extLst xmlns:a="http://schemas.openxmlformats.org/drawingml/2006/main">
              <a:ext uri="{FF2B5EF4-FFF2-40B4-BE49-F238E27FC236}">
                <a16:creationId xmlns:a16="http://schemas.microsoft.com/office/drawing/2014/main" id="{F9B8A3DA-EDE4-42B6-A7FE-1EF5C6B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270" y="6169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9" name="path-6347">
            <a:extLst xmlns:a="http://schemas.openxmlformats.org/drawingml/2006/main">
              <a:ext uri="{FF2B5EF4-FFF2-40B4-BE49-F238E27FC236}">
                <a16:creationId xmlns:a16="http://schemas.microsoft.com/office/drawing/2014/main" id="{E4B9A096-D1E4-4237-8416-E178FB7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518" y="6137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0" name="path-6348">
            <a:extLst xmlns:a="http://schemas.openxmlformats.org/drawingml/2006/main">
              <a:ext uri="{FF2B5EF4-FFF2-40B4-BE49-F238E27FC236}">
                <a16:creationId xmlns:a16="http://schemas.microsoft.com/office/drawing/2014/main" id="{CA24F959-4B03-41A4-A296-5D9B4DDA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757" y="6118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1" name="path-6349">
            <a:extLst xmlns:a="http://schemas.openxmlformats.org/drawingml/2006/main">
              <a:ext uri="{FF2B5EF4-FFF2-40B4-BE49-F238E27FC236}">
                <a16:creationId xmlns:a16="http://schemas.microsoft.com/office/drawing/2014/main" id="{BA573ADB-9E50-400E-B49E-52C798C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540" y="6116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2" name="path-6350">
            <a:extLst xmlns:a="http://schemas.openxmlformats.org/drawingml/2006/main">
              <a:ext uri="{FF2B5EF4-FFF2-40B4-BE49-F238E27FC236}">
                <a16:creationId xmlns:a16="http://schemas.microsoft.com/office/drawing/2014/main" id="{8DB3D605-FB72-4D14-8448-EDE1F14A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136" y="61296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3" name="path-6351">
            <a:extLst xmlns:a="http://schemas.openxmlformats.org/drawingml/2006/main">
              <a:ext uri="{FF2B5EF4-FFF2-40B4-BE49-F238E27FC236}">
                <a16:creationId xmlns:a16="http://schemas.microsoft.com/office/drawing/2014/main" id="{88475464-7576-472B-942C-B85E2F3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651" y="6155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4" name="path-6352">
            <a:extLst xmlns:a="http://schemas.openxmlformats.org/drawingml/2006/main">
              <a:ext uri="{FF2B5EF4-FFF2-40B4-BE49-F238E27FC236}">
                <a16:creationId xmlns:a16="http://schemas.microsoft.com/office/drawing/2014/main" id="{5FE25D91-1126-4FB3-B19E-C6836B21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505" y="6149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5" name="path-6353">
            <a:extLst xmlns:a="http://schemas.openxmlformats.org/drawingml/2006/main">
              <a:ext uri="{FF2B5EF4-FFF2-40B4-BE49-F238E27FC236}">
                <a16:creationId xmlns:a16="http://schemas.microsoft.com/office/drawing/2014/main" id="{3CFFD554-7757-4AD3-8D94-1CE19A24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70" y="6137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6" name="path-6354">
            <a:extLst xmlns:a="http://schemas.openxmlformats.org/drawingml/2006/main">
              <a:ext uri="{FF2B5EF4-FFF2-40B4-BE49-F238E27FC236}">
                <a16:creationId xmlns:a16="http://schemas.microsoft.com/office/drawing/2014/main" id="{5860F6DA-A43B-4ACF-BA89-6225B203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78" y="6121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7" name="path-6355">
            <a:extLst xmlns:a="http://schemas.openxmlformats.org/drawingml/2006/main">
              <a:ext uri="{FF2B5EF4-FFF2-40B4-BE49-F238E27FC236}">
                <a16:creationId xmlns:a16="http://schemas.microsoft.com/office/drawing/2014/main" id="{09852FFF-5FDF-4A5A-A628-AFF3A106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897" y="6109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8" name="path-6356">
            <a:extLst xmlns:a="http://schemas.openxmlformats.org/drawingml/2006/main">
              <a:ext uri="{FF2B5EF4-FFF2-40B4-BE49-F238E27FC236}">
                <a16:creationId xmlns:a16="http://schemas.microsoft.com/office/drawing/2014/main" id="{D0B3D54F-84F6-4AA6-B439-A7589EF4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882" y="6120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9" name="path-6357">
            <a:extLst xmlns:a="http://schemas.openxmlformats.org/drawingml/2006/main">
              <a:ext uri="{FF2B5EF4-FFF2-40B4-BE49-F238E27FC236}">
                <a16:creationId xmlns:a16="http://schemas.microsoft.com/office/drawing/2014/main" id="{E984A044-4E25-4862-A68F-68ACD8B0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407" y="61639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0" name="path-6358">
            <a:extLst xmlns:a="http://schemas.openxmlformats.org/drawingml/2006/main">
              <a:ext uri="{FF2B5EF4-FFF2-40B4-BE49-F238E27FC236}">
                <a16:creationId xmlns:a16="http://schemas.microsoft.com/office/drawing/2014/main" id="{2790ED23-2127-4706-89E3-1138AF9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17" y="6139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1" name="path-6359">
            <a:extLst xmlns:a="http://schemas.openxmlformats.org/drawingml/2006/main">
              <a:ext uri="{FF2B5EF4-FFF2-40B4-BE49-F238E27FC236}">
                <a16:creationId xmlns:a16="http://schemas.microsoft.com/office/drawing/2014/main" id="{12E92AC8-EE2F-4742-B38C-959BD4C0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59" y="61498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2" name="path-6360">
            <a:extLst xmlns:a="http://schemas.openxmlformats.org/drawingml/2006/main">
              <a:ext uri="{FF2B5EF4-FFF2-40B4-BE49-F238E27FC236}">
                <a16:creationId xmlns:a16="http://schemas.microsoft.com/office/drawing/2014/main" id="{1C9D280F-0BE5-45A6-AD86-032621B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249" y="61297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3" name="path-6361">
            <a:extLst xmlns:a="http://schemas.openxmlformats.org/drawingml/2006/main">
              <a:ext uri="{FF2B5EF4-FFF2-40B4-BE49-F238E27FC236}">
                <a16:creationId xmlns:a16="http://schemas.microsoft.com/office/drawing/2014/main" id="{E7E5DE06-1FF4-4D05-8909-A311283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366" y="6153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4" name="path-6362">
            <a:extLst xmlns:a="http://schemas.openxmlformats.org/drawingml/2006/main">
              <a:ext uri="{FF2B5EF4-FFF2-40B4-BE49-F238E27FC236}">
                <a16:creationId xmlns:a16="http://schemas.microsoft.com/office/drawing/2014/main" id="{589E06F4-1561-418D-8617-E7EE44A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786" y="6142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5" name="path-6363">
            <a:extLst xmlns:a="http://schemas.openxmlformats.org/drawingml/2006/main">
              <a:ext uri="{FF2B5EF4-FFF2-40B4-BE49-F238E27FC236}">
                <a16:creationId xmlns:a16="http://schemas.microsoft.com/office/drawing/2014/main" id="{1076B905-4D49-4CAF-93E8-AD1DA8CD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772" y="61509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6" name="path-6364">
            <a:extLst xmlns:a="http://schemas.openxmlformats.org/drawingml/2006/main">
              <a:ext uri="{FF2B5EF4-FFF2-40B4-BE49-F238E27FC236}">
                <a16:creationId xmlns:a16="http://schemas.microsoft.com/office/drawing/2014/main" id="{9E236867-DC96-4CE5-9C8D-832E80D3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954" y="6126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7" name="path-6365">
            <a:extLst xmlns:a="http://schemas.openxmlformats.org/drawingml/2006/main">
              <a:ext uri="{FF2B5EF4-FFF2-40B4-BE49-F238E27FC236}">
                <a16:creationId xmlns:a16="http://schemas.microsoft.com/office/drawing/2014/main" id="{4805CF6F-17D6-4950-8333-7B80FB67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009" y="6143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8" name="path-6366">
            <a:extLst xmlns:a="http://schemas.openxmlformats.org/drawingml/2006/main">
              <a:ext uri="{FF2B5EF4-FFF2-40B4-BE49-F238E27FC236}">
                <a16:creationId xmlns:a16="http://schemas.microsoft.com/office/drawing/2014/main" id="{6B995BCF-6367-4C73-BC49-6F63F9A8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6583" y="6150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9" name="path-6367">
            <a:extLst xmlns:a="http://schemas.openxmlformats.org/drawingml/2006/main">
              <a:ext uri="{FF2B5EF4-FFF2-40B4-BE49-F238E27FC236}">
                <a16:creationId xmlns:a16="http://schemas.microsoft.com/office/drawing/2014/main" id="{4AAB8F5D-EBCB-4519-BE8A-BB95F718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3" y="61669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0" name="path-6368">
            <a:extLst xmlns:a="http://schemas.openxmlformats.org/drawingml/2006/main">
              <a:ext uri="{FF2B5EF4-FFF2-40B4-BE49-F238E27FC236}">
                <a16:creationId xmlns:a16="http://schemas.microsoft.com/office/drawing/2014/main" id="{376CCBD9-9772-4A70-83BC-CFF66020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138" y="6136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1" name="path-6369">
            <a:extLst xmlns:a="http://schemas.openxmlformats.org/drawingml/2006/main">
              <a:ext uri="{FF2B5EF4-FFF2-40B4-BE49-F238E27FC236}">
                <a16:creationId xmlns:a16="http://schemas.microsoft.com/office/drawing/2014/main" id="{1336F5B0-FE74-47DC-824A-95C8F7F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982" y="6161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2" name="path-6370">
            <a:extLst xmlns:a="http://schemas.openxmlformats.org/drawingml/2006/main">
              <a:ext uri="{FF2B5EF4-FFF2-40B4-BE49-F238E27FC236}">
                <a16:creationId xmlns:a16="http://schemas.microsoft.com/office/drawing/2014/main" id="{D87565E9-DFD5-49DF-AE2B-5F4793A5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353" y="6115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3" name="path-6371">
            <a:extLst xmlns:a="http://schemas.openxmlformats.org/drawingml/2006/main">
              <a:ext uri="{FF2B5EF4-FFF2-40B4-BE49-F238E27FC236}">
                <a16:creationId xmlns:a16="http://schemas.microsoft.com/office/drawing/2014/main" id="{E82726B7-3E0F-4F5F-BB42-1CBA8D9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870" y="61380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4" name="path-6372">
            <a:extLst xmlns:a="http://schemas.openxmlformats.org/drawingml/2006/main">
              <a:ext uri="{FF2B5EF4-FFF2-40B4-BE49-F238E27FC236}">
                <a16:creationId xmlns:a16="http://schemas.microsoft.com/office/drawing/2014/main" id="{43706529-5D22-43AC-8693-209A3DA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884" y="61422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5" name="path-6373">
            <a:extLst xmlns:a="http://schemas.openxmlformats.org/drawingml/2006/main">
              <a:ext uri="{FF2B5EF4-FFF2-40B4-BE49-F238E27FC236}">
                <a16:creationId xmlns:a16="http://schemas.microsoft.com/office/drawing/2014/main" id="{269DDA64-C419-41AE-93F6-34E978D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58" y="61488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6" name="path-6374">
            <a:extLst xmlns:a="http://schemas.openxmlformats.org/drawingml/2006/main">
              <a:ext uri="{FF2B5EF4-FFF2-40B4-BE49-F238E27FC236}">
                <a16:creationId xmlns:a16="http://schemas.microsoft.com/office/drawing/2014/main" id="{C0AE86AB-E446-4BE5-8B2A-D3AA570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949" y="6143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7" name="path-6375">
            <a:extLst xmlns:a="http://schemas.openxmlformats.org/drawingml/2006/main">
              <a:ext uri="{FF2B5EF4-FFF2-40B4-BE49-F238E27FC236}">
                <a16:creationId xmlns:a16="http://schemas.microsoft.com/office/drawing/2014/main" id="{8CB00FC8-80B0-427A-A197-5B1C995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07" y="6144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8" name="path-6376">
            <a:extLst xmlns:a="http://schemas.openxmlformats.org/drawingml/2006/main">
              <a:ext uri="{FF2B5EF4-FFF2-40B4-BE49-F238E27FC236}">
                <a16:creationId xmlns:a16="http://schemas.microsoft.com/office/drawing/2014/main" id="{3CE9A7C5-3B1D-4876-BCCD-A57CBF8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99" y="6143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9" name="path-6377">
            <a:extLst xmlns:a="http://schemas.openxmlformats.org/drawingml/2006/main">
              <a:ext uri="{FF2B5EF4-FFF2-40B4-BE49-F238E27FC236}">
                <a16:creationId xmlns:a16="http://schemas.microsoft.com/office/drawing/2014/main" id="{C76E16FA-EB6E-4E7B-BF98-82CD3E0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98" y="6133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0" name="path-6378">
            <a:extLst xmlns:a="http://schemas.openxmlformats.org/drawingml/2006/main">
              <a:ext uri="{FF2B5EF4-FFF2-40B4-BE49-F238E27FC236}">
                <a16:creationId xmlns:a16="http://schemas.microsoft.com/office/drawing/2014/main" id="{D4A8516D-B3EF-4CF4-942C-618DACF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46" y="61375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1" name="path-6379">
            <a:extLst xmlns:a="http://schemas.openxmlformats.org/drawingml/2006/main">
              <a:ext uri="{FF2B5EF4-FFF2-40B4-BE49-F238E27FC236}">
                <a16:creationId xmlns:a16="http://schemas.microsoft.com/office/drawing/2014/main" id="{D847D041-53E6-49CF-97B5-760AC9E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53" y="6117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2" name="path-6380">
            <a:extLst xmlns:a="http://schemas.openxmlformats.org/drawingml/2006/main">
              <a:ext uri="{FF2B5EF4-FFF2-40B4-BE49-F238E27FC236}">
                <a16:creationId xmlns:a16="http://schemas.microsoft.com/office/drawing/2014/main" id="{B5FF5147-D3DC-411C-86DC-D13F3035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702" y="61541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3" name="path-6381">
            <a:extLst xmlns:a="http://schemas.openxmlformats.org/drawingml/2006/main">
              <a:ext uri="{FF2B5EF4-FFF2-40B4-BE49-F238E27FC236}">
                <a16:creationId xmlns:a16="http://schemas.microsoft.com/office/drawing/2014/main" id="{6D685AB2-788A-46C7-BB41-EBE013C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80" y="6144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4" name="path-6382">
            <a:extLst xmlns:a="http://schemas.openxmlformats.org/drawingml/2006/main">
              <a:ext uri="{FF2B5EF4-FFF2-40B4-BE49-F238E27FC236}">
                <a16:creationId xmlns:a16="http://schemas.microsoft.com/office/drawing/2014/main" id="{3FCB9B1D-F754-4E8B-A0C9-C7D980A3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569" y="61142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5" name="path-6383">
            <a:extLst xmlns:a="http://schemas.openxmlformats.org/drawingml/2006/main">
              <a:ext uri="{FF2B5EF4-FFF2-40B4-BE49-F238E27FC236}">
                <a16:creationId xmlns:a16="http://schemas.microsoft.com/office/drawing/2014/main" id="{BA099A36-2084-4DC8-9EE9-DDB03493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168" y="6142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6" name="path-6384">
            <a:extLst xmlns:a="http://schemas.openxmlformats.org/drawingml/2006/main">
              <a:ext uri="{FF2B5EF4-FFF2-40B4-BE49-F238E27FC236}">
                <a16:creationId xmlns:a16="http://schemas.microsoft.com/office/drawing/2014/main" id="{5446A171-A3D7-48CA-8B3F-FCE62C6D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139" y="61547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7" name="path-6385">
            <a:extLst xmlns:a="http://schemas.openxmlformats.org/drawingml/2006/main">
              <a:ext uri="{FF2B5EF4-FFF2-40B4-BE49-F238E27FC236}">
                <a16:creationId xmlns:a16="http://schemas.microsoft.com/office/drawing/2014/main" id="{50B2547D-83CE-4359-B801-5D474D17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256" y="6138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8" name="path-6386">
            <a:extLst xmlns:a="http://schemas.openxmlformats.org/drawingml/2006/main">
              <a:ext uri="{FF2B5EF4-FFF2-40B4-BE49-F238E27FC236}">
                <a16:creationId xmlns:a16="http://schemas.microsoft.com/office/drawing/2014/main" id="{44EC0844-4048-4457-9510-5DFE8C1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72" y="6134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9" name="path-6387">
            <a:extLst xmlns:a="http://schemas.openxmlformats.org/drawingml/2006/main">
              <a:ext uri="{FF2B5EF4-FFF2-40B4-BE49-F238E27FC236}">
                <a16:creationId xmlns:a16="http://schemas.microsoft.com/office/drawing/2014/main" id="{1CFD0009-4F90-48B4-B2C9-EAFA40D7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268" y="6155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0" name="path-6388">
            <a:extLst xmlns:a="http://schemas.openxmlformats.org/drawingml/2006/main">
              <a:ext uri="{FF2B5EF4-FFF2-40B4-BE49-F238E27FC236}">
                <a16:creationId xmlns:a16="http://schemas.microsoft.com/office/drawing/2014/main" id="{03AD0906-964D-4DC2-A1BA-088CBACF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31" y="6142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1" name="path-6389">
            <a:extLst xmlns:a="http://schemas.openxmlformats.org/drawingml/2006/main">
              <a:ext uri="{FF2B5EF4-FFF2-40B4-BE49-F238E27FC236}">
                <a16:creationId xmlns:a16="http://schemas.microsoft.com/office/drawing/2014/main" id="{6155A252-7708-470F-AAC7-1C2DB47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9" y="6146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2" name="path-6390">
            <a:extLst xmlns:a="http://schemas.openxmlformats.org/drawingml/2006/main">
              <a:ext uri="{FF2B5EF4-FFF2-40B4-BE49-F238E27FC236}">
                <a16:creationId xmlns:a16="http://schemas.microsoft.com/office/drawing/2014/main" id="{17E2B545-E584-4E99-ADF2-2494B01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475" y="6149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3" name="path-6391">
            <a:extLst xmlns:a="http://schemas.openxmlformats.org/drawingml/2006/main">
              <a:ext uri="{FF2B5EF4-FFF2-40B4-BE49-F238E27FC236}">
                <a16:creationId xmlns:a16="http://schemas.microsoft.com/office/drawing/2014/main" id="{84D0EF31-1D81-4446-82FD-38A20FF0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438" y="61371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4" name="path-6392">
            <a:extLst xmlns:a="http://schemas.openxmlformats.org/drawingml/2006/main">
              <a:ext uri="{FF2B5EF4-FFF2-40B4-BE49-F238E27FC236}">
                <a16:creationId xmlns:a16="http://schemas.microsoft.com/office/drawing/2014/main" id="{857726E8-5CC2-4BC7-BA66-95DF433E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51" y="6157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5" name="path-6393">
            <a:extLst xmlns:a="http://schemas.openxmlformats.org/drawingml/2006/main">
              <a:ext uri="{FF2B5EF4-FFF2-40B4-BE49-F238E27FC236}">
                <a16:creationId xmlns:a16="http://schemas.microsoft.com/office/drawing/2014/main" id="{47B8C589-8F07-48BA-96A2-DA3B3C2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00" y="6152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6" name="path-6394">
            <a:extLst xmlns:a="http://schemas.openxmlformats.org/drawingml/2006/main">
              <a:ext uri="{FF2B5EF4-FFF2-40B4-BE49-F238E27FC236}">
                <a16:creationId xmlns:a16="http://schemas.microsoft.com/office/drawing/2014/main" id="{3743B011-3319-416B-B3DD-C1DDF2B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26" y="6136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7" name="path-6395">
            <a:extLst xmlns:a="http://schemas.openxmlformats.org/drawingml/2006/main">
              <a:ext uri="{FF2B5EF4-FFF2-40B4-BE49-F238E27FC236}">
                <a16:creationId xmlns:a16="http://schemas.microsoft.com/office/drawing/2014/main" id="{67FE86F5-09AB-46F5-9281-F16C720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905" y="6147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8" name="path-6396">
            <a:extLst xmlns:a="http://schemas.openxmlformats.org/drawingml/2006/main">
              <a:ext uri="{FF2B5EF4-FFF2-40B4-BE49-F238E27FC236}">
                <a16:creationId xmlns:a16="http://schemas.microsoft.com/office/drawing/2014/main" id="{B6CE1BCE-091A-4687-BF59-8B64492B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624" y="61354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9" name="path-6397">
            <a:extLst xmlns:a="http://schemas.openxmlformats.org/drawingml/2006/main">
              <a:ext uri="{FF2B5EF4-FFF2-40B4-BE49-F238E27FC236}">
                <a16:creationId xmlns:a16="http://schemas.microsoft.com/office/drawing/2014/main" id="{EC2677D7-786D-41B9-9486-9964845C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518" y="61750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0" name="path-6398">
            <a:extLst xmlns:a="http://schemas.openxmlformats.org/drawingml/2006/main">
              <a:ext uri="{FF2B5EF4-FFF2-40B4-BE49-F238E27FC236}">
                <a16:creationId xmlns:a16="http://schemas.microsoft.com/office/drawing/2014/main" id="{EA081BD7-61D3-4395-8D35-CDB14B0A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82" y="6136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1" name="path-6399">
            <a:extLst xmlns:a="http://schemas.openxmlformats.org/drawingml/2006/main">
              <a:ext uri="{FF2B5EF4-FFF2-40B4-BE49-F238E27FC236}">
                <a16:creationId xmlns:a16="http://schemas.microsoft.com/office/drawing/2014/main" id="{1F8E81B7-BC7B-441B-A00C-BFA28F2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788" y="61439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2" name="path-6400">
            <a:extLst xmlns:a="http://schemas.openxmlformats.org/drawingml/2006/main">
              <a:ext uri="{FF2B5EF4-FFF2-40B4-BE49-F238E27FC236}">
                <a16:creationId xmlns:a16="http://schemas.microsoft.com/office/drawing/2014/main" id="{457D37F3-9653-48B7-A6A4-8CFF0EA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194" y="6136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3" name="path-6401">
            <a:extLst xmlns:a="http://schemas.openxmlformats.org/drawingml/2006/main">
              <a:ext uri="{FF2B5EF4-FFF2-40B4-BE49-F238E27FC236}">
                <a16:creationId xmlns:a16="http://schemas.microsoft.com/office/drawing/2014/main" id="{0F753A1C-652B-443C-A5F4-1E3850E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393" y="6154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4" name="path-6402">
            <a:extLst xmlns:a="http://schemas.openxmlformats.org/drawingml/2006/main">
              <a:ext uri="{FF2B5EF4-FFF2-40B4-BE49-F238E27FC236}">
                <a16:creationId xmlns:a16="http://schemas.microsoft.com/office/drawing/2014/main" id="{AC9F4D4D-5D11-4507-A189-5D4AEFD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44" y="6134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5" name="path-6403">
            <a:extLst xmlns:a="http://schemas.openxmlformats.org/drawingml/2006/main">
              <a:ext uri="{FF2B5EF4-FFF2-40B4-BE49-F238E27FC236}">
                <a16:creationId xmlns:a16="http://schemas.microsoft.com/office/drawing/2014/main" id="{729E7727-B544-4C10-8DEF-5AEDB419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444" y="61435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6" name="path-6404">
            <a:extLst xmlns:a="http://schemas.openxmlformats.org/drawingml/2006/main">
              <a:ext uri="{FF2B5EF4-FFF2-40B4-BE49-F238E27FC236}">
                <a16:creationId xmlns:a16="http://schemas.microsoft.com/office/drawing/2014/main" id="{9F4F940E-8CCB-4BBE-B44A-FE373A3C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65" y="6134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7" name="path-6405">
            <a:extLst xmlns:a="http://schemas.openxmlformats.org/drawingml/2006/main">
              <a:ext uri="{FF2B5EF4-FFF2-40B4-BE49-F238E27FC236}">
                <a16:creationId xmlns:a16="http://schemas.microsoft.com/office/drawing/2014/main" id="{7A521655-B622-4DAF-BA0D-C25D772F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9" y="6117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8" name="path-6406">
            <a:extLst xmlns:a="http://schemas.openxmlformats.org/drawingml/2006/main">
              <a:ext uri="{FF2B5EF4-FFF2-40B4-BE49-F238E27FC236}">
                <a16:creationId xmlns:a16="http://schemas.microsoft.com/office/drawing/2014/main" id="{462E87AC-120F-4330-9D11-DDA8F998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6" y="6161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9" name="path-6407">
            <a:extLst xmlns:a="http://schemas.openxmlformats.org/drawingml/2006/main">
              <a:ext uri="{FF2B5EF4-FFF2-40B4-BE49-F238E27FC236}">
                <a16:creationId xmlns:a16="http://schemas.microsoft.com/office/drawing/2014/main" id="{3403AD7A-E6D7-4042-8514-1E0FED2D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08" y="6142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0" name="path-6408">
            <a:extLst xmlns:a="http://schemas.openxmlformats.org/drawingml/2006/main">
              <a:ext uri="{FF2B5EF4-FFF2-40B4-BE49-F238E27FC236}">
                <a16:creationId xmlns:a16="http://schemas.microsoft.com/office/drawing/2014/main" id="{3A40ED64-5B1B-490E-8BD1-4A3B54B4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69" y="6125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1" name="path-6409">
            <a:extLst xmlns:a="http://schemas.openxmlformats.org/drawingml/2006/main">
              <a:ext uri="{FF2B5EF4-FFF2-40B4-BE49-F238E27FC236}">
                <a16:creationId xmlns:a16="http://schemas.microsoft.com/office/drawing/2014/main" id="{FA708577-B885-4270-8C34-75B10B8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277" y="61465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2" name="path-6410">
            <a:extLst xmlns:a="http://schemas.openxmlformats.org/drawingml/2006/main">
              <a:ext uri="{FF2B5EF4-FFF2-40B4-BE49-F238E27FC236}">
                <a16:creationId xmlns:a16="http://schemas.microsoft.com/office/drawing/2014/main" id="{670BC689-3C60-4F7A-8A71-015F5844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50" y="61216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3" name="path-6411">
            <a:extLst xmlns:a="http://schemas.openxmlformats.org/drawingml/2006/main">
              <a:ext uri="{FF2B5EF4-FFF2-40B4-BE49-F238E27FC236}">
                <a16:creationId xmlns:a16="http://schemas.microsoft.com/office/drawing/2014/main" id="{B0E81B48-B451-4FD7-8029-55E2DAD8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526" y="61438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4" name="path-6412">
            <a:extLst xmlns:a="http://schemas.openxmlformats.org/drawingml/2006/main">
              <a:ext uri="{FF2B5EF4-FFF2-40B4-BE49-F238E27FC236}">
                <a16:creationId xmlns:a16="http://schemas.microsoft.com/office/drawing/2014/main" id="{2B88D70C-F41F-409D-9C9E-F911A8C4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488" y="6132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5" name="path-6413">
            <a:extLst xmlns:a="http://schemas.openxmlformats.org/drawingml/2006/main">
              <a:ext uri="{FF2B5EF4-FFF2-40B4-BE49-F238E27FC236}">
                <a16:creationId xmlns:a16="http://schemas.microsoft.com/office/drawing/2014/main" id="{DB05D2D4-5C0B-4336-A6C6-036FC41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35" y="6166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6" name="path-6414">
            <a:extLst xmlns:a="http://schemas.openxmlformats.org/drawingml/2006/main">
              <a:ext uri="{FF2B5EF4-FFF2-40B4-BE49-F238E27FC236}">
                <a16:creationId xmlns:a16="http://schemas.microsoft.com/office/drawing/2014/main" id="{FAD8FD2D-903D-4842-81EF-7AB8390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27" y="6174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7" name="path-6415">
            <a:extLst xmlns:a="http://schemas.openxmlformats.org/drawingml/2006/main">
              <a:ext uri="{FF2B5EF4-FFF2-40B4-BE49-F238E27FC236}">
                <a16:creationId xmlns:a16="http://schemas.microsoft.com/office/drawing/2014/main" id="{5DCABE5C-93D0-4507-ADD3-C2D779F8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21" y="6135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8" name="path-6416">
            <a:extLst xmlns:a="http://schemas.openxmlformats.org/drawingml/2006/main">
              <a:ext uri="{FF2B5EF4-FFF2-40B4-BE49-F238E27FC236}">
                <a16:creationId xmlns:a16="http://schemas.microsoft.com/office/drawing/2014/main" id="{4352E692-A634-413C-8CB2-5AA5C99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911" y="61378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9" name="path-6417">
            <a:extLst xmlns:a="http://schemas.openxmlformats.org/drawingml/2006/main">
              <a:ext uri="{FF2B5EF4-FFF2-40B4-BE49-F238E27FC236}">
                <a16:creationId xmlns:a16="http://schemas.microsoft.com/office/drawing/2014/main" id="{E5B48B24-4C7E-4DDE-ADAE-E8DCD80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76" y="6150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0" name="path-6418">
            <a:extLst xmlns:a="http://schemas.openxmlformats.org/drawingml/2006/main">
              <a:ext uri="{FF2B5EF4-FFF2-40B4-BE49-F238E27FC236}">
                <a16:creationId xmlns:a16="http://schemas.microsoft.com/office/drawing/2014/main" id="{886194D3-494A-4EB9-A255-717BAECF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093" y="61033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1" name="path-6419">
            <a:extLst xmlns:a="http://schemas.openxmlformats.org/drawingml/2006/main">
              <a:ext uri="{FF2B5EF4-FFF2-40B4-BE49-F238E27FC236}">
                <a16:creationId xmlns:a16="http://schemas.microsoft.com/office/drawing/2014/main" id="{46A76947-A505-4504-9461-D0BD7C66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266" y="6123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2" name="path-6420">
            <a:extLst xmlns:a="http://schemas.openxmlformats.org/drawingml/2006/main">
              <a:ext uri="{FF2B5EF4-FFF2-40B4-BE49-F238E27FC236}">
                <a16:creationId xmlns:a16="http://schemas.microsoft.com/office/drawing/2014/main" id="{655AEAC7-048B-4E42-855E-0599AED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392" y="6130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3" name="path-6421">
            <a:extLst xmlns:a="http://schemas.openxmlformats.org/drawingml/2006/main">
              <a:ext uri="{FF2B5EF4-FFF2-40B4-BE49-F238E27FC236}">
                <a16:creationId xmlns:a16="http://schemas.microsoft.com/office/drawing/2014/main" id="{E7BF0F46-ECDE-4C28-B66C-A55CE3F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76" y="6138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4" name="path-6422">
            <a:extLst xmlns:a="http://schemas.openxmlformats.org/drawingml/2006/main">
              <a:ext uri="{FF2B5EF4-FFF2-40B4-BE49-F238E27FC236}">
                <a16:creationId xmlns:a16="http://schemas.microsoft.com/office/drawing/2014/main" id="{27148254-5B01-414B-9F2A-B3050D4B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874" y="6127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5" name="path-6423">
            <a:extLst xmlns:a="http://schemas.openxmlformats.org/drawingml/2006/main">
              <a:ext uri="{FF2B5EF4-FFF2-40B4-BE49-F238E27FC236}">
                <a16:creationId xmlns:a16="http://schemas.microsoft.com/office/drawing/2014/main" id="{042C1D7D-E18E-451F-92B9-12ABCAC4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140" y="6140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6" name="path-6424">
            <a:extLst xmlns:a="http://schemas.openxmlformats.org/drawingml/2006/main">
              <a:ext uri="{FF2B5EF4-FFF2-40B4-BE49-F238E27FC236}">
                <a16:creationId xmlns:a16="http://schemas.microsoft.com/office/drawing/2014/main" id="{1353C29B-35C8-4D6E-B2EF-BB42253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991" y="6147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7" name="path-6425">
            <a:extLst xmlns:a="http://schemas.openxmlformats.org/drawingml/2006/main">
              <a:ext uri="{FF2B5EF4-FFF2-40B4-BE49-F238E27FC236}">
                <a16:creationId xmlns:a16="http://schemas.microsoft.com/office/drawing/2014/main" id="{023088C1-F809-4C26-8889-18D3A54E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71" y="61336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8" name="path-6426">
            <a:extLst xmlns:a="http://schemas.openxmlformats.org/drawingml/2006/main">
              <a:ext uri="{FF2B5EF4-FFF2-40B4-BE49-F238E27FC236}">
                <a16:creationId xmlns:a16="http://schemas.microsoft.com/office/drawing/2014/main" id="{DD2F4CE3-6DDE-446C-998A-EF85C43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092" y="6153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9" name="path-6427">
            <a:extLst xmlns:a="http://schemas.openxmlformats.org/drawingml/2006/main">
              <a:ext uri="{FF2B5EF4-FFF2-40B4-BE49-F238E27FC236}">
                <a16:creationId xmlns:a16="http://schemas.microsoft.com/office/drawing/2014/main" id="{0DDA0451-1693-45D5-B6B2-A4ECB17E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527" y="6141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0" name="path-6428">
            <a:extLst xmlns:a="http://schemas.openxmlformats.org/drawingml/2006/main">
              <a:ext uri="{FF2B5EF4-FFF2-40B4-BE49-F238E27FC236}">
                <a16:creationId xmlns:a16="http://schemas.microsoft.com/office/drawing/2014/main" id="{D72F773A-F5EA-4E66-99CB-BE74163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335" y="61076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1" name="path-6429">
            <a:extLst xmlns:a="http://schemas.openxmlformats.org/drawingml/2006/main">
              <a:ext uri="{FF2B5EF4-FFF2-40B4-BE49-F238E27FC236}">
                <a16:creationId xmlns:a16="http://schemas.microsoft.com/office/drawing/2014/main" id="{8FE744F5-EA94-413E-9E11-55A85B8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488" y="6147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2" name="path-6430">
            <a:extLst xmlns:a="http://schemas.openxmlformats.org/drawingml/2006/main">
              <a:ext uri="{FF2B5EF4-FFF2-40B4-BE49-F238E27FC236}">
                <a16:creationId xmlns:a16="http://schemas.microsoft.com/office/drawing/2014/main" id="{269E3B2A-AA0C-4F10-96C4-934EEF6B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058" y="61396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3" name="path-6431">
            <a:extLst xmlns:a="http://schemas.openxmlformats.org/drawingml/2006/main">
              <a:ext uri="{FF2B5EF4-FFF2-40B4-BE49-F238E27FC236}">
                <a16:creationId xmlns:a16="http://schemas.microsoft.com/office/drawing/2014/main" id="{6F50C9E6-0585-4EE4-8430-12CD89D1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199" y="6127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4" name="path-6432">
            <a:extLst xmlns:a="http://schemas.openxmlformats.org/drawingml/2006/main">
              <a:ext uri="{FF2B5EF4-FFF2-40B4-BE49-F238E27FC236}">
                <a16:creationId xmlns:a16="http://schemas.microsoft.com/office/drawing/2014/main" id="{A4F61F3D-CCE6-44EA-BE92-DEF61CD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357" y="6151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5" name="path-6433">
            <a:extLst xmlns:a="http://schemas.openxmlformats.org/drawingml/2006/main">
              <a:ext uri="{FF2B5EF4-FFF2-40B4-BE49-F238E27FC236}">
                <a16:creationId xmlns:a16="http://schemas.microsoft.com/office/drawing/2014/main" id="{470F3071-E126-44CD-A85F-D46CF9B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929" y="61281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6" name="path-6434">
            <a:extLst xmlns:a="http://schemas.openxmlformats.org/drawingml/2006/main">
              <a:ext uri="{FF2B5EF4-FFF2-40B4-BE49-F238E27FC236}">
                <a16:creationId xmlns:a16="http://schemas.microsoft.com/office/drawing/2014/main" id="{8520A57F-8537-4D33-A97B-A0CB84AB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252" y="6126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7" name="path-6435">
            <a:extLst xmlns:a="http://schemas.openxmlformats.org/drawingml/2006/main">
              <a:ext uri="{FF2B5EF4-FFF2-40B4-BE49-F238E27FC236}">
                <a16:creationId xmlns:a16="http://schemas.microsoft.com/office/drawing/2014/main" id="{FDBFD5F2-97A8-4105-BF07-C190A40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422" y="6152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8" name="path-6436">
            <a:extLst xmlns:a="http://schemas.openxmlformats.org/drawingml/2006/main">
              <a:ext uri="{FF2B5EF4-FFF2-40B4-BE49-F238E27FC236}">
                <a16:creationId xmlns:a16="http://schemas.microsoft.com/office/drawing/2014/main" id="{41558C26-A687-4B63-BA5A-12B7C38E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86" y="61597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9" name="path-6437">
            <a:extLst xmlns:a="http://schemas.openxmlformats.org/drawingml/2006/main">
              <a:ext uri="{FF2B5EF4-FFF2-40B4-BE49-F238E27FC236}">
                <a16:creationId xmlns:a16="http://schemas.microsoft.com/office/drawing/2014/main" id="{15118595-8595-4E35-A810-8BD55F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240" y="61388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0" name="path-6438">
            <a:extLst xmlns:a="http://schemas.openxmlformats.org/drawingml/2006/main">
              <a:ext uri="{FF2B5EF4-FFF2-40B4-BE49-F238E27FC236}">
                <a16:creationId xmlns:a16="http://schemas.microsoft.com/office/drawing/2014/main" id="{940F5349-C129-46E1-8C88-FE51BF28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264" y="6142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1" name="path-6439">
            <a:extLst xmlns:a="http://schemas.openxmlformats.org/drawingml/2006/main">
              <a:ext uri="{FF2B5EF4-FFF2-40B4-BE49-F238E27FC236}">
                <a16:creationId xmlns:a16="http://schemas.microsoft.com/office/drawing/2014/main" id="{527A258D-2343-47F1-AA76-39A5735F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87" y="61330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2" name="path-6440">
            <a:extLst xmlns:a="http://schemas.openxmlformats.org/drawingml/2006/main">
              <a:ext uri="{FF2B5EF4-FFF2-40B4-BE49-F238E27FC236}">
                <a16:creationId xmlns:a16="http://schemas.microsoft.com/office/drawing/2014/main" id="{A3311793-AFF8-47F0-896A-27CDBB9F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614" y="6113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3" name="path-6441">
            <a:extLst xmlns:a="http://schemas.openxmlformats.org/drawingml/2006/main">
              <a:ext uri="{FF2B5EF4-FFF2-40B4-BE49-F238E27FC236}">
                <a16:creationId xmlns:a16="http://schemas.microsoft.com/office/drawing/2014/main" id="{7C262BC2-9FBA-4E1C-84F9-28D5E994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503" y="6141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4" name="path-6442">
            <a:extLst xmlns:a="http://schemas.openxmlformats.org/drawingml/2006/main">
              <a:ext uri="{FF2B5EF4-FFF2-40B4-BE49-F238E27FC236}">
                <a16:creationId xmlns:a16="http://schemas.microsoft.com/office/drawing/2014/main" id="{95B0F92E-9C8D-4667-902D-58175BDC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81" y="6121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5" name="path-6443">
            <a:extLst xmlns:a="http://schemas.openxmlformats.org/drawingml/2006/main">
              <a:ext uri="{FF2B5EF4-FFF2-40B4-BE49-F238E27FC236}">
                <a16:creationId xmlns:a16="http://schemas.microsoft.com/office/drawing/2014/main" id="{2138340F-E1A6-4E08-87FE-D0066146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939" y="6135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6" name="path-6444">
            <a:extLst xmlns:a="http://schemas.openxmlformats.org/drawingml/2006/main">
              <a:ext uri="{FF2B5EF4-FFF2-40B4-BE49-F238E27FC236}">
                <a16:creationId xmlns:a16="http://schemas.microsoft.com/office/drawing/2014/main" id="{AE779B98-B31E-4056-BFDD-D9642E78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544" y="61288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7" name="path-6445">
            <a:extLst xmlns:a="http://schemas.openxmlformats.org/drawingml/2006/main">
              <a:ext uri="{FF2B5EF4-FFF2-40B4-BE49-F238E27FC236}">
                <a16:creationId xmlns:a16="http://schemas.microsoft.com/office/drawing/2014/main" id="{F3A4C428-02FD-474E-A65E-0ECF1908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25" y="61554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8" name="path-6446">
            <a:extLst xmlns:a="http://schemas.openxmlformats.org/drawingml/2006/main">
              <a:ext uri="{FF2B5EF4-FFF2-40B4-BE49-F238E27FC236}">
                <a16:creationId xmlns:a16="http://schemas.microsoft.com/office/drawing/2014/main" id="{B3092E31-F8FE-4C0F-85F9-B206F831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377" y="6150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9" name="path-6447">
            <a:extLst xmlns:a="http://schemas.openxmlformats.org/drawingml/2006/main">
              <a:ext uri="{FF2B5EF4-FFF2-40B4-BE49-F238E27FC236}">
                <a16:creationId xmlns:a16="http://schemas.microsoft.com/office/drawing/2014/main" id="{02B10909-1EF8-4F3A-8143-E79D3F1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995" y="61332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0" name="path-6448">
            <a:extLst xmlns:a="http://schemas.openxmlformats.org/drawingml/2006/main">
              <a:ext uri="{FF2B5EF4-FFF2-40B4-BE49-F238E27FC236}">
                <a16:creationId xmlns:a16="http://schemas.microsoft.com/office/drawing/2014/main" id="{E2887C63-9B00-443E-B6FA-585CFF0C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89" y="61330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1" name="path-6449">
            <a:extLst xmlns:a="http://schemas.openxmlformats.org/drawingml/2006/main">
              <a:ext uri="{FF2B5EF4-FFF2-40B4-BE49-F238E27FC236}">
                <a16:creationId xmlns:a16="http://schemas.microsoft.com/office/drawing/2014/main" id="{D52E035B-3C77-464E-AFB6-28639658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736" y="61480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2" name="path-6450">
            <a:extLst xmlns:a="http://schemas.openxmlformats.org/drawingml/2006/main">
              <a:ext uri="{FF2B5EF4-FFF2-40B4-BE49-F238E27FC236}">
                <a16:creationId xmlns:a16="http://schemas.microsoft.com/office/drawing/2014/main" id="{C80A822D-56BC-4C4A-B48D-82A72163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273" y="6146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3" name="path-6451">
            <a:extLst xmlns:a="http://schemas.openxmlformats.org/drawingml/2006/main">
              <a:ext uri="{FF2B5EF4-FFF2-40B4-BE49-F238E27FC236}">
                <a16:creationId xmlns:a16="http://schemas.microsoft.com/office/drawing/2014/main" id="{E86F6AD9-D900-459B-96EE-AC58E9F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299" y="61637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4" name="path-6452">
            <a:extLst xmlns:a="http://schemas.openxmlformats.org/drawingml/2006/main">
              <a:ext uri="{FF2B5EF4-FFF2-40B4-BE49-F238E27FC236}">
                <a16:creationId xmlns:a16="http://schemas.microsoft.com/office/drawing/2014/main" id="{F17CC606-083B-4912-9B85-DA1F1DB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784" y="6178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5" name="path-6453">
            <a:extLst xmlns:a="http://schemas.openxmlformats.org/drawingml/2006/main">
              <a:ext uri="{FF2B5EF4-FFF2-40B4-BE49-F238E27FC236}">
                <a16:creationId xmlns:a16="http://schemas.microsoft.com/office/drawing/2014/main" id="{82F8C899-80C4-4578-A24B-60BA37C3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675" y="6142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6" name="path-6454">
            <a:extLst xmlns:a="http://schemas.openxmlformats.org/drawingml/2006/main">
              <a:ext uri="{FF2B5EF4-FFF2-40B4-BE49-F238E27FC236}">
                <a16:creationId xmlns:a16="http://schemas.microsoft.com/office/drawing/2014/main" id="{20E88877-49F4-4A5E-9854-2469D67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368" y="61448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7" name="path-6455">
            <a:extLst xmlns:a="http://schemas.openxmlformats.org/drawingml/2006/main">
              <a:ext uri="{FF2B5EF4-FFF2-40B4-BE49-F238E27FC236}">
                <a16:creationId xmlns:a16="http://schemas.microsoft.com/office/drawing/2014/main" id="{2901C791-3F8A-476E-B0DB-D1B25D2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91" y="6126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8" name="path-6456">
            <a:extLst xmlns:a="http://schemas.openxmlformats.org/drawingml/2006/main">
              <a:ext uri="{FF2B5EF4-FFF2-40B4-BE49-F238E27FC236}">
                <a16:creationId xmlns:a16="http://schemas.microsoft.com/office/drawing/2014/main" id="{74F4D13A-FC4B-4755-ABA7-118E59D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69" y="61758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9" name="path-6457">
            <a:extLst xmlns:a="http://schemas.openxmlformats.org/drawingml/2006/main">
              <a:ext uri="{FF2B5EF4-FFF2-40B4-BE49-F238E27FC236}">
                <a16:creationId xmlns:a16="http://schemas.microsoft.com/office/drawing/2014/main" id="{77E13B34-9776-413A-B98E-1B436C2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839" y="6144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0" name="path-6458">
            <a:extLst xmlns:a="http://schemas.openxmlformats.org/drawingml/2006/main">
              <a:ext uri="{FF2B5EF4-FFF2-40B4-BE49-F238E27FC236}">
                <a16:creationId xmlns:a16="http://schemas.microsoft.com/office/drawing/2014/main" id="{F10B614C-A4BE-4C89-9DAC-2AF4F81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4" y="6140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1" name="path-6459">
            <a:extLst xmlns:a="http://schemas.openxmlformats.org/drawingml/2006/main">
              <a:ext uri="{FF2B5EF4-FFF2-40B4-BE49-F238E27FC236}">
                <a16:creationId xmlns:a16="http://schemas.microsoft.com/office/drawing/2014/main" id="{A14F1A3D-FD91-4122-84AA-A6FC06B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252" y="6141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2" name="path-6460">
            <a:extLst xmlns:a="http://schemas.openxmlformats.org/drawingml/2006/main">
              <a:ext uri="{FF2B5EF4-FFF2-40B4-BE49-F238E27FC236}">
                <a16:creationId xmlns:a16="http://schemas.microsoft.com/office/drawing/2014/main" id="{E8028D93-FBA2-4266-BACD-3EA78D0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390" y="6138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3" name="path-6461">
            <a:extLst xmlns:a="http://schemas.openxmlformats.org/drawingml/2006/main">
              <a:ext uri="{FF2B5EF4-FFF2-40B4-BE49-F238E27FC236}">
                <a16:creationId xmlns:a16="http://schemas.microsoft.com/office/drawing/2014/main" id="{3027AA33-930F-48C8-AA0B-4645324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19" y="61408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4" name="path-6462">
            <a:extLst xmlns:a="http://schemas.openxmlformats.org/drawingml/2006/main">
              <a:ext uri="{FF2B5EF4-FFF2-40B4-BE49-F238E27FC236}">
                <a16:creationId xmlns:a16="http://schemas.microsoft.com/office/drawing/2014/main" id="{380076CE-8F77-4C33-8FCE-2F7D8E38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338" y="6138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5" name="path-6463">
            <a:extLst xmlns:a="http://schemas.openxmlformats.org/drawingml/2006/main">
              <a:ext uri="{FF2B5EF4-FFF2-40B4-BE49-F238E27FC236}">
                <a16:creationId xmlns:a16="http://schemas.microsoft.com/office/drawing/2014/main" id="{B89FB253-B54D-47FF-999B-EF7C07F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98" y="6148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6" name="path-6464">
            <a:extLst xmlns:a="http://schemas.openxmlformats.org/drawingml/2006/main">
              <a:ext uri="{FF2B5EF4-FFF2-40B4-BE49-F238E27FC236}">
                <a16:creationId xmlns:a16="http://schemas.microsoft.com/office/drawing/2014/main" id="{51F65840-83FD-4428-B178-5FAC741B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50" y="6121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7" name="path-6465">
            <a:extLst xmlns:a="http://schemas.openxmlformats.org/drawingml/2006/main">
              <a:ext uri="{FF2B5EF4-FFF2-40B4-BE49-F238E27FC236}">
                <a16:creationId xmlns:a16="http://schemas.microsoft.com/office/drawing/2014/main" id="{F561D15B-B576-4C75-89AE-5D03C0BB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142" y="61203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8" name="path-6466">
            <a:extLst xmlns:a="http://schemas.openxmlformats.org/drawingml/2006/main">
              <a:ext uri="{FF2B5EF4-FFF2-40B4-BE49-F238E27FC236}">
                <a16:creationId xmlns:a16="http://schemas.microsoft.com/office/drawing/2014/main" id="{BCE70A92-2C11-4681-9D7B-2E799AF8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973" y="61418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9" name="path-6467">
            <a:extLst xmlns:a="http://schemas.openxmlformats.org/drawingml/2006/main">
              <a:ext uri="{FF2B5EF4-FFF2-40B4-BE49-F238E27FC236}">
                <a16:creationId xmlns:a16="http://schemas.microsoft.com/office/drawing/2014/main" id="{EF742FBC-6228-403E-B548-6B1A7C6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946" y="61424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0" name="path-6468">
            <a:extLst xmlns:a="http://schemas.openxmlformats.org/drawingml/2006/main">
              <a:ext uri="{FF2B5EF4-FFF2-40B4-BE49-F238E27FC236}">
                <a16:creationId xmlns:a16="http://schemas.microsoft.com/office/drawing/2014/main" id="{AD017251-5D50-4620-8B68-5D447262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58" y="61192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1" name="path-6469">
            <a:extLst xmlns:a="http://schemas.openxmlformats.org/drawingml/2006/main">
              <a:ext uri="{FF2B5EF4-FFF2-40B4-BE49-F238E27FC236}">
                <a16:creationId xmlns:a16="http://schemas.microsoft.com/office/drawing/2014/main" id="{AE7F2848-A9D7-424F-87CA-8AA6931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54" y="61343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2" name="path-6470">
            <a:extLst xmlns:a="http://schemas.openxmlformats.org/drawingml/2006/main">
              <a:ext uri="{FF2B5EF4-FFF2-40B4-BE49-F238E27FC236}">
                <a16:creationId xmlns:a16="http://schemas.microsoft.com/office/drawing/2014/main" id="{F4C343C1-A26D-4115-AD35-8D38C65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52" y="6146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3" name="path-6471">
            <a:extLst xmlns:a="http://schemas.openxmlformats.org/drawingml/2006/main">
              <a:ext uri="{FF2B5EF4-FFF2-40B4-BE49-F238E27FC236}">
                <a16:creationId xmlns:a16="http://schemas.microsoft.com/office/drawing/2014/main" id="{64EA2B42-59BD-4B68-93D1-14AF06D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34" y="61559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4" name="path-6472">
            <a:extLst xmlns:a="http://schemas.openxmlformats.org/drawingml/2006/main">
              <a:ext uri="{FF2B5EF4-FFF2-40B4-BE49-F238E27FC236}">
                <a16:creationId xmlns:a16="http://schemas.microsoft.com/office/drawing/2014/main" id="{2AE78A10-FCDD-4B39-B324-756EDEA3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10" y="6140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5" name="path-6473">
            <a:extLst xmlns:a="http://schemas.openxmlformats.org/drawingml/2006/main">
              <a:ext uri="{FF2B5EF4-FFF2-40B4-BE49-F238E27FC236}">
                <a16:creationId xmlns:a16="http://schemas.microsoft.com/office/drawing/2014/main" id="{96AC9B22-F559-49A4-BED6-8AA252C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22" y="61480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6" name="path-6474">
            <a:extLst xmlns:a="http://schemas.openxmlformats.org/drawingml/2006/main">
              <a:ext uri="{FF2B5EF4-FFF2-40B4-BE49-F238E27FC236}">
                <a16:creationId xmlns:a16="http://schemas.microsoft.com/office/drawing/2014/main" id="{9AC60CF4-C5F9-49BE-BF20-D1AB3D5B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768" y="6168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7" name="path-6475">
            <a:extLst xmlns:a="http://schemas.openxmlformats.org/drawingml/2006/main">
              <a:ext uri="{FF2B5EF4-FFF2-40B4-BE49-F238E27FC236}">
                <a16:creationId xmlns:a16="http://schemas.microsoft.com/office/drawing/2014/main" id="{13DE3344-55B3-4841-8808-1F135018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92" y="61358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8" name="path-6476">
            <a:extLst xmlns:a="http://schemas.openxmlformats.org/drawingml/2006/main">
              <a:ext uri="{FF2B5EF4-FFF2-40B4-BE49-F238E27FC236}">
                <a16:creationId xmlns:a16="http://schemas.microsoft.com/office/drawing/2014/main" id="{18AAE1F3-6D2F-431D-B268-F7B32362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28" y="6111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9" name="path-6477">
            <a:extLst xmlns:a="http://schemas.openxmlformats.org/drawingml/2006/main">
              <a:ext uri="{FF2B5EF4-FFF2-40B4-BE49-F238E27FC236}">
                <a16:creationId xmlns:a16="http://schemas.microsoft.com/office/drawing/2014/main" id="{755DD390-6392-47BA-BE6A-17EBBC44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035" y="61456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0" name="path-6478">
            <a:extLst xmlns:a="http://schemas.openxmlformats.org/drawingml/2006/main">
              <a:ext uri="{FF2B5EF4-FFF2-40B4-BE49-F238E27FC236}">
                <a16:creationId xmlns:a16="http://schemas.microsoft.com/office/drawing/2014/main" id="{8A18FE9A-F560-41C0-8151-990D459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914" y="6140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1" name="path-6479">
            <a:extLst xmlns:a="http://schemas.openxmlformats.org/drawingml/2006/main">
              <a:ext uri="{FF2B5EF4-FFF2-40B4-BE49-F238E27FC236}">
                <a16:creationId xmlns:a16="http://schemas.microsoft.com/office/drawing/2014/main" id="{9BE55F8F-DFF6-41B8-9E76-599CF8E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954" y="61546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2" name="path-6480">
            <a:extLst xmlns:a="http://schemas.openxmlformats.org/drawingml/2006/main">
              <a:ext uri="{FF2B5EF4-FFF2-40B4-BE49-F238E27FC236}">
                <a16:creationId xmlns:a16="http://schemas.microsoft.com/office/drawing/2014/main" id="{A097B5C4-D61E-4383-B120-1721B51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989" y="6139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3" name="path-6481">
            <a:extLst xmlns:a="http://schemas.openxmlformats.org/drawingml/2006/main">
              <a:ext uri="{FF2B5EF4-FFF2-40B4-BE49-F238E27FC236}">
                <a16:creationId xmlns:a16="http://schemas.microsoft.com/office/drawing/2014/main" id="{80D6BD34-49B2-46CD-BD82-B1BB7A2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149" y="6139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4" name="path-6482">
            <a:extLst xmlns:a="http://schemas.openxmlformats.org/drawingml/2006/main">
              <a:ext uri="{FF2B5EF4-FFF2-40B4-BE49-F238E27FC236}">
                <a16:creationId xmlns:a16="http://schemas.microsoft.com/office/drawing/2014/main" id="{E251ED7B-621F-479B-8E50-0D32E46E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710" y="61510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5" name="path-6483">
            <a:extLst xmlns:a="http://schemas.openxmlformats.org/drawingml/2006/main">
              <a:ext uri="{FF2B5EF4-FFF2-40B4-BE49-F238E27FC236}">
                <a16:creationId xmlns:a16="http://schemas.microsoft.com/office/drawing/2014/main" id="{4EA9951A-FCF6-4500-B984-C4EE6F64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256" y="61266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6" name="path-6484">
            <a:extLst xmlns:a="http://schemas.openxmlformats.org/drawingml/2006/main">
              <a:ext uri="{FF2B5EF4-FFF2-40B4-BE49-F238E27FC236}">
                <a16:creationId xmlns:a16="http://schemas.microsoft.com/office/drawing/2014/main" id="{C86FE91B-4741-418A-B3C6-E7060969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007" y="61516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7" name="path-6485">
            <a:extLst xmlns:a="http://schemas.openxmlformats.org/drawingml/2006/main">
              <a:ext uri="{FF2B5EF4-FFF2-40B4-BE49-F238E27FC236}">
                <a16:creationId xmlns:a16="http://schemas.microsoft.com/office/drawing/2014/main" id="{B1FD0D3B-CB75-4F86-91D4-DDD9E537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93" y="61279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8" name="path-6486">
            <a:extLst xmlns:a="http://schemas.openxmlformats.org/drawingml/2006/main">
              <a:ext uri="{FF2B5EF4-FFF2-40B4-BE49-F238E27FC236}">
                <a16:creationId xmlns:a16="http://schemas.microsoft.com/office/drawing/2014/main" id="{6C2B4870-1AAA-43B4-80D7-3B46C72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507" y="6176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9" name="path-6487">
            <a:extLst xmlns:a="http://schemas.openxmlformats.org/drawingml/2006/main">
              <a:ext uri="{FF2B5EF4-FFF2-40B4-BE49-F238E27FC236}">
                <a16:creationId xmlns:a16="http://schemas.microsoft.com/office/drawing/2014/main" id="{A716C05E-10A4-4192-A6CA-6F93265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24" y="61464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0" name="path-6488">
            <a:extLst xmlns:a="http://schemas.openxmlformats.org/drawingml/2006/main">
              <a:ext uri="{FF2B5EF4-FFF2-40B4-BE49-F238E27FC236}">
                <a16:creationId xmlns:a16="http://schemas.microsoft.com/office/drawing/2014/main" id="{2BE0363E-E2C0-4C7D-AD0D-9A480AE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95" y="6161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1" name="path-6489">
            <a:extLst xmlns:a="http://schemas.openxmlformats.org/drawingml/2006/main">
              <a:ext uri="{FF2B5EF4-FFF2-40B4-BE49-F238E27FC236}">
                <a16:creationId xmlns:a16="http://schemas.microsoft.com/office/drawing/2014/main" id="{B61DCE0D-548C-45B1-B0A6-6F883AF7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889" y="6143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2" name="path-6490">
            <a:extLst xmlns:a="http://schemas.openxmlformats.org/drawingml/2006/main">
              <a:ext uri="{FF2B5EF4-FFF2-40B4-BE49-F238E27FC236}">
                <a16:creationId xmlns:a16="http://schemas.microsoft.com/office/drawing/2014/main" id="{9BB5BB79-B65C-4F4B-9872-76BEF87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96" y="6159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3" name="path-6491">
            <a:extLst xmlns:a="http://schemas.openxmlformats.org/drawingml/2006/main">
              <a:ext uri="{FF2B5EF4-FFF2-40B4-BE49-F238E27FC236}">
                <a16:creationId xmlns:a16="http://schemas.microsoft.com/office/drawing/2014/main" id="{78599E32-DAAE-42E8-AD65-DF17433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93" y="6144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4" name="path-6492">
            <a:extLst xmlns:a="http://schemas.openxmlformats.org/drawingml/2006/main">
              <a:ext uri="{FF2B5EF4-FFF2-40B4-BE49-F238E27FC236}">
                <a16:creationId xmlns:a16="http://schemas.microsoft.com/office/drawing/2014/main" id="{838F663F-3590-4E37-A70F-79DC9841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688" y="61336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5" name="path-6493">
            <a:extLst xmlns:a="http://schemas.openxmlformats.org/drawingml/2006/main">
              <a:ext uri="{FF2B5EF4-FFF2-40B4-BE49-F238E27FC236}">
                <a16:creationId xmlns:a16="http://schemas.microsoft.com/office/drawing/2014/main" id="{5B7E6BE1-4BEA-420C-B516-FE12C29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56" y="61256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6" name="path-6494">
            <a:extLst xmlns:a="http://schemas.openxmlformats.org/drawingml/2006/main">
              <a:ext uri="{FF2B5EF4-FFF2-40B4-BE49-F238E27FC236}">
                <a16:creationId xmlns:a16="http://schemas.microsoft.com/office/drawing/2014/main" id="{3BB64AF1-490C-4A41-AA5F-3B76521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9" y="6167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7" name="path-6495">
            <a:extLst xmlns:a="http://schemas.openxmlformats.org/drawingml/2006/main">
              <a:ext uri="{FF2B5EF4-FFF2-40B4-BE49-F238E27FC236}">
                <a16:creationId xmlns:a16="http://schemas.microsoft.com/office/drawing/2014/main" id="{7C5A18E6-0610-45B3-86EB-53D8DCC4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01" y="6109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8" name="path-6496">
            <a:extLst xmlns:a="http://schemas.openxmlformats.org/drawingml/2006/main">
              <a:ext uri="{FF2B5EF4-FFF2-40B4-BE49-F238E27FC236}">
                <a16:creationId xmlns:a16="http://schemas.microsoft.com/office/drawing/2014/main" id="{845A4DD9-3663-4200-82F4-A71D7365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221" y="615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9" name="path-6497">
            <a:extLst xmlns:a="http://schemas.openxmlformats.org/drawingml/2006/main">
              <a:ext uri="{FF2B5EF4-FFF2-40B4-BE49-F238E27FC236}">
                <a16:creationId xmlns:a16="http://schemas.microsoft.com/office/drawing/2014/main" id="{85860762-CEF5-4538-A711-78FF732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389" y="61115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0" name="path-6498">
            <a:extLst xmlns:a="http://schemas.openxmlformats.org/drawingml/2006/main">
              <a:ext uri="{FF2B5EF4-FFF2-40B4-BE49-F238E27FC236}">
                <a16:creationId xmlns:a16="http://schemas.microsoft.com/office/drawing/2014/main" id="{060B2DF2-549D-4B33-AB08-67D9A2E4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10" y="6137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1" name="path-6499">
            <a:extLst xmlns:a="http://schemas.openxmlformats.org/drawingml/2006/main">
              <a:ext uri="{FF2B5EF4-FFF2-40B4-BE49-F238E27FC236}">
                <a16:creationId xmlns:a16="http://schemas.microsoft.com/office/drawing/2014/main" id="{56AB7A00-565D-443E-83AE-A81BC48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472" y="61643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2" name="path-6500">
            <a:extLst xmlns:a="http://schemas.openxmlformats.org/drawingml/2006/main">
              <a:ext uri="{FF2B5EF4-FFF2-40B4-BE49-F238E27FC236}">
                <a16:creationId xmlns:a16="http://schemas.microsoft.com/office/drawing/2014/main" id="{3D772CF3-A06B-43E5-B709-0655C4D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731" y="61081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3" name="path-6501">
            <a:extLst xmlns:a="http://schemas.openxmlformats.org/drawingml/2006/main">
              <a:ext uri="{FF2B5EF4-FFF2-40B4-BE49-F238E27FC236}">
                <a16:creationId xmlns:a16="http://schemas.microsoft.com/office/drawing/2014/main" id="{2045656C-21E8-420E-82F2-D7E248D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287" y="6146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4" name="path-6502">
            <a:extLst xmlns:a="http://schemas.openxmlformats.org/drawingml/2006/main">
              <a:ext uri="{FF2B5EF4-FFF2-40B4-BE49-F238E27FC236}">
                <a16:creationId xmlns:a16="http://schemas.microsoft.com/office/drawing/2014/main" id="{5920D8C9-00F5-4C1A-B733-77080CA6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56" y="6157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5" name="path-6503">
            <a:extLst xmlns:a="http://schemas.openxmlformats.org/drawingml/2006/main">
              <a:ext uri="{FF2B5EF4-FFF2-40B4-BE49-F238E27FC236}">
                <a16:creationId xmlns:a16="http://schemas.microsoft.com/office/drawing/2014/main" id="{CDB0226E-6886-4F53-830E-41B869B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825" y="61559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6" name="path-6504">
            <a:extLst xmlns:a="http://schemas.openxmlformats.org/drawingml/2006/main">
              <a:ext uri="{FF2B5EF4-FFF2-40B4-BE49-F238E27FC236}">
                <a16:creationId xmlns:a16="http://schemas.microsoft.com/office/drawing/2014/main" id="{91B9973E-88D0-4C61-B81A-8C92A7C9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701" y="6155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7" name="path-6505">
            <a:extLst xmlns:a="http://schemas.openxmlformats.org/drawingml/2006/main">
              <a:ext uri="{FF2B5EF4-FFF2-40B4-BE49-F238E27FC236}">
                <a16:creationId xmlns:a16="http://schemas.microsoft.com/office/drawing/2014/main" id="{9B91D2A4-1483-4652-9D28-C2DAE4AA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906" y="6138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8" name="path-6506">
            <a:extLst xmlns:a="http://schemas.openxmlformats.org/drawingml/2006/main">
              <a:ext uri="{FF2B5EF4-FFF2-40B4-BE49-F238E27FC236}">
                <a16:creationId xmlns:a16="http://schemas.microsoft.com/office/drawing/2014/main" id="{72D3236A-552A-46FF-BAC1-648F461C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31" y="6153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9" name="path-6507">
            <a:extLst xmlns:a="http://schemas.openxmlformats.org/drawingml/2006/main">
              <a:ext uri="{FF2B5EF4-FFF2-40B4-BE49-F238E27FC236}">
                <a16:creationId xmlns:a16="http://schemas.microsoft.com/office/drawing/2014/main" id="{7C8693DD-C24C-46FA-A3F9-F0B1DC5A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058" y="6148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0" name="path-6508">
            <a:extLst xmlns:a="http://schemas.openxmlformats.org/drawingml/2006/main">
              <a:ext uri="{FF2B5EF4-FFF2-40B4-BE49-F238E27FC236}">
                <a16:creationId xmlns:a16="http://schemas.microsoft.com/office/drawing/2014/main" id="{C867922F-DCF6-4DE2-BF87-8A728F1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459" y="61262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1" name="path-6509">
            <a:extLst xmlns:a="http://schemas.openxmlformats.org/drawingml/2006/main">
              <a:ext uri="{FF2B5EF4-FFF2-40B4-BE49-F238E27FC236}">
                <a16:creationId xmlns:a16="http://schemas.microsoft.com/office/drawing/2014/main" id="{08245ABE-6A57-4DEF-9A4D-3AB2ED60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36" y="61356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2" name="path-6510">
            <a:extLst xmlns:a="http://schemas.openxmlformats.org/drawingml/2006/main">
              <a:ext uri="{FF2B5EF4-FFF2-40B4-BE49-F238E27FC236}">
                <a16:creationId xmlns:a16="http://schemas.microsoft.com/office/drawing/2014/main" id="{1260ED5D-12E3-45A3-8482-A316511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0" y="61239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3" name="path-6511">
            <a:extLst xmlns:a="http://schemas.openxmlformats.org/drawingml/2006/main">
              <a:ext uri="{FF2B5EF4-FFF2-40B4-BE49-F238E27FC236}">
                <a16:creationId xmlns:a16="http://schemas.microsoft.com/office/drawing/2014/main" id="{C6561959-17F9-4301-8882-E2E58A9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53" y="6146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4" name="path-6512">
            <a:extLst xmlns:a="http://schemas.openxmlformats.org/drawingml/2006/main">
              <a:ext uri="{FF2B5EF4-FFF2-40B4-BE49-F238E27FC236}">
                <a16:creationId xmlns:a16="http://schemas.microsoft.com/office/drawing/2014/main" id="{21AE17A8-B738-4BC9-A0E5-91F2F05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09" y="6119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5" name="path-6513">
            <a:extLst xmlns:a="http://schemas.openxmlformats.org/drawingml/2006/main">
              <a:ext uri="{FF2B5EF4-FFF2-40B4-BE49-F238E27FC236}">
                <a16:creationId xmlns:a16="http://schemas.microsoft.com/office/drawing/2014/main" id="{431B05B2-C372-4C61-92A2-B85A461F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861" y="6158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6" name="path-6514">
            <a:extLst xmlns:a="http://schemas.openxmlformats.org/drawingml/2006/main">
              <a:ext uri="{FF2B5EF4-FFF2-40B4-BE49-F238E27FC236}">
                <a16:creationId xmlns:a16="http://schemas.microsoft.com/office/drawing/2014/main" id="{79204559-71A8-4B8C-9A2A-B2F96836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06" y="6134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7" name="path-6515">
            <a:extLst xmlns:a="http://schemas.openxmlformats.org/drawingml/2006/main">
              <a:ext uri="{FF2B5EF4-FFF2-40B4-BE49-F238E27FC236}">
                <a16:creationId xmlns:a16="http://schemas.microsoft.com/office/drawing/2014/main" id="{3A8FDBC3-4609-494E-B2EE-D64CDD3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32" y="6135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8" name="path-6516">
            <a:extLst xmlns:a="http://schemas.openxmlformats.org/drawingml/2006/main">
              <a:ext uri="{FF2B5EF4-FFF2-40B4-BE49-F238E27FC236}">
                <a16:creationId xmlns:a16="http://schemas.microsoft.com/office/drawing/2014/main" id="{F45F7023-E0D9-4FE5-926B-2EE4248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2785" y="6138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9" name="path-6517">
            <a:extLst xmlns:a="http://schemas.openxmlformats.org/drawingml/2006/main">
              <a:ext uri="{FF2B5EF4-FFF2-40B4-BE49-F238E27FC236}">
                <a16:creationId xmlns:a16="http://schemas.microsoft.com/office/drawing/2014/main" id="{E1C0128B-AA58-4AFB-B2F1-ED0DFC2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724" y="6133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0" name="path-6518">
            <a:extLst xmlns:a="http://schemas.openxmlformats.org/drawingml/2006/main">
              <a:ext uri="{FF2B5EF4-FFF2-40B4-BE49-F238E27FC236}">
                <a16:creationId xmlns:a16="http://schemas.microsoft.com/office/drawing/2014/main" id="{E9BA052E-91F8-469E-A05C-9FCD7E0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267" y="6127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1" name="path-6519">
            <a:extLst xmlns:a="http://schemas.openxmlformats.org/drawingml/2006/main">
              <a:ext uri="{FF2B5EF4-FFF2-40B4-BE49-F238E27FC236}">
                <a16:creationId xmlns:a16="http://schemas.microsoft.com/office/drawing/2014/main" id="{181A2004-6B0A-4E21-87CC-80B4DE6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628" y="6149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2" name="path-6520">
            <a:extLst xmlns:a="http://schemas.openxmlformats.org/drawingml/2006/main">
              <a:ext uri="{FF2B5EF4-FFF2-40B4-BE49-F238E27FC236}">
                <a16:creationId xmlns:a16="http://schemas.microsoft.com/office/drawing/2014/main" id="{63B5DE20-085B-4D5C-8116-38A4947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646" y="6142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3" name="path-6521">
            <a:extLst xmlns:a="http://schemas.openxmlformats.org/drawingml/2006/main">
              <a:ext uri="{FF2B5EF4-FFF2-40B4-BE49-F238E27FC236}">
                <a16:creationId xmlns:a16="http://schemas.microsoft.com/office/drawing/2014/main" id="{F2380ABC-AB49-4C9D-AA9B-035156A6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197" y="61566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4" name="path-6522">
            <a:extLst xmlns:a="http://schemas.openxmlformats.org/drawingml/2006/main">
              <a:ext uri="{FF2B5EF4-FFF2-40B4-BE49-F238E27FC236}">
                <a16:creationId xmlns:a16="http://schemas.microsoft.com/office/drawing/2014/main" id="{0AA284CF-54B1-498F-B627-CE8BD22D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367" y="6145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5" name="path-6523">
            <a:extLst xmlns:a="http://schemas.openxmlformats.org/drawingml/2006/main">
              <a:ext uri="{FF2B5EF4-FFF2-40B4-BE49-F238E27FC236}">
                <a16:creationId xmlns:a16="http://schemas.microsoft.com/office/drawing/2014/main" id="{70A832B3-5B61-4B40-98E3-2A08DD6E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21" y="613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6" name="path-6524">
            <a:extLst xmlns:a="http://schemas.openxmlformats.org/drawingml/2006/main">
              <a:ext uri="{FF2B5EF4-FFF2-40B4-BE49-F238E27FC236}">
                <a16:creationId xmlns:a16="http://schemas.microsoft.com/office/drawing/2014/main" id="{6CFC5E6B-C2EF-437A-B57E-B79AD849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82" y="6140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7" name="path-6525">
            <a:extLst xmlns:a="http://schemas.openxmlformats.org/drawingml/2006/main">
              <a:ext uri="{FF2B5EF4-FFF2-40B4-BE49-F238E27FC236}">
                <a16:creationId xmlns:a16="http://schemas.microsoft.com/office/drawing/2014/main" id="{7E085C83-2832-4CC7-8170-3E3B9777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09" y="6147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8" name="path-6526">
            <a:extLst xmlns:a="http://schemas.openxmlformats.org/drawingml/2006/main">
              <a:ext uri="{FF2B5EF4-FFF2-40B4-BE49-F238E27FC236}">
                <a16:creationId xmlns:a16="http://schemas.microsoft.com/office/drawing/2014/main" id="{1331183B-3363-46E0-A473-FA93C240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0" y="6131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9" name="path-6527">
            <a:extLst xmlns:a="http://schemas.openxmlformats.org/drawingml/2006/main">
              <a:ext uri="{FF2B5EF4-FFF2-40B4-BE49-F238E27FC236}">
                <a16:creationId xmlns:a16="http://schemas.microsoft.com/office/drawing/2014/main" id="{93569039-97B4-4EEE-B215-EA21A01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39" y="613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0" name="path-6528">
            <a:extLst xmlns:a="http://schemas.openxmlformats.org/drawingml/2006/main">
              <a:ext uri="{FF2B5EF4-FFF2-40B4-BE49-F238E27FC236}">
                <a16:creationId xmlns:a16="http://schemas.microsoft.com/office/drawing/2014/main" id="{AA65289C-CC2C-4811-8D72-0FD9ACC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90" y="61389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1" name="path-6529">
            <a:extLst xmlns:a="http://schemas.openxmlformats.org/drawingml/2006/main">
              <a:ext uri="{FF2B5EF4-FFF2-40B4-BE49-F238E27FC236}">
                <a16:creationId xmlns:a16="http://schemas.microsoft.com/office/drawing/2014/main" id="{A2AF129F-1E2A-4D20-9632-76D3EC9A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60" y="6145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2" name="path-6530">
            <a:extLst xmlns:a="http://schemas.openxmlformats.org/drawingml/2006/main">
              <a:ext uri="{FF2B5EF4-FFF2-40B4-BE49-F238E27FC236}">
                <a16:creationId xmlns:a16="http://schemas.microsoft.com/office/drawing/2014/main" id="{96C69BF2-2677-44B9-879B-09052601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583" y="61394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3" name="path-6531">
            <a:extLst xmlns:a="http://schemas.openxmlformats.org/drawingml/2006/main">
              <a:ext uri="{FF2B5EF4-FFF2-40B4-BE49-F238E27FC236}">
                <a16:creationId xmlns:a16="http://schemas.microsoft.com/office/drawing/2014/main" id="{02DDC2DA-E37D-4912-AC64-1E6383B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31" y="61296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4" name="path-6532">
            <a:extLst xmlns:a="http://schemas.openxmlformats.org/drawingml/2006/main">
              <a:ext uri="{FF2B5EF4-FFF2-40B4-BE49-F238E27FC236}">
                <a16:creationId xmlns:a16="http://schemas.microsoft.com/office/drawing/2014/main" id="{BD41C51F-BC79-46BC-81A7-944AE31D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55" y="61541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5" name="path-6533">
            <a:extLst xmlns:a="http://schemas.openxmlformats.org/drawingml/2006/main">
              <a:ext uri="{FF2B5EF4-FFF2-40B4-BE49-F238E27FC236}">
                <a16:creationId xmlns:a16="http://schemas.microsoft.com/office/drawing/2014/main" id="{74E31C9D-2C1A-4FAB-AA75-0C28F1A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727" y="6124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6" name="path-6534">
            <a:extLst xmlns:a="http://schemas.openxmlformats.org/drawingml/2006/main">
              <a:ext uri="{FF2B5EF4-FFF2-40B4-BE49-F238E27FC236}">
                <a16:creationId xmlns:a16="http://schemas.microsoft.com/office/drawing/2014/main" id="{464F496D-39E3-4E0E-BB8E-21417DE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731" y="6165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7" name="path-6535">
            <a:extLst xmlns:a="http://schemas.openxmlformats.org/drawingml/2006/main">
              <a:ext uri="{FF2B5EF4-FFF2-40B4-BE49-F238E27FC236}">
                <a16:creationId xmlns:a16="http://schemas.microsoft.com/office/drawing/2014/main" id="{11DD4505-BBE3-4ED7-B780-ED6BA03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02" y="6119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8" name="path-6536">
            <a:extLst xmlns:a="http://schemas.openxmlformats.org/drawingml/2006/main">
              <a:ext uri="{FF2B5EF4-FFF2-40B4-BE49-F238E27FC236}">
                <a16:creationId xmlns:a16="http://schemas.microsoft.com/office/drawing/2014/main" id="{3C275C31-EBE6-4D20-8D02-6266E007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766" y="6141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9" name="path-6537">
            <a:extLst xmlns:a="http://schemas.openxmlformats.org/drawingml/2006/main">
              <a:ext uri="{FF2B5EF4-FFF2-40B4-BE49-F238E27FC236}">
                <a16:creationId xmlns:a16="http://schemas.microsoft.com/office/drawing/2014/main" id="{E96AB40D-B847-46BD-BFC5-C503961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37" y="6140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0" name="path-6538">
            <a:extLst xmlns:a="http://schemas.openxmlformats.org/drawingml/2006/main">
              <a:ext uri="{FF2B5EF4-FFF2-40B4-BE49-F238E27FC236}">
                <a16:creationId xmlns:a16="http://schemas.microsoft.com/office/drawing/2014/main" id="{4ABE9F5F-8153-4A94-ACF7-8DBC666C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903" y="6143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1" name="path-6539">
            <a:extLst xmlns:a="http://schemas.openxmlformats.org/drawingml/2006/main">
              <a:ext uri="{FF2B5EF4-FFF2-40B4-BE49-F238E27FC236}">
                <a16:creationId xmlns:a16="http://schemas.microsoft.com/office/drawing/2014/main" id="{75C1A0F1-4A0C-47A1-AF52-428ECFA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2" y="6135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2" name="path-6540">
            <a:extLst xmlns:a="http://schemas.openxmlformats.org/drawingml/2006/main">
              <a:ext uri="{FF2B5EF4-FFF2-40B4-BE49-F238E27FC236}">
                <a16:creationId xmlns:a16="http://schemas.microsoft.com/office/drawing/2014/main" id="{E7512A32-F092-4F93-8599-9199CBD4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880" y="6147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3" name="path-6541">
            <a:extLst xmlns:a="http://schemas.openxmlformats.org/drawingml/2006/main">
              <a:ext uri="{FF2B5EF4-FFF2-40B4-BE49-F238E27FC236}">
                <a16:creationId xmlns:a16="http://schemas.microsoft.com/office/drawing/2014/main" id="{3025315C-394B-49E7-AB39-4D2CEF8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906" y="6116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4" name="path-6542">
            <a:extLst xmlns:a="http://schemas.openxmlformats.org/drawingml/2006/main">
              <a:ext uri="{FF2B5EF4-FFF2-40B4-BE49-F238E27FC236}">
                <a16:creationId xmlns:a16="http://schemas.microsoft.com/office/drawing/2014/main" id="{3F2E85F1-9353-460E-8577-D45FE2AB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1" y="61349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5" name="path-6543">
            <a:extLst xmlns:a="http://schemas.openxmlformats.org/drawingml/2006/main">
              <a:ext uri="{FF2B5EF4-FFF2-40B4-BE49-F238E27FC236}">
                <a16:creationId xmlns:a16="http://schemas.microsoft.com/office/drawing/2014/main" id="{6969FE4F-50A7-4799-B08B-D6B9A9E9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269" y="61819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6" name="path-6544">
            <a:extLst xmlns:a="http://schemas.openxmlformats.org/drawingml/2006/main">
              <a:ext uri="{FF2B5EF4-FFF2-40B4-BE49-F238E27FC236}">
                <a16:creationId xmlns:a16="http://schemas.microsoft.com/office/drawing/2014/main" id="{FBA8BB5C-1EC9-400B-AE81-F3149012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275" y="61112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7" name="path-6545">
            <a:extLst xmlns:a="http://schemas.openxmlformats.org/drawingml/2006/main">
              <a:ext uri="{FF2B5EF4-FFF2-40B4-BE49-F238E27FC236}">
                <a16:creationId xmlns:a16="http://schemas.microsoft.com/office/drawing/2014/main" id="{C948113A-C4C8-43D5-AE1D-E3268BC3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16" y="61742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8" name="path-6546">
            <a:extLst xmlns:a="http://schemas.openxmlformats.org/drawingml/2006/main">
              <a:ext uri="{FF2B5EF4-FFF2-40B4-BE49-F238E27FC236}">
                <a16:creationId xmlns:a16="http://schemas.microsoft.com/office/drawing/2014/main" id="{54C04F74-3795-4246-8526-C209F91E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428" y="6153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9" name="path-6547">
            <a:extLst xmlns:a="http://schemas.openxmlformats.org/drawingml/2006/main">
              <a:ext uri="{FF2B5EF4-FFF2-40B4-BE49-F238E27FC236}">
                <a16:creationId xmlns:a16="http://schemas.microsoft.com/office/drawing/2014/main" id="{B07E1E07-5DFC-4E6B-8CB8-99AD1CA8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385" y="6117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0" name="path-6548">
            <a:extLst xmlns:a="http://schemas.openxmlformats.org/drawingml/2006/main">
              <a:ext uri="{FF2B5EF4-FFF2-40B4-BE49-F238E27FC236}">
                <a16:creationId xmlns:a16="http://schemas.microsoft.com/office/drawing/2014/main" id="{34D0B073-F343-4EC0-B9AC-6D9B861F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008" y="6131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1" name="path-6549">
            <a:extLst xmlns:a="http://schemas.openxmlformats.org/drawingml/2006/main">
              <a:ext uri="{FF2B5EF4-FFF2-40B4-BE49-F238E27FC236}">
                <a16:creationId xmlns:a16="http://schemas.microsoft.com/office/drawing/2014/main" id="{FB88D40A-42B5-41C0-B187-FB2275B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263" y="6130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2" name="path-6550">
            <a:extLst xmlns:a="http://schemas.openxmlformats.org/drawingml/2006/main">
              <a:ext uri="{FF2B5EF4-FFF2-40B4-BE49-F238E27FC236}">
                <a16:creationId xmlns:a16="http://schemas.microsoft.com/office/drawing/2014/main" id="{460C2757-DCEB-4BB9-82E6-062970C0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451" y="6151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3" name="path-6551">
            <a:extLst xmlns:a="http://schemas.openxmlformats.org/drawingml/2006/main">
              <a:ext uri="{FF2B5EF4-FFF2-40B4-BE49-F238E27FC236}">
                <a16:creationId xmlns:a16="http://schemas.microsoft.com/office/drawing/2014/main" id="{7479B46B-04B9-421B-A1F5-5DA6E75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641" y="6157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4" name="path-6552">
            <a:extLst xmlns:a="http://schemas.openxmlformats.org/drawingml/2006/main">
              <a:ext uri="{FF2B5EF4-FFF2-40B4-BE49-F238E27FC236}">
                <a16:creationId xmlns:a16="http://schemas.microsoft.com/office/drawing/2014/main" id="{D842A778-1C09-4D9A-967D-A107F43C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060" y="6135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5" name="path-6553">
            <a:extLst xmlns:a="http://schemas.openxmlformats.org/drawingml/2006/main">
              <a:ext uri="{FF2B5EF4-FFF2-40B4-BE49-F238E27FC236}">
                <a16:creationId xmlns:a16="http://schemas.microsoft.com/office/drawing/2014/main" id="{6870C1BF-9C83-426C-B5FB-29613D6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325" y="6140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6" name="path-6554">
            <a:extLst xmlns:a="http://schemas.openxmlformats.org/drawingml/2006/main">
              <a:ext uri="{FF2B5EF4-FFF2-40B4-BE49-F238E27FC236}">
                <a16:creationId xmlns:a16="http://schemas.microsoft.com/office/drawing/2014/main" id="{7EE46BCA-B0BA-4EA1-BDB7-A09B1852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501" y="6140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7" name="path-6555">
            <a:extLst xmlns:a="http://schemas.openxmlformats.org/drawingml/2006/main">
              <a:ext uri="{FF2B5EF4-FFF2-40B4-BE49-F238E27FC236}">
                <a16:creationId xmlns:a16="http://schemas.microsoft.com/office/drawing/2014/main" id="{4C588833-595F-416A-AC14-6108B826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26" y="6123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8" name="path-6556">
            <a:extLst xmlns:a="http://schemas.openxmlformats.org/drawingml/2006/main">
              <a:ext uri="{FF2B5EF4-FFF2-40B4-BE49-F238E27FC236}">
                <a16:creationId xmlns:a16="http://schemas.microsoft.com/office/drawing/2014/main" id="{0E11D342-1CE4-4B95-A03A-9F4D10E3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34" y="61268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9" name="path-6557">
            <a:extLst xmlns:a="http://schemas.openxmlformats.org/drawingml/2006/main">
              <a:ext uri="{FF2B5EF4-FFF2-40B4-BE49-F238E27FC236}">
                <a16:creationId xmlns:a16="http://schemas.microsoft.com/office/drawing/2014/main" id="{C88828E7-0BFB-4050-8630-6BB1738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79" y="61329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0" name="path-6558">
            <a:extLst xmlns:a="http://schemas.openxmlformats.org/drawingml/2006/main">
              <a:ext uri="{FF2B5EF4-FFF2-40B4-BE49-F238E27FC236}">
                <a16:creationId xmlns:a16="http://schemas.microsoft.com/office/drawing/2014/main" id="{15652712-6E8C-40C3-ACBF-DF903646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26" y="6141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1" name="path-6559">
            <a:extLst xmlns:a="http://schemas.openxmlformats.org/drawingml/2006/main">
              <a:ext uri="{FF2B5EF4-FFF2-40B4-BE49-F238E27FC236}">
                <a16:creationId xmlns:a16="http://schemas.microsoft.com/office/drawing/2014/main" id="{E257F117-D4BB-47AE-94E0-24BB0CF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807" y="6145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2" name="path-6560">
            <a:extLst xmlns:a="http://schemas.openxmlformats.org/drawingml/2006/main">
              <a:ext uri="{FF2B5EF4-FFF2-40B4-BE49-F238E27FC236}">
                <a16:creationId xmlns:a16="http://schemas.microsoft.com/office/drawing/2014/main" id="{8F4055AA-1572-494F-B869-E2BCDEF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04" y="6150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3" name="path-6561">
            <a:extLst xmlns:a="http://schemas.openxmlformats.org/drawingml/2006/main">
              <a:ext uri="{FF2B5EF4-FFF2-40B4-BE49-F238E27FC236}">
                <a16:creationId xmlns:a16="http://schemas.microsoft.com/office/drawing/2014/main" id="{6A8CBC6D-A6B2-4FFA-AAE9-61B875A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37" y="6154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4" name="path-6562">
            <a:extLst xmlns:a="http://schemas.openxmlformats.org/drawingml/2006/main">
              <a:ext uri="{FF2B5EF4-FFF2-40B4-BE49-F238E27FC236}">
                <a16:creationId xmlns:a16="http://schemas.microsoft.com/office/drawing/2014/main" id="{2886BBE8-EE2A-4ACE-82B4-8A739EE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10" y="61524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5" name="path-6563">
            <a:extLst xmlns:a="http://schemas.openxmlformats.org/drawingml/2006/main">
              <a:ext uri="{FF2B5EF4-FFF2-40B4-BE49-F238E27FC236}">
                <a16:creationId xmlns:a16="http://schemas.microsoft.com/office/drawing/2014/main" id="{06A936B0-E706-46C3-A885-2379E3CD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726" y="61401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6" name="path-6564">
            <a:extLst xmlns:a="http://schemas.openxmlformats.org/drawingml/2006/main">
              <a:ext uri="{FF2B5EF4-FFF2-40B4-BE49-F238E27FC236}">
                <a16:creationId xmlns:a16="http://schemas.microsoft.com/office/drawing/2014/main" id="{E9728E28-C172-4BD8-BCFC-D3C4AA7F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64" y="61365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7" name="path-6565">
            <a:extLst xmlns:a="http://schemas.openxmlformats.org/drawingml/2006/main">
              <a:ext uri="{FF2B5EF4-FFF2-40B4-BE49-F238E27FC236}">
                <a16:creationId xmlns:a16="http://schemas.microsoft.com/office/drawing/2014/main" id="{C726EED0-37F2-443A-97C3-4C3FBE0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141" y="61267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8" name="path-6566">
            <a:extLst xmlns:a="http://schemas.openxmlformats.org/drawingml/2006/main">
              <a:ext uri="{FF2B5EF4-FFF2-40B4-BE49-F238E27FC236}">
                <a16:creationId xmlns:a16="http://schemas.microsoft.com/office/drawing/2014/main" id="{10F08285-CA72-42A7-9655-8EE0550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13" y="6141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9" name="path-6567">
            <a:extLst xmlns:a="http://schemas.openxmlformats.org/drawingml/2006/main">
              <a:ext uri="{FF2B5EF4-FFF2-40B4-BE49-F238E27FC236}">
                <a16:creationId xmlns:a16="http://schemas.microsoft.com/office/drawing/2014/main" id="{ADE86E36-0D80-4873-BB57-DBD1D278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715" y="61431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0" name="path-6568">
            <a:extLst xmlns:a="http://schemas.openxmlformats.org/drawingml/2006/main">
              <a:ext uri="{FF2B5EF4-FFF2-40B4-BE49-F238E27FC236}">
                <a16:creationId xmlns:a16="http://schemas.microsoft.com/office/drawing/2014/main" id="{CC1D7237-0CE5-4911-B790-EB7F02C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475" y="6152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1" name="path-6569">
            <a:extLst xmlns:a="http://schemas.openxmlformats.org/drawingml/2006/main">
              <a:ext uri="{FF2B5EF4-FFF2-40B4-BE49-F238E27FC236}">
                <a16:creationId xmlns:a16="http://schemas.microsoft.com/office/drawing/2014/main" id="{FC9AEEAF-2A27-4FF4-9A77-115534F2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534" y="61370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2" name="path-6570">
            <a:extLst xmlns:a="http://schemas.openxmlformats.org/drawingml/2006/main">
              <a:ext uri="{FF2B5EF4-FFF2-40B4-BE49-F238E27FC236}">
                <a16:creationId xmlns:a16="http://schemas.microsoft.com/office/drawing/2014/main" id="{374DF5BA-4F77-47FF-8A7F-E4A62E67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643" y="61484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3" name="path-6571">
            <a:extLst xmlns:a="http://schemas.openxmlformats.org/drawingml/2006/main">
              <a:ext uri="{FF2B5EF4-FFF2-40B4-BE49-F238E27FC236}">
                <a16:creationId xmlns:a16="http://schemas.microsoft.com/office/drawing/2014/main" id="{33CE5A72-7DE4-4F45-9EC6-38DEC748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094" y="61359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4" name="path-6572">
            <a:extLst xmlns:a="http://schemas.openxmlformats.org/drawingml/2006/main">
              <a:ext uri="{FF2B5EF4-FFF2-40B4-BE49-F238E27FC236}">
                <a16:creationId xmlns:a16="http://schemas.microsoft.com/office/drawing/2014/main" id="{BCC4BDC6-9CA9-4D97-B26C-D950A80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994" y="61573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5" name="path-6573">
            <a:extLst xmlns:a="http://schemas.openxmlformats.org/drawingml/2006/main">
              <a:ext uri="{FF2B5EF4-FFF2-40B4-BE49-F238E27FC236}">
                <a16:creationId xmlns:a16="http://schemas.microsoft.com/office/drawing/2014/main" id="{BD77354E-0DDB-45AD-B1C2-C228871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766" y="6144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6" name="path-6574">
            <a:extLst xmlns:a="http://schemas.openxmlformats.org/drawingml/2006/main">
              <a:ext uri="{FF2B5EF4-FFF2-40B4-BE49-F238E27FC236}">
                <a16:creationId xmlns:a16="http://schemas.microsoft.com/office/drawing/2014/main" id="{638EDDE9-82D2-412B-9B19-D7EFC551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71" y="6127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7" name="path-6575">
            <a:extLst xmlns:a="http://schemas.openxmlformats.org/drawingml/2006/main">
              <a:ext uri="{FF2B5EF4-FFF2-40B4-BE49-F238E27FC236}">
                <a16:creationId xmlns:a16="http://schemas.microsoft.com/office/drawing/2014/main" id="{E3831136-A275-494A-A764-E17903D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726" y="61371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8" name="path-6576">
            <a:extLst xmlns:a="http://schemas.openxmlformats.org/drawingml/2006/main">
              <a:ext uri="{FF2B5EF4-FFF2-40B4-BE49-F238E27FC236}">
                <a16:creationId xmlns:a16="http://schemas.microsoft.com/office/drawing/2014/main" id="{286FEFAC-55AA-49B1-91EC-71CC5A6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42" y="6145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9" name="path-6577">
            <a:extLst xmlns:a="http://schemas.openxmlformats.org/drawingml/2006/main">
              <a:ext uri="{FF2B5EF4-FFF2-40B4-BE49-F238E27FC236}">
                <a16:creationId xmlns:a16="http://schemas.microsoft.com/office/drawing/2014/main" id="{CA803770-0290-42D7-A0C4-A84B124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519" y="61488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0" name="path-6578">
            <a:extLst xmlns:a="http://schemas.openxmlformats.org/drawingml/2006/main">
              <a:ext uri="{FF2B5EF4-FFF2-40B4-BE49-F238E27FC236}">
                <a16:creationId xmlns:a16="http://schemas.microsoft.com/office/drawing/2014/main" id="{0CCC3CF1-CC4E-468B-B589-A267030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37" y="61537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1" name="path-6579">
            <a:extLst xmlns:a="http://schemas.openxmlformats.org/drawingml/2006/main">
              <a:ext uri="{FF2B5EF4-FFF2-40B4-BE49-F238E27FC236}">
                <a16:creationId xmlns:a16="http://schemas.microsoft.com/office/drawing/2014/main" id="{1EDDF490-856E-466C-9B60-54E9E97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054" y="61468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2" name="path-6580">
            <a:extLst xmlns:a="http://schemas.openxmlformats.org/drawingml/2006/main">
              <a:ext uri="{FF2B5EF4-FFF2-40B4-BE49-F238E27FC236}">
                <a16:creationId xmlns:a16="http://schemas.microsoft.com/office/drawing/2014/main" id="{708D83AB-35DC-4337-AD3F-E45CE96B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738" y="61455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3" name="path-6581">
            <a:extLst xmlns:a="http://schemas.openxmlformats.org/drawingml/2006/main">
              <a:ext uri="{FF2B5EF4-FFF2-40B4-BE49-F238E27FC236}">
                <a16:creationId xmlns:a16="http://schemas.microsoft.com/office/drawing/2014/main" id="{DB5E046D-E394-4F7B-B7D0-03584A05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41" y="61088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4" name="path-6582">
            <a:extLst xmlns:a="http://schemas.openxmlformats.org/drawingml/2006/main">
              <a:ext uri="{FF2B5EF4-FFF2-40B4-BE49-F238E27FC236}">
                <a16:creationId xmlns:a16="http://schemas.microsoft.com/office/drawing/2014/main" id="{F8490121-8DE5-4F62-BC88-3930D88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778" y="61719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5" name="path-6583">
            <a:extLst xmlns:a="http://schemas.openxmlformats.org/drawingml/2006/main">
              <a:ext uri="{FF2B5EF4-FFF2-40B4-BE49-F238E27FC236}">
                <a16:creationId xmlns:a16="http://schemas.microsoft.com/office/drawing/2014/main" id="{2A3E819A-AFF6-420B-B3BB-7B6F390B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121" y="6140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6" name="path-6584">
            <a:extLst xmlns:a="http://schemas.openxmlformats.org/drawingml/2006/main">
              <a:ext uri="{FF2B5EF4-FFF2-40B4-BE49-F238E27FC236}">
                <a16:creationId xmlns:a16="http://schemas.microsoft.com/office/drawing/2014/main" id="{E268A57E-A0B3-418E-BED7-AEFA3C88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99" y="61549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7" name="path-6585">
            <a:extLst xmlns:a="http://schemas.openxmlformats.org/drawingml/2006/main">
              <a:ext uri="{FF2B5EF4-FFF2-40B4-BE49-F238E27FC236}">
                <a16:creationId xmlns:a16="http://schemas.microsoft.com/office/drawing/2014/main" id="{DB4E1F4E-F93A-4AFE-9524-3103EC6B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09" y="61153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8" name="path-6586">
            <a:extLst xmlns:a="http://schemas.openxmlformats.org/drawingml/2006/main">
              <a:ext uri="{FF2B5EF4-FFF2-40B4-BE49-F238E27FC236}">
                <a16:creationId xmlns:a16="http://schemas.microsoft.com/office/drawing/2014/main" id="{A049EB9A-81BC-4BED-B0AF-324173D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6" y="6140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9" name="path-6587">
            <a:extLst xmlns:a="http://schemas.openxmlformats.org/drawingml/2006/main">
              <a:ext uri="{FF2B5EF4-FFF2-40B4-BE49-F238E27FC236}">
                <a16:creationId xmlns:a16="http://schemas.microsoft.com/office/drawing/2014/main" id="{F2CDE068-6068-4407-8FC7-98FE5E5E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211" y="61643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0" name="path-6588">
            <a:extLst xmlns:a="http://schemas.openxmlformats.org/drawingml/2006/main">
              <a:ext uri="{FF2B5EF4-FFF2-40B4-BE49-F238E27FC236}">
                <a16:creationId xmlns:a16="http://schemas.microsoft.com/office/drawing/2014/main" id="{803B32B0-DBDA-4D21-B52A-B7FCE9F7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735" y="61574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1" name="path-6589">
            <a:extLst xmlns:a="http://schemas.openxmlformats.org/drawingml/2006/main">
              <a:ext uri="{FF2B5EF4-FFF2-40B4-BE49-F238E27FC236}">
                <a16:creationId xmlns:a16="http://schemas.microsoft.com/office/drawing/2014/main" id="{2FBA244F-F2D2-4C16-B2AC-3AE683A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002" y="6137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2" name="path-6590">
            <a:extLst xmlns:a="http://schemas.openxmlformats.org/drawingml/2006/main">
              <a:ext uri="{FF2B5EF4-FFF2-40B4-BE49-F238E27FC236}">
                <a16:creationId xmlns:a16="http://schemas.microsoft.com/office/drawing/2014/main" id="{18C4AE3C-661C-4E69-B8FF-2CCB01DE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8" y="61184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3" name="path-6591">
            <a:extLst xmlns:a="http://schemas.openxmlformats.org/drawingml/2006/main">
              <a:ext uri="{FF2B5EF4-FFF2-40B4-BE49-F238E27FC236}">
                <a16:creationId xmlns:a16="http://schemas.microsoft.com/office/drawing/2014/main" id="{01937EF0-717C-4EE6-BBDA-85F31DE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585" y="6154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4" name="path-6592">
            <a:extLst xmlns:a="http://schemas.openxmlformats.org/drawingml/2006/main">
              <a:ext uri="{FF2B5EF4-FFF2-40B4-BE49-F238E27FC236}">
                <a16:creationId xmlns:a16="http://schemas.microsoft.com/office/drawing/2014/main" id="{5A6C8313-21C1-4726-B03B-3C3B4359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417" y="60978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5" name="path-6593">
            <a:extLst xmlns:a="http://schemas.openxmlformats.org/drawingml/2006/main">
              <a:ext uri="{FF2B5EF4-FFF2-40B4-BE49-F238E27FC236}">
                <a16:creationId xmlns:a16="http://schemas.microsoft.com/office/drawing/2014/main" id="{FFCF3565-207F-479F-89A3-9F73187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907" y="61355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6" name="path-6594">
            <a:extLst xmlns:a="http://schemas.openxmlformats.org/drawingml/2006/main">
              <a:ext uri="{FF2B5EF4-FFF2-40B4-BE49-F238E27FC236}">
                <a16:creationId xmlns:a16="http://schemas.microsoft.com/office/drawing/2014/main" id="{434B0640-9564-4769-846B-51A1C1E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533" y="61368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7" name="path-6595">
            <a:extLst xmlns:a="http://schemas.openxmlformats.org/drawingml/2006/main">
              <a:ext uri="{FF2B5EF4-FFF2-40B4-BE49-F238E27FC236}">
                <a16:creationId xmlns:a16="http://schemas.microsoft.com/office/drawing/2014/main" id="{EB95ACB3-AD94-4AE8-A598-9224F124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323" y="6167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8" name="path-6596">
            <a:extLst xmlns:a="http://schemas.openxmlformats.org/drawingml/2006/main">
              <a:ext uri="{FF2B5EF4-FFF2-40B4-BE49-F238E27FC236}">
                <a16:creationId xmlns:a16="http://schemas.microsoft.com/office/drawing/2014/main" id="{B2AC566E-E05C-4D0E-AC19-61B15328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331" y="61516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9" name="path-6597">
            <a:extLst xmlns:a="http://schemas.openxmlformats.org/drawingml/2006/main">
              <a:ext uri="{FF2B5EF4-FFF2-40B4-BE49-F238E27FC236}">
                <a16:creationId xmlns:a16="http://schemas.microsoft.com/office/drawing/2014/main" id="{11BF67F9-AC8E-46A7-81A4-F1106736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090" y="6145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0" name="path-6598">
            <a:extLst xmlns:a="http://schemas.openxmlformats.org/drawingml/2006/main">
              <a:ext uri="{FF2B5EF4-FFF2-40B4-BE49-F238E27FC236}">
                <a16:creationId xmlns:a16="http://schemas.microsoft.com/office/drawing/2014/main" id="{15FF9AD3-9252-4C12-9062-11AF5444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383" y="6165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1" name="path-6599">
            <a:extLst xmlns:a="http://schemas.openxmlformats.org/drawingml/2006/main">
              <a:ext uri="{FF2B5EF4-FFF2-40B4-BE49-F238E27FC236}">
                <a16:creationId xmlns:a16="http://schemas.microsoft.com/office/drawing/2014/main" id="{792F064D-00E7-4A7B-8960-631C1E2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003" y="61447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2" name="path-6600">
            <a:extLst xmlns:a="http://schemas.openxmlformats.org/drawingml/2006/main">
              <a:ext uri="{FF2B5EF4-FFF2-40B4-BE49-F238E27FC236}">
                <a16:creationId xmlns:a16="http://schemas.microsoft.com/office/drawing/2014/main" id="{C1318261-D168-4953-BEE2-1B5ACE98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04" y="6151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3" name="path-6601">
            <a:extLst xmlns:a="http://schemas.openxmlformats.org/drawingml/2006/main">
              <a:ext uri="{FF2B5EF4-FFF2-40B4-BE49-F238E27FC236}">
                <a16:creationId xmlns:a16="http://schemas.microsoft.com/office/drawing/2014/main" id="{525EAAD0-E573-410E-BD5F-439C8CFD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878" y="6117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4" name="path-6602">
            <a:extLst xmlns:a="http://schemas.openxmlformats.org/drawingml/2006/main">
              <a:ext uri="{FF2B5EF4-FFF2-40B4-BE49-F238E27FC236}">
                <a16:creationId xmlns:a16="http://schemas.microsoft.com/office/drawing/2014/main" id="{7B681646-E1CC-4DBF-8C39-563AAE4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94" y="61332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5" name="path-6603">
            <a:extLst xmlns:a="http://schemas.openxmlformats.org/drawingml/2006/main">
              <a:ext uri="{FF2B5EF4-FFF2-40B4-BE49-F238E27FC236}">
                <a16:creationId xmlns:a16="http://schemas.microsoft.com/office/drawing/2014/main" id="{248F1FEA-2CDB-4943-B06C-E6C2BD3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63" y="6147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6" name="path-6604">
            <a:extLst xmlns:a="http://schemas.openxmlformats.org/drawingml/2006/main">
              <a:ext uri="{FF2B5EF4-FFF2-40B4-BE49-F238E27FC236}">
                <a16:creationId xmlns:a16="http://schemas.microsoft.com/office/drawing/2014/main" id="{FC2F2856-0BBC-4923-BA8D-33971EF9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3" y="6161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7" name="path-6605">
            <a:extLst xmlns:a="http://schemas.openxmlformats.org/drawingml/2006/main">
              <a:ext uri="{FF2B5EF4-FFF2-40B4-BE49-F238E27FC236}">
                <a16:creationId xmlns:a16="http://schemas.microsoft.com/office/drawing/2014/main" id="{BBD71EF2-F9C4-4D3B-A02D-20D13F2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99" y="6165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8" name="path-6606">
            <a:extLst xmlns:a="http://schemas.openxmlformats.org/drawingml/2006/main">
              <a:ext uri="{FF2B5EF4-FFF2-40B4-BE49-F238E27FC236}">
                <a16:creationId xmlns:a16="http://schemas.microsoft.com/office/drawing/2014/main" id="{C4C3E1F9-C88A-4405-B912-BA589002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388" y="61327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9" name="path-6607">
            <a:extLst xmlns:a="http://schemas.openxmlformats.org/drawingml/2006/main">
              <a:ext uri="{FF2B5EF4-FFF2-40B4-BE49-F238E27FC236}">
                <a16:creationId xmlns:a16="http://schemas.microsoft.com/office/drawing/2014/main" id="{FD0C81D2-4835-41EB-9BEB-EE9FFB06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74" y="6131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0" name="path-6608">
            <a:extLst xmlns:a="http://schemas.openxmlformats.org/drawingml/2006/main">
              <a:ext uri="{FF2B5EF4-FFF2-40B4-BE49-F238E27FC236}">
                <a16:creationId xmlns:a16="http://schemas.microsoft.com/office/drawing/2014/main" id="{C03EDEF4-9C5A-4DD9-8738-F0772177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1" y="614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1" name="path-6609">
            <a:extLst xmlns:a="http://schemas.openxmlformats.org/drawingml/2006/main">
              <a:ext uri="{FF2B5EF4-FFF2-40B4-BE49-F238E27FC236}">
                <a16:creationId xmlns:a16="http://schemas.microsoft.com/office/drawing/2014/main" id="{320237FC-D6C1-4ED0-B7A7-7D5B39FE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276" y="6140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2" name="path-6610">
            <a:extLst xmlns:a="http://schemas.openxmlformats.org/drawingml/2006/main">
              <a:ext uri="{FF2B5EF4-FFF2-40B4-BE49-F238E27FC236}">
                <a16:creationId xmlns:a16="http://schemas.microsoft.com/office/drawing/2014/main" id="{E5F8ABE1-AD58-461D-96F9-025A497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66" y="61330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3" name="path-6611">
            <a:extLst xmlns:a="http://schemas.openxmlformats.org/drawingml/2006/main">
              <a:ext uri="{FF2B5EF4-FFF2-40B4-BE49-F238E27FC236}">
                <a16:creationId xmlns:a16="http://schemas.microsoft.com/office/drawing/2014/main" id="{FAFD9C51-BFD4-4796-8E53-F092F915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258" y="6156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4" name="path-6612">
            <a:extLst xmlns:a="http://schemas.openxmlformats.org/drawingml/2006/main">
              <a:ext uri="{FF2B5EF4-FFF2-40B4-BE49-F238E27FC236}">
                <a16:creationId xmlns:a16="http://schemas.microsoft.com/office/drawing/2014/main" id="{19BB8ED7-1AE6-493A-ABA9-25964A3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34" y="6131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5" name="path-6613">
            <a:extLst xmlns:a="http://schemas.openxmlformats.org/drawingml/2006/main">
              <a:ext uri="{FF2B5EF4-FFF2-40B4-BE49-F238E27FC236}">
                <a16:creationId xmlns:a16="http://schemas.microsoft.com/office/drawing/2014/main" id="{359BCE1C-86DB-48C0-A0C3-3C1788B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202" y="61545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6" name="path-6614">
            <a:extLst xmlns:a="http://schemas.openxmlformats.org/drawingml/2006/main">
              <a:ext uri="{FF2B5EF4-FFF2-40B4-BE49-F238E27FC236}">
                <a16:creationId xmlns:a16="http://schemas.microsoft.com/office/drawing/2014/main" id="{1B981DD7-8D66-4C5E-8C7A-F82840C0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719" y="6122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7" name="path-6615">
            <a:extLst xmlns:a="http://schemas.openxmlformats.org/drawingml/2006/main">
              <a:ext uri="{FF2B5EF4-FFF2-40B4-BE49-F238E27FC236}">
                <a16:creationId xmlns:a16="http://schemas.microsoft.com/office/drawing/2014/main" id="{041B6649-C0CC-41EC-90A5-CEB8C050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10" y="6130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8" name="path-6616">
            <a:extLst xmlns:a="http://schemas.openxmlformats.org/drawingml/2006/main">
              <a:ext uri="{FF2B5EF4-FFF2-40B4-BE49-F238E27FC236}">
                <a16:creationId xmlns:a16="http://schemas.microsoft.com/office/drawing/2014/main" id="{1B270564-CBF5-4BD8-AF98-7303C032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240" y="6143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9" name="path-6617">
            <a:extLst xmlns:a="http://schemas.openxmlformats.org/drawingml/2006/main">
              <a:ext uri="{FF2B5EF4-FFF2-40B4-BE49-F238E27FC236}">
                <a16:creationId xmlns:a16="http://schemas.microsoft.com/office/drawing/2014/main" id="{AF350518-5D5D-4D24-A0E9-30689914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891" y="6132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0" name="path-6618">
            <a:extLst xmlns:a="http://schemas.openxmlformats.org/drawingml/2006/main">
              <a:ext uri="{FF2B5EF4-FFF2-40B4-BE49-F238E27FC236}">
                <a16:creationId xmlns:a16="http://schemas.microsoft.com/office/drawing/2014/main" id="{CAAF639F-365D-485D-8752-4F1933F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577" y="6147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1" name="path-6619">
            <a:extLst xmlns:a="http://schemas.openxmlformats.org/drawingml/2006/main">
              <a:ext uri="{FF2B5EF4-FFF2-40B4-BE49-F238E27FC236}">
                <a16:creationId xmlns:a16="http://schemas.microsoft.com/office/drawing/2014/main" id="{275E2E12-3702-4D52-AA99-31418E04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9" y="61454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2" name="path-6620">
            <a:extLst xmlns:a="http://schemas.openxmlformats.org/drawingml/2006/main">
              <a:ext uri="{FF2B5EF4-FFF2-40B4-BE49-F238E27FC236}">
                <a16:creationId xmlns:a16="http://schemas.microsoft.com/office/drawing/2014/main" id="{34F6D402-9349-4A3E-AF74-9D8E27B7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176" y="61214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3" name="path-6621">
            <a:extLst xmlns:a="http://schemas.openxmlformats.org/drawingml/2006/main">
              <a:ext uri="{FF2B5EF4-FFF2-40B4-BE49-F238E27FC236}">
                <a16:creationId xmlns:a16="http://schemas.microsoft.com/office/drawing/2014/main" id="{6A0CE5C1-C10B-4B7A-8138-F1698FD8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56" y="61461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4" name="path-6622">
            <a:extLst xmlns:a="http://schemas.openxmlformats.org/drawingml/2006/main">
              <a:ext uri="{FF2B5EF4-FFF2-40B4-BE49-F238E27FC236}">
                <a16:creationId xmlns:a16="http://schemas.microsoft.com/office/drawing/2014/main" id="{D13EDEB9-8A1C-420E-B73F-2D2001DB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409" y="6127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5" name="path-6623">
            <a:extLst xmlns:a="http://schemas.openxmlformats.org/drawingml/2006/main">
              <a:ext uri="{FF2B5EF4-FFF2-40B4-BE49-F238E27FC236}">
                <a16:creationId xmlns:a16="http://schemas.microsoft.com/office/drawing/2014/main" id="{DE1625AE-2951-4982-BCF1-5509BB0A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99" y="61343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6" name="path-6624">
            <a:extLst xmlns:a="http://schemas.openxmlformats.org/drawingml/2006/main">
              <a:ext uri="{FF2B5EF4-FFF2-40B4-BE49-F238E27FC236}">
                <a16:creationId xmlns:a16="http://schemas.microsoft.com/office/drawing/2014/main" id="{AB072F79-0F7C-4C2D-860D-38D38845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07" y="6147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7" name="path-6625">
            <a:extLst xmlns:a="http://schemas.openxmlformats.org/drawingml/2006/main">
              <a:ext uri="{FF2B5EF4-FFF2-40B4-BE49-F238E27FC236}">
                <a16:creationId xmlns:a16="http://schemas.microsoft.com/office/drawing/2014/main" id="{A7BA2D8C-35A8-458D-8994-592EF729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870" y="6138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8" name="path-6626">
            <a:extLst xmlns:a="http://schemas.openxmlformats.org/drawingml/2006/main">
              <a:ext uri="{FF2B5EF4-FFF2-40B4-BE49-F238E27FC236}">
                <a16:creationId xmlns:a16="http://schemas.microsoft.com/office/drawing/2014/main" id="{14635C37-250A-40B3-A2AA-2229409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573" y="6139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9" name="path-6627">
            <a:extLst xmlns:a="http://schemas.openxmlformats.org/drawingml/2006/main">
              <a:ext uri="{FF2B5EF4-FFF2-40B4-BE49-F238E27FC236}">
                <a16:creationId xmlns:a16="http://schemas.microsoft.com/office/drawing/2014/main" id="{7EECE6F9-9677-4868-A7F5-ED1A440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869" y="61383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0" name="path-6628">
            <a:extLst xmlns:a="http://schemas.openxmlformats.org/drawingml/2006/main">
              <a:ext uri="{FF2B5EF4-FFF2-40B4-BE49-F238E27FC236}">
                <a16:creationId xmlns:a16="http://schemas.microsoft.com/office/drawing/2014/main" id="{2A480E7B-68FD-4EE1-B8AA-64D3B81B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870" y="61369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1" name="path-6629">
            <a:extLst xmlns:a="http://schemas.openxmlformats.org/drawingml/2006/main">
              <a:ext uri="{FF2B5EF4-FFF2-40B4-BE49-F238E27FC236}">
                <a16:creationId xmlns:a16="http://schemas.microsoft.com/office/drawing/2014/main" id="{CD8229BA-3B32-4EA2-8A9D-99CCEEF7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550" y="61510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2" name="path-6630">
            <a:extLst xmlns:a="http://schemas.openxmlformats.org/drawingml/2006/main">
              <a:ext uri="{FF2B5EF4-FFF2-40B4-BE49-F238E27FC236}">
                <a16:creationId xmlns:a16="http://schemas.microsoft.com/office/drawing/2014/main" id="{D11D2817-41F8-433A-8807-E3D8B7AE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27" y="61164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3" name="path-6631">
            <a:extLst xmlns:a="http://schemas.openxmlformats.org/drawingml/2006/main">
              <a:ext uri="{FF2B5EF4-FFF2-40B4-BE49-F238E27FC236}">
                <a16:creationId xmlns:a16="http://schemas.microsoft.com/office/drawing/2014/main" id="{0DA64BF6-9C49-453A-99CF-4C9CE9E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741" y="6148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4" name="path-6632">
            <a:extLst xmlns:a="http://schemas.openxmlformats.org/drawingml/2006/main">
              <a:ext uri="{FF2B5EF4-FFF2-40B4-BE49-F238E27FC236}">
                <a16:creationId xmlns:a16="http://schemas.microsoft.com/office/drawing/2014/main" id="{F9909F41-E41E-4C4C-B46A-558A124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477" y="6157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5" name="path-6633">
            <a:extLst xmlns:a="http://schemas.openxmlformats.org/drawingml/2006/main">
              <a:ext uri="{FF2B5EF4-FFF2-40B4-BE49-F238E27FC236}">
                <a16:creationId xmlns:a16="http://schemas.microsoft.com/office/drawing/2014/main" id="{66561C81-15A1-4930-BA51-CB5D7B0C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37" y="6120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6" name="path-6634">
            <a:extLst xmlns:a="http://schemas.openxmlformats.org/drawingml/2006/main">
              <a:ext uri="{FF2B5EF4-FFF2-40B4-BE49-F238E27FC236}">
                <a16:creationId xmlns:a16="http://schemas.microsoft.com/office/drawing/2014/main" id="{391372AB-8343-4F51-9B6C-E799ADBF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902" y="61310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7" name="path-6635">
            <a:extLst xmlns:a="http://schemas.openxmlformats.org/drawingml/2006/main">
              <a:ext uri="{FF2B5EF4-FFF2-40B4-BE49-F238E27FC236}">
                <a16:creationId xmlns:a16="http://schemas.microsoft.com/office/drawing/2014/main" id="{EBB529EE-7592-4C28-911E-C89558C3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64" y="6165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8" name="path-6636">
            <a:extLst xmlns:a="http://schemas.openxmlformats.org/drawingml/2006/main">
              <a:ext uri="{FF2B5EF4-FFF2-40B4-BE49-F238E27FC236}">
                <a16:creationId xmlns:a16="http://schemas.microsoft.com/office/drawing/2014/main" id="{72D3611B-8EDD-4AE8-AE3D-DA36F85C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205" y="61601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9" name="path-6637">
            <a:extLst xmlns:a="http://schemas.openxmlformats.org/drawingml/2006/main">
              <a:ext uri="{FF2B5EF4-FFF2-40B4-BE49-F238E27FC236}">
                <a16:creationId xmlns:a16="http://schemas.microsoft.com/office/drawing/2014/main" id="{359F0169-B722-49C3-AAEB-1330924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564" y="6139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0" name="path-6638">
            <a:extLst xmlns:a="http://schemas.openxmlformats.org/drawingml/2006/main">
              <a:ext uri="{FF2B5EF4-FFF2-40B4-BE49-F238E27FC236}">
                <a16:creationId xmlns:a16="http://schemas.microsoft.com/office/drawing/2014/main" id="{E1CA05B3-56D4-44F4-89C1-5EB690AF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259" y="61278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1" name="path-6639">
            <a:extLst xmlns:a="http://schemas.openxmlformats.org/drawingml/2006/main">
              <a:ext uri="{FF2B5EF4-FFF2-40B4-BE49-F238E27FC236}">
                <a16:creationId xmlns:a16="http://schemas.microsoft.com/office/drawing/2014/main" id="{60986D09-6072-4E66-955B-62DE9380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81" y="6162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2" name="path-6640">
            <a:extLst xmlns:a="http://schemas.openxmlformats.org/drawingml/2006/main">
              <a:ext uri="{FF2B5EF4-FFF2-40B4-BE49-F238E27FC236}">
                <a16:creationId xmlns:a16="http://schemas.microsoft.com/office/drawing/2014/main" id="{166EAC73-E278-4BC8-8627-1F4C44B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80" y="6158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3" name="path-6641">
            <a:extLst xmlns:a="http://schemas.openxmlformats.org/drawingml/2006/main">
              <a:ext uri="{FF2B5EF4-FFF2-40B4-BE49-F238E27FC236}">
                <a16:creationId xmlns:a16="http://schemas.microsoft.com/office/drawing/2014/main" id="{8CD011F0-0DE3-42FC-BBF4-DBB6F658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9425" y="6142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4" name="path-6642">
            <a:extLst xmlns:a="http://schemas.openxmlformats.org/drawingml/2006/main">
              <a:ext uri="{FF2B5EF4-FFF2-40B4-BE49-F238E27FC236}">
                <a16:creationId xmlns:a16="http://schemas.microsoft.com/office/drawing/2014/main" id="{0718B7DB-65D8-41B3-BB4E-B051325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48" y="61306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5" name="path-6643">
            <a:extLst xmlns:a="http://schemas.openxmlformats.org/drawingml/2006/main">
              <a:ext uri="{FF2B5EF4-FFF2-40B4-BE49-F238E27FC236}">
                <a16:creationId xmlns:a16="http://schemas.microsoft.com/office/drawing/2014/main" id="{5F79648C-91A3-4664-A0A8-EAFF3B01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303" y="6156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6" name="path-6644">
            <a:extLst xmlns:a="http://schemas.openxmlformats.org/drawingml/2006/main">
              <a:ext uri="{FF2B5EF4-FFF2-40B4-BE49-F238E27FC236}">
                <a16:creationId xmlns:a16="http://schemas.microsoft.com/office/drawing/2014/main" id="{E5711F7A-C919-4ED0-8A48-A5295C3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77" y="6158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7" name="path-6645">
            <a:extLst xmlns:a="http://schemas.openxmlformats.org/drawingml/2006/main">
              <a:ext uri="{FF2B5EF4-FFF2-40B4-BE49-F238E27FC236}">
                <a16:creationId xmlns:a16="http://schemas.microsoft.com/office/drawing/2014/main" id="{9157985D-B5F4-4EE0-B418-A840F58D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11" y="61368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8" name="path-6646">
            <a:extLst xmlns:a="http://schemas.openxmlformats.org/drawingml/2006/main">
              <a:ext uri="{FF2B5EF4-FFF2-40B4-BE49-F238E27FC236}">
                <a16:creationId xmlns:a16="http://schemas.microsoft.com/office/drawing/2014/main" id="{6323DAB4-0B3D-4C57-973B-FCEA1C14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506" y="6168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9" name="path-6647">
            <a:extLst xmlns:a="http://schemas.openxmlformats.org/drawingml/2006/main">
              <a:ext uri="{FF2B5EF4-FFF2-40B4-BE49-F238E27FC236}">
                <a16:creationId xmlns:a16="http://schemas.microsoft.com/office/drawing/2014/main" id="{40EF1C0C-D0DA-4D00-9005-AC99D820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800" y="61260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0" name="path-6648">
            <a:extLst xmlns:a="http://schemas.openxmlformats.org/drawingml/2006/main">
              <a:ext uri="{FF2B5EF4-FFF2-40B4-BE49-F238E27FC236}">
                <a16:creationId xmlns:a16="http://schemas.microsoft.com/office/drawing/2014/main" id="{1BEF7F9C-66B5-4052-831D-C62D391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073" y="61532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1" name="path-6649">
            <a:extLst xmlns:a="http://schemas.openxmlformats.org/drawingml/2006/main">
              <a:ext uri="{FF2B5EF4-FFF2-40B4-BE49-F238E27FC236}">
                <a16:creationId xmlns:a16="http://schemas.microsoft.com/office/drawing/2014/main" id="{F3C0FD13-37BF-45F0-A172-2978D408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864" y="61502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2" name="path-6650">
            <a:extLst xmlns:a="http://schemas.openxmlformats.org/drawingml/2006/main">
              <a:ext uri="{FF2B5EF4-FFF2-40B4-BE49-F238E27FC236}">
                <a16:creationId xmlns:a16="http://schemas.microsoft.com/office/drawing/2014/main" id="{CB19A5D6-2BEA-4D15-B05C-B92F5EE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31" y="6156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3" name="path-6651">
            <a:extLst xmlns:a="http://schemas.openxmlformats.org/drawingml/2006/main">
              <a:ext uri="{FF2B5EF4-FFF2-40B4-BE49-F238E27FC236}">
                <a16:creationId xmlns:a16="http://schemas.microsoft.com/office/drawing/2014/main" id="{6C668E9B-9FC2-467E-B80D-E1FF967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21" y="6153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4" name="path-6652">
            <a:extLst xmlns:a="http://schemas.openxmlformats.org/drawingml/2006/main">
              <a:ext uri="{FF2B5EF4-FFF2-40B4-BE49-F238E27FC236}">
                <a16:creationId xmlns:a16="http://schemas.microsoft.com/office/drawing/2014/main" id="{CECC30F5-CB1B-47B9-A4BE-CCAD0669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927" y="61172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5" name="path-6653">
            <a:extLst xmlns:a="http://schemas.openxmlformats.org/drawingml/2006/main">
              <a:ext uri="{FF2B5EF4-FFF2-40B4-BE49-F238E27FC236}">
                <a16:creationId xmlns:a16="http://schemas.microsoft.com/office/drawing/2014/main" id="{7A674503-8309-4649-B6FF-0033D4C9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550" y="6109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6" name="path-6654">
            <a:extLst xmlns:a="http://schemas.openxmlformats.org/drawingml/2006/main">
              <a:ext uri="{FF2B5EF4-FFF2-40B4-BE49-F238E27FC236}">
                <a16:creationId xmlns:a16="http://schemas.microsoft.com/office/drawing/2014/main" id="{AF9F43EF-13C3-431A-A279-D750223E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19" y="6145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7" name="path-6655">
            <a:extLst xmlns:a="http://schemas.openxmlformats.org/drawingml/2006/main">
              <a:ext uri="{FF2B5EF4-FFF2-40B4-BE49-F238E27FC236}">
                <a16:creationId xmlns:a16="http://schemas.microsoft.com/office/drawing/2014/main" id="{32C94329-666A-4EFE-AE95-3C316717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596" y="61427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8" name="path-6656">
            <a:extLst xmlns:a="http://schemas.openxmlformats.org/drawingml/2006/main">
              <a:ext uri="{FF2B5EF4-FFF2-40B4-BE49-F238E27FC236}">
                <a16:creationId xmlns:a16="http://schemas.microsoft.com/office/drawing/2014/main" id="{4AA5DBF0-C18C-4790-A26D-CB8DC451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741" y="6134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9" name="path-6657">
            <a:extLst xmlns:a="http://schemas.openxmlformats.org/drawingml/2006/main">
              <a:ext uri="{FF2B5EF4-FFF2-40B4-BE49-F238E27FC236}">
                <a16:creationId xmlns:a16="http://schemas.microsoft.com/office/drawing/2014/main" id="{0BAE25BD-8F5E-4385-B35D-B30171E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803" y="6150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0" name="path-6658">
            <a:extLst xmlns:a="http://schemas.openxmlformats.org/drawingml/2006/main">
              <a:ext uri="{FF2B5EF4-FFF2-40B4-BE49-F238E27FC236}">
                <a16:creationId xmlns:a16="http://schemas.microsoft.com/office/drawing/2014/main" id="{1FE92126-5C0D-4011-B8A9-8126C5E4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49" y="615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1" name="path-6659">
            <a:extLst xmlns:a="http://schemas.openxmlformats.org/drawingml/2006/main">
              <a:ext uri="{FF2B5EF4-FFF2-40B4-BE49-F238E27FC236}">
                <a16:creationId xmlns:a16="http://schemas.microsoft.com/office/drawing/2014/main" id="{E878BD6E-8C29-4C96-934E-C6B97E53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49" y="6141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2" name="path-6660">
            <a:extLst xmlns:a="http://schemas.openxmlformats.org/drawingml/2006/main">
              <a:ext uri="{FF2B5EF4-FFF2-40B4-BE49-F238E27FC236}">
                <a16:creationId xmlns:a16="http://schemas.microsoft.com/office/drawing/2014/main" id="{92D94BEF-A2AA-400F-ACD2-9A5F06C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12" y="6139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3" name="path-6661">
            <a:extLst xmlns:a="http://schemas.openxmlformats.org/drawingml/2006/main">
              <a:ext uri="{FF2B5EF4-FFF2-40B4-BE49-F238E27FC236}">
                <a16:creationId xmlns:a16="http://schemas.microsoft.com/office/drawing/2014/main" id="{FA1D8E02-EB38-44CD-92F6-D46C3AA2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974" y="6153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4" name="path-6662">
            <a:extLst xmlns:a="http://schemas.openxmlformats.org/drawingml/2006/main">
              <a:ext uri="{FF2B5EF4-FFF2-40B4-BE49-F238E27FC236}">
                <a16:creationId xmlns:a16="http://schemas.microsoft.com/office/drawing/2014/main" id="{07307707-26EF-4391-A6F0-3A5EF9E9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57" y="6149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5" name="path-6663">
            <a:extLst xmlns:a="http://schemas.openxmlformats.org/drawingml/2006/main">
              <a:ext uri="{FF2B5EF4-FFF2-40B4-BE49-F238E27FC236}">
                <a16:creationId xmlns:a16="http://schemas.microsoft.com/office/drawing/2014/main" id="{C8C68A71-0C25-4304-B786-891E372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376" y="61560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6" name="path-6664">
            <a:extLst xmlns:a="http://schemas.openxmlformats.org/drawingml/2006/main">
              <a:ext uri="{FF2B5EF4-FFF2-40B4-BE49-F238E27FC236}">
                <a16:creationId xmlns:a16="http://schemas.microsoft.com/office/drawing/2014/main" id="{D54B211A-5AB3-4269-903D-FE058EC1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309" y="6141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7" name="path-6665">
            <a:extLst xmlns:a="http://schemas.openxmlformats.org/drawingml/2006/main">
              <a:ext uri="{FF2B5EF4-FFF2-40B4-BE49-F238E27FC236}">
                <a16:creationId xmlns:a16="http://schemas.microsoft.com/office/drawing/2014/main" id="{E9BCBC44-A031-404A-B6C7-C8AA592F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254" y="6120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8" name="path-6666">
            <a:extLst xmlns:a="http://schemas.openxmlformats.org/drawingml/2006/main">
              <a:ext uri="{FF2B5EF4-FFF2-40B4-BE49-F238E27FC236}">
                <a16:creationId xmlns:a16="http://schemas.microsoft.com/office/drawing/2014/main" id="{B335AE8C-39AD-4146-BB2E-2D6E7DFB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923" y="6143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9" name="path-6667">
            <a:extLst xmlns:a="http://schemas.openxmlformats.org/drawingml/2006/main">
              <a:ext uri="{FF2B5EF4-FFF2-40B4-BE49-F238E27FC236}">
                <a16:creationId xmlns:a16="http://schemas.microsoft.com/office/drawing/2014/main" id="{E2B904A1-9D4A-48D7-85BC-BB0E8654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992" y="6133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0" name="path-6668">
            <a:extLst xmlns:a="http://schemas.openxmlformats.org/drawingml/2006/main">
              <a:ext uri="{FF2B5EF4-FFF2-40B4-BE49-F238E27FC236}">
                <a16:creationId xmlns:a16="http://schemas.microsoft.com/office/drawing/2014/main" id="{38BDAB3D-325F-4DCF-A91B-F7119BAC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22" y="6150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1" name="path-6669">
            <a:extLst xmlns:a="http://schemas.openxmlformats.org/drawingml/2006/main">
              <a:ext uri="{FF2B5EF4-FFF2-40B4-BE49-F238E27FC236}">
                <a16:creationId xmlns:a16="http://schemas.microsoft.com/office/drawing/2014/main" id="{0B01498D-C196-4A17-8B1A-C792AD6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451" y="61200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2" name="path-6670">
            <a:extLst xmlns:a="http://schemas.openxmlformats.org/drawingml/2006/main">
              <a:ext uri="{FF2B5EF4-FFF2-40B4-BE49-F238E27FC236}">
                <a16:creationId xmlns:a16="http://schemas.microsoft.com/office/drawing/2014/main" id="{BA3054FA-42D2-4864-8D8F-A04598F1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704" y="6158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3" name="path-6671">
            <a:extLst xmlns:a="http://schemas.openxmlformats.org/drawingml/2006/main">
              <a:ext uri="{FF2B5EF4-FFF2-40B4-BE49-F238E27FC236}">
                <a16:creationId xmlns:a16="http://schemas.microsoft.com/office/drawing/2014/main" id="{8EB3A525-F6BD-45C0-A3AB-AF9D4A85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904" y="61213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4" name="path-6672">
            <a:extLst xmlns:a="http://schemas.openxmlformats.org/drawingml/2006/main">
              <a:ext uri="{FF2B5EF4-FFF2-40B4-BE49-F238E27FC236}">
                <a16:creationId xmlns:a16="http://schemas.microsoft.com/office/drawing/2014/main" id="{264E2A0D-3642-4AB7-977B-93A2DBD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50" y="6124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5" name="path-6673">
            <a:extLst xmlns:a="http://schemas.openxmlformats.org/drawingml/2006/main">
              <a:ext uri="{FF2B5EF4-FFF2-40B4-BE49-F238E27FC236}">
                <a16:creationId xmlns:a16="http://schemas.microsoft.com/office/drawing/2014/main" id="{8AD989EF-2C86-4FF5-965D-99DD6404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877" y="6118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6" name="path-6674">
            <a:extLst xmlns:a="http://schemas.openxmlformats.org/drawingml/2006/main">
              <a:ext uri="{FF2B5EF4-FFF2-40B4-BE49-F238E27FC236}">
                <a16:creationId xmlns:a16="http://schemas.microsoft.com/office/drawing/2014/main" id="{FECD9615-FD17-4A9A-8A1F-0E2A8860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045" y="6159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7" name="path-6675">
            <a:extLst xmlns:a="http://schemas.openxmlformats.org/drawingml/2006/main">
              <a:ext uri="{FF2B5EF4-FFF2-40B4-BE49-F238E27FC236}">
                <a16:creationId xmlns:a16="http://schemas.microsoft.com/office/drawing/2014/main" id="{FD335573-3997-48B6-A4C1-A651594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080" y="61347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8" name="path-6676">
            <a:extLst xmlns:a="http://schemas.openxmlformats.org/drawingml/2006/main">
              <a:ext uri="{FF2B5EF4-FFF2-40B4-BE49-F238E27FC236}">
                <a16:creationId xmlns:a16="http://schemas.microsoft.com/office/drawing/2014/main" id="{7AB181C5-E49A-4CB1-9905-903C388F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600" y="6137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9" name="path-6677">
            <a:extLst xmlns:a="http://schemas.openxmlformats.org/drawingml/2006/main">
              <a:ext uri="{FF2B5EF4-FFF2-40B4-BE49-F238E27FC236}">
                <a16:creationId xmlns:a16="http://schemas.microsoft.com/office/drawing/2014/main" id="{EC54671B-1C8A-4DF9-B141-A9AAD5FC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335" y="6140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0" name="path-6678">
            <a:extLst xmlns:a="http://schemas.openxmlformats.org/drawingml/2006/main">
              <a:ext uri="{FF2B5EF4-FFF2-40B4-BE49-F238E27FC236}">
                <a16:creationId xmlns:a16="http://schemas.microsoft.com/office/drawing/2014/main" id="{82E8A71C-8E4F-4083-ADB8-F3BFB721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706" y="61266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1" name="path-6679">
            <a:extLst xmlns:a="http://schemas.openxmlformats.org/drawingml/2006/main">
              <a:ext uri="{FF2B5EF4-FFF2-40B4-BE49-F238E27FC236}">
                <a16:creationId xmlns:a16="http://schemas.microsoft.com/office/drawing/2014/main" id="{338A9A8E-BF8E-47EE-A757-7935B376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74" y="61188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2" name="path-6680">
            <a:extLst xmlns:a="http://schemas.openxmlformats.org/drawingml/2006/main">
              <a:ext uri="{FF2B5EF4-FFF2-40B4-BE49-F238E27FC236}">
                <a16:creationId xmlns:a16="http://schemas.microsoft.com/office/drawing/2014/main" id="{215BFFD4-4AD2-4787-B0D5-A157712A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648" y="6141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3" name="path-6681">
            <a:extLst xmlns:a="http://schemas.openxmlformats.org/drawingml/2006/main">
              <a:ext uri="{FF2B5EF4-FFF2-40B4-BE49-F238E27FC236}">
                <a16:creationId xmlns:a16="http://schemas.microsoft.com/office/drawing/2014/main" id="{F6D7A76C-A9AF-486F-BFBE-ACF744F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549" y="6162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4" name="path-6682">
            <a:extLst xmlns:a="http://schemas.openxmlformats.org/drawingml/2006/main">
              <a:ext uri="{FF2B5EF4-FFF2-40B4-BE49-F238E27FC236}">
                <a16:creationId xmlns:a16="http://schemas.microsoft.com/office/drawing/2014/main" id="{01FDA200-14C0-4C98-97CB-B1E8815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7" y="6138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5" name="path-6683">
            <a:extLst xmlns:a="http://schemas.openxmlformats.org/drawingml/2006/main">
              <a:ext uri="{FF2B5EF4-FFF2-40B4-BE49-F238E27FC236}">
                <a16:creationId xmlns:a16="http://schemas.microsoft.com/office/drawing/2014/main" id="{5E466002-C0A2-4458-AA84-EA07E9F0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088" y="61309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6" name="path-6684">
            <a:extLst xmlns:a="http://schemas.openxmlformats.org/drawingml/2006/main">
              <a:ext uri="{FF2B5EF4-FFF2-40B4-BE49-F238E27FC236}">
                <a16:creationId xmlns:a16="http://schemas.microsoft.com/office/drawing/2014/main" id="{5137945E-5678-4A5B-8DAB-350154F9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870" y="61344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7" name="path-6685">
            <a:extLst xmlns:a="http://schemas.openxmlformats.org/drawingml/2006/main">
              <a:ext uri="{FF2B5EF4-FFF2-40B4-BE49-F238E27FC236}">
                <a16:creationId xmlns:a16="http://schemas.microsoft.com/office/drawing/2014/main" id="{2004D970-E27E-486F-960C-E31B1829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46" y="61492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8" name="path-6686">
            <a:extLst xmlns:a="http://schemas.openxmlformats.org/drawingml/2006/main">
              <a:ext uri="{FF2B5EF4-FFF2-40B4-BE49-F238E27FC236}">
                <a16:creationId xmlns:a16="http://schemas.microsoft.com/office/drawing/2014/main" id="{389C2BD1-9C84-49E0-A15C-63385A7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56" y="61504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9" name="path-6687">
            <a:extLst xmlns:a="http://schemas.openxmlformats.org/drawingml/2006/main">
              <a:ext uri="{FF2B5EF4-FFF2-40B4-BE49-F238E27FC236}">
                <a16:creationId xmlns:a16="http://schemas.microsoft.com/office/drawing/2014/main" id="{532DBABF-9943-4165-AA5F-E0B2ED9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540" y="6122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0" name="path-6688">
            <a:extLst xmlns:a="http://schemas.openxmlformats.org/drawingml/2006/main">
              <a:ext uri="{FF2B5EF4-FFF2-40B4-BE49-F238E27FC236}">
                <a16:creationId xmlns:a16="http://schemas.microsoft.com/office/drawing/2014/main" id="{938431B8-F448-4504-95D4-7DFE0092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49" y="6163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1" name="path-6689">
            <a:extLst xmlns:a="http://schemas.openxmlformats.org/drawingml/2006/main">
              <a:ext uri="{FF2B5EF4-FFF2-40B4-BE49-F238E27FC236}">
                <a16:creationId xmlns:a16="http://schemas.microsoft.com/office/drawing/2014/main" id="{B01675E9-9251-4BD9-B727-79BE5B2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17" y="6145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2" name="path-6690">
            <a:extLst xmlns:a="http://schemas.openxmlformats.org/drawingml/2006/main">
              <a:ext uri="{FF2B5EF4-FFF2-40B4-BE49-F238E27FC236}">
                <a16:creationId xmlns:a16="http://schemas.microsoft.com/office/drawing/2014/main" id="{1FF74265-9530-4EBC-B311-56805D3C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83" y="61350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3" name="path-6691">
            <a:extLst xmlns:a="http://schemas.openxmlformats.org/drawingml/2006/main">
              <a:ext uri="{FF2B5EF4-FFF2-40B4-BE49-F238E27FC236}">
                <a16:creationId xmlns:a16="http://schemas.microsoft.com/office/drawing/2014/main" id="{234A24EF-4E7D-4795-809B-45DE6EF5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51" y="61345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4" name="path-6692">
            <a:extLst xmlns:a="http://schemas.openxmlformats.org/drawingml/2006/main">
              <a:ext uri="{FF2B5EF4-FFF2-40B4-BE49-F238E27FC236}">
                <a16:creationId xmlns:a16="http://schemas.microsoft.com/office/drawing/2014/main" id="{BAC8065B-1193-4FA2-B7B2-90ADBF18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524" y="6138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5" name="path-6693">
            <a:extLst xmlns:a="http://schemas.openxmlformats.org/drawingml/2006/main">
              <a:ext uri="{FF2B5EF4-FFF2-40B4-BE49-F238E27FC236}">
                <a16:creationId xmlns:a16="http://schemas.microsoft.com/office/drawing/2014/main" id="{4D9BB8A9-F019-432F-8C81-76F5978C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949" y="61114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6" name="path-6694">
            <a:extLst xmlns:a="http://schemas.openxmlformats.org/drawingml/2006/main">
              <a:ext uri="{FF2B5EF4-FFF2-40B4-BE49-F238E27FC236}">
                <a16:creationId xmlns:a16="http://schemas.microsoft.com/office/drawing/2014/main" id="{BB8B6200-685B-42B4-A6EE-1328CE88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541" y="6125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7" name="path-6695">
            <a:extLst xmlns:a="http://schemas.openxmlformats.org/drawingml/2006/main">
              <a:ext uri="{FF2B5EF4-FFF2-40B4-BE49-F238E27FC236}">
                <a16:creationId xmlns:a16="http://schemas.microsoft.com/office/drawing/2014/main" id="{A8B69601-C235-48EB-84B5-01E97DF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194" y="6152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8" name="path-6696">
            <a:extLst xmlns:a="http://schemas.openxmlformats.org/drawingml/2006/main">
              <a:ext uri="{FF2B5EF4-FFF2-40B4-BE49-F238E27FC236}">
                <a16:creationId xmlns:a16="http://schemas.microsoft.com/office/drawing/2014/main" id="{9050C99C-1811-4645-9E78-396F9139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741" y="6163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9" name="path-6697">
            <a:extLst xmlns:a="http://schemas.openxmlformats.org/drawingml/2006/main">
              <a:ext uri="{FF2B5EF4-FFF2-40B4-BE49-F238E27FC236}">
                <a16:creationId xmlns:a16="http://schemas.microsoft.com/office/drawing/2014/main" id="{4673640E-BC79-46AA-9647-BBCEF84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257" y="6112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0" name="path-6698">
            <a:extLst xmlns:a="http://schemas.openxmlformats.org/drawingml/2006/main">
              <a:ext uri="{FF2B5EF4-FFF2-40B4-BE49-F238E27FC236}">
                <a16:creationId xmlns:a16="http://schemas.microsoft.com/office/drawing/2014/main" id="{5F2CA5F2-D161-4958-8FF9-5DF953FC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60" y="6140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1" name="path-6699">
            <a:extLst xmlns:a="http://schemas.openxmlformats.org/drawingml/2006/main">
              <a:ext uri="{FF2B5EF4-FFF2-40B4-BE49-F238E27FC236}">
                <a16:creationId xmlns:a16="http://schemas.microsoft.com/office/drawing/2014/main" id="{0293246F-4762-469D-8E9F-4F725301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10" y="61614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2" name="path-6700">
            <a:extLst xmlns:a="http://schemas.openxmlformats.org/drawingml/2006/main">
              <a:ext uri="{FF2B5EF4-FFF2-40B4-BE49-F238E27FC236}">
                <a16:creationId xmlns:a16="http://schemas.microsoft.com/office/drawing/2014/main" id="{679909F9-79F3-405E-A480-9A353E1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738" y="6129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3" name="path-6701">
            <a:extLst xmlns:a="http://schemas.openxmlformats.org/drawingml/2006/main">
              <a:ext uri="{FF2B5EF4-FFF2-40B4-BE49-F238E27FC236}">
                <a16:creationId xmlns:a16="http://schemas.microsoft.com/office/drawing/2014/main" id="{C7544B3A-AA3D-4823-900D-979AB953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784" y="6139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4" name="path-6702">
            <a:extLst xmlns:a="http://schemas.openxmlformats.org/drawingml/2006/main">
              <a:ext uri="{FF2B5EF4-FFF2-40B4-BE49-F238E27FC236}">
                <a16:creationId xmlns:a16="http://schemas.microsoft.com/office/drawing/2014/main" id="{64911851-EE6B-41AC-A99A-4073D3C2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705" y="6154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5" name="path-6703">
            <a:extLst xmlns:a="http://schemas.openxmlformats.org/drawingml/2006/main">
              <a:ext uri="{FF2B5EF4-FFF2-40B4-BE49-F238E27FC236}">
                <a16:creationId xmlns:a16="http://schemas.microsoft.com/office/drawing/2014/main" id="{1AE5C39B-BBB2-46FC-8C08-3122320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31" y="61000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6" name="path-6704">
            <a:extLst xmlns:a="http://schemas.openxmlformats.org/drawingml/2006/main">
              <a:ext uri="{FF2B5EF4-FFF2-40B4-BE49-F238E27FC236}">
                <a16:creationId xmlns:a16="http://schemas.microsoft.com/office/drawing/2014/main" id="{42BB0CE1-C477-41A4-B68A-B4083199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146" y="6158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7" name="path-6705">
            <a:extLst xmlns:a="http://schemas.openxmlformats.org/drawingml/2006/main">
              <a:ext uri="{FF2B5EF4-FFF2-40B4-BE49-F238E27FC236}">
                <a16:creationId xmlns:a16="http://schemas.microsoft.com/office/drawing/2014/main" id="{E0AF0AF1-CC39-4431-96DC-E51378A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754" y="61383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8" name="path-6706">
            <a:extLst xmlns:a="http://schemas.openxmlformats.org/drawingml/2006/main">
              <a:ext uri="{FF2B5EF4-FFF2-40B4-BE49-F238E27FC236}">
                <a16:creationId xmlns:a16="http://schemas.microsoft.com/office/drawing/2014/main" id="{79D42103-3C88-4B9F-939A-9A128D9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119" y="61216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9" name="path-6707">
            <a:extLst xmlns:a="http://schemas.openxmlformats.org/drawingml/2006/main">
              <a:ext uri="{FF2B5EF4-FFF2-40B4-BE49-F238E27FC236}">
                <a16:creationId xmlns:a16="http://schemas.microsoft.com/office/drawing/2014/main" id="{E4A9513A-360D-4AEC-9E40-C152E86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484" y="61572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0" name="path-6708">
            <a:extLst xmlns:a="http://schemas.openxmlformats.org/drawingml/2006/main">
              <a:ext uri="{FF2B5EF4-FFF2-40B4-BE49-F238E27FC236}">
                <a16:creationId xmlns:a16="http://schemas.microsoft.com/office/drawing/2014/main" id="{E1A504C5-7EC4-4167-BD5D-76FC3EF5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798" y="6164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1" name="path-6709">
            <a:extLst xmlns:a="http://schemas.openxmlformats.org/drawingml/2006/main">
              <a:ext uri="{FF2B5EF4-FFF2-40B4-BE49-F238E27FC236}">
                <a16:creationId xmlns:a16="http://schemas.microsoft.com/office/drawing/2014/main" id="{9951407D-6FC4-4B03-9667-B9B8F624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644" y="6148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2" name="path-6710">
            <a:extLst xmlns:a="http://schemas.openxmlformats.org/drawingml/2006/main">
              <a:ext uri="{FF2B5EF4-FFF2-40B4-BE49-F238E27FC236}">
                <a16:creationId xmlns:a16="http://schemas.microsoft.com/office/drawing/2014/main" id="{0A5309ED-94CE-4A50-9DAB-10F4F8F7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893" y="6141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3" name="path-6711">
            <a:extLst xmlns:a="http://schemas.openxmlformats.org/drawingml/2006/main">
              <a:ext uri="{FF2B5EF4-FFF2-40B4-BE49-F238E27FC236}">
                <a16:creationId xmlns:a16="http://schemas.microsoft.com/office/drawing/2014/main" id="{294F9A7A-A46B-44A8-926E-75B313AC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398" y="6118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4" name="path-6712">
            <a:extLst xmlns:a="http://schemas.openxmlformats.org/drawingml/2006/main">
              <a:ext uri="{FF2B5EF4-FFF2-40B4-BE49-F238E27FC236}">
                <a16:creationId xmlns:a16="http://schemas.microsoft.com/office/drawing/2014/main" id="{128A62D9-6BDC-43F4-ADD1-7DA3522A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546" y="6155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5" name="path-6713">
            <a:extLst xmlns:a="http://schemas.openxmlformats.org/drawingml/2006/main">
              <a:ext uri="{FF2B5EF4-FFF2-40B4-BE49-F238E27FC236}">
                <a16:creationId xmlns:a16="http://schemas.microsoft.com/office/drawing/2014/main" id="{275B3949-1D17-4E60-B114-D41E5F71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336" y="6144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6" name="path-6714">
            <a:extLst xmlns:a="http://schemas.openxmlformats.org/drawingml/2006/main">
              <a:ext uri="{FF2B5EF4-FFF2-40B4-BE49-F238E27FC236}">
                <a16:creationId xmlns:a16="http://schemas.microsoft.com/office/drawing/2014/main" id="{AA749E9D-4530-46B6-8B12-89375AE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747" y="6120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7" name="path-6715">
            <a:extLst xmlns:a="http://schemas.openxmlformats.org/drawingml/2006/main">
              <a:ext uri="{FF2B5EF4-FFF2-40B4-BE49-F238E27FC236}">
                <a16:creationId xmlns:a16="http://schemas.microsoft.com/office/drawing/2014/main" id="{A360A9E8-03C8-42BC-AAF5-63DC930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203" y="61275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8" name="path-6716">
            <a:extLst xmlns:a="http://schemas.openxmlformats.org/drawingml/2006/main">
              <a:ext uri="{FF2B5EF4-FFF2-40B4-BE49-F238E27FC236}">
                <a16:creationId xmlns:a16="http://schemas.microsoft.com/office/drawing/2014/main" id="{59E829C2-8CAE-43C0-A718-7FCEEDAB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130" y="6120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9" name="path-6717">
            <a:extLst xmlns:a="http://schemas.openxmlformats.org/drawingml/2006/main">
              <a:ext uri="{FF2B5EF4-FFF2-40B4-BE49-F238E27FC236}">
                <a16:creationId xmlns:a16="http://schemas.microsoft.com/office/drawing/2014/main" id="{F00945F1-CA10-4D5F-855A-952E780B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78" y="61250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0" name="path-6718">
            <a:extLst xmlns:a="http://schemas.openxmlformats.org/drawingml/2006/main">
              <a:ext uri="{FF2B5EF4-FFF2-40B4-BE49-F238E27FC236}">
                <a16:creationId xmlns:a16="http://schemas.microsoft.com/office/drawing/2014/main" id="{8C744C7A-9F63-4045-9C46-01C724B4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017" y="61150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1" name="path-6719">
            <a:extLst xmlns:a="http://schemas.openxmlformats.org/drawingml/2006/main">
              <a:ext uri="{FF2B5EF4-FFF2-40B4-BE49-F238E27FC236}">
                <a16:creationId xmlns:a16="http://schemas.microsoft.com/office/drawing/2014/main" id="{838E6A0D-66AA-47B9-9B01-BA38EE4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25" y="61726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2" name="path-6720">
            <a:extLst xmlns:a="http://schemas.openxmlformats.org/drawingml/2006/main">
              <a:ext uri="{FF2B5EF4-FFF2-40B4-BE49-F238E27FC236}">
                <a16:creationId xmlns:a16="http://schemas.microsoft.com/office/drawing/2014/main" id="{27C46483-BEA2-4E91-B37B-910860B0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13" y="61394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3" name="path-6721">
            <a:extLst xmlns:a="http://schemas.openxmlformats.org/drawingml/2006/main">
              <a:ext uri="{FF2B5EF4-FFF2-40B4-BE49-F238E27FC236}">
                <a16:creationId xmlns:a16="http://schemas.microsoft.com/office/drawing/2014/main" id="{6EAC7E36-D6C5-4F73-96FC-1EED78C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424" y="6162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4" name="path-6722">
            <a:extLst xmlns:a="http://schemas.openxmlformats.org/drawingml/2006/main">
              <a:ext uri="{FF2B5EF4-FFF2-40B4-BE49-F238E27FC236}">
                <a16:creationId xmlns:a16="http://schemas.microsoft.com/office/drawing/2014/main" id="{2B4CE82E-CBF7-46E8-AE84-646AFBCD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926" y="6147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5" name="path-6723">
            <a:extLst xmlns:a="http://schemas.openxmlformats.org/drawingml/2006/main">
              <a:ext uri="{FF2B5EF4-FFF2-40B4-BE49-F238E27FC236}">
                <a16:creationId xmlns:a16="http://schemas.microsoft.com/office/drawing/2014/main" id="{E14BFF91-98BC-47CE-812D-6677832B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25" y="61550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6" name="path-6724">
            <a:extLst xmlns:a="http://schemas.openxmlformats.org/drawingml/2006/main">
              <a:ext uri="{FF2B5EF4-FFF2-40B4-BE49-F238E27FC236}">
                <a16:creationId xmlns:a16="http://schemas.microsoft.com/office/drawing/2014/main" id="{992F9947-DD38-43A8-9456-2839EA30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434" y="6158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7" name="path-6725">
            <a:extLst xmlns:a="http://schemas.openxmlformats.org/drawingml/2006/main">
              <a:ext uri="{FF2B5EF4-FFF2-40B4-BE49-F238E27FC236}">
                <a16:creationId xmlns:a16="http://schemas.microsoft.com/office/drawing/2014/main" id="{9AB4663A-BCB1-4E01-B96E-BBC7BC65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4" y="61444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8" name="path-6726">
            <a:extLst xmlns:a="http://schemas.openxmlformats.org/drawingml/2006/main">
              <a:ext uri="{FF2B5EF4-FFF2-40B4-BE49-F238E27FC236}">
                <a16:creationId xmlns:a16="http://schemas.microsoft.com/office/drawing/2014/main" id="{34E4EA8B-21FE-4C14-BD6A-28AEBA7A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681" y="61565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9" name="path-6727">
            <a:extLst xmlns:a="http://schemas.openxmlformats.org/drawingml/2006/main">
              <a:ext uri="{FF2B5EF4-FFF2-40B4-BE49-F238E27FC236}">
                <a16:creationId xmlns:a16="http://schemas.microsoft.com/office/drawing/2014/main" id="{305AAC43-A3D2-42FD-8E21-AD044DB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8" y="61363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0" name="path-6728">
            <a:extLst xmlns:a="http://schemas.openxmlformats.org/drawingml/2006/main">
              <a:ext uri="{FF2B5EF4-FFF2-40B4-BE49-F238E27FC236}">
                <a16:creationId xmlns:a16="http://schemas.microsoft.com/office/drawing/2014/main" id="{A5D21EE8-FF14-4A92-801A-716399A0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76" y="61481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1" name="path-6729">
            <a:extLst xmlns:a="http://schemas.openxmlformats.org/drawingml/2006/main">
              <a:ext uri="{FF2B5EF4-FFF2-40B4-BE49-F238E27FC236}">
                <a16:creationId xmlns:a16="http://schemas.microsoft.com/office/drawing/2014/main" id="{D148C3A6-246F-42E2-ABB5-BA8B72C5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02" y="61500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2" name="path-6730">
            <a:extLst xmlns:a="http://schemas.openxmlformats.org/drawingml/2006/main">
              <a:ext uri="{FF2B5EF4-FFF2-40B4-BE49-F238E27FC236}">
                <a16:creationId xmlns:a16="http://schemas.microsoft.com/office/drawing/2014/main" id="{C9171105-6171-4D4F-939F-0AA01B45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8" y="6128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3" name="path-6731">
            <a:extLst xmlns:a="http://schemas.openxmlformats.org/drawingml/2006/main">
              <a:ext uri="{FF2B5EF4-FFF2-40B4-BE49-F238E27FC236}">
                <a16:creationId xmlns:a16="http://schemas.microsoft.com/office/drawing/2014/main" id="{8A749DBD-2A77-47FF-9219-5C938C95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416" y="6108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4" name="path-6732">
            <a:extLst xmlns:a="http://schemas.openxmlformats.org/drawingml/2006/main">
              <a:ext uri="{FF2B5EF4-FFF2-40B4-BE49-F238E27FC236}">
                <a16:creationId xmlns:a16="http://schemas.microsoft.com/office/drawing/2014/main" id="{D7127728-E859-42D9-BA38-EDCCA4B4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63" y="61495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5" name="path-6733">
            <a:extLst xmlns:a="http://schemas.openxmlformats.org/drawingml/2006/main">
              <a:ext uri="{FF2B5EF4-FFF2-40B4-BE49-F238E27FC236}">
                <a16:creationId xmlns:a16="http://schemas.microsoft.com/office/drawing/2014/main" id="{4274678D-7A28-45C7-B4A3-CF835BF3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893" y="61309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6" name="path-6734">
            <a:extLst xmlns:a="http://schemas.openxmlformats.org/drawingml/2006/main">
              <a:ext uri="{FF2B5EF4-FFF2-40B4-BE49-F238E27FC236}">
                <a16:creationId xmlns:a16="http://schemas.microsoft.com/office/drawing/2014/main" id="{253085FD-A64D-40F2-B944-18E725C1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411" y="61272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7" name="path-6735">
            <a:extLst xmlns:a="http://schemas.openxmlformats.org/drawingml/2006/main">
              <a:ext uri="{FF2B5EF4-FFF2-40B4-BE49-F238E27FC236}">
                <a16:creationId xmlns:a16="http://schemas.microsoft.com/office/drawing/2014/main" id="{7402D292-C568-41B8-9994-F9FFEF97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1" y="61231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8" name="path-6736">
            <a:extLst xmlns:a="http://schemas.openxmlformats.org/drawingml/2006/main">
              <a:ext uri="{FF2B5EF4-FFF2-40B4-BE49-F238E27FC236}">
                <a16:creationId xmlns:a16="http://schemas.microsoft.com/office/drawing/2014/main" id="{0AF9AA9D-7F70-4AC0-AC21-0B093BC8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004" y="61291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9" name="path-6737">
            <a:extLst xmlns:a="http://schemas.openxmlformats.org/drawingml/2006/main">
              <a:ext uri="{FF2B5EF4-FFF2-40B4-BE49-F238E27FC236}">
                <a16:creationId xmlns:a16="http://schemas.microsoft.com/office/drawing/2014/main" id="{6EB6ADF4-16DC-4DC3-9F73-84A3A64E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15" y="6148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0" name="path-6738">
            <a:extLst xmlns:a="http://schemas.openxmlformats.org/drawingml/2006/main">
              <a:ext uri="{FF2B5EF4-FFF2-40B4-BE49-F238E27FC236}">
                <a16:creationId xmlns:a16="http://schemas.microsoft.com/office/drawing/2014/main" id="{6000E61D-8C82-494C-8438-03E8C995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728" y="61659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1" name="path-6739">
            <a:extLst xmlns:a="http://schemas.openxmlformats.org/drawingml/2006/main">
              <a:ext uri="{FF2B5EF4-FFF2-40B4-BE49-F238E27FC236}">
                <a16:creationId xmlns:a16="http://schemas.microsoft.com/office/drawing/2014/main" id="{9002F1C9-F8EB-466E-ABA2-6798A7C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31" y="61286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2" name="path-6740">
            <a:extLst xmlns:a="http://schemas.openxmlformats.org/drawingml/2006/main">
              <a:ext uri="{FF2B5EF4-FFF2-40B4-BE49-F238E27FC236}">
                <a16:creationId xmlns:a16="http://schemas.microsoft.com/office/drawing/2014/main" id="{F934FB04-D89F-4EAC-AE49-E1C9821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56" y="61449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3" name="path-6741">
            <a:extLst xmlns:a="http://schemas.openxmlformats.org/drawingml/2006/main">
              <a:ext uri="{FF2B5EF4-FFF2-40B4-BE49-F238E27FC236}">
                <a16:creationId xmlns:a16="http://schemas.microsoft.com/office/drawing/2014/main" id="{C4334F65-A326-4F9E-A119-01BE2C9D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47" y="6145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4" name="path-6742">
            <a:extLst xmlns:a="http://schemas.openxmlformats.org/drawingml/2006/main">
              <a:ext uri="{FF2B5EF4-FFF2-40B4-BE49-F238E27FC236}">
                <a16:creationId xmlns:a16="http://schemas.microsoft.com/office/drawing/2014/main" id="{7B90D869-EF09-4C6B-97C8-AE8F486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304" y="6144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5" name="path-6743">
            <a:extLst xmlns:a="http://schemas.openxmlformats.org/drawingml/2006/main">
              <a:ext uri="{FF2B5EF4-FFF2-40B4-BE49-F238E27FC236}">
                <a16:creationId xmlns:a16="http://schemas.microsoft.com/office/drawing/2014/main" id="{EE96E5A0-76FF-4D73-9C6D-A7739AE7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477" y="6135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6" name="path-6744">
            <a:extLst xmlns:a="http://schemas.openxmlformats.org/drawingml/2006/main">
              <a:ext uri="{FF2B5EF4-FFF2-40B4-BE49-F238E27FC236}">
                <a16:creationId xmlns:a16="http://schemas.microsoft.com/office/drawing/2014/main" id="{87FD752E-676B-46FA-8FED-35A1A0F9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363" y="61553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7" name="path-6745">
            <a:extLst xmlns:a="http://schemas.openxmlformats.org/drawingml/2006/main">
              <a:ext uri="{FF2B5EF4-FFF2-40B4-BE49-F238E27FC236}">
                <a16:creationId xmlns:a16="http://schemas.microsoft.com/office/drawing/2014/main" id="{4F4A82AE-4DF0-4A2C-A871-85760A8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373" y="6170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8" name="path-6746">
            <a:extLst xmlns:a="http://schemas.openxmlformats.org/drawingml/2006/main">
              <a:ext uri="{FF2B5EF4-FFF2-40B4-BE49-F238E27FC236}">
                <a16:creationId xmlns:a16="http://schemas.microsoft.com/office/drawing/2014/main" id="{1F8E687B-3045-47F3-AD48-EEBAD027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301" y="6135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9" name="path-6747">
            <a:extLst xmlns:a="http://schemas.openxmlformats.org/drawingml/2006/main">
              <a:ext uri="{FF2B5EF4-FFF2-40B4-BE49-F238E27FC236}">
                <a16:creationId xmlns:a16="http://schemas.microsoft.com/office/drawing/2014/main" id="{E1DCAB55-7D65-49D4-8CC1-387D8177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591" y="61684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0" name="path-6748">
            <a:extLst xmlns:a="http://schemas.openxmlformats.org/drawingml/2006/main">
              <a:ext uri="{FF2B5EF4-FFF2-40B4-BE49-F238E27FC236}">
                <a16:creationId xmlns:a16="http://schemas.microsoft.com/office/drawing/2014/main" id="{ED16DA33-E99F-4282-BBC0-18215419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226" y="61479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1" name="path-6749">
            <a:extLst xmlns:a="http://schemas.openxmlformats.org/drawingml/2006/main">
              <a:ext uri="{FF2B5EF4-FFF2-40B4-BE49-F238E27FC236}">
                <a16:creationId xmlns:a16="http://schemas.microsoft.com/office/drawing/2014/main" id="{DE6BA005-03A2-408E-8824-4C039C7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439" y="61591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2" name="path-6750">
            <a:extLst xmlns:a="http://schemas.openxmlformats.org/drawingml/2006/main">
              <a:ext uri="{FF2B5EF4-FFF2-40B4-BE49-F238E27FC236}">
                <a16:creationId xmlns:a16="http://schemas.microsoft.com/office/drawing/2014/main" id="{7958AB65-4888-4A9A-A448-9BFA9BA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917" y="61335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3" name="path-6751">
            <a:extLst xmlns:a="http://schemas.openxmlformats.org/drawingml/2006/main">
              <a:ext uri="{FF2B5EF4-FFF2-40B4-BE49-F238E27FC236}">
                <a16:creationId xmlns:a16="http://schemas.microsoft.com/office/drawing/2014/main" id="{606D3B15-9D0C-4289-BEF4-1C79904C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13" y="6148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4" name="path-6752">
            <a:extLst xmlns:a="http://schemas.openxmlformats.org/drawingml/2006/main">
              <a:ext uri="{FF2B5EF4-FFF2-40B4-BE49-F238E27FC236}">
                <a16:creationId xmlns:a16="http://schemas.microsoft.com/office/drawing/2014/main" id="{889C8B1B-AED5-4C91-BF4D-7C42D575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720" y="61678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5" name="path-6753">
            <a:extLst xmlns:a="http://schemas.openxmlformats.org/drawingml/2006/main">
              <a:ext uri="{FF2B5EF4-FFF2-40B4-BE49-F238E27FC236}">
                <a16:creationId xmlns:a16="http://schemas.microsoft.com/office/drawing/2014/main" id="{4FF764C4-E62A-46DD-85FF-4A19D9CC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20" y="61522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6" name="path-6754">
            <a:extLst xmlns:a="http://schemas.openxmlformats.org/drawingml/2006/main">
              <a:ext uri="{FF2B5EF4-FFF2-40B4-BE49-F238E27FC236}">
                <a16:creationId xmlns:a16="http://schemas.microsoft.com/office/drawing/2014/main" id="{205825DF-3190-49A9-8BDA-2F07DAC4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772" y="6140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7" name="path-6755">
            <a:extLst xmlns:a="http://schemas.openxmlformats.org/drawingml/2006/main">
              <a:ext uri="{FF2B5EF4-FFF2-40B4-BE49-F238E27FC236}">
                <a16:creationId xmlns:a16="http://schemas.microsoft.com/office/drawing/2014/main" id="{097F3613-B376-4C7D-92C5-57755CBF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159" y="6159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8" name="path-6756">
            <a:extLst xmlns:a="http://schemas.openxmlformats.org/drawingml/2006/main">
              <a:ext uri="{FF2B5EF4-FFF2-40B4-BE49-F238E27FC236}">
                <a16:creationId xmlns:a16="http://schemas.microsoft.com/office/drawing/2014/main" id="{E575229B-EA70-40FE-B6C2-3877B18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63" y="6156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9" name="path-6757">
            <a:extLst xmlns:a="http://schemas.openxmlformats.org/drawingml/2006/main">
              <a:ext uri="{FF2B5EF4-FFF2-40B4-BE49-F238E27FC236}">
                <a16:creationId xmlns:a16="http://schemas.microsoft.com/office/drawing/2014/main" id="{851C900F-0798-4376-A7C6-1896E503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854" y="61221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0" name="path-6758">
            <a:extLst xmlns:a="http://schemas.openxmlformats.org/drawingml/2006/main">
              <a:ext uri="{FF2B5EF4-FFF2-40B4-BE49-F238E27FC236}">
                <a16:creationId xmlns:a16="http://schemas.microsoft.com/office/drawing/2014/main" id="{8C2CDD17-A9D6-40A0-A885-96D102B8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360" y="61267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1" name="path-6759">
            <a:extLst xmlns:a="http://schemas.openxmlformats.org/drawingml/2006/main">
              <a:ext uri="{FF2B5EF4-FFF2-40B4-BE49-F238E27FC236}">
                <a16:creationId xmlns:a16="http://schemas.microsoft.com/office/drawing/2014/main" id="{C3A7E40A-CFEE-436F-A1C6-C86B494E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476" y="6147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2" name="path-6760">
            <a:extLst xmlns:a="http://schemas.openxmlformats.org/drawingml/2006/main">
              <a:ext uri="{FF2B5EF4-FFF2-40B4-BE49-F238E27FC236}">
                <a16:creationId xmlns:a16="http://schemas.microsoft.com/office/drawing/2014/main" id="{CD69FD93-E0C1-4175-864B-2484404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92" y="6175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3" name="path-6761">
            <a:extLst xmlns:a="http://schemas.openxmlformats.org/drawingml/2006/main">
              <a:ext uri="{FF2B5EF4-FFF2-40B4-BE49-F238E27FC236}">
                <a16:creationId xmlns:a16="http://schemas.microsoft.com/office/drawing/2014/main" id="{5E0BC3B7-558B-4AA0-AE53-1BD74BC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63" y="6141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4" name="path-6762">
            <a:extLst xmlns:a="http://schemas.openxmlformats.org/drawingml/2006/main">
              <a:ext uri="{FF2B5EF4-FFF2-40B4-BE49-F238E27FC236}">
                <a16:creationId xmlns:a16="http://schemas.microsoft.com/office/drawing/2014/main" id="{4B2DAED6-49DA-44C3-90FF-4EB8A11A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47" y="6132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5" name="path-6763">
            <a:extLst xmlns:a="http://schemas.openxmlformats.org/drawingml/2006/main">
              <a:ext uri="{FF2B5EF4-FFF2-40B4-BE49-F238E27FC236}">
                <a16:creationId xmlns:a16="http://schemas.microsoft.com/office/drawing/2014/main" id="{BDBA4C29-2647-4069-8AD4-804B847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90" y="6148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6" name="path-6764">
            <a:extLst xmlns:a="http://schemas.openxmlformats.org/drawingml/2006/main">
              <a:ext uri="{FF2B5EF4-FFF2-40B4-BE49-F238E27FC236}">
                <a16:creationId xmlns:a16="http://schemas.microsoft.com/office/drawing/2014/main" id="{EEDF3970-B4BF-4BDD-9AB8-A9E0E4E8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199" y="61133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7" name="path-6765">
            <a:extLst xmlns:a="http://schemas.openxmlformats.org/drawingml/2006/main">
              <a:ext uri="{FF2B5EF4-FFF2-40B4-BE49-F238E27FC236}">
                <a16:creationId xmlns:a16="http://schemas.microsoft.com/office/drawing/2014/main" id="{ACE9C414-93EC-44FD-B9A4-D1E3A5D8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426" y="61442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8" name="path-6766">
            <a:extLst xmlns:a="http://schemas.openxmlformats.org/drawingml/2006/main">
              <a:ext uri="{FF2B5EF4-FFF2-40B4-BE49-F238E27FC236}">
                <a16:creationId xmlns:a16="http://schemas.microsoft.com/office/drawing/2014/main" id="{05DFB70F-554D-406B-AB80-6CBDFDAB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226" y="6146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9" name="path-6767">
            <a:extLst xmlns:a="http://schemas.openxmlformats.org/drawingml/2006/main">
              <a:ext uri="{FF2B5EF4-FFF2-40B4-BE49-F238E27FC236}">
                <a16:creationId xmlns:a16="http://schemas.microsoft.com/office/drawing/2014/main" id="{BFBC76F1-FA8E-44EB-9B49-5F67251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026" y="6172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0" name="path-6768">
            <a:extLst xmlns:a="http://schemas.openxmlformats.org/drawingml/2006/main">
              <a:ext uri="{FF2B5EF4-FFF2-40B4-BE49-F238E27FC236}">
                <a16:creationId xmlns:a16="http://schemas.microsoft.com/office/drawing/2014/main" id="{AF26FEF7-BAA3-4129-985B-8C925B8A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650" y="61420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1" name="path-6769">
            <a:extLst xmlns:a="http://schemas.openxmlformats.org/drawingml/2006/main">
              <a:ext uri="{FF2B5EF4-FFF2-40B4-BE49-F238E27FC236}">
                <a16:creationId xmlns:a16="http://schemas.microsoft.com/office/drawing/2014/main" id="{0BC3D3D6-7BE7-4AEB-B7C8-7CDE12A9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233" y="61407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2" name="path-6770">
            <a:extLst xmlns:a="http://schemas.openxmlformats.org/drawingml/2006/main">
              <a:ext uri="{FF2B5EF4-FFF2-40B4-BE49-F238E27FC236}">
                <a16:creationId xmlns:a16="http://schemas.microsoft.com/office/drawing/2014/main" id="{2A312526-241E-47AE-9392-5590B2D4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070" y="6150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3" name="path-6771">
            <a:extLst xmlns:a="http://schemas.openxmlformats.org/drawingml/2006/main">
              <a:ext uri="{FF2B5EF4-FFF2-40B4-BE49-F238E27FC236}">
                <a16:creationId xmlns:a16="http://schemas.microsoft.com/office/drawing/2014/main" id="{F81DCC44-CC4A-4529-AED3-6920992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06" y="61241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4" name="path-6772">
            <a:extLst xmlns:a="http://schemas.openxmlformats.org/drawingml/2006/main">
              <a:ext uri="{FF2B5EF4-FFF2-40B4-BE49-F238E27FC236}">
                <a16:creationId xmlns:a16="http://schemas.microsoft.com/office/drawing/2014/main" id="{85B82A6E-08C5-4AE4-BCDF-F32330E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137" y="6142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5" name="path-6773">
            <a:extLst xmlns:a="http://schemas.openxmlformats.org/drawingml/2006/main">
              <a:ext uri="{FF2B5EF4-FFF2-40B4-BE49-F238E27FC236}">
                <a16:creationId xmlns:a16="http://schemas.microsoft.com/office/drawing/2014/main" id="{5F956CE2-94E0-445C-AD57-072B7074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9296" y="61448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6" name="path-6774">
            <a:extLst xmlns:a="http://schemas.openxmlformats.org/drawingml/2006/main">
              <a:ext uri="{FF2B5EF4-FFF2-40B4-BE49-F238E27FC236}">
                <a16:creationId xmlns:a16="http://schemas.microsoft.com/office/drawing/2014/main" id="{A88F3A39-341D-4D1F-9961-631494EB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2" y="61188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7" name="path-6775">
            <a:extLst xmlns:a="http://schemas.openxmlformats.org/drawingml/2006/main">
              <a:ext uri="{FF2B5EF4-FFF2-40B4-BE49-F238E27FC236}">
                <a16:creationId xmlns:a16="http://schemas.microsoft.com/office/drawing/2014/main" id="{B5E85E99-2F18-4943-9A59-D4E783D7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03" y="61181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8" name="path-6776">
            <a:extLst xmlns:a="http://schemas.openxmlformats.org/drawingml/2006/main">
              <a:ext uri="{FF2B5EF4-FFF2-40B4-BE49-F238E27FC236}">
                <a16:creationId xmlns:a16="http://schemas.microsoft.com/office/drawing/2014/main" id="{AF039249-9C55-4286-BD03-DECE46B9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725" y="61339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9" name="path-6777">
            <a:extLst xmlns:a="http://schemas.openxmlformats.org/drawingml/2006/main">
              <a:ext uri="{FF2B5EF4-FFF2-40B4-BE49-F238E27FC236}">
                <a16:creationId xmlns:a16="http://schemas.microsoft.com/office/drawing/2014/main" id="{14A7CD20-874B-4356-951D-7B1B5004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17" y="61535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0" name="path-6778">
            <a:extLst xmlns:a="http://schemas.openxmlformats.org/drawingml/2006/main">
              <a:ext uri="{FF2B5EF4-FFF2-40B4-BE49-F238E27FC236}">
                <a16:creationId xmlns:a16="http://schemas.microsoft.com/office/drawing/2014/main" id="{66307696-8C7C-47D8-981F-6B3C018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379" y="61318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1" name="path-6779">
            <a:extLst xmlns:a="http://schemas.openxmlformats.org/drawingml/2006/main">
              <a:ext uri="{FF2B5EF4-FFF2-40B4-BE49-F238E27FC236}">
                <a16:creationId xmlns:a16="http://schemas.microsoft.com/office/drawing/2014/main" id="{B07341BD-EE51-49FF-84E9-6CA98EBB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246" y="6154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2" name="path-6780">
            <a:extLst xmlns:a="http://schemas.openxmlformats.org/drawingml/2006/main">
              <a:ext uri="{FF2B5EF4-FFF2-40B4-BE49-F238E27FC236}">
                <a16:creationId xmlns:a16="http://schemas.microsoft.com/office/drawing/2014/main" id="{996D6961-7207-4599-B0A3-3578421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40" y="61237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3" name="path-6781">
            <a:extLst xmlns:a="http://schemas.openxmlformats.org/drawingml/2006/main">
              <a:ext uri="{FF2B5EF4-FFF2-40B4-BE49-F238E27FC236}">
                <a16:creationId xmlns:a16="http://schemas.microsoft.com/office/drawing/2014/main" id="{B7687AA4-7C89-4896-98B4-1A65721D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861" y="61469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4" name="path-6782">
            <a:extLst xmlns:a="http://schemas.openxmlformats.org/drawingml/2006/main">
              <a:ext uri="{FF2B5EF4-FFF2-40B4-BE49-F238E27FC236}">
                <a16:creationId xmlns:a16="http://schemas.microsoft.com/office/drawing/2014/main" id="{3EB1813C-D5D8-4031-B7E4-3A1BF3B4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04" y="61294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5" name="path-6783">
            <a:extLst xmlns:a="http://schemas.openxmlformats.org/drawingml/2006/main">
              <a:ext uri="{FF2B5EF4-FFF2-40B4-BE49-F238E27FC236}">
                <a16:creationId xmlns:a16="http://schemas.microsoft.com/office/drawing/2014/main" id="{BD53E493-45B6-4062-8725-D37458A2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745" y="6153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6" name="path-6784">
            <a:extLst xmlns:a="http://schemas.openxmlformats.org/drawingml/2006/main">
              <a:ext uri="{FF2B5EF4-FFF2-40B4-BE49-F238E27FC236}">
                <a16:creationId xmlns:a16="http://schemas.microsoft.com/office/drawing/2014/main" id="{2DF86F02-E4C6-44FB-AFB1-8DBC246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77" y="6138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7" name="path-6785">
            <a:extLst xmlns:a="http://schemas.openxmlformats.org/drawingml/2006/main">
              <a:ext uri="{FF2B5EF4-FFF2-40B4-BE49-F238E27FC236}">
                <a16:creationId xmlns:a16="http://schemas.microsoft.com/office/drawing/2014/main" id="{0C5AB29E-1377-4797-AEC7-ABCCB5A3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5" y="61408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8" name="path-6786">
            <a:extLst xmlns:a="http://schemas.openxmlformats.org/drawingml/2006/main">
              <a:ext uri="{FF2B5EF4-FFF2-40B4-BE49-F238E27FC236}">
                <a16:creationId xmlns:a16="http://schemas.microsoft.com/office/drawing/2014/main" id="{9891ABB0-1F10-4B88-8EE5-D31174C4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405" y="61364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9" name="path-6787">
            <a:extLst xmlns:a="http://schemas.openxmlformats.org/drawingml/2006/main">
              <a:ext uri="{FF2B5EF4-FFF2-40B4-BE49-F238E27FC236}">
                <a16:creationId xmlns:a16="http://schemas.microsoft.com/office/drawing/2014/main" id="{E4065247-F6E0-401D-A62A-982557E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67" y="6136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0" name="path-6788">
            <a:extLst xmlns:a="http://schemas.openxmlformats.org/drawingml/2006/main">
              <a:ext uri="{FF2B5EF4-FFF2-40B4-BE49-F238E27FC236}">
                <a16:creationId xmlns:a16="http://schemas.microsoft.com/office/drawing/2014/main" id="{9DCB3333-FA97-46FC-96E0-31C7FE8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110" y="6129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1" name="path-6789">
            <a:extLst xmlns:a="http://schemas.openxmlformats.org/drawingml/2006/main">
              <a:ext uri="{FF2B5EF4-FFF2-40B4-BE49-F238E27FC236}">
                <a16:creationId xmlns:a16="http://schemas.microsoft.com/office/drawing/2014/main" id="{C848B088-AB97-47E7-804F-7FCE6965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358" y="61572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2" name="path-6790">
            <a:extLst xmlns:a="http://schemas.openxmlformats.org/drawingml/2006/main">
              <a:ext uri="{FF2B5EF4-FFF2-40B4-BE49-F238E27FC236}">
                <a16:creationId xmlns:a16="http://schemas.microsoft.com/office/drawing/2014/main" id="{3142462A-5D1E-4FCF-83D5-847C81F7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35" y="61615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3" name="path-6791">
            <a:extLst xmlns:a="http://schemas.openxmlformats.org/drawingml/2006/main">
              <a:ext uri="{FF2B5EF4-FFF2-40B4-BE49-F238E27FC236}">
                <a16:creationId xmlns:a16="http://schemas.microsoft.com/office/drawing/2014/main" id="{BC4B38BC-0F0C-4783-B836-4C2A5AC9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90" y="6125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4" name="path-6792">
            <a:extLst xmlns:a="http://schemas.openxmlformats.org/drawingml/2006/main">
              <a:ext uri="{FF2B5EF4-FFF2-40B4-BE49-F238E27FC236}">
                <a16:creationId xmlns:a16="http://schemas.microsoft.com/office/drawing/2014/main" id="{A5E7CFFB-F026-4E0F-88F4-A6128C3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97" y="61424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5" name="path-6793">
            <a:extLst xmlns:a="http://schemas.openxmlformats.org/drawingml/2006/main">
              <a:ext uri="{FF2B5EF4-FFF2-40B4-BE49-F238E27FC236}">
                <a16:creationId xmlns:a16="http://schemas.microsoft.com/office/drawing/2014/main" id="{B9178CA9-AA07-4D8D-89EA-B128C75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812" y="6152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6" name="path-6794">
            <a:extLst xmlns:a="http://schemas.openxmlformats.org/drawingml/2006/main">
              <a:ext uri="{FF2B5EF4-FFF2-40B4-BE49-F238E27FC236}">
                <a16:creationId xmlns:a16="http://schemas.microsoft.com/office/drawing/2014/main" id="{5A137BD5-A95E-4944-AC8B-3259B442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285" y="6133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7" name="path-6795">
            <a:extLst xmlns:a="http://schemas.openxmlformats.org/drawingml/2006/main">
              <a:ext uri="{FF2B5EF4-FFF2-40B4-BE49-F238E27FC236}">
                <a16:creationId xmlns:a16="http://schemas.microsoft.com/office/drawing/2014/main" id="{F51ACF39-9B1D-4CAE-A155-03DC4D63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989" y="61253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8" name="path-6796">
            <a:extLst xmlns:a="http://schemas.openxmlformats.org/drawingml/2006/main">
              <a:ext uri="{FF2B5EF4-FFF2-40B4-BE49-F238E27FC236}">
                <a16:creationId xmlns:a16="http://schemas.microsoft.com/office/drawing/2014/main" id="{8F2A692F-E332-4EA6-8378-0D30A58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803" y="6102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9" name="path-6797">
            <a:extLst xmlns:a="http://schemas.openxmlformats.org/drawingml/2006/main">
              <a:ext uri="{FF2B5EF4-FFF2-40B4-BE49-F238E27FC236}">
                <a16:creationId xmlns:a16="http://schemas.microsoft.com/office/drawing/2014/main" id="{1B5A7B67-F7EC-40CA-B8F1-3B8AAA9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413" y="6134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0" name="path-6798">
            <a:extLst xmlns:a="http://schemas.openxmlformats.org/drawingml/2006/main">
              <a:ext uri="{FF2B5EF4-FFF2-40B4-BE49-F238E27FC236}">
                <a16:creationId xmlns:a16="http://schemas.microsoft.com/office/drawing/2014/main" id="{28D39896-040B-41AC-8B39-82DD81E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113" y="6124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1" name="path-6799">
            <a:extLst xmlns:a="http://schemas.openxmlformats.org/drawingml/2006/main">
              <a:ext uri="{FF2B5EF4-FFF2-40B4-BE49-F238E27FC236}">
                <a16:creationId xmlns:a16="http://schemas.microsoft.com/office/drawing/2014/main" id="{9436F645-650E-493F-A7B6-BBBB022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59" y="61311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2" name="path-6800">
            <a:extLst xmlns:a="http://schemas.openxmlformats.org/drawingml/2006/main">
              <a:ext uri="{FF2B5EF4-FFF2-40B4-BE49-F238E27FC236}">
                <a16:creationId xmlns:a16="http://schemas.microsoft.com/office/drawing/2014/main" id="{BDEA10FF-9463-4D24-A126-AC4D2411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055" y="6131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3" name="path-6801">
            <a:extLst xmlns:a="http://schemas.openxmlformats.org/drawingml/2006/main">
              <a:ext uri="{FF2B5EF4-FFF2-40B4-BE49-F238E27FC236}">
                <a16:creationId xmlns:a16="http://schemas.microsoft.com/office/drawing/2014/main" id="{A4A99B30-7EEA-497E-BE07-C5D4E49B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367" y="6132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4" name="path-6802">
            <a:extLst xmlns:a="http://schemas.openxmlformats.org/drawingml/2006/main">
              <a:ext uri="{FF2B5EF4-FFF2-40B4-BE49-F238E27FC236}">
                <a16:creationId xmlns:a16="http://schemas.microsoft.com/office/drawing/2014/main" id="{F6010767-533E-4E84-A888-85A3D15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152" y="6163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5" name="path-6803">
            <a:extLst xmlns:a="http://schemas.openxmlformats.org/drawingml/2006/main">
              <a:ext uri="{FF2B5EF4-FFF2-40B4-BE49-F238E27FC236}">
                <a16:creationId xmlns:a16="http://schemas.microsoft.com/office/drawing/2014/main" id="{7740AB42-8B65-4C80-A7E8-F13DE612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579" y="6140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6" name="path-6804">
            <a:extLst xmlns:a="http://schemas.openxmlformats.org/drawingml/2006/main">
              <a:ext uri="{FF2B5EF4-FFF2-40B4-BE49-F238E27FC236}">
                <a16:creationId xmlns:a16="http://schemas.microsoft.com/office/drawing/2014/main" id="{5758560F-6765-4ED9-9A8A-206EB85F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524" y="6153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7" name="path-6805">
            <a:extLst xmlns:a="http://schemas.openxmlformats.org/drawingml/2006/main">
              <a:ext uri="{FF2B5EF4-FFF2-40B4-BE49-F238E27FC236}">
                <a16:creationId xmlns:a16="http://schemas.microsoft.com/office/drawing/2014/main" id="{964DDB71-FD39-4D51-A535-7FB51CE0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322" y="6132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8" name="path-6806">
            <a:extLst xmlns:a="http://schemas.openxmlformats.org/drawingml/2006/main">
              <a:ext uri="{FF2B5EF4-FFF2-40B4-BE49-F238E27FC236}">
                <a16:creationId xmlns:a16="http://schemas.microsoft.com/office/drawing/2014/main" id="{BE45B495-31C8-4B1D-9519-C50BFAE0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108" y="6164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9" name="path-6807">
            <a:extLst xmlns:a="http://schemas.openxmlformats.org/drawingml/2006/main">
              <a:ext uri="{FF2B5EF4-FFF2-40B4-BE49-F238E27FC236}">
                <a16:creationId xmlns:a16="http://schemas.microsoft.com/office/drawing/2014/main" id="{03B2E88D-2C68-4E1D-8C94-EA7A2A3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492" y="61376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0" name="path-6808">
            <a:extLst xmlns:a="http://schemas.openxmlformats.org/drawingml/2006/main">
              <a:ext uri="{FF2B5EF4-FFF2-40B4-BE49-F238E27FC236}">
                <a16:creationId xmlns:a16="http://schemas.microsoft.com/office/drawing/2014/main" id="{DBE50465-8CF9-4A7C-8754-7C1A2DB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476" y="61317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1" name="path-6809">
            <a:extLst xmlns:a="http://schemas.openxmlformats.org/drawingml/2006/main">
              <a:ext uri="{FF2B5EF4-FFF2-40B4-BE49-F238E27FC236}">
                <a16:creationId xmlns:a16="http://schemas.microsoft.com/office/drawing/2014/main" id="{7BFCC646-9FA8-418E-B8BE-8CE6AFA1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203" y="6133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2" name="path-6810">
            <a:extLst xmlns:a="http://schemas.openxmlformats.org/drawingml/2006/main">
              <a:ext uri="{FF2B5EF4-FFF2-40B4-BE49-F238E27FC236}">
                <a16:creationId xmlns:a16="http://schemas.microsoft.com/office/drawing/2014/main" id="{12A1DC97-9A3C-4A56-91A8-8C6846C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57" y="6126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3" name="path-6811">
            <a:extLst xmlns:a="http://schemas.openxmlformats.org/drawingml/2006/main">
              <a:ext uri="{FF2B5EF4-FFF2-40B4-BE49-F238E27FC236}">
                <a16:creationId xmlns:a16="http://schemas.microsoft.com/office/drawing/2014/main" id="{7204B542-A76C-49B4-8310-0A2ED53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699" y="61455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4" name="path-6812">
            <a:extLst xmlns:a="http://schemas.openxmlformats.org/drawingml/2006/main">
              <a:ext uri="{FF2B5EF4-FFF2-40B4-BE49-F238E27FC236}">
                <a16:creationId xmlns:a16="http://schemas.microsoft.com/office/drawing/2014/main" id="{1DEC04A4-6A6B-400B-A152-C79359B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00" y="6128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5" name="path-6813">
            <a:extLst xmlns:a="http://schemas.openxmlformats.org/drawingml/2006/main">
              <a:ext uri="{FF2B5EF4-FFF2-40B4-BE49-F238E27FC236}">
                <a16:creationId xmlns:a16="http://schemas.microsoft.com/office/drawing/2014/main" id="{4965A4F5-9A47-44A7-9B85-FB9A7D35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907" y="61721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6" name="path-6814">
            <a:extLst xmlns:a="http://schemas.openxmlformats.org/drawingml/2006/main">
              <a:ext uri="{FF2B5EF4-FFF2-40B4-BE49-F238E27FC236}">
                <a16:creationId xmlns:a16="http://schemas.microsoft.com/office/drawing/2014/main" id="{C9DF5786-52DD-47BA-99A9-3064E11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424" y="6137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7" name="path-6815">
            <a:extLst xmlns:a="http://schemas.openxmlformats.org/drawingml/2006/main">
              <a:ext uri="{FF2B5EF4-FFF2-40B4-BE49-F238E27FC236}">
                <a16:creationId xmlns:a16="http://schemas.microsoft.com/office/drawing/2014/main" id="{787956E3-700A-44A1-8AF1-7A8CBCF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3" y="61306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8" name="path-6816">
            <a:extLst xmlns:a="http://schemas.openxmlformats.org/drawingml/2006/main">
              <a:ext uri="{FF2B5EF4-FFF2-40B4-BE49-F238E27FC236}">
                <a16:creationId xmlns:a16="http://schemas.microsoft.com/office/drawing/2014/main" id="{88E5D2C7-348C-4E17-B7A1-319FA04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015" y="61353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9" name="path-6817">
            <a:extLst xmlns:a="http://schemas.openxmlformats.org/drawingml/2006/main">
              <a:ext uri="{FF2B5EF4-FFF2-40B4-BE49-F238E27FC236}">
                <a16:creationId xmlns:a16="http://schemas.microsoft.com/office/drawing/2014/main" id="{9F2CCBC9-1E64-4FFE-9A19-D2FB3523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095" y="61610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0" name="path-6818">
            <a:extLst xmlns:a="http://schemas.openxmlformats.org/drawingml/2006/main">
              <a:ext uri="{FF2B5EF4-FFF2-40B4-BE49-F238E27FC236}">
                <a16:creationId xmlns:a16="http://schemas.microsoft.com/office/drawing/2014/main" id="{D557EE05-1146-437C-8711-382AC920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90" y="6136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1" name="path-6819">
            <a:extLst xmlns:a="http://schemas.openxmlformats.org/drawingml/2006/main">
              <a:ext uri="{FF2B5EF4-FFF2-40B4-BE49-F238E27FC236}">
                <a16:creationId xmlns:a16="http://schemas.microsoft.com/office/drawing/2014/main" id="{44C7CF61-DAA5-4A95-8B88-D1976455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905" y="6153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2" name="path-6820">
            <a:extLst xmlns:a="http://schemas.openxmlformats.org/drawingml/2006/main">
              <a:ext uri="{FF2B5EF4-FFF2-40B4-BE49-F238E27FC236}">
                <a16:creationId xmlns:a16="http://schemas.microsoft.com/office/drawing/2014/main" id="{BF66DF70-6D74-472D-B1EC-43FDB5DF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808" y="61241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3" name="path-6821">
            <a:extLst xmlns:a="http://schemas.openxmlformats.org/drawingml/2006/main">
              <a:ext uri="{FF2B5EF4-FFF2-40B4-BE49-F238E27FC236}">
                <a16:creationId xmlns:a16="http://schemas.microsoft.com/office/drawing/2014/main" id="{F334E68F-910E-4739-865F-71BFD2E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584" y="6120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4" name="path-6822">
            <a:extLst xmlns:a="http://schemas.openxmlformats.org/drawingml/2006/main">
              <a:ext uri="{FF2B5EF4-FFF2-40B4-BE49-F238E27FC236}">
                <a16:creationId xmlns:a16="http://schemas.microsoft.com/office/drawing/2014/main" id="{5A8EE67E-28D7-4294-9849-A1A0645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25" y="6148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5" name="path-6823">
            <a:extLst xmlns:a="http://schemas.openxmlformats.org/drawingml/2006/main">
              <a:ext uri="{FF2B5EF4-FFF2-40B4-BE49-F238E27FC236}">
                <a16:creationId xmlns:a16="http://schemas.microsoft.com/office/drawing/2014/main" id="{0D8DDA82-1D78-4B13-85D5-DBB55F92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660" y="6140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6" name="path-6824">
            <a:extLst xmlns:a="http://schemas.openxmlformats.org/drawingml/2006/main">
              <a:ext uri="{FF2B5EF4-FFF2-40B4-BE49-F238E27FC236}">
                <a16:creationId xmlns:a16="http://schemas.microsoft.com/office/drawing/2014/main" id="{5A686DCC-48B7-4762-B52A-F58DB3F8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147" y="61527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7" name="path-6825">
            <a:extLst xmlns:a="http://schemas.openxmlformats.org/drawingml/2006/main">
              <a:ext uri="{FF2B5EF4-FFF2-40B4-BE49-F238E27FC236}">
                <a16:creationId xmlns:a16="http://schemas.microsoft.com/office/drawing/2014/main" id="{BABD95F8-ABBB-4377-A8BF-0A76B905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73" y="6154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8" name="path-6826">
            <a:extLst xmlns:a="http://schemas.openxmlformats.org/drawingml/2006/main">
              <a:ext uri="{FF2B5EF4-FFF2-40B4-BE49-F238E27FC236}">
                <a16:creationId xmlns:a16="http://schemas.microsoft.com/office/drawing/2014/main" id="{AAD90282-44B8-4A6F-9966-1F3C213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324" y="6141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9" name="path-6827">
            <a:extLst xmlns:a="http://schemas.openxmlformats.org/drawingml/2006/main">
              <a:ext uri="{FF2B5EF4-FFF2-40B4-BE49-F238E27FC236}">
                <a16:creationId xmlns:a16="http://schemas.microsoft.com/office/drawing/2014/main" id="{1D0E95AE-FC48-4FD4-B49F-FA4BD68E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196" y="6145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0" name="path-6828">
            <a:extLst xmlns:a="http://schemas.openxmlformats.org/drawingml/2006/main">
              <a:ext uri="{FF2B5EF4-FFF2-40B4-BE49-F238E27FC236}">
                <a16:creationId xmlns:a16="http://schemas.microsoft.com/office/drawing/2014/main" id="{B429A6AB-4FDF-4540-85C4-C3A0BDA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08" y="61366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1" name="path-6829">
            <a:extLst xmlns:a="http://schemas.openxmlformats.org/drawingml/2006/main">
              <a:ext uri="{FF2B5EF4-FFF2-40B4-BE49-F238E27FC236}">
                <a16:creationId xmlns:a16="http://schemas.microsoft.com/office/drawing/2014/main" id="{0CE692D7-5903-413E-8E8F-70251B6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67" y="6127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2" name="path-6830">
            <a:extLst xmlns:a="http://schemas.openxmlformats.org/drawingml/2006/main">
              <a:ext uri="{FF2B5EF4-FFF2-40B4-BE49-F238E27FC236}">
                <a16:creationId xmlns:a16="http://schemas.microsoft.com/office/drawing/2014/main" id="{E9F32C82-4E2E-4FE2-BE17-705B2E4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56" y="61031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3" name="path-6831">
            <a:extLst xmlns:a="http://schemas.openxmlformats.org/drawingml/2006/main">
              <a:ext uri="{FF2B5EF4-FFF2-40B4-BE49-F238E27FC236}">
                <a16:creationId xmlns:a16="http://schemas.microsoft.com/office/drawing/2014/main" id="{A45ABE85-510F-42D7-A344-29DEDE3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954" y="61515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4" name="path-6832">
            <a:extLst xmlns:a="http://schemas.openxmlformats.org/drawingml/2006/main">
              <a:ext uri="{FF2B5EF4-FFF2-40B4-BE49-F238E27FC236}">
                <a16:creationId xmlns:a16="http://schemas.microsoft.com/office/drawing/2014/main" id="{FA6E7171-791A-4FAC-8169-54CEBFD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276" y="61736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5" name="path-6833">
            <a:extLst xmlns:a="http://schemas.openxmlformats.org/drawingml/2006/main">
              <a:ext uri="{FF2B5EF4-FFF2-40B4-BE49-F238E27FC236}">
                <a16:creationId xmlns:a16="http://schemas.microsoft.com/office/drawing/2014/main" id="{769C73E9-81D1-47B2-86C8-2AD60FB5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500" y="61402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6" name="path-6834">
            <a:extLst xmlns:a="http://schemas.openxmlformats.org/drawingml/2006/main">
              <a:ext uri="{FF2B5EF4-FFF2-40B4-BE49-F238E27FC236}">
                <a16:creationId xmlns:a16="http://schemas.microsoft.com/office/drawing/2014/main" id="{F959F649-4113-46D9-80E0-C1089EA1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701" y="6144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7" name="path-6835">
            <a:extLst xmlns:a="http://schemas.openxmlformats.org/drawingml/2006/main">
              <a:ext uri="{FF2B5EF4-FFF2-40B4-BE49-F238E27FC236}">
                <a16:creationId xmlns:a16="http://schemas.microsoft.com/office/drawing/2014/main" id="{9310FF7A-1532-497A-9112-657A7D69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53" y="61483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8" name="path-6836">
            <a:extLst xmlns:a="http://schemas.openxmlformats.org/drawingml/2006/main">
              <a:ext uri="{FF2B5EF4-FFF2-40B4-BE49-F238E27FC236}">
                <a16:creationId xmlns:a16="http://schemas.microsoft.com/office/drawing/2014/main" id="{5A7C81CD-CDCC-4DCB-8FC3-C3301CD8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86" y="61426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9" name="path-6837">
            <a:extLst xmlns:a="http://schemas.openxmlformats.org/drawingml/2006/main">
              <a:ext uri="{FF2B5EF4-FFF2-40B4-BE49-F238E27FC236}">
                <a16:creationId xmlns:a16="http://schemas.microsoft.com/office/drawing/2014/main" id="{B1863E29-0724-4914-B804-A9E3CB54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644" y="61389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0" name="path-6838">
            <a:extLst xmlns:a="http://schemas.openxmlformats.org/drawingml/2006/main">
              <a:ext uri="{FF2B5EF4-FFF2-40B4-BE49-F238E27FC236}">
                <a16:creationId xmlns:a16="http://schemas.microsoft.com/office/drawing/2014/main" id="{89430C02-75E6-4776-90AC-1AFE86B6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830" y="6126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1" name="path-6839">
            <a:extLst xmlns:a="http://schemas.openxmlformats.org/drawingml/2006/main">
              <a:ext uri="{FF2B5EF4-FFF2-40B4-BE49-F238E27FC236}">
                <a16:creationId xmlns:a16="http://schemas.microsoft.com/office/drawing/2014/main" id="{0E9B0318-8E7B-41A7-B5F4-827F6644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74" y="6137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2" name="path-6840">
            <a:extLst xmlns:a="http://schemas.openxmlformats.org/drawingml/2006/main">
              <a:ext uri="{FF2B5EF4-FFF2-40B4-BE49-F238E27FC236}">
                <a16:creationId xmlns:a16="http://schemas.microsoft.com/office/drawing/2014/main" id="{CC305C9E-AEDE-4404-BBAE-86F2184E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05" y="6147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3" name="path-6841">
            <a:extLst xmlns:a="http://schemas.openxmlformats.org/drawingml/2006/main">
              <a:ext uri="{FF2B5EF4-FFF2-40B4-BE49-F238E27FC236}">
                <a16:creationId xmlns:a16="http://schemas.microsoft.com/office/drawing/2014/main" id="{C687E246-0D6F-4A17-9C74-367FA30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638" y="6131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4" name="path-6842">
            <a:extLst xmlns:a="http://schemas.openxmlformats.org/drawingml/2006/main">
              <a:ext uri="{FF2B5EF4-FFF2-40B4-BE49-F238E27FC236}">
                <a16:creationId xmlns:a16="http://schemas.microsoft.com/office/drawing/2014/main" id="{A84F4298-110A-4D6E-B9EE-AA042173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35" y="6149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5" name="path-6843">
            <a:extLst xmlns:a="http://schemas.openxmlformats.org/drawingml/2006/main">
              <a:ext uri="{FF2B5EF4-FFF2-40B4-BE49-F238E27FC236}">
                <a16:creationId xmlns:a16="http://schemas.microsoft.com/office/drawing/2014/main" id="{D37BBD42-B1F7-4201-84B4-E595F1F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678" y="61257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6" name="path-6844">
            <a:extLst xmlns:a="http://schemas.openxmlformats.org/drawingml/2006/main">
              <a:ext uri="{FF2B5EF4-FFF2-40B4-BE49-F238E27FC236}">
                <a16:creationId xmlns:a16="http://schemas.microsoft.com/office/drawing/2014/main" id="{2E17186A-15C0-490C-B749-7991372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20" y="6134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7" name="path-6845">
            <a:extLst xmlns:a="http://schemas.openxmlformats.org/drawingml/2006/main">
              <a:ext uri="{FF2B5EF4-FFF2-40B4-BE49-F238E27FC236}">
                <a16:creationId xmlns:a16="http://schemas.microsoft.com/office/drawing/2014/main" id="{2D29F5D5-B516-4009-86C9-9D0A59F4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70" y="6138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8" name="path-6846">
            <a:extLst xmlns:a="http://schemas.openxmlformats.org/drawingml/2006/main">
              <a:ext uri="{FF2B5EF4-FFF2-40B4-BE49-F238E27FC236}">
                <a16:creationId xmlns:a16="http://schemas.microsoft.com/office/drawing/2014/main" id="{FE9272B8-B279-4235-89DB-016C29A4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49" y="61415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9" name="path-6847">
            <a:extLst xmlns:a="http://schemas.openxmlformats.org/drawingml/2006/main">
              <a:ext uri="{FF2B5EF4-FFF2-40B4-BE49-F238E27FC236}">
                <a16:creationId xmlns:a16="http://schemas.microsoft.com/office/drawing/2014/main" id="{C008DAD4-C676-413B-ABE5-EA78839A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404" y="613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0" name="path-6848">
            <a:extLst xmlns:a="http://schemas.openxmlformats.org/drawingml/2006/main">
              <a:ext uri="{FF2B5EF4-FFF2-40B4-BE49-F238E27FC236}">
                <a16:creationId xmlns:a16="http://schemas.microsoft.com/office/drawing/2014/main" id="{BF4C842D-A0EB-408F-9B90-3156E34E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186" y="6150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1" name="path-6849">
            <a:extLst xmlns:a="http://schemas.openxmlformats.org/drawingml/2006/main">
              <a:ext uri="{FF2B5EF4-FFF2-40B4-BE49-F238E27FC236}">
                <a16:creationId xmlns:a16="http://schemas.microsoft.com/office/drawing/2014/main" id="{E4FC7C00-0AB7-4FEF-B5F6-677D54DA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934" y="6167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2" name="path-6850">
            <a:extLst xmlns:a="http://schemas.openxmlformats.org/drawingml/2006/main">
              <a:ext uri="{FF2B5EF4-FFF2-40B4-BE49-F238E27FC236}">
                <a16:creationId xmlns:a16="http://schemas.microsoft.com/office/drawing/2014/main" id="{EDCE1571-6D2A-477A-B280-2BB8376C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771" y="6149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3" name="path-6851">
            <a:extLst xmlns:a="http://schemas.openxmlformats.org/drawingml/2006/main">
              <a:ext uri="{FF2B5EF4-FFF2-40B4-BE49-F238E27FC236}">
                <a16:creationId xmlns:a16="http://schemas.microsoft.com/office/drawing/2014/main" id="{D6D6B038-0070-4CEB-9191-865C87D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27" y="61522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4" name="path-6852">
            <a:extLst xmlns:a="http://schemas.openxmlformats.org/drawingml/2006/main">
              <a:ext uri="{FF2B5EF4-FFF2-40B4-BE49-F238E27FC236}">
                <a16:creationId xmlns:a16="http://schemas.microsoft.com/office/drawing/2014/main" id="{89F35FAD-0612-4669-9028-0E1468FD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673" y="6126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5" name="path-6853">
            <a:extLst xmlns:a="http://schemas.openxmlformats.org/drawingml/2006/main">
              <a:ext uri="{FF2B5EF4-FFF2-40B4-BE49-F238E27FC236}">
                <a16:creationId xmlns:a16="http://schemas.microsoft.com/office/drawing/2014/main" id="{F63DF6F0-EDC6-40DA-9850-2AF2FDE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841" y="61367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6" name="path-6854">
            <a:extLst xmlns:a="http://schemas.openxmlformats.org/drawingml/2006/main">
              <a:ext uri="{FF2B5EF4-FFF2-40B4-BE49-F238E27FC236}">
                <a16:creationId xmlns:a16="http://schemas.microsoft.com/office/drawing/2014/main" id="{FF80B9E0-A6B6-4484-83C1-EBEF21F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613" y="6119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7" name="path-6855">
            <a:extLst xmlns:a="http://schemas.openxmlformats.org/drawingml/2006/main">
              <a:ext uri="{FF2B5EF4-FFF2-40B4-BE49-F238E27FC236}">
                <a16:creationId xmlns:a16="http://schemas.microsoft.com/office/drawing/2014/main" id="{100D8DC1-981B-4556-98A6-CDADFDB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672" y="61339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8" name="path-6856">
            <a:extLst xmlns:a="http://schemas.openxmlformats.org/drawingml/2006/main">
              <a:ext uri="{FF2B5EF4-FFF2-40B4-BE49-F238E27FC236}">
                <a16:creationId xmlns:a16="http://schemas.microsoft.com/office/drawing/2014/main" id="{E79231ED-4BAE-43AA-AB56-ADEDF98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43" y="6122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9" name="path-6857">
            <a:extLst xmlns:a="http://schemas.openxmlformats.org/drawingml/2006/main">
              <a:ext uri="{FF2B5EF4-FFF2-40B4-BE49-F238E27FC236}">
                <a16:creationId xmlns:a16="http://schemas.microsoft.com/office/drawing/2014/main" id="{52FAA5A4-99D7-46CD-BBB5-B59F426F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63" y="6144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0" name="path-6858">
            <a:extLst xmlns:a="http://schemas.openxmlformats.org/drawingml/2006/main">
              <a:ext uri="{FF2B5EF4-FFF2-40B4-BE49-F238E27FC236}">
                <a16:creationId xmlns:a16="http://schemas.microsoft.com/office/drawing/2014/main" id="{3DEB4983-1B7E-46D7-821A-E37F00F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244" y="61439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1" name="path-6859">
            <a:extLst xmlns:a="http://schemas.openxmlformats.org/drawingml/2006/main">
              <a:ext uri="{FF2B5EF4-FFF2-40B4-BE49-F238E27FC236}">
                <a16:creationId xmlns:a16="http://schemas.microsoft.com/office/drawing/2014/main" id="{BD01E0BB-8EB7-46CA-B92F-885B0E1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866" y="61324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2" name="path-6860">
            <a:extLst xmlns:a="http://schemas.openxmlformats.org/drawingml/2006/main">
              <a:ext uri="{FF2B5EF4-FFF2-40B4-BE49-F238E27FC236}">
                <a16:creationId xmlns:a16="http://schemas.microsoft.com/office/drawing/2014/main" id="{36F05071-8F5B-4079-965D-3C924203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68" y="60932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3" name="path-6861">
            <a:extLst xmlns:a="http://schemas.openxmlformats.org/drawingml/2006/main">
              <a:ext uri="{FF2B5EF4-FFF2-40B4-BE49-F238E27FC236}">
                <a16:creationId xmlns:a16="http://schemas.microsoft.com/office/drawing/2014/main" id="{6F7B295E-AAB1-4263-A3AC-E8A581D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26" y="6159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4" name="path-6862">
            <a:extLst xmlns:a="http://schemas.openxmlformats.org/drawingml/2006/main">
              <a:ext uri="{FF2B5EF4-FFF2-40B4-BE49-F238E27FC236}">
                <a16:creationId xmlns:a16="http://schemas.microsoft.com/office/drawing/2014/main" id="{923F8761-1E58-4F4B-82D6-535A6F63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28" y="61486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5" name="path-6863">
            <a:extLst xmlns:a="http://schemas.openxmlformats.org/drawingml/2006/main">
              <a:ext uri="{FF2B5EF4-FFF2-40B4-BE49-F238E27FC236}">
                <a16:creationId xmlns:a16="http://schemas.microsoft.com/office/drawing/2014/main" id="{E3522D61-BAE3-4020-A424-A4C951C3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287" y="6130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6" name="path-6864">
            <a:extLst xmlns:a="http://schemas.openxmlformats.org/drawingml/2006/main">
              <a:ext uri="{FF2B5EF4-FFF2-40B4-BE49-F238E27FC236}">
                <a16:creationId xmlns:a16="http://schemas.microsoft.com/office/drawing/2014/main" id="{74F1796C-FB64-4BAA-99B1-EB72053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499" y="6155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7" name="path-6865">
            <a:extLst xmlns:a="http://schemas.openxmlformats.org/drawingml/2006/main">
              <a:ext uri="{FF2B5EF4-FFF2-40B4-BE49-F238E27FC236}">
                <a16:creationId xmlns:a16="http://schemas.microsoft.com/office/drawing/2014/main" id="{8B2B3B03-92C6-42DB-93F4-5B304AD3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819" y="6131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8" name="path-6866">
            <a:extLst xmlns:a="http://schemas.openxmlformats.org/drawingml/2006/main">
              <a:ext uri="{FF2B5EF4-FFF2-40B4-BE49-F238E27FC236}">
                <a16:creationId xmlns:a16="http://schemas.microsoft.com/office/drawing/2014/main" id="{60700FD7-30AA-4F1F-9FC2-AB263EA0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883" y="61498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9" name="path-6867">
            <a:extLst xmlns:a="http://schemas.openxmlformats.org/drawingml/2006/main">
              <a:ext uri="{FF2B5EF4-FFF2-40B4-BE49-F238E27FC236}">
                <a16:creationId xmlns:a16="http://schemas.microsoft.com/office/drawing/2014/main" id="{F0B91863-C913-4A79-A557-EC83317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568" y="6158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0" name="path-6868">
            <a:extLst xmlns:a="http://schemas.openxmlformats.org/drawingml/2006/main">
              <a:ext uri="{FF2B5EF4-FFF2-40B4-BE49-F238E27FC236}">
                <a16:creationId xmlns:a16="http://schemas.microsoft.com/office/drawing/2014/main" id="{EA3CEC94-FECA-48B1-A880-FB073906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89" y="6150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1" name="path-6869">
            <a:extLst xmlns:a="http://schemas.openxmlformats.org/drawingml/2006/main">
              <a:ext uri="{FF2B5EF4-FFF2-40B4-BE49-F238E27FC236}">
                <a16:creationId xmlns:a16="http://schemas.microsoft.com/office/drawing/2014/main" id="{CA9E2C3A-8A40-4433-A8EE-043F0C4B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257" y="6134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2" name="path-6870">
            <a:extLst xmlns:a="http://schemas.openxmlformats.org/drawingml/2006/main">
              <a:ext uri="{FF2B5EF4-FFF2-40B4-BE49-F238E27FC236}">
                <a16:creationId xmlns:a16="http://schemas.microsoft.com/office/drawing/2014/main" id="{A028A2AE-2607-48F1-9C13-913FDA05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42" y="61677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3" name="path-6871">
            <a:extLst xmlns:a="http://schemas.openxmlformats.org/drawingml/2006/main">
              <a:ext uri="{FF2B5EF4-FFF2-40B4-BE49-F238E27FC236}">
                <a16:creationId xmlns:a16="http://schemas.microsoft.com/office/drawing/2014/main" id="{75489B44-57B1-4FFF-A332-7C4A0D2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123" y="6140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4" name="path-6872">
            <a:extLst xmlns:a="http://schemas.openxmlformats.org/drawingml/2006/main">
              <a:ext uri="{FF2B5EF4-FFF2-40B4-BE49-F238E27FC236}">
                <a16:creationId xmlns:a16="http://schemas.microsoft.com/office/drawing/2014/main" id="{0E38FF5C-1114-4B70-8F90-B1CC79CF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675" y="6139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5" name="path-6873">
            <a:extLst xmlns:a="http://schemas.openxmlformats.org/drawingml/2006/main">
              <a:ext uri="{FF2B5EF4-FFF2-40B4-BE49-F238E27FC236}">
                <a16:creationId xmlns:a16="http://schemas.microsoft.com/office/drawing/2014/main" id="{5BA0FF04-59BB-48B1-B6B2-6710B00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505" y="6134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6" name="path-6874">
            <a:extLst xmlns:a="http://schemas.openxmlformats.org/drawingml/2006/main">
              <a:ext uri="{FF2B5EF4-FFF2-40B4-BE49-F238E27FC236}">
                <a16:creationId xmlns:a16="http://schemas.microsoft.com/office/drawing/2014/main" id="{15FD875D-7F7B-435C-8B1F-581B3C52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703" y="61386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7" name="path-6875">
            <a:extLst xmlns:a="http://schemas.openxmlformats.org/drawingml/2006/main">
              <a:ext uri="{FF2B5EF4-FFF2-40B4-BE49-F238E27FC236}">
                <a16:creationId xmlns:a16="http://schemas.microsoft.com/office/drawing/2014/main" id="{2630AD39-8758-478D-813A-363CB3BD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726" y="6128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8" name="path-6876">
            <a:extLst xmlns:a="http://schemas.openxmlformats.org/drawingml/2006/main">
              <a:ext uri="{FF2B5EF4-FFF2-40B4-BE49-F238E27FC236}">
                <a16:creationId xmlns:a16="http://schemas.microsoft.com/office/drawing/2014/main" id="{A8857630-29C0-4CE2-88C1-CC386786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3" y="61361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9" name="path-6877">
            <a:extLst xmlns:a="http://schemas.openxmlformats.org/drawingml/2006/main">
              <a:ext uri="{FF2B5EF4-FFF2-40B4-BE49-F238E27FC236}">
                <a16:creationId xmlns:a16="http://schemas.microsoft.com/office/drawing/2014/main" id="{F2D9F389-B86C-4E34-AF58-A3E705C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029" y="6129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0" name="path-6878">
            <a:extLst xmlns:a="http://schemas.openxmlformats.org/drawingml/2006/main">
              <a:ext uri="{FF2B5EF4-FFF2-40B4-BE49-F238E27FC236}">
                <a16:creationId xmlns:a16="http://schemas.microsoft.com/office/drawing/2014/main" id="{4DD05B6E-9354-43B2-B5E6-64117D97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522" y="6149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1" name="path-6879">
            <a:extLst xmlns:a="http://schemas.openxmlformats.org/drawingml/2006/main">
              <a:ext uri="{FF2B5EF4-FFF2-40B4-BE49-F238E27FC236}">
                <a16:creationId xmlns:a16="http://schemas.microsoft.com/office/drawing/2014/main" id="{3CB547B4-8236-43E2-A1C2-21AF4456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015" y="6127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2" name="path-6880">
            <a:extLst xmlns:a="http://schemas.openxmlformats.org/drawingml/2006/main">
              <a:ext uri="{FF2B5EF4-FFF2-40B4-BE49-F238E27FC236}">
                <a16:creationId xmlns:a16="http://schemas.microsoft.com/office/drawing/2014/main" id="{EE14190D-C6DF-4BBC-94FB-C2BFF88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003" y="6141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3" name="path-6881">
            <a:extLst xmlns:a="http://schemas.openxmlformats.org/drawingml/2006/main">
              <a:ext uri="{FF2B5EF4-FFF2-40B4-BE49-F238E27FC236}">
                <a16:creationId xmlns:a16="http://schemas.microsoft.com/office/drawing/2014/main" id="{F1EBA5B1-B15C-4A07-B835-F0635FE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092" y="61546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4" name="path-6882">
            <a:extLst xmlns:a="http://schemas.openxmlformats.org/drawingml/2006/main">
              <a:ext uri="{FF2B5EF4-FFF2-40B4-BE49-F238E27FC236}">
                <a16:creationId xmlns:a16="http://schemas.microsoft.com/office/drawing/2014/main" id="{F576E355-9A5B-4E2B-AAFD-6398DB61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626" y="61406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5" name="path-6883">
            <a:extLst xmlns:a="http://schemas.openxmlformats.org/drawingml/2006/main">
              <a:ext uri="{FF2B5EF4-FFF2-40B4-BE49-F238E27FC236}">
                <a16:creationId xmlns:a16="http://schemas.microsoft.com/office/drawing/2014/main" id="{CFB75749-D65E-4E5A-BF00-2C9DD9BB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968" y="61517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6" name="path-6884">
            <a:extLst xmlns:a="http://schemas.openxmlformats.org/drawingml/2006/main">
              <a:ext uri="{FF2B5EF4-FFF2-40B4-BE49-F238E27FC236}">
                <a16:creationId xmlns:a16="http://schemas.microsoft.com/office/drawing/2014/main" id="{DA47A72C-3F4D-4B42-B701-6649DE66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961" y="61609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7" name="path-6885">
            <a:extLst xmlns:a="http://schemas.openxmlformats.org/drawingml/2006/main">
              <a:ext uri="{FF2B5EF4-FFF2-40B4-BE49-F238E27FC236}">
                <a16:creationId xmlns:a16="http://schemas.microsoft.com/office/drawing/2014/main" id="{7A7ACA52-0DA7-4E1F-9338-F2E43B9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56" y="6129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8" name="path-6886">
            <a:extLst xmlns:a="http://schemas.openxmlformats.org/drawingml/2006/main">
              <a:ext uri="{FF2B5EF4-FFF2-40B4-BE49-F238E27FC236}">
                <a16:creationId xmlns:a16="http://schemas.microsoft.com/office/drawing/2014/main" id="{42C86B13-7FAD-4D63-9063-BE472E2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145" y="61248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9" name="path-6887">
            <a:extLst xmlns:a="http://schemas.openxmlformats.org/drawingml/2006/main">
              <a:ext uri="{FF2B5EF4-FFF2-40B4-BE49-F238E27FC236}">
                <a16:creationId xmlns:a16="http://schemas.microsoft.com/office/drawing/2014/main" id="{A3A1A56A-77DD-4DF0-A5CD-F7CAEB2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484" y="6131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0" name="path-6888">
            <a:extLst xmlns:a="http://schemas.openxmlformats.org/drawingml/2006/main">
              <a:ext uri="{FF2B5EF4-FFF2-40B4-BE49-F238E27FC236}">
                <a16:creationId xmlns:a16="http://schemas.microsoft.com/office/drawing/2014/main" id="{EA7ADEBE-326F-4092-91A1-9658AF80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654" y="61591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1" name="path-6889">
            <a:extLst xmlns:a="http://schemas.openxmlformats.org/drawingml/2006/main">
              <a:ext uri="{FF2B5EF4-FFF2-40B4-BE49-F238E27FC236}">
                <a16:creationId xmlns:a16="http://schemas.microsoft.com/office/drawing/2014/main" id="{DA2CAE3C-60BA-45EE-AC0C-4CD3C2CB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583" y="6156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2" name="path-6890">
            <a:extLst xmlns:a="http://schemas.openxmlformats.org/drawingml/2006/main">
              <a:ext uri="{FF2B5EF4-FFF2-40B4-BE49-F238E27FC236}">
                <a16:creationId xmlns:a16="http://schemas.microsoft.com/office/drawing/2014/main" id="{C12273FA-9C5B-4AFF-AB71-2E72010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35" y="61587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3" name="path-6891">
            <a:extLst xmlns:a="http://schemas.openxmlformats.org/drawingml/2006/main">
              <a:ext uri="{FF2B5EF4-FFF2-40B4-BE49-F238E27FC236}">
                <a16:creationId xmlns:a16="http://schemas.microsoft.com/office/drawing/2014/main" id="{66DC21AC-73D4-4289-89EC-2EFAFC6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171" y="61244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4" name="path-6892">
            <a:extLst xmlns:a="http://schemas.openxmlformats.org/drawingml/2006/main">
              <a:ext uri="{FF2B5EF4-FFF2-40B4-BE49-F238E27FC236}">
                <a16:creationId xmlns:a16="http://schemas.microsoft.com/office/drawing/2014/main" id="{6A80969F-F5C3-406D-AA79-3AAEAB0B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860" y="6125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5" name="path-6893">
            <a:extLst xmlns:a="http://schemas.openxmlformats.org/drawingml/2006/main">
              <a:ext uri="{FF2B5EF4-FFF2-40B4-BE49-F238E27FC236}">
                <a16:creationId xmlns:a16="http://schemas.microsoft.com/office/drawing/2014/main" id="{F734E5D5-59DD-4B48-BA9D-09CEB7C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26" y="61586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6" name="path-6894">
            <a:extLst xmlns:a="http://schemas.openxmlformats.org/drawingml/2006/main">
              <a:ext uri="{FF2B5EF4-FFF2-40B4-BE49-F238E27FC236}">
                <a16:creationId xmlns:a16="http://schemas.microsoft.com/office/drawing/2014/main" id="{08D800B4-C2F3-487C-AA30-D5D23A1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261" y="6161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7" name="path-6895">
            <a:extLst xmlns:a="http://schemas.openxmlformats.org/drawingml/2006/main">
              <a:ext uri="{FF2B5EF4-FFF2-40B4-BE49-F238E27FC236}">
                <a16:creationId xmlns:a16="http://schemas.microsoft.com/office/drawing/2014/main" id="{E58C79ED-8243-44D3-A05D-2FF8AC02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345" y="6132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8" name="path-6896">
            <a:extLst xmlns:a="http://schemas.openxmlformats.org/drawingml/2006/main">
              <a:ext uri="{FF2B5EF4-FFF2-40B4-BE49-F238E27FC236}">
                <a16:creationId xmlns:a16="http://schemas.microsoft.com/office/drawing/2014/main" id="{77D2E0D9-C1CD-4E5D-9AC7-A3716A1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80" y="6134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9" name="path-6897">
            <a:extLst xmlns:a="http://schemas.openxmlformats.org/drawingml/2006/main">
              <a:ext uri="{FF2B5EF4-FFF2-40B4-BE49-F238E27FC236}">
                <a16:creationId xmlns:a16="http://schemas.microsoft.com/office/drawing/2014/main" id="{042436B9-445F-4123-B963-B0885AAB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81" y="6153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0" name="path-6898">
            <a:extLst xmlns:a="http://schemas.openxmlformats.org/drawingml/2006/main">
              <a:ext uri="{FF2B5EF4-FFF2-40B4-BE49-F238E27FC236}">
                <a16:creationId xmlns:a16="http://schemas.microsoft.com/office/drawing/2014/main" id="{D4932239-2812-417A-B21F-E65AF11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690" y="61350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1" name="path-6899">
            <a:extLst xmlns:a="http://schemas.openxmlformats.org/drawingml/2006/main">
              <a:ext uri="{FF2B5EF4-FFF2-40B4-BE49-F238E27FC236}">
                <a16:creationId xmlns:a16="http://schemas.microsoft.com/office/drawing/2014/main" id="{81DA29A8-4805-49DA-8AE7-BCD0A8F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21" y="6132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2" name="path-6900">
            <a:extLst xmlns:a="http://schemas.openxmlformats.org/drawingml/2006/main">
              <a:ext uri="{FF2B5EF4-FFF2-40B4-BE49-F238E27FC236}">
                <a16:creationId xmlns:a16="http://schemas.microsoft.com/office/drawing/2014/main" id="{0944DD5D-17E3-4B41-AE2A-97EC7F1E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260" y="6149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3" name="path-6901">
            <a:extLst xmlns:a="http://schemas.openxmlformats.org/drawingml/2006/main">
              <a:ext uri="{FF2B5EF4-FFF2-40B4-BE49-F238E27FC236}">
                <a16:creationId xmlns:a16="http://schemas.microsoft.com/office/drawing/2014/main" id="{DBC103EB-C3D7-4D40-91D2-57CF12F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534" y="6149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4" name="path-6902">
            <a:extLst xmlns:a="http://schemas.openxmlformats.org/drawingml/2006/main">
              <a:ext uri="{FF2B5EF4-FFF2-40B4-BE49-F238E27FC236}">
                <a16:creationId xmlns:a16="http://schemas.microsoft.com/office/drawing/2014/main" id="{636BA2A4-070B-4B21-8C19-81BAE78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379" y="61357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5" name="path-6903">
            <a:extLst xmlns:a="http://schemas.openxmlformats.org/drawingml/2006/main">
              <a:ext uri="{FF2B5EF4-FFF2-40B4-BE49-F238E27FC236}">
                <a16:creationId xmlns:a16="http://schemas.microsoft.com/office/drawing/2014/main" id="{828B74AC-0889-43A9-8714-2739935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340" y="6165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6" name="path-6904">
            <a:extLst xmlns:a="http://schemas.openxmlformats.org/drawingml/2006/main">
              <a:ext uri="{FF2B5EF4-FFF2-40B4-BE49-F238E27FC236}">
                <a16:creationId xmlns:a16="http://schemas.microsoft.com/office/drawing/2014/main" id="{2C022EE1-675C-4D62-A44E-48CC4B89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12" y="61301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7" name="path-6905">
            <a:extLst xmlns:a="http://schemas.openxmlformats.org/drawingml/2006/main">
              <a:ext uri="{FF2B5EF4-FFF2-40B4-BE49-F238E27FC236}">
                <a16:creationId xmlns:a16="http://schemas.microsoft.com/office/drawing/2014/main" id="{A9D96F65-D958-431D-B6E1-FFFAA3B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583" y="61634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8" name="path-6906">
            <a:extLst xmlns:a="http://schemas.openxmlformats.org/drawingml/2006/main">
              <a:ext uri="{FF2B5EF4-FFF2-40B4-BE49-F238E27FC236}">
                <a16:creationId xmlns:a16="http://schemas.microsoft.com/office/drawing/2014/main" id="{51913EFE-D540-46CA-A49A-5375334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844" y="61278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9" name="path-6907">
            <a:extLst xmlns:a="http://schemas.openxmlformats.org/drawingml/2006/main">
              <a:ext uri="{FF2B5EF4-FFF2-40B4-BE49-F238E27FC236}">
                <a16:creationId xmlns:a16="http://schemas.microsoft.com/office/drawing/2014/main" id="{B8AFE454-8836-4E43-A69E-FA4A9310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89" y="6147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0" name="path-6908">
            <a:extLst xmlns:a="http://schemas.openxmlformats.org/drawingml/2006/main">
              <a:ext uri="{FF2B5EF4-FFF2-40B4-BE49-F238E27FC236}">
                <a16:creationId xmlns:a16="http://schemas.microsoft.com/office/drawing/2014/main" id="{52B7B7B9-34C3-4595-A7F1-8B8D19AC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779" y="61452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1" name="path-6909">
            <a:extLst xmlns:a="http://schemas.openxmlformats.org/drawingml/2006/main">
              <a:ext uri="{FF2B5EF4-FFF2-40B4-BE49-F238E27FC236}">
                <a16:creationId xmlns:a16="http://schemas.microsoft.com/office/drawing/2014/main" id="{E2C46CCF-CAC7-4A90-A564-508610AC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345" y="61560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2" name="path-6910">
            <a:extLst xmlns:a="http://schemas.openxmlformats.org/drawingml/2006/main">
              <a:ext uri="{FF2B5EF4-FFF2-40B4-BE49-F238E27FC236}">
                <a16:creationId xmlns:a16="http://schemas.microsoft.com/office/drawing/2014/main" id="{F7E11A94-2E8E-483C-951D-8C9F0257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32" y="61269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3" name="path-6911">
            <a:extLst xmlns:a="http://schemas.openxmlformats.org/drawingml/2006/main">
              <a:ext uri="{FF2B5EF4-FFF2-40B4-BE49-F238E27FC236}">
                <a16:creationId xmlns:a16="http://schemas.microsoft.com/office/drawing/2014/main" id="{C2531218-C1E2-4970-8FFE-51BE74B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18" y="6136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4" name="path-6912">
            <a:extLst xmlns:a="http://schemas.openxmlformats.org/drawingml/2006/main">
              <a:ext uri="{FF2B5EF4-FFF2-40B4-BE49-F238E27FC236}">
                <a16:creationId xmlns:a16="http://schemas.microsoft.com/office/drawing/2014/main" id="{25748A4D-2622-4660-8FCF-C81DCE21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424" y="6153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5" name="path-6913">
            <a:extLst xmlns:a="http://schemas.openxmlformats.org/drawingml/2006/main">
              <a:ext uri="{FF2B5EF4-FFF2-40B4-BE49-F238E27FC236}">
                <a16:creationId xmlns:a16="http://schemas.microsoft.com/office/drawing/2014/main" id="{4A99416D-6BAD-4618-B65B-839B862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656" y="6178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6" name="path-6914">
            <a:extLst xmlns:a="http://schemas.openxmlformats.org/drawingml/2006/main">
              <a:ext uri="{FF2B5EF4-FFF2-40B4-BE49-F238E27FC236}">
                <a16:creationId xmlns:a16="http://schemas.microsoft.com/office/drawing/2014/main" id="{23390E04-D525-4445-9B3C-E3C8D92A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28" y="61492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7" name="path-6915">
            <a:extLst xmlns:a="http://schemas.openxmlformats.org/drawingml/2006/main">
              <a:ext uri="{FF2B5EF4-FFF2-40B4-BE49-F238E27FC236}">
                <a16:creationId xmlns:a16="http://schemas.microsoft.com/office/drawing/2014/main" id="{0D9DF4BC-C705-4179-9811-AB902B3D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137" y="6141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8" name="path-6916">
            <a:extLst xmlns:a="http://schemas.openxmlformats.org/drawingml/2006/main">
              <a:ext uri="{FF2B5EF4-FFF2-40B4-BE49-F238E27FC236}">
                <a16:creationId xmlns:a16="http://schemas.microsoft.com/office/drawing/2014/main" id="{CF974307-AE36-435F-ACCE-289CCE6A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349" y="6131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9" name="path-6917">
            <a:extLst xmlns:a="http://schemas.openxmlformats.org/drawingml/2006/main">
              <a:ext uri="{FF2B5EF4-FFF2-40B4-BE49-F238E27FC236}">
                <a16:creationId xmlns:a16="http://schemas.microsoft.com/office/drawing/2014/main" id="{56C49966-ECD2-4166-B66C-49DE1898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798" y="61331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0" name="path-6918">
            <a:extLst xmlns:a="http://schemas.openxmlformats.org/drawingml/2006/main">
              <a:ext uri="{FF2B5EF4-FFF2-40B4-BE49-F238E27FC236}">
                <a16:creationId xmlns:a16="http://schemas.microsoft.com/office/drawing/2014/main" id="{0368894C-D1A9-4ECA-81D3-0D44B64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153" y="61425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1" name="path-6919">
            <a:extLst xmlns:a="http://schemas.openxmlformats.org/drawingml/2006/main">
              <a:ext uri="{FF2B5EF4-FFF2-40B4-BE49-F238E27FC236}">
                <a16:creationId xmlns:a16="http://schemas.microsoft.com/office/drawing/2014/main" id="{13E8804C-E89D-47F2-9131-2E8686A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16" y="6143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2" name="path-6920">
            <a:extLst xmlns:a="http://schemas.openxmlformats.org/drawingml/2006/main">
              <a:ext uri="{FF2B5EF4-FFF2-40B4-BE49-F238E27FC236}">
                <a16:creationId xmlns:a16="http://schemas.microsoft.com/office/drawing/2014/main" id="{626EF5C3-06EF-4C57-A26B-C63B8CA5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88" y="6141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3" name="path-6921">
            <a:extLst xmlns:a="http://schemas.openxmlformats.org/drawingml/2006/main">
              <a:ext uri="{FF2B5EF4-FFF2-40B4-BE49-F238E27FC236}">
                <a16:creationId xmlns:a16="http://schemas.microsoft.com/office/drawing/2014/main" id="{69C279BF-E4A5-49F6-8DE6-9BE1F98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03" y="61369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4" name="path-6922">
            <a:extLst xmlns:a="http://schemas.openxmlformats.org/drawingml/2006/main">
              <a:ext uri="{FF2B5EF4-FFF2-40B4-BE49-F238E27FC236}">
                <a16:creationId xmlns:a16="http://schemas.microsoft.com/office/drawing/2014/main" id="{91FF1DCA-C9C6-4914-BFFC-588D49A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14" y="6141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5" name="path-6923">
            <a:extLst xmlns:a="http://schemas.openxmlformats.org/drawingml/2006/main">
              <a:ext uri="{FF2B5EF4-FFF2-40B4-BE49-F238E27FC236}">
                <a16:creationId xmlns:a16="http://schemas.microsoft.com/office/drawing/2014/main" id="{528B8F40-7C3B-452D-A153-A8514F5D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060" y="6139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6" name="path-6924">
            <a:extLst xmlns:a="http://schemas.openxmlformats.org/drawingml/2006/main">
              <a:ext uri="{FF2B5EF4-FFF2-40B4-BE49-F238E27FC236}">
                <a16:creationId xmlns:a16="http://schemas.microsoft.com/office/drawing/2014/main" id="{B82B23C3-DCE3-424B-AD3F-03269B2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477" y="61644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7" name="path-6925">
            <a:extLst xmlns:a="http://schemas.openxmlformats.org/drawingml/2006/main">
              <a:ext uri="{FF2B5EF4-FFF2-40B4-BE49-F238E27FC236}">
                <a16:creationId xmlns:a16="http://schemas.microsoft.com/office/drawing/2014/main" id="{4F71952E-B87F-4592-8149-B9F12152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84" y="6163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8" name="path-6926">
            <a:extLst xmlns:a="http://schemas.openxmlformats.org/drawingml/2006/main">
              <a:ext uri="{FF2B5EF4-FFF2-40B4-BE49-F238E27FC236}">
                <a16:creationId xmlns:a16="http://schemas.microsoft.com/office/drawing/2014/main" id="{0A427577-3AB5-4AAE-A756-201594D1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400" y="61522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9" name="path-6927">
            <a:extLst xmlns:a="http://schemas.openxmlformats.org/drawingml/2006/main">
              <a:ext uri="{FF2B5EF4-FFF2-40B4-BE49-F238E27FC236}">
                <a16:creationId xmlns:a16="http://schemas.microsoft.com/office/drawing/2014/main" id="{19531D50-6CA9-4448-8B7B-C1019CD2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771" y="6144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0" name="path-6928">
            <a:extLst xmlns:a="http://schemas.openxmlformats.org/drawingml/2006/main">
              <a:ext uri="{FF2B5EF4-FFF2-40B4-BE49-F238E27FC236}">
                <a16:creationId xmlns:a16="http://schemas.microsoft.com/office/drawing/2014/main" id="{B3C3D5D3-2AFF-4EA8-87C0-14D16166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763" y="61463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1" name="path-6929">
            <a:extLst xmlns:a="http://schemas.openxmlformats.org/drawingml/2006/main">
              <a:ext uri="{FF2B5EF4-FFF2-40B4-BE49-F238E27FC236}">
                <a16:creationId xmlns:a16="http://schemas.microsoft.com/office/drawing/2014/main" id="{FE9E854B-B00E-4FB8-AB42-6F2A832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929" y="6125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2" name="path-6930">
            <a:extLst xmlns:a="http://schemas.openxmlformats.org/drawingml/2006/main">
              <a:ext uri="{FF2B5EF4-FFF2-40B4-BE49-F238E27FC236}">
                <a16:creationId xmlns:a16="http://schemas.microsoft.com/office/drawing/2014/main" id="{5C07DBAB-4D5B-4BE0-8E72-098C1386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803" y="6146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3" name="path-6931">
            <a:extLst xmlns:a="http://schemas.openxmlformats.org/drawingml/2006/main">
              <a:ext uri="{FF2B5EF4-FFF2-40B4-BE49-F238E27FC236}">
                <a16:creationId xmlns:a16="http://schemas.microsoft.com/office/drawing/2014/main" id="{D295A7F9-6F80-4AAB-836F-6E04DDA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141" y="61647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4" name="path-6932">
            <a:extLst xmlns:a="http://schemas.openxmlformats.org/drawingml/2006/main">
              <a:ext uri="{FF2B5EF4-FFF2-40B4-BE49-F238E27FC236}">
                <a16:creationId xmlns:a16="http://schemas.microsoft.com/office/drawing/2014/main" id="{D6AF9BE3-9DB9-4DC9-AC54-9D617669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239" y="6143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5" name="path-6933">
            <a:extLst xmlns:a="http://schemas.openxmlformats.org/drawingml/2006/main">
              <a:ext uri="{FF2B5EF4-FFF2-40B4-BE49-F238E27FC236}">
                <a16:creationId xmlns:a16="http://schemas.microsoft.com/office/drawing/2014/main" id="{6BCF802D-E710-4CC5-B589-9997B94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001" y="6144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6" name="path-6934">
            <a:extLst xmlns:a="http://schemas.openxmlformats.org/drawingml/2006/main">
              <a:ext uri="{FF2B5EF4-FFF2-40B4-BE49-F238E27FC236}">
                <a16:creationId xmlns:a16="http://schemas.microsoft.com/office/drawing/2014/main" id="{DD63CA0D-2754-4A3F-A5C4-5FD38544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978" y="61233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7" name="path-6935">
            <a:extLst xmlns:a="http://schemas.openxmlformats.org/drawingml/2006/main">
              <a:ext uri="{FF2B5EF4-FFF2-40B4-BE49-F238E27FC236}">
                <a16:creationId xmlns:a16="http://schemas.microsoft.com/office/drawing/2014/main" id="{BD4258FD-BACA-4232-BE9E-510AF28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007" y="6130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8" name="path-6936">
            <a:extLst xmlns:a="http://schemas.openxmlformats.org/drawingml/2006/main">
              <a:ext uri="{FF2B5EF4-FFF2-40B4-BE49-F238E27FC236}">
                <a16:creationId xmlns:a16="http://schemas.microsoft.com/office/drawing/2014/main" id="{ABB26F28-BCC2-4A52-A044-121257CA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00" y="61559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9" name="path-6937">
            <a:extLst xmlns:a="http://schemas.openxmlformats.org/drawingml/2006/main">
              <a:ext uri="{FF2B5EF4-FFF2-40B4-BE49-F238E27FC236}">
                <a16:creationId xmlns:a16="http://schemas.microsoft.com/office/drawing/2014/main" id="{25DA0FA4-2A26-4BFE-96F2-43C2B906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638" y="61198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0" name="path-6938">
            <a:extLst xmlns:a="http://schemas.openxmlformats.org/drawingml/2006/main">
              <a:ext uri="{FF2B5EF4-FFF2-40B4-BE49-F238E27FC236}">
                <a16:creationId xmlns:a16="http://schemas.microsoft.com/office/drawing/2014/main" id="{CF9CABCA-02DD-4621-81A9-076BB21D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303" y="6146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1" name="path-6939">
            <a:extLst xmlns:a="http://schemas.openxmlformats.org/drawingml/2006/main">
              <a:ext uri="{FF2B5EF4-FFF2-40B4-BE49-F238E27FC236}">
                <a16:creationId xmlns:a16="http://schemas.microsoft.com/office/drawing/2014/main" id="{32BBAA0E-C764-4CBC-99C7-7B2F6F16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209" y="61585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2" name="path-6940">
            <a:extLst xmlns:a="http://schemas.openxmlformats.org/drawingml/2006/main">
              <a:ext uri="{FF2B5EF4-FFF2-40B4-BE49-F238E27FC236}">
                <a16:creationId xmlns:a16="http://schemas.microsoft.com/office/drawing/2014/main" id="{A535B98D-8182-4831-ABD3-16BDCED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98" y="61384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3" name="path-6941">
            <a:extLst xmlns:a="http://schemas.openxmlformats.org/drawingml/2006/main">
              <a:ext uri="{FF2B5EF4-FFF2-40B4-BE49-F238E27FC236}">
                <a16:creationId xmlns:a16="http://schemas.microsoft.com/office/drawing/2014/main" id="{086C3FE5-62D3-46C9-9D8B-D20D2F64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7731" y="6141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4" name="path-6942">
            <a:extLst xmlns:a="http://schemas.openxmlformats.org/drawingml/2006/main">
              <a:ext uri="{FF2B5EF4-FFF2-40B4-BE49-F238E27FC236}">
                <a16:creationId xmlns:a16="http://schemas.microsoft.com/office/drawing/2014/main" id="{151E25E9-9EB9-4844-9377-197888B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310" y="6156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5" name="path-6943">
            <a:extLst xmlns:a="http://schemas.openxmlformats.org/drawingml/2006/main">
              <a:ext uri="{FF2B5EF4-FFF2-40B4-BE49-F238E27FC236}">
                <a16:creationId xmlns:a16="http://schemas.microsoft.com/office/drawing/2014/main" id="{20B3461B-C17B-417C-BA1C-9B68552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658" y="6175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6" name="path-6944">
            <a:extLst xmlns:a="http://schemas.openxmlformats.org/drawingml/2006/main">
              <a:ext uri="{FF2B5EF4-FFF2-40B4-BE49-F238E27FC236}">
                <a16:creationId xmlns:a16="http://schemas.microsoft.com/office/drawing/2014/main" id="{D5A89265-8BD2-45C9-BEF5-1002B410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044" y="6139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7" name="path-6945">
            <a:extLst xmlns:a="http://schemas.openxmlformats.org/drawingml/2006/main">
              <a:ext uri="{FF2B5EF4-FFF2-40B4-BE49-F238E27FC236}">
                <a16:creationId xmlns:a16="http://schemas.microsoft.com/office/drawing/2014/main" id="{7EBACDE3-D23F-4CEF-87FF-3FDD5AB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198" y="61325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8" name="path-6946">
            <a:extLst xmlns:a="http://schemas.openxmlformats.org/drawingml/2006/main">
              <a:ext uri="{FF2B5EF4-FFF2-40B4-BE49-F238E27FC236}">
                <a16:creationId xmlns:a16="http://schemas.microsoft.com/office/drawing/2014/main" id="{FF70CB21-B527-45F3-8708-5B88B36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46" y="6152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9" name="path-6947">
            <a:extLst xmlns:a="http://schemas.openxmlformats.org/drawingml/2006/main">
              <a:ext uri="{FF2B5EF4-FFF2-40B4-BE49-F238E27FC236}">
                <a16:creationId xmlns:a16="http://schemas.microsoft.com/office/drawing/2014/main" id="{456A0FB1-02E5-4A83-B8FE-9260B24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312" y="6144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0" name="path-6948">
            <a:extLst xmlns:a="http://schemas.openxmlformats.org/drawingml/2006/main">
              <a:ext uri="{FF2B5EF4-FFF2-40B4-BE49-F238E27FC236}">
                <a16:creationId xmlns:a16="http://schemas.microsoft.com/office/drawing/2014/main" id="{51FA9922-31DA-410C-A658-B6A7A285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822" y="6141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1" name="path-6949">
            <a:extLst xmlns:a="http://schemas.openxmlformats.org/drawingml/2006/main">
              <a:ext uri="{FF2B5EF4-FFF2-40B4-BE49-F238E27FC236}">
                <a16:creationId xmlns:a16="http://schemas.microsoft.com/office/drawing/2014/main" id="{A96AC861-0373-4AFA-A22B-B0979A4A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376" y="61322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2" name="path-6950">
            <a:extLst xmlns:a="http://schemas.openxmlformats.org/drawingml/2006/main">
              <a:ext uri="{FF2B5EF4-FFF2-40B4-BE49-F238E27FC236}">
                <a16:creationId xmlns:a16="http://schemas.microsoft.com/office/drawing/2014/main" id="{4EF1AAF6-2378-49F5-B8D2-A5B79D39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654" y="6139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3" name="path-6951">
            <a:extLst xmlns:a="http://schemas.openxmlformats.org/drawingml/2006/main">
              <a:ext uri="{FF2B5EF4-FFF2-40B4-BE49-F238E27FC236}">
                <a16:creationId xmlns:a16="http://schemas.microsoft.com/office/drawing/2014/main" id="{2719620E-A855-4FA5-B7FC-825E327A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09" y="6149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4" name="path-6952">
            <a:extLst xmlns:a="http://schemas.openxmlformats.org/drawingml/2006/main">
              <a:ext uri="{FF2B5EF4-FFF2-40B4-BE49-F238E27FC236}">
                <a16:creationId xmlns:a16="http://schemas.microsoft.com/office/drawing/2014/main" id="{6EC380D7-C4D2-4705-AF63-C461D9C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619" y="61246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5" name="path-6953">
            <a:extLst xmlns:a="http://schemas.openxmlformats.org/drawingml/2006/main">
              <a:ext uri="{FF2B5EF4-FFF2-40B4-BE49-F238E27FC236}">
                <a16:creationId xmlns:a16="http://schemas.microsoft.com/office/drawing/2014/main" id="{9B48E99A-B2B4-4E02-A349-BBF88C64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80" y="6131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6" name="path-6954">
            <a:extLst xmlns:a="http://schemas.openxmlformats.org/drawingml/2006/main">
              <a:ext uri="{FF2B5EF4-FFF2-40B4-BE49-F238E27FC236}">
                <a16:creationId xmlns:a16="http://schemas.microsoft.com/office/drawing/2014/main" id="{B4305D55-D01F-4A29-B841-A9CE53F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72" y="6159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7" name="path-6955">
            <a:extLst xmlns:a="http://schemas.openxmlformats.org/drawingml/2006/main">
              <a:ext uri="{FF2B5EF4-FFF2-40B4-BE49-F238E27FC236}">
                <a16:creationId xmlns:a16="http://schemas.microsoft.com/office/drawing/2014/main" id="{DA34F6C0-7ACE-41D6-ADAD-AE100E10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181" y="61419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8" name="path-6956">
            <a:extLst xmlns:a="http://schemas.openxmlformats.org/drawingml/2006/main">
              <a:ext uri="{FF2B5EF4-FFF2-40B4-BE49-F238E27FC236}">
                <a16:creationId xmlns:a16="http://schemas.microsoft.com/office/drawing/2014/main" id="{8A134BD4-D83B-4D61-9651-0373BF0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676" y="6164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9" name="path-6957">
            <a:extLst xmlns:a="http://schemas.openxmlformats.org/drawingml/2006/main">
              <a:ext uri="{FF2B5EF4-FFF2-40B4-BE49-F238E27FC236}">
                <a16:creationId xmlns:a16="http://schemas.microsoft.com/office/drawing/2014/main" id="{EFE848BD-3510-469B-B516-181C7B2B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993" y="6172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0" name="path-6958">
            <a:extLst xmlns:a="http://schemas.openxmlformats.org/drawingml/2006/main">
              <a:ext uri="{FF2B5EF4-FFF2-40B4-BE49-F238E27FC236}">
                <a16:creationId xmlns:a16="http://schemas.microsoft.com/office/drawing/2014/main" id="{00FC52CF-E52B-455C-A20F-D6F269FC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295" y="61530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1" name="path-6959">
            <a:extLst xmlns:a="http://schemas.openxmlformats.org/drawingml/2006/main">
              <a:ext uri="{FF2B5EF4-FFF2-40B4-BE49-F238E27FC236}">
                <a16:creationId xmlns:a16="http://schemas.microsoft.com/office/drawing/2014/main" id="{A000F8CA-7437-4121-92C4-E4EA282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10" y="61379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2" name="path-6960">
            <a:extLst xmlns:a="http://schemas.openxmlformats.org/drawingml/2006/main">
              <a:ext uri="{FF2B5EF4-FFF2-40B4-BE49-F238E27FC236}">
                <a16:creationId xmlns:a16="http://schemas.microsoft.com/office/drawing/2014/main" id="{853BF3FD-202F-4A36-91B1-B11E745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525" y="61336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3" name="path-6961">
            <a:extLst xmlns:a="http://schemas.openxmlformats.org/drawingml/2006/main">
              <a:ext uri="{FF2B5EF4-FFF2-40B4-BE49-F238E27FC236}">
                <a16:creationId xmlns:a16="http://schemas.microsoft.com/office/drawing/2014/main" id="{E5AD83D9-5F09-4226-A751-43EA1F95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749" y="61555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4" name="path-6962">
            <a:extLst xmlns:a="http://schemas.openxmlformats.org/drawingml/2006/main">
              <a:ext uri="{FF2B5EF4-FFF2-40B4-BE49-F238E27FC236}">
                <a16:creationId xmlns:a16="http://schemas.microsoft.com/office/drawing/2014/main" id="{9D7607F2-89E5-4651-BBCE-084F45A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91" y="6120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5" name="path-6963">
            <a:extLst xmlns:a="http://schemas.openxmlformats.org/drawingml/2006/main">
              <a:ext uri="{FF2B5EF4-FFF2-40B4-BE49-F238E27FC236}">
                <a16:creationId xmlns:a16="http://schemas.microsoft.com/office/drawing/2014/main" id="{0078C753-6778-4E1A-9180-55FBAC76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6" y="6132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6" name="path-6964">
            <a:extLst xmlns:a="http://schemas.openxmlformats.org/drawingml/2006/main">
              <a:ext uri="{FF2B5EF4-FFF2-40B4-BE49-F238E27FC236}">
                <a16:creationId xmlns:a16="http://schemas.microsoft.com/office/drawing/2014/main" id="{A595A103-F205-416E-9E17-B635E7E5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44" y="6153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7" name="path-6965">
            <a:extLst xmlns:a="http://schemas.openxmlformats.org/drawingml/2006/main">
              <a:ext uri="{FF2B5EF4-FFF2-40B4-BE49-F238E27FC236}">
                <a16:creationId xmlns:a16="http://schemas.microsoft.com/office/drawing/2014/main" id="{AE4FEB09-C80B-4CE2-88BE-6CB948E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9" y="61621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8" name="path-6966">
            <a:extLst xmlns:a="http://schemas.openxmlformats.org/drawingml/2006/main">
              <a:ext uri="{FF2B5EF4-FFF2-40B4-BE49-F238E27FC236}">
                <a16:creationId xmlns:a16="http://schemas.microsoft.com/office/drawing/2014/main" id="{CFFC77E0-14D1-49B2-9CEE-590F411C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66" y="61422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9" name="path-6967">
            <a:extLst xmlns:a="http://schemas.openxmlformats.org/drawingml/2006/main">
              <a:ext uri="{FF2B5EF4-FFF2-40B4-BE49-F238E27FC236}">
                <a16:creationId xmlns:a16="http://schemas.microsoft.com/office/drawing/2014/main" id="{AEC4AEA9-0D07-481E-99BF-E54925C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632" y="61681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0" name="path-6968">
            <a:extLst xmlns:a="http://schemas.openxmlformats.org/drawingml/2006/main">
              <a:ext uri="{FF2B5EF4-FFF2-40B4-BE49-F238E27FC236}">
                <a16:creationId xmlns:a16="http://schemas.microsoft.com/office/drawing/2014/main" id="{F3BC22EB-7C8B-4DE8-8E0F-2CC1BA6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984" y="61451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1" name="path-6969">
            <a:extLst xmlns:a="http://schemas.openxmlformats.org/drawingml/2006/main">
              <a:ext uri="{FF2B5EF4-FFF2-40B4-BE49-F238E27FC236}">
                <a16:creationId xmlns:a16="http://schemas.microsoft.com/office/drawing/2014/main" id="{1675ED99-9B27-4656-9AA6-D006927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3" y="61282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2" name="path-6970">
            <a:extLst xmlns:a="http://schemas.openxmlformats.org/drawingml/2006/main">
              <a:ext uri="{FF2B5EF4-FFF2-40B4-BE49-F238E27FC236}">
                <a16:creationId xmlns:a16="http://schemas.microsoft.com/office/drawing/2014/main" id="{21D86F18-049E-4800-AD40-F2491BC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29" y="6137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3" name="path-6971">
            <a:extLst xmlns:a="http://schemas.openxmlformats.org/drawingml/2006/main">
              <a:ext uri="{FF2B5EF4-FFF2-40B4-BE49-F238E27FC236}">
                <a16:creationId xmlns:a16="http://schemas.microsoft.com/office/drawing/2014/main" id="{E2134032-4C1E-4B7A-94D9-7A7BC3DB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483" y="61504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4" name="path-6972">
            <a:extLst xmlns:a="http://schemas.openxmlformats.org/drawingml/2006/main">
              <a:ext uri="{FF2B5EF4-FFF2-40B4-BE49-F238E27FC236}">
                <a16:creationId xmlns:a16="http://schemas.microsoft.com/office/drawing/2014/main" id="{2E48E07C-4121-4DB7-8A43-47C39B13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85" y="6138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5" name="path-6973">
            <a:extLst xmlns:a="http://schemas.openxmlformats.org/drawingml/2006/main">
              <a:ext uri="{FF2B5EF4-FFF2-40B4-BE49-F238E27FC236}">
                <a16:creationId xmlns:a16="http://schemas.microsoft.com/office/drawing/2014/main" id="{7764EA9F-E794-40DB-ACBE-35E5E31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277" y="6147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6" name="path-6974">
            <a:extLst xmlns:a="http://schemas.openxmlformats.org/drawingml/2006/main">
              <a:ext uri="{FF2B5EF4-FFF2-40B4-BE49-F238E27FC236}">
                <a16:creationId xmlns:a16="http://schemas.microsoft.com/office/drawing/2014/main" id="{4B3EE958-D213-4D2D-AA03-33BB14CF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6" y="6154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7" name="path-6975">
            <a:extLst xmlns:a="http://schemas.openxmlformats.org/drawingml/2006/main">
              <a:ext uri="{FF2B5EF4-FFF2-40B4-BE49-F238E27FC236}">
                <a16:creationId xmlns:a16="http://schemas.microsoft.com/office/drawing/2014/main" id="{B9597D79-DF47-4334-BFFE-D233D32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990" y="6148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8" name="path-6976">
            <a:extLst xmlns:a="http://schemas.openxmlformats.org/drawingml/2006/main">
              <a:ext uri="{FF2B5EF4-FFF2-40B4-BE49-F238E27FC236}">
                <a16:creationId xmlns:a16="http://schemas.microsoft.com/office/drawing/2014/main" id="{67B2EBA9-3781-4194-A140-B6C1CAC2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39" y="6153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9" name="path-6977">
            <a:extLst xmlns:a="http://schemas.openxmlformats.org/drawingml/2006/main">
              <a:ext uri="{FF2B5EF4-FFF2-40B4-BE49-F238E27FC236}">
                <a16:creationId xmlns:a16="http://schemas.microsoft.com/office/drawing/2014/main" id="{02AB464B-6A76-4E40-B82F-55A17CC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437" y="6156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0" name="path-6978">
            <a:extLst xmlns:a="http://schemas.openxmlformats.org/drawingml/2006/main">
              <a:ext uri="{FF2B5EF4-FFF2-40B4-BE49-F238E27FC236}">
                <a16:creationId xmlns:a16="http://schemas.microsoft.com/office/drawing/2014/main" id="{12175BA5-C9FC-4B68-BB5F-627EDB3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084" y="6153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1" name="path-6979">
            <a:extLst xmlns:a="http://schemas.openxmlformats.org/drawingml/2006/main">
              <a:ext uri="{FF2B5EF4-FFF2-40B4-BE49-F238E27FC236}">
                <a16:creationId xmlns:a16="http://schemas.microsoft.com/office/drawing/2014/main" id="{7340A78A-82A8-4617-9751-6E1EE32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901" y="6134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2" name="path-6980">
            <a:extLst xmlns:a="http://schemas.openxmlformats.org/drawingml/2006/main">
              <a:ext uri="{FF2B5EF4-FFF2-40B4-BE49-F238E27FC236}">
                <a16:creationId xmlns:a16="http://schemas.microsoft.com/office/drawing/2014/main" id="{F4266E0C-28E9-45A7-BF53-EFB6AFE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251" y="6147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3" name="path-6981">
            <a:extLst xmlns:a="http://schemas.openxmlformats.org/drawingml/2006/main">
              <a:ext uri="{FF2B5EF4-FFF2-40B4-BE49-F238E27FC236}">
                <a16:creationId xmlns:a16="http://schemas.microsoft.com/office/drawing/2014/main" id="{40B46DCD-458D-4F59-B49F-22EE8EC8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415" y="6166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4" name="path-6982">
            <a:extLst xmlns:a="http://schemas.openxmlformats.org/drawingml/2006/main">
              <a:ext uri="{FF2B5EF4-FFF2-40B4-BE49-F238E27FC236}">
                <a16:creationId xmlns:a16="http://schemas.microsoft.com/office/drawing/2014/main" id="{A2DD0E0C-072E-442B-B8C4-E2023FE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07" y="61484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5" name="path-6983">
            <a:extLst xmlns:a="http://schemas.openxmlformats.org/drawingml/2006/main">
              <a:ext uri="{FF2B5EF4-FFF2-40B4-BE49-F238E27FC236}">
                <a16:creationId xmlns:a16="http://schemas.microsoft.com/office/drawing/2014/main" id="{61D6729C-88DA-4FF7-8505-EA668205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71" y="61455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6" name="path-6984">
            <a:extLst xmlns:a="http://schemas.openxmlformats.org/drawingml/2006/main">
              <a:ext uri="{FF2B5EF4-FFF2-40B4-BE49-F238E27FC236}">
                <a16:creationId xmlns:a16="http://schemas.microsoft.com/office/drawing/2014/main" id="{6F267A05-A803-49CC-9FA9-F42D718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647" y="6175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7" name="path-6985">
            <a:extLst xmlns:a="http://schemas.openxmlformats.org/drawingml/2006/main">
              <a:ext uri="{FF2B5EF4-FFF2-40B4-BE49-F238E27FC236}">
                <a16:creationId xmlns:a16="http://schemas.microsoft.com/office/drawing/2014/main" id="{5526873A-25F6-4DBC-9688-004F80E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524" y="6107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8" name="path-6986">
            <a:extLst xmlns:a="http://schemas.openxmlformats.org/drawingml/2006/main">
              <a:ext uri="{FF2B5EF4-FFF2-40B4-BE49-F238E27FC236}">
                <a16:creationId xmlns:a16="http://schemas.microsoft.com/office/drawing/2014/main" id="{7CE6EFD6-87A6-476E-9C57-0040BD7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092" y="61486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9" name="path-6987">
            <a:extLst xmlns:a="http://schemas.openxmlformats.org/drawingml/2006/main">
              <a:ext uri="{FF2B5EF4-FFF2-40B4-BE49-F238E27FC236}">
                <a16:creationId xmlns:a16="http://schemas.microsoft.com/office/drawing/2014/main" id="{4BA46BDC-4B9D-4CF3-B8B3-1861CF55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731" y="6127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0" name="path-6988">
            <a:extLst xmlns:a="http://schemas.openxmlformats.org/drawingml/2006/main">
              <a:ext uri="{FF2B5EF4-FFF2-40B4-BE49-F238E27FC236}">
                <a16:creationId xmlns:a16="http://schemas.microsoft.com/office/drawing/2014/main" id="{76B2B7E2-2544-414F-9257-E6F16E9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786" y="61355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1" name="path-6989">
            <a:extLst xmlns:a="http://schemas.openxmlformats.org/drawingml/2006/main">
              <a:ext uri="{FF2B5EF4-FFF2-40B4-BE49-F238E27FC236}">
                <a16:creationId xmlns:a16="http://schemas.microsoft.com/office/drawing/2014/main" id="{660DCB0D-8C39-4CF4-B4E8-380FCFFB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80" y="6177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2" name="path-6990">
            <a:extLst xmlns:a="http://schemas.openxmlformats.org/drawingml/2006/main">
              <a:ext uri="{FF2B5EF4-FFF2-40B4-BE49-F238E27FC236}">
                <a16:creationId xmlns:a16="http://schemas.microsoft.com/office/drawing/2014/main" id="{D7F9822C-A9A3-4B93-8A52-81D904B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639" y="6125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3" name="path-6991">
            <a:extLst xmlns:a="http://schemas.openxmlformats.org/drawingml/2006/main">
              <a:ext uri="{FF2B5EF4-FFF2-40B4-BE49-F238E27FC236}">
                <a16:creationId xmlns:a16="http://schemas.microsoft.com/office/drawing/2014/main" id="{06039CE3-D165-4CD6-B92E-0000CE9D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014" y="6156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4" name="path-6992">
            <a:extLst xmlns:a="http://schemas.openxmlformats.org/drawingml/2006/main">
              <a:ext uri="{FF2B5EF4-FFF2-40B4-BE49-F238E27FC236}">
                <a16:creationId xmlns:a16="http://schemas.microsoft.com/office/drawing/2014/main" id="{BC947E5C-981E-42F6-B2E5-EA9B2888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92" y="61353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5" name="path-6993">
            <a:extLst xmlns:a="http://schemas.openxmlformats.org/drawingml/2006/main">
              <a:ext uri="{FF2B5EF4-FFF2-40B4-BE49-F238E27FC236}">
                <a16:creationId xmlns:a16="http://schemas.microsoft.com/office/drawing/2014/main" id="{C3130FD1-0431-4122-8DD9-1990DAB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856" y="6137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6" name="path-6994">
            <a:extLst xmlns:a="http://schemas.openxmlformats.org/drawingml/2006/main">
              <a:ext uri="{FF2B5EF4-FFF2-40B4-BE49-F238E27FC236}">
                <a16:creationId xmlns:a16="http://schemas.microsoft.com/office/drawing/2014/main" id="{0823DC76-C82A-45F3-89D7-9564E283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65" y="6116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7" name="path-6995">
            <a:extLst xmlns:a="http://schemas.openxmlformats.org/drawingml/2006/main">
              <a:ext uri="{FF2B5EF4-FFF2-40B4-BE49-F238E27FC236}">
                <a16:creationId xmlns:a16="http://schemas.microsoft.com/office/drawing/2014/main" id="{DFD58C4F-782D-40D6-8763-EF9CAA2E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616" y="61474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8" name="path-6996">
            <a:extLst xmlns:a="http://schemas.openxmlformats.org/drawingml/2006/main">
              <a:ext uri="{FF2B5EF4-FFF2-40B4-BE49-F238E27FC236}">
                <a16:creationId xmlns:a16="http://schemas.microsoft.com/office/drawing/2014/main" id="{ED16D4CD-F1DD-4737-AFE6-AD6D229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291" y="61278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9" name="path-6997">
            <a:extLst xmlns:a="http://schemas.openxmlformats.org/drawingml/2006/main">
              <a:ext uri="{FF2B5EF4-FFF2-40B4-BE49-F238E27FC236}">
                <a16:creationId xmlns:a16="http://schemas.microsoft.com/office/drawing/2014/main" id="{A855294C-5CF3-4AA7-91B8-3ABEF35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17" y="6116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0" name="path-6998">
            <a:extLst xmlns:a="http://schemas.openxmlformats.org/drawingml/2006/main">
              <a:ext uri="{FF2B5EF4-FFF2-40B4-BE49-F238E27FC236}">
                <a16:creationId xmlns:a16="http://schemas.microsoft.com/office/drawing/2014/main" id="{6F74E5D4-15E4-4DE1-8151-ED9FC8B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408" y="6143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1" name="path-6999">
            <a:extLst xmlns:a="http://schemas.openxmlformats.org/drawingml/2006/main">
              <a:ext uri="{FF2B5EF4-FFF2-40B4-BE49-F238E27FC236}">
                <a16:creationId xmlns:a16="http://schemas.microsoft.com/office/drawing/2014/main" id="{2C7D1D57-90DD-40B1-90FC-E1FB5DA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55" y="6134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2" name="path-7000">
            <a:extLst xmlns:a="http://schemas.openxmlformats.org/drawingml/2006/main">
              <a:ext uri="{FF2B5EF4-FFF2-40B4-BE49-F238E27FC236}">
                <a16:creationId xmlns:a16="http://schemas.microsoft.com/office/drawing/2014/main" id="{6A1E002D-05FA-4DC2-A210-1A53A205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09" y="61440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3" name="path-7001">
            <a:extLst xmlns:a="http://schemas.openxmlformats.org/drawingml/2006/main">
              <a:ext uri="{FF2B5EF4-FFF2-40B4-BE49-F238E27FC236}">
                <a16:creationId xmlns:a16="http://schemas.microsoft.com/office/drawing/2014/main" id="{27802947-1A9F-4A34-8ADA-0E55C80B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604" y="61519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4" name="path-7002">
            <a:extLst xmlns:a="http://schemas.openxmlformats.org/drawingml/2006/main">
              <a:ext uri="{FF2B5EF4-FFF2-40B4-BE49-F238E27FC236}">
                <a16:creationId xmlns:a16="http://schemas.microsoft.com/office/drawing/2014/main" id="{08085E20-10CE-45D8-A299-04C525D1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900" y="61600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5" name="path-7003">
            <a:extLst xmlns:a="http://schemas.openxmlformats.org/drawingml/2006/main">
              <a:ext uri="{FF2B5EF4-FFF2-40B4-BE49-F238E27FC236}">
                <a16:creationId xmlns:a16="http://schemas.microsoft.com/office/drawing/2014/main" id="{9792367D-8958-4A3C-8875-79B7DF83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26" y="6173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6" name="path-7004">
            <a:extLst xmlns:a="http://schemas.openxmlformats.org/drawingml/2006/main">
              <a:ext uri="{FF2B5EF4-FFF2-40B4-BE49-F238E27FC236}">
                <a16:creationId xmlns:a16="http://schemas.microsoft.com/office/drawing/2014/main" id="{4BF70301-D9D6-4AD0-8EC8-67A2C0B7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40" y="6105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7" name="path-7005">
            <a:extLst xmlns:a="http://schemas.openxmlformats.org/drawingml/2006/main">
              <a:ext uri="{FF2B5EF4-FFF2-40B4-BE49-F238E27FC236}">
                <a16:creationId xmlns:a16="http://schemas.microsoft.com/office/drawing/2014/main" id="{E2D442C0-0F59-4BEE-AC03-482E1190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050" y="6133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8" name="path-7006">
            <a:extLst xmlns:a="http://schemas.openxmlformats.org/drawingml/2006/main">
              <a:ext uri="{FF2B5EF4-FFF2-40B4-BE49-F238E27FC236}">
                <a16:creationId xmlns:a16="http://schemas.microsoft.com/office/drawing/2014/main" id="{FC9BCFB2-2DF7-45EE-A5B2-66B635EC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117" y="61169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9" name="path-7007">
            <a:extLst xmlns:a="http://schemas.openxmlformats.org/drawingml/2006/main">
              <a:ext uri="{FF2B5EF4-FFF2-40B4-BE49-F238E27FC236}">
                <a16:creationId xmlns:a16="http://schemas.microsoft.com/office/drawing/2014/main" id="{D90E12D6-7DE7-4503-AB16-89EB6DB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87" y="61284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0" name="path-7008">
            <a:extLst xmlns:a="http://schemas.openxmlformats.org/drawingml/2006/main">
              <a:ext uri="{FF2B5EF4-FFF2-40B4-BE49-F238E27FC236}">
                <a16:creationId xmlns:a16="http://schemas.microsoft.com/office/drawing/2014/main" id="{F1ABABD7-EDC0-407D-B7E5-6C06900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227" y="61156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1" name="path-7009">
            <a:extLst xmlns:a="http://schemas.openxmlformats.org/drawingml/2006/main">
              <a:ext uri="{FF2B5EF4-FFF2-40B4-BE49-F238E27FC236}">
                <a16:creationId xmlns:a16="http://schemas.microsoft.com/office/drawing/2014/main" id="{EED5B850-7F98-488D-B67A-CC90B2F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613" y="61397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2" name="path-7010">
            <a:extLst xmlns:a="http://schemas.openxmlformats.org/drawingml/2006/main">
              <a:ext uri="{FF2B5EF4-FFF2-40B4-BE49-F238E27FC236}">
                <a16:creationId xmlns:a16="http://schemas.microsoft.com/office/drawing/2014/main" id="{54CD1E25-99F4-44E0-B0DA-072E9AF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7" y="6163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3" name="path-7011">
            <a:extLst xmlns:a="http://schemas.openxmlformats.org/drawingml/2006/main">
              <a:ext uri="{FF2B5EF4-FFF2-40B4-BE49-F238E27FC236}">
                <a16:creationId xmlns:a16="http://schemas.microsoft.com/office/drawing/2014/main" id="{3A0EC2DB-2CE8-4A0C-874F-667E18B3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070" y="61545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4" name="path-7012">
            <a:extLst xmlns:a="http://schemas.openxmlformats.org/drawingml/2006/main">
              <a:ext uri="{FF2B5EF4-FFF2-40B4-BE49-F238E27FC236}">
                <a16:creationId xmlns:a16="http://schemas.microsoft.com/office/drawing/2014/main" id="{A9EAF58B-ACDC-4870-A76F-95ADCEC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230" y="61393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5" name="path-7013">
            <a:extLst xmlns:a="http://schemas.openxmlformats.org/drawingml/2006/main">
              <a:ext uri="{FF2B5EF4-FFF2-40B4-BE49-F238E27FC236}">
                <a16:creationId xmlns:a16="http://schemas.microsoft.com/office/drawing/2014/main" id="{B93C10BE-BCF6-43BE-B00B-560B2F7A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731" y="61216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6" name="path-7014">
            <a:extLst xmlns:a="http://schemas.openxmlformats.org/drawingml/2006/main">
              <a:ext uri="{FF2B5EF4-FFF2-40B4-BE49-F238E27FC236}">
                <a16:creationId xmlns:a16="http://schemas.microsoft.com/office/drawing/2014/main" id="{C6AA3E9C-FA79-42FD-9C6D-A6F04BD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631" y="61531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7" name="path-7015">
            <a:extLst xmlns:a="http://schemas.openxmlformats.org/drawingml/2006/main">
              <a:ext uri="{FF2B5EF4-FFF2-40B4-BE49-F238E27FC236}">
                <a16:creationId xmlns:a16="http://schemas.microsoft.com/office/drawing/2014/main" id="{0B7681EF-D542-4D33-9012-B39270E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187" y="61518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8" name="path-7016">
            <a:extLst xmlns:a="http://schemas.openxmlformats.org/drawingml/2006/main">
              <a:ext uri="{FF2B5EF4-FFF2-40B4-BE49-F238E27FC236}">
                <a16:creationId xmlns:a16="http://schemas.microsoft.com/office/drawing/2014/main" id="{6113C2F7-2622-498F-BF44-0149A89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68" y="61415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9" name="path-7017">
            <a:extLst xmlns:a="http://schemas.openxmlformats.org/drawingml/2006/main">
              <a:ext uri="{FF2B5EF4-FFF2-40B4-BE49-F238E27FC236}">
                <a16:creationId xmlns:a16="http://schemas.microsoft.com/office/drawing/2014/main" id="{78A0DE72-1135-4862-ABEA-D356E6D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90" y="61481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0" name="path-7018">
            <a:extLst xmlns:a="http://schemas.openxmlformats.org/drawingml/2006/main">
              <a:ext uri="{FF2B5EF4-FFF2-40B4-BE49-F238E27FC236}">
                <a16:creationId xmlns:a16="http://schemas.microsoft.com/office/drawing/2014/main" id="{4B84941F-D09B-49FB-A87B-AC821B7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1" y="61393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1" name="path-7019">
            <a:extLst xmlns:a="http://schemas.openxmlformats.org/drawingml/2006/main">
              <a:ext uri="{FF2B5EF4-FFF2-40B4-BE49-F238E27FC236}">
                <a16:creationId xmlns:a16="http://schemas.microsoft.com/office/drawing/2014/main" id="{4FBB089B-8D0C-4095-B24C-AD23F9C7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61329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2" name="path-7020">
            <a:extLst xmlns:a="http://schemas.openxmlformats.org/drawingml/2006/main">
              <a:ext uri="{FF2B5EF4-FFF2-40B4-BE49-F238E27FC236}">
                <a16:creationId xmlns:a16="http://schemas.microsoft.com/office/drawing/2014/main" id="{1292CD59-1F1D-4FA7-8A81-D9E5FC47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042" y="6126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3" name="path-7021">
            <a:extLst xmlns:a="http://schemas.openxmlformats.org/drawingml/2006/main">
              <a:ext uri="{FF2B5EF4-FFF2-40B4-BE49-F238E27FC236}">
                <a16:creationId xmlns:a16="http://schemas.microsoft.com/office/drawing/2014/main" id="{2062638C-6E9F-4AFA-86FE-0EDF99D6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581" y="6138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4" name="path-7022">
            <a:extLst xmlns:a="http://schemas.openxmlformats.org/drawingml/2006/main">
              <a:ext uri="{FF2B5EF4-FFF2-40B4-BE49-F238E27FC236}">
                <a16:creationId xmlns:a16="http://schemas.microsoft.com/office/drawing/2014/main" id="{891FE55A-8E64-4A13-8CA3-241C2CAF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792" y="6134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5" name="path-7023">
            <a:extLst xmlns:a="http://schemas.openxmlformats.org/drawingml/2006/main">
              <a:ext uri="{FF2B5EF4-FFF2-40B4-BE49-F238E27FC236}">
                <a16:creationId xmlns:a16="http://schemas.microsoft.com/office/drawing/2014/main" id="{F5A6B196-7883-429A-8F47-2419F8A7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312" y="6154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6" name="path-7024">
            <a:extLst xmlns:a="http://schemas.openxmlformats.org/drawingml/2006/main">
              <a:ext uri="{FF2B5EF4-FFF2-40B4-BE49-F238E27FC236}">
                <a16:creationId xmlns:a16="http://schemas.microsoft.com/office/drawing/2014/main" id="{9DB507AB-7F2D-4711-8182-08B98B06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488" y="6137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7" name="path-7025">
            <a:extLst xmlns:a="http://schemas.openxmlformats.org/drawingml/2006/main">
              <a:ext uri="{FF2B5EF4-FFF2-40B4-BE49-F238E27FC236}">
                <a16:creationId xmlns:a16="http://schemas.microsoft.com/office/drawing/2014/main" id="{D87E7448-6F8D-4913-80CA-C9A945A3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043" y="6145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8" name="path-7026">
            <a:extLst xmlns:a="http://schemas.openxmlformats.org/drawingml/2006/main">
              <a:ext uri="{FF2B5EF4-FFF2-40B4-BE49-F238E27FC236}">
                <a16:creationId xmlns:a16="http://schemas.microsoft.com/office/drawing/2014/main" id="{F413EA26-16BC-4052-9F23-2EA8283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95" y="61476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9" name="path-7027">
            <a:extLst xmlns:a="http://schemas.openxmlformats.org/drawingml/2006/main">
              <a:ext uri="{FF2B5EF4-FFF2-40B4-BE49-F238E27FC236}">
                <a16:creationId xmlns:a16="http://schemas.microsoft.com/office/drawing/2014/main" id="{F06E068E-97AC-4FD0-8D84-5640B02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13" y="61489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0" name="path-7028">
            <a:extLst xmlns:a="http://schemas.openxmlformats.org/drawingml/2006/main">
              <a:ext uri="{FF2B5EF4-FFF2-40B4-BE49-F238E27FC236}">
                <a16:creationId xmlns:a16="http://schemas.microsoft.com/office/drawing/2014/main" id="{FE2D9D90-C6DA-4D2E-860C-705F3460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288" y="6138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1" name="path-7029">
            <a:extLst xmlns:a="http://schemas.openxmlformats.org/drawingml/2006/main">
              <a:ext uri="{FF2B5EF4-FFF2-40B4-BE49-F238E27FC236}">
                <a16:creationId xmlns:a16="http://schemas.microsoft.com/office/drawing/2014/main" id="{8C6B1E0B-C4BB-4466-B6DD-7B5B6F76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56" y="61246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2" name="path-7030">
            <a:extLst xmlns:a="http://schemas.openxmlformats.org/drawingml/2006/main">
              <a:ext uri="{FF2B5EF4-FFF2-40B4-BE49-F238E27FC236}">
                <a16:creationId xmlns:a16="http://schemas.microsoft.com/office/drawing/2014/main" id="{0ED7226B-57C5-492F-9B75-0D85BB6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03" y="6136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3" name="path-7031">
            <a:extLst xmlns:a="http://schemas.openxmlformats.org/drawingml/2006/main">
              <a:ext uri="{FF2B5EF4-FFF2-40B4-BE49-F238E27FC236}">
                <a16:creationId xmlns:a16="http://schemas.microsoft.com/office/drawing/2014/main" id="{7B3436EF-1879-4B25-9170-5D5B38C8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186" y="61608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4" name="path-7032">
            <a:extLst xmlns:a="http://schemas.openxmlformats.org/drawingml/2006/main">
              <a:ext uri="{FF2B5EF4-FFF2-40B4-BE49-F238E27FC236}">
                <a16:creationId xmlns:a16="http://schemas.microsoft.com/office/drawing/2014/main" id="{EBF6D6FC-92AE-4E2F-BD0D-6F04826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803" y="61356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5" name="path-7033">
            <a:extLst xmlns:a="http://schemas.openxmlformats.org/drawingml/2006/main">
              <a:ext uri="{FF2B5EF4-FFF2-40B4-BE49-F238E27FC236}">
                <a16:creationId xmlns:a16="http://schemas.microsoft.com/office/drawing/2014/main" id="{16D27EF6-6D29-4F24-91D8-36A6BE21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88" y="6124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6" name="path-7034">
            <a:extLst xmlns:a="http://schemas.openxmlformats.org/drawingml/2006/main">
              <a:ext uri="{FF2B5EF4-FFF2-40B4-BE49-F238E27FC236}">
                <a16:creationId xmlns:a16="http://schemas.microsoft.com/office/drawing/2014/main" id="{5916AA91-3D7A-4440-9695-73D2DCC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44" y="6146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7" name="path-7035">
            <a:extLst xmlns:a="http://schemas.openxmlformats.org/drawingml/2006/main">
              <a:ext uri="{FF2B5EF4-FFF2-40B4-BE49-F238E27FC236}">
                <a16:creationId xmlns:a16="http://schemas.microsoft.com/office/drawing/2014/main" id="{3DAF14D9-D585-4517-84B3-86137A1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251" y="61375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8" name="path-7036">
            <a:extLst xmlns:a="http://schemas.openxmlformats.org/drawingml/2006/main">
              <a:ext uri="{FF2B5EF4-FFF2-40B4-BE49-F238E27FC236}">
                <a16:creationId xmlns:a16="http://schemas.microsoft.com/office/drawing/2014/main" id="{328D81F6-C57C-4689-A973-3673B299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614" y="6131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9" name="path-7037">
            <a:extLst xmlns:a="http://schemas.openxmlformats.org/drawingml/2006/main">
              <a:ext uri="{FF2B5EF4-FFF2-40B4-BE49-F238E27FC236}">
                <a16:creationId xmlns:a16="http://schemas.microsoft.com/office/drawing/2014/main" id="{678FFC3D-42A2-486E-A683-FC53953B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344" y="61428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0" name="path-7038">
            <a:extLst xmlns:a="http://schemas.openxmlformats.org/drawingml/2006/main">
              <a:ext uri="{FF2B5EF4-FFF2-40B4-BE49-F238E27FC236}">
                <a16:creationId xmlns:a16="http://schemas.microsoft.com/office/drawing/2014/main" id="{91C502C2-0DCA-4F06-8740-865E8D15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3088" y="61916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1" name="path-7039">
            <a:extLst xmlns:a="http://schemas.openxmlformats.org/drawingml/2006/main">
              <a:ext uri="{FF2B5EF4-FFF2-40B4-BE49-F238E27FC236}">
                <a16:creationId xmlns:a16="http://schemas.microsoft.com/office/drawing/2014/main" id="{68471436-4E5E-4BB8-8582-1E5257E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490" y="61198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2" name="path-7040">
            <a:extLst xmlns:a="http://schemas.openxmlformats.org/drawingml/2006/main">
              <a:ext uri="{FF2B5EF4-FFF2-40B4-BE49-F238E27FC236}">
                <a16:creationId xmlns:a16="http://schemas.microsoft.com/office/drawing/2014/main" id="{2C6517C4-5880-41E0-9752-F01145F1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08" y="61546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3" name="path-7041">
            <a:extLst xmlns:a="http://schemas.openxmlformats.org/drawingml/2006/main">
              <a:ext uri="{FF2B5EF4-FFF2-40B4-BE49-F238E27FC236}">
                <a16:creationId xmlns:a16="http://schemas.microsoft.com/office/drawing/2014/main" id="{29DFD27B-03E4-41DB-9E61-6474AF58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18" y="61606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4" name="path-7042">
            <a:extLst xmlns:a="http://schemas.openxmlformats.org/drawingml/2006/main">
              <a:ext uri="{FF2B5EF4-FFF2-40B4-BE49-F238E27FC236}">
                <a16:creationId xmlns:a16="http://schemas.microsoft.com/office/drawing/2014/main" id="{ACC82DFF-6A02-4970-9A8A-5E84A18A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67" y="61367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5" name="path-7043">
            <a:extLst xmlns:a="http://schemas.openxmlformats.org/drawingml/2006/main">
              <a:ext uri="{FF2B5EF4-FFF2-40B4-BE49-F238E27FC236}">
                <a16:creationId xmlns:a16="http://schemas.microsoft.com/office/drawing/2014/main" id="{8684E3D9-3393-44A4-BCFB-F576367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87" y="6137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6" name="path-7044">
            <a:extLst xmlns:a="http://schemas.openxmlformats.org/drawingml/2006/main">
              <a:ext uri="{FF2B5EF4-FFF2-40B4-BE49-F238E27FC236}">
                <a16:creationId xmlns:a16="http://schemas.microsoft.com/office/drawing/2014/main" id="{071293E9-2F23-4EFE-ADA1-22822A78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94" y="6132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7" name="path-7045">
            <a:extLst xmlns:a="http://schemas.openxmlformats.org/drawingml/2006/main">
              <a:ext uri="{FF2B5EF4-FFF2-40B4-BE49-F238E27FC236}">
                <a16:creationId xmlns:a16="http://schemas.microsoft.com/office/drawing/2014/main" id="{FAD052D5-9D71-4867-BA54-9654D20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02" y="6146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8" name="path-7046">
            <a:extLst xmlns:a="http://schemas.openxmlformats.org/drawingml/2006/main">
              <a:ext uri="{FF2B5EF4-FFF2-40B4-BE49-F238E27FC236}">
                <a16:creationId xmlns:a16="http://schemas.microsoft.com/office/drawing/2014/main" id="{FD373052-05B7-4F33-9188-249C357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262" y="6155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9" name="path-7047">
            <a:extLst xmlns:a="http://schemas.openxmlformats.org/drawingml/2006/main">
              <a:ext uri="{FF2B5EF4-FFF2-40B4-BE49-F238E27FC236}">
                <a16:creationId xmlns:a16="http://schemas.microsoft.com/office/drawing/2014/main" id="{7D56DA5C-CEFE-45E7-AC29-FCFE23E8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852" y="6151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0" name="path-7048">
            <a:extLst xmlns:a="http://schemas.openxmlformats.org/drawingml/2006/main">
              <a:ext uri="{FF2B5EF4-FFF2-40B4-BE49-F238E27FC236}">
                <a16:creationId xmlns:a16="http://schemas.microsoft.com/office/drawing/2014/main" id="{43102882-9686-48CF-A537-7EC99C1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814" y="61332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1" name="path-7049">
            <a:extLst xmlns:a="http://schemas.openxmlformats.org/drawingml/2006/main">
              <a:ext uri="{FF2B5EF4-FFF2-40B4-BE49-F238E27FC236}">
                <a16:creationId xmlns:a16="http://schemas.microsoft.com/office/drawing/2014/main" id="{5C3F8B4E-CFBA-452F-BA49-2A392F22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173" y="6139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2" name="path-7050">
            <a:extLst xmlns:a="http://schemas.openxmlformats.org/drawingml/2006/main">
              <a:ext uri="{FF2B5EF4-FFF2-40B4-BE49-F238E27FC236}">
                <a16:creationId xmlns:a16="http://schemas.microsoft.com/office/drawing/2014/main" id="{933B2A9B-0F76-4A24-8DE8-FC6F20FC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282" y="6152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3" name="path-7051">
            <a:extLst xmlns:a="http://schemas.openxmlformats.org/drawingml/2006/main">
              <a:ext uri="{FF2B5EF4-FFF2-40B4-BE49-F238E27FC236}">
                <a16:creationId xmlns:a16="http://schemas.microsoft.com/office/drawing/2014/main" id="{9DA38F9C-3BDD-4D58-AD4C-E8959F85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54" y="6145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4" name="path-7052">
            <a:extLst xmlns:a="http://schemas.openxmlformats.org/drawingml/2006/main">
              <a:ext uri="{FF2B5EF4-FFF2-40B4-BE49-F238E27FC236}">
                <a16:creationId xmlns:a16="http://schemas.microsoft.com/office/drawing/2014/main" id="{ADA26077-F106-485F-9958-95B5A084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722" y="6137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5" name="path-7053">
            <a:extLst xmlns:a="http://schemas.openxmlformats.org/drawingml/2006/main">
              <a:ext uri="{FF2B5EF4-FFF2-40B4-BE49-F238E27FC236}">
                <a16:creationId xmlns:a16="http://schemas.microsoft.com/office/drawing/2014/main" id="{C51B5D0C-7F7C-47E2-8500-117C79A0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430" y="6154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6" name="path-7054">
            <a:extLst xmlns:a="http://schemas.openxmlformats.org/drawingml/2006/main">
              <a:ext uri="{FF2B5EF4-FFF2-40B4-BE49-F238E27FC236}">
                <a16:creationId xmlns:a16="http://schemas.microsoft.com/office/drawing/2014/main" id="{C7107C38-82C4-4808-9F2C-B02FAA8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627" y="61600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7" name="path-7055">
            <a:extLst xmlns:a="http://schemas.openxmlformats.org/drawingml/2006/main">
              <a:ext uri="{FF2B5EF4-FFF2-40B4-BE49-F238E27FC236}">
                <a16:creationId xmlns:a16="http://schemas.microsoft.com/office/drawing/2014/main" id="{EF3DCA36-ADC3-44F6-84C7-92BAFFD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60" y="61395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8" name="path-7056">
            <a:extLst xmlns:a="http://schemas.openxmlformats.org/drawingml/2006/main">
              <a:ext uri="{FF2B5EF4-FFF2-40B4-BE49-F238E27FC236}">
                <a16:creationId xmlns:a16="http://schemas.microsoft.com/office/drawing/2014/main" id="{AE4899DE-F08C-4722-BBAF-A90FE18A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907" y="6153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9" name="path-7057">
            <a:extLst xmlns:a="http://schemas.openxmlformats.org/drawingml/2006/main">
              <a:ext uri="{FF2B5EF4-FFF2-40B4-BE49-F238E27FC236}">
                <a16:creationId xmlns:a16="http://schemas.microsoft.com/office/drawing/2014/main" id="{FBF69C59-0082-430A-A32D-85E4D6ED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717" y="6136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0" name="path-7058">
            <a:extLst xmlns:a="http://schemas.openxmlformats.org/drawingml/2006/main">
              <a:ext uri="{FF2B5EF4-FFF2-40B4-BE49-F238E27FC236}">
                <a16:creationId xmlns:a16="http://schemas.microsoft.com/office/drawing/2014/main" id="{2E76EE8D-2927-4125-90ED-4D88E67A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541" y="6139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1" name="path-7059">
            <a:extLst xmlns:a="http://schemas.openxmlformats.org/drawingml/2006/main">
              <a:ext uri="{FF2B5EF4-FFF2-40B4-BE49-F238E27FC236}">
                <a16:creationId xmlns:a16="http://schemas.microsoft.com/office/drawing/2014/main" id="{467C5AB3-B669-4057-A7D8-7D9386A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948" y="61467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2" name="path-7060">
            <a:extLst xmlns:a="http://schemas.openxmlformats.org/drawingml/2006/main">
              <a:ext uri="{FF2B5EF4-FFF2-40B4-BE49-F238E27FC236}">
                <a16:creationId xmlns:a16="http://schemas.microsoft.com/office/drawing/2014/main" id="{7FBFFF34-E325-4D21-BDB8-1D7A600E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15" y="6160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3" name="path-7061">
            <a:extLst xmlns:a="http://schemas.openxmlformats.org/drawingml/2006/main">
              <a:ext uri="{FF2B5EF4-FFF2-40B4-BE49-F238E27FC236}">
                <a16:creationId xmlns:a16="http://schemas.microsoft.com/office/drawing/2014/main" id="{A294E200-81E0-40F5-9B3A-06B61B6B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19" y="61231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4" name="path-7062">
            <a:extLst xmlns:a="http://schemas.openxmlformats.org/drawingml/2006/main">
              <a:ext uri="{FF2B5EF4-FFF2-40B4-BE49-F238E27FC236}">
                <a16:creationId xmlns:a16="http://schemas.microsoft.com/office/drawing/2014/main" id="{98170A5D-73D3-4541-90A4-06D09438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14" y="61495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5" name="path-7063">
            <a:extLst xmlns:a="http://schemas.openxmlformats.org/drawingml/2006/main">
              <a:ext uri="{FF2B5EF4-FFF2-40B4-BE49-F238E27FC236}">
                <a16:creationId xmlns:a16="http://schemas.microsoft.com/office/drawing/2014/main" id="{5EA5F2A0-E30E-4CDC-BA1F-FE1C4411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18" y="6140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6" name="path-7064">
            <a:extLst xmlns:a="http://schemas.openxmlformats.org/drawingml/2006/main">
              <a:ext uri="{FF2B5EF4-FFF2-40B4-BE49-F238E27FC236}">
                <a16:creationId xmlns:a16="http://schemas.microsoft.com/office/drawing/2014/main" id="{A1DBC247-0ACC-4BC2-BCAB-6D95EB1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16" y="6159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7" name="path-7065">
            <a:extLst xmlns:a="http://schemas.openxmlformats.org/drawingml/2006/main">
              <a:ext uri="{FF2B5EF4-FFF2-40B4-BE49-F238E27FC236}">
                <a16:creationId xmlns:a16="http://schemas.microsoft.com/office/drawing/2014/main" id="{4053E7A6-E866-42D3-949C-32B6E26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95" y="61714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8" name="path-7066">
            <a:extLst xmlns:a="http://schemas.openxmlformats.org/drawingml/2006/main">
              <a:ext uri="{FF2B5EF4-FFF2-40B4-BE49-F238E27FC236}">
                <a16:creationId xmlns:a16="http://schemas.microsoft.com/office/drawing/2014/main" id="{7A3CF12E-7600-45ED-A6FF-18E7029F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14" y="6158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9" name="path-7067">
            <a:extLst xmlns:a="http://schemas.openxmlformats.org/drawingml/2006/main">
              <a:ext uri="{FF2B5EF4-FFF2-40B4-BE49-F238E27FC236}">
                <a16:creationId xmlns:a16="http://schemas.microsoft.com/office/drawing/2014/main" id="{D047962A-1DDD-4710-BAEB-6B75CBC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36" y="6133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0" name="path-7068">
            <a:extLst xmlns:a="http://schemas.openxmlformats.org/drawingml/2006/main">
              <a:ext uri="{FF2B5EF4-FFF2-40B4-BE49-F238E27FC236}">
                <a16:creationId xmlns:a16="http://schemas.microsoft.com/office/drawing/2014/main" id="{9CB3EF65-3783-4220-8509-94D92AD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99" y="61389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1" name="path-7069">
            <a:extLst xmlns:a="http://schemas.openxmlformats.org/drawingml/2006/main">
              <a:ext uri="{FF2B5EF4-FFF2-40B4-BE49-F238E27FC236}">
                <a16:creationId xmlns:a16="http://schemas.microsoft.com/office/drawing/2014/main" id="{2AF96CDE-FC88-4C7B-ADEC-C351E10F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702" y="61594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2" name="path-7070">
            <a:extLst xmlns:a="http://schemas.openxmlformats.org/drawingml/2006/main">
              <a:ext uri="{FF2B5EF4-FFF2-40B4-BE49-F238E27FC236}">
                <a16:creationId xmlns:a16="http://schemas.microsoft.com/office/drawing/2014/main" id="{2D7F3017-5B48-4DF6-83EB-A78E087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231" y="6129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3" name="path-7071">
            <a:extLst xmlns:a="http://schemas.openxmlformats.org/drawingml/2006/main">
              <a:ext uri="{FF2B5EF4-FFF2-40B4-BE49-F238E27FC236}">
                <a16:creationId xmlns:a16="http://schemas.microsoft.com/office/drawing/2014/main" id="{D3F95B49-1185-409C-8465-6D4836DD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89" y="61394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4" name="path-7072">
            <a:extLst xmlns:a="http://schemas.openxmlformats.org/drawingml/2006/main">
              <a:ext uri="{FF2B5EF4-FFF2-40B4-BE49-F238E27FC236}">
                <a16:creationId xmlns:a16="http://schemas.microsoft.com/office/drawing/2014/main" id="{AF47078B-4063-41EF-962D-C668ED8B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773" y="61689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5" name="path-7073">
            <a:extLst xmlns:a="http://schemas.openxmlformats.org/drawingml/2006/main">
              <a:ext uri="{FF2B5EF4-FFF2-40B4-BE49-F238E27FC236}">
                <a16:creationId xmlns:a16="http://schemas.microsoft.com/office/drawing/2014/main" id="{6AD7EDD9-AA34-4C2F-83AF-2ACEC660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36" y="61298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6" name="path-7074">
            <a:extLst xmlns:a="http://schemas.openxmlformats.org/drawingml/2006/main">
              <a:ext uri="{FF2B5EF4-FFF2-40B4-BE49-F238E27FC236}">
                <a16:creationId xmlns:a16="http://schemas.microsoft.com/office/drawing/2014/main" id="{F9545D11-7589-4E4B-8788-21AA019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944" y="61243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7" name="path-7075">
            <a:extLst xmlns:a="http://schemas.openxmlformats.org/drawingml/2006/main">
              <a:ext uri="{FF2B5EF4-FFF2-40B4-BE49-F238E27FC236}">
                <a16:creationId xmlns:a16="http://schemas.microsoft.com/office/drawing/2014/main" id="{AC94358A-0C3B-4372-9175-7AD5E95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434" y="6111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8" name="path-7076">
            <a:extLst xmlns:a="http://schemas.openxmlformats.org/drawingml/2006/main">
              <a:ext uri="{FF2B5EF4-FFF2-40B4-BE49-F238E27FC236}">
                <a16:creationId xmlns:a16="http://schemas.microsoft.com/office/drawing/2014/main" id="{C4732FAD-5EA0-4A73-B646-CF121EE3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45" y="61522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9" name="path-7077">
            <a:extLst xmlns:a="http://schemas.openxmlformats.org/drawingml/2006/main">
              <a:ext uri="{FF2B5EF4-FFF2-40B4-BE49-F238E27FC236}">
                <a16:creationId xmlns:a16="http://schemas.microsoft.com/office/drawing/2014/main" id="{4B28382C-63E6-4F6A-93E0-90F9CA7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838" y="61228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0" name="path-7078">
            <a:extLst xmlns:a="http://schemas.openxmlformats.org/drawingml/2006/main">
              <a:ext uri="{FF2B5EF4-FFF2-40B4-BE49-F238E27FC236}">
                <a16:creationId xmlns:a16="http://schemas.microsoft.com/office/drawing/2014/main" id="{2AA27ED0-920F-4266-A1E9-45CA3954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920" y="6152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1" name="path-7079">
            <a:extLst xmlns:a="http://schemas.openxmlformats.org/drawingml/2006/main">
              <a:ext uri="{FF2B5EF4-FFF2-40B4-BE49-F238E27FC236}">
                <a16:creationId xmlns:a16="http://schemas.microsoft.com/office/drawing/2014/main" id="{EA40C540-16C7-48D8-B281-1EF09B5A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565" y="6146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2" name="path-7080">
            <a:extLst xmlns:a="http://schemas.openxmlformats.org/drawingml/2006/main">
              <a:ext uri="{FF2B5EF4-FFF2-40B4-BE49-F238E27FC236}">
                <a16:creationId xmlns:a16="http://schemas.microsoft.com/office/drawing/2014/main" id="{81B4A4C3-5362-4F52-9C7B-3D86229C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549" y="61049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3" name="path-7081">
            <a:extLst xmlns:a="http://schemas.openxmlformats.org/drawingml/2006/main">
              <a:ext uri="{FF2B5EF4-FFF2-40B4-BE49-F238E27FC236}">
                <a16:creationId xmlns:a16="http://schemas.microsoft.com/office/drawing/2014/main" id="{86862E2E-729C-467C-AC9D-91C4C1C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244" y="6134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4" name="path-7082">
            <a:extLst xmlns:a="http://schemas.openxmlformats.org/drawingml/2006/main">
              <a:ext uri="{FF2B5EF4-FFF2-40B4-BE49-F238E27FC236}">
                <a16:creationId xmlns:a16="http://schemas.microsoft.com/office/drawing/2014/main" id="{83E1322E-9763-46A4-8E26-D2F778C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50" y="61383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5" name="path-7083">
            <a:extLst xmlns:a="http://schemas.openxmlformats.org/drawingml/2006/main">
              <a:ext uri="{FF2B5EF4-FFF2-40B4-BE49-F238E27FC236}">
                <a16:creationId xmlns:a16="http://schemas.microsoft.com/office/drawing/2014/main" id="{B4F51A25-7C7C-466F-B3EC-03D4E6BA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337" y="61390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6" name="path-7084">
            <a:extLst xmlns:a="http://schemas.openxmlformats.org/drawingml/2006/main">
              <a:ext uri="{FF2B5EF4-FFF2-40B4-BE49-F238E27FC236}">
                <a16:creationId xmlns:a16="http://schemas.microsoft.com/office/drawing/2014/main" id="{E2E59076-9AAF-44E7-A5C0-16243CD9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949" y="61528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7" name="path-7085">
            <a:extLst xmlns:a="http://schemas.openxmlformats.org/drawingml/2006/main">
              <a:ext uri="{FF2B5EF4-FFF2-40B4-BE49-F238E27FC236}">
                <a16:creationId xmlns:a16="http://schemas.microsoft.com/office/drawing/2014/main" id="{91B72530-B1D2-4CE4-BCB0-09AE5D7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70" y="6144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8" name="path-7086">
            <a:extLst xmlns:a="http://schemas.openxmlformats.org/drawingml/2006/main">
              <a:ext uri="{FF2B5EF4-FFF2-40B4-BE49-F238E27FC236}">
                <a16:creationId xmlns:a16="http://schemas.microsoft.com/office/drawing/2014/main" id="{DE9DD3D4-EDB8-4B55-96BE-D3F4ABE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13" y="61703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9" name="path-7087">
            <a:extLst xmlns:a="http://schemas.openxmlformats.org/drawingml/2006/main">
              <a:ext uri="{FF2B5EF4-FFF2-40B4-BE49-F238E27FC236}">
                <a16:creationId xmlns:a16="http://schemas.microsoft.com/office/drawing/2014/main" id="{7F313115-575C-4297-9C3F-72D9D06D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8" y="6146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0" name="path-7088">
            <a:extLst xmlns:a="http://schemas.openxmlformats.org/drawingml/2006/main">
              <a:ext uri="{FF2B5EF4-FFF2-40B4-BE49-F238E27FC236}">
                <a16:creationId xmlns:a16="http://schemas.microsoft.com/office/drawing/2014/main" id="{4390671F-23A9-4E4D-B3B1-1CA9C72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313" y="61413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1" name="path-7089">
            <a:extLst xmlns:a="http://schemas.openxmlformats.org/drawingml/2006/main">
              <a:ext uri="{FF2B5EF4-FFF2-40B4-BE49-F238E27FC236}">
                <a16:creationId xmlns:a16="http://schemas.microsoft.com/office/drawing/2014/main" id="{71489D48-DB23-4AA7-A5D8-1BC743B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415" y="6146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2" name="path-7090">
            <a:extLst xmlns:a="http://schemas.openxmlformats.org/drawingml/2006/main">
              <a:ext uri="{FF2B5EF4-FFF2-40B4-BE49-F238E27FC236}">
                <a16:creationId xmlns:a16="http://schemas.microsoft.com/office/drawing/2014/main" id="{525A0CA0-F3A5-4701-9043-D066A37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677" y="6143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3" name="path-7091">
            <a:extLst xmlns:a="http://schemas.openxmlformats.org/drawingml/2006/main">
              <a:ext uri="{FF2B5EF4-FFF2-40B4-BE49-F238E27FC236}">
                <a16:creationId xmlns:a16="http://schemas.microsoft.com/office/drawing/2014/main" id="{49EE7B9B-7740-4E43-8C79-1A425014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884" y="6148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4" name="path-7092">
            <a:extLst xmlns:a="http://schemas.openxmlformats.org/drawingml/2006/main">
              <a:ext uri="{FF2B5EF4-FFF2-40B4-BE49-F238E27FC236}">
                <a16:creationId xmlns:a16="http://schemas.microsoft.com/office/drawing/2014/main" id="{324AEDF1-0872-455F-A341-FBB49F6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222" y="61596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5" name="path-7093">
            <a:extLst xmlns:a="http://schemas.openxmlformats.org/drawingml/2006/main">
              <a:ext uri="{FF2B5EF4-FFF2-40B4-BE49-F238E27FC236}">
                <a16:creationId xmlns:a16="http://schemas.microsoft.com/office/drawing/2014/main" id="{9E312A51-52EA-4506-8507-DD18D86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113" y="6151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6" name="path-7094">
            <a:extLst xmlns:a="http://schemas.openxmlformats.org/drawingml/2006/main">
              <a:ext uri="{FF2B5EF4-FFF2-40B4-BE49-F238E27FC236}">
                <a16:creationId xmlns:a16="http://schemas.microsoft.com/office/drawing/2014/main" id="{19C76D09-6C77-4ECB-BC0D-8B29EA50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6144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7" name="path-7095">
            <a:extLst xmlns:a="http://schemas.openxmlformats.org/drawingml/2006/main">
              <a:ext uri="{FF2B5EF4-FFF2-40B4-BE49-F238E27FC236}">
                <a16:creationId xmlns:a16="http://schemas.microsoft.com/office/drawing/2014/main" id="{50AFD2CD-5B05-4C30-9AE6-BDE8798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690" y="61116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8" name="path-7096">
            <a:extLst xmlns:a="http://schemas.openxmlformats.org/drawingml/2006/main">
              <a:ext uri="{FF2B5EF4-FFF2-40B4-BE49-F238E27FC236}">
                <a16:creationId xmlns:a16="http://schemas.microsoft.com/office/drawing/2014/main" id="{57D3CE6A-4518-4B2B-9964-35E29413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355" y="61278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9" name="path-7097">
            <a:extLst xmlns:a="http://schemas.openxmlformats.org/drawingml/2006/main">
              <a:ext uri="{FF2B5EF4-FFF2-40B4-BE49-F238E27FC236}">
                <a16:creationId xmlns:a16="http://schemas.microsoft.com/office/drawing/2014/main" id="{458D4042-4361-4235-BB7E-25AE964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84" y="6141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0" name="path-7098">
            <a:extLst xmlns:a="http://schemas.openxmlformats.org/drawingml/2006/main">
              <a:ext uri="{FF2B5EF4-FFF2-40B4-BE49-F238E27FC236}">
                <a16:creationId xmlns:a16="http://schemas.microsoft.com/office/drawing/2014/main" id="{24791A12-4353-4E12-BE68-067052F8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25" y="61559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1" name="path-7099">
            <a:extLst xmlns:a="http://schemas.openxmlformats.org/drawingml/2006/main">
              <a:ext uri="{FF2B5EF4-FFF2-40B4-BE49-F238E27FC236}">
                <a16:creationId xmlns:a16="http://schemas.microsoft.com/office/drawing/2014/main" id="{F9D570AC-8758-4E99-9023-32D19852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119" y="61378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2" name="path-7100">
            <a:extLst xmlns:a="http://schemas.openxmlformats.org/drawingml/2006/main">
              <a:ext uri="{FF2B5EF4-FFF2-40B4-BE49-F238E27FC236}">
                <a16:creationId xmlns:a16="http://schemas.microsoft.com/office/drawing/2014/main" id="{4B06646A-F4F0-4653-B905-399AE1D9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702" y="61152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3" name="path-7101">
            <a:extLst xmlns:a="http://schemas.openxmlformats.org/drawingml/2006/main">
              <a:ext uri="{FF2B5EF4-FFF2-40B4-BE49-F238E27FC236}">
                <a16:creationId xmlns:a16="http://schemas.microsoft.com/office/drawing/2014/main" id="{043D8257-956E-4F66-897D-77975EA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605" y="61507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4" name="path-7102">
            <a:extLst xmlns:a="http://schemas.openxmlformats.org/drawingml/2006/main">
              <a:ext uri="{FF2B5EF4-FFF2-40B4-BE49-F238E27FC236}">
                <a16:creationId xmlns:a16="http://schemas.microsoft.com/office/drawing/2014/main" id="{62DDF117-E954-4E89-A777-5EC6FF75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58" y="61118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5" name="path-7103">
            <a:extLst xmlns:a="http://schemas.openxmlformats.org/drawingml/2006/main">
              <a:ext uri="{FF2B5EF4-FFF2-40B4-BE49-F238E27FC236}">
                <a16:creationId xmlns:a16="http://schemas.microsoft.com/office/drawing/2014/main" id="{E83EC4BD-57FE-4472-BE2D-176A486C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322" y="61397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6" name="path-7104">
            <a:extLst xmlns:a="http://schemas.openxmlformats.org/drawingml/2006/main">
              <a:ext uri="{FF2B5EF4-FFF2-40B4-BE49-F238E27FC236}">
                <a16:creationId xmlns:a16="http://schemas.microsoft.com/office/drawing/2014/main" id="{C57B16F7-93E5-4FA2-8E64-2164BBB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823" y="61189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7" name="path-7105">
            <a:extLst xmlns:a="http://schemas.openxmlformats.org/drawingml/2006/main">
              <a:ext uri="{FF2B5EF4-FFF2-40B4-BE49-F238E27FC236}">
                <a16:creationId xmlns:a16="http://schemas.microsoft.com/office/drawing/2014/main" id="{317DC5FE-F2A1-4AA0-B25B-873CBB42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606" y="6123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8" name="path-7106">
            <a:extLst xmlns:a="http://schemas.openxmlformats.org/drawingml/2006/main">
              <a:ext uri="{FF2B5EF4-FFF2-40B4-BE49-F238E27FC236}">
                <a16:creationId xmlns:a16="http://schemas.microsoft.com/office/drawing/2014/main" id="{3105CBD3-574F-4AB0-AC93-7ADEC7B3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162" y="6159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9" name="path-7107">
            <a:extLst xmlns:a="http://schemas.openxmlformats.org/drawingml/2006/main">
              <a:ext uri="{FF2B5EF4-FFF2-40B4-BE49-F238E27FC236}">
                <a16:creationId xmlns:a16="http://schemas.microsoft.com/office/drawing/2014/main" id="{D98F10DC-89BD-4AAF-9EE9-76B85BB1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50" y="61251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0" name="path-7108">
            <a:extLst xmlns:a="http://schemas.openxmlformats.org/drawingml/2006/main">
              <a:ext uri="{FF2B5EF4-FFF2-40B4-BE49-F238E27FC236}">
                <a16:creationId xmlns:a16="http://schemas.microsoft.com/office/drawing/2014/main" id="{D07D154F-752E-47DA-AEF4-C60DA20D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191" y="6161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1" name="path-7109">
            <a:extLst xmlns:a="http://schemas.openxmlformats.org/drawingml/2006/main">
              <a:ext uri="{FF2B5EF4-FFF2-40B4-BE49-F238E27FC236}">
                <a16:creationId xmlns:a16="http://schemas.microsoft.com/office/drawing/2014/main" id="{CB639F95-B0BB-4315-A91D-CE8C3B5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745" y="61210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2" name="path-7110">
            <a:extLst xmlns:a="http://schemas.openxmlformats.org/drawingml/2006/main">
              <a:ext uri="{FF2B5EF4-FFF2-40B4-BE49-F238E27FC236}">
                <a16:creationId xmlns:a16="http://schemas.microsoft.com/office/drawing/2014/main" id="{5F34DFA2-21BC-48A3-8C3F-FE997E2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84" y="61280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3" name="path-7111">
            <a:extLst xmlns:a="http://schemas.openxmlformats.org/drawingml/2006/main">
              <a:ext uri="{FF2B5EF4-FFF2-40B4-BE49-F238E27FC236}">
                <a16:creationId xmlns:a16="http://schemas.microsoft.com/office/drawing/2014/main" id="{B0FEF24D-C79A-4B5D-BDE6-E7C38FFA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75" y="61414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4" name="path-7112">
            <a:extLst xmlns:a="http://schemas.openxmlformats.org/drawingml/2006/main">
              <a:ext uri="{FF2B5EF4-FFF2-40B4-BE49-F238E27FC236}">
                <a16:creationId xmlns:a16="http://schemas.microsoft.com/office/drawing/2014/main" id="{ACA8504A-872B-45C6-B4FB-CCD7860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273" y="61268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5" name="path-7113">
            <a:extLst xmlns:a="http://schemas.openxmlformats.org/drawingml/2006/main">
              <a:ext uri="{FF2B5EF4-FFF2-40B4-BE49-F238E27FC236}">
                <a16:creationId xmlns:a16="http://schemas.microsoft.com/office/drawing/2014/main" id="{B2EDECA7-DD87-41A2-B6D2-E541E170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248" y="61710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6" name="path-7114">
            <a:extLst xmlns:a="http://schemas.openxmlformats.org/drawingml/2006/main">
              <a:ext uri="{FF2B5EF4-FFF2-40B4-BE49-F238E27FC236}">
                <a16:creationId xmlns:a16="http://schemas.microsoft.com/office/drawing/2014/main" id="{93328511-DD1A-49C3-85B4-6FD53A4C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130" y="6145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7" name="path-7115">
            <a:extLst xmlns:a="http://schemas.openxmlformats.org/drawingml/2006/main">
              <a:ext uri="{FF2B5EF4-FFF2-40B4-BE49-F238E27FC236}">
                <a16:creationId xmlns:a16="http://schemas.microsoft.com/office/drawing/2014/main" id="{3032DBFB-B9F6-4E1A-A8E5-92CC11E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369" y="6148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8" name="path-7116">
            <a:extLst xmlns:a="http://schemas.openxmlformats.org/drawingml/2006/main">
              <a:ext uri="{FF2B5EF4-FFF2-40B4-BE49-F238E27FC236}">
                <a16:creationId xmlns:a16="http://schemas.microsoft.com/office/drawing/2014/main" id="{800BE973-10B1-490A-9CFA-68906AE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43" y="6134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9" name="path-7117">
            <a:extLst xmlns:a="http://schemas.openxmlformats.org/drawingml/2006/main">
              <a:ext uri="{FF2B5EF4-FFF2-40B4-BE49-F238E27FC236}">
                <a16:creationId xmlns:a16="http://schemas.microsoft.com/office/drawing/2014/main" id="{8CB4B6A4-B2DA-42CB-BA97-3806EB59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27" y="6150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0" name="path-7118">
            <a:extLst xmlns:a="http://schemas.openxmlformats.org/drawingml/2006/main">
              <a:ext uri="{FF2B5EF4-FFF2-40B4-BE49-F238E27FC236}">
                <a16:creationId xmlns:a16="http://schemas.microsoft.com/office/drawing/2014/main" id="{67979069-AAF9-45A5-BF0F-779711AE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5315" y="61609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1" name="path-7119">
            <a:extLst xmlns:a="http://schemas.openxmlformats.org/drawingml/2006/main">
              <a:ext uri="{FF2B5EF4-FFF2-40B4-BE49-F238E27FC236}">
                <a16:creationId xmlns:a16="http://schemas.microsoft.com/office/drawing/2014/main" id="{4B68C783-868B-411C-8B6F-562CA555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97" y="61653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2" name="path-7120">
            <a:extLst xmlns:a="http://schemas.openxmlformats.org/drawingml/2006/main">
              <a:ext uri="{FF2B5EF4-FFF2-40B4-BE49-F238E27FC236}">
                <a16:creationId xmlns:a16="http://schemas.microsoft.com/office/drawing/2014/main" id="{844D11F9-17D8-4ADF-93C1-E4258C9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6" y="6122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3" name="path-7121">
            <a:extLst xmlns:a="http://schemas.openxmlformats.org/drawingml/2006/main">
              <a:ext uri="{FF2B5EF4-FFF2-40B4-BE49-F238E27FC236}">
                <a16:creationId xmlns:a16="http://schemas.microsoft.com/office/drawing/2014/main" id="{724C5D99-85F6-4174-B768-8A793FFE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705" y="61361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4" name="path-7122">
            <a:extLst xmlns:a="http://schemas.openxmlformats.org/drawingml/2006/main">
              <a:ext uri="{FF2B5EF4-FFF2-40B4-BE49-F238E27FC236}">
                <a16:creationId xmlns:a16="http://schemas.microsoft.com/office/drawing/2014/main" id="{E0DEC26D-F286-46C5-A0CE-DECAB30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559" y="61243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5" name="path-7123">
            <a:extLst xmlns:a="http://schemas.openxmlformats.org/drawingml/2006/main">
              <a:ext uri="{FF2B5EF4-FFF2-40B4-BE49-F238E27FC236}">
                <a16:creationId xmlns:a16="http://schemas.microsoft.com/office/drawing/2014/main" id="{9D1299F6-D046-4291-8777-2FB9380F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223" y="6161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6" name="path-7124">
            <a:extLst xmlns:a="http://schemas.openxmlformats.org/drawingml/2006/main">
              <a:ext uri="{FF2B5EF4-FFF2-40B4-BE49-F238E27FC236}">
                <a16:creationId xmlns:a16="http://schemas.microsoft.com/office/drawing/2014/main" id="{D88910FF-6AE1-4735-A090-41F40BE4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237" y="6162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7" name="path-7125">
            <a:extLst xmlns:a="http://schemas.openxmlformats.org/drawingml/2006/main">
              <a:ext uri="{FF2B5EF4-FFF2-40B4-BE49-F238E27FC236}">
                <a16:creationId xmlns:a16="http://schemas.microsoft.com/office/drawing/2014/main" id="{F4BA4455-DDC5-41BA-9454-F56F73C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848" y="61237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8" name="path-7126">
            <a:extLst xmlns:a="http://schemas.openxmlformats.org/drawingml/2006/main">
              <a:ext uri="{FF2B5EF4-FFF2-40B4-BE49-F238E27FC236}">
                <a16:creationId xmlns:a16="http://schemas.microsoft.com/office/drawing/2014/main" id="{545552BE-ADB5-445E-B103-7F69D78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85" y="61476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9" name="path-7127">
            <a:extLst xmlns:a="http://schemas.openxmlformats.org/drawingml/2006/main">
              <a:ext uri="{FF2B5EF4-FFF2-40B4-BE49-F238E27FC236}">
                <a16:creationId xmlns:a16="http://schemas.microsoft.com/office/drawing/2014/main" id="{6BE5DDE7-8E16-403A-A655-079319D3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220" y="6146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0" name="path-7128">
            <a:extLst xmlns:a="http://schemas.openxmlformats.org/drawingml/2006/main">
              <a:ext uri="{FF2B5EF4-FFF2-40B4-BE49-F238E27FC236}">
                <a16:creationId xmlns:a16="http://schemas.microsoft.com/office/drawing/2014/main" id="{C37762B2-4145-412A-8094-418C7C66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897" y="61532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1" name="path-7129">
            <a:extLst xmlns:a="http://schemas.openxmlformats.org/drawingml/2006/main">
              <a:ext uri="{FF2B5EF4-FFF2-40B4-BE49-F238E27FC236}">
                <a16:creationId xmlns:a16="http://schemas.microsoft.com/office/drawing/2014/main" id="{75DD8060-9676-432D-BB56-60A2E75A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1" y="61351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2" name="path-7130">
            <a:extLst xmlns:a="http://schemas.openxmlformats.org/drawingml/2006/main">
              <a:ext uri="{FF2B5EF4-FFF2-40B4-BE49-F238E27FC236}">
                <a16:creationId xmlns:a16="http://schemas.microsoft.com/office/drawing/2014/main" id="{3B6B0130-51E1-4C02-8BD1-2A5A62E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473" y="61336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3" name="path-7131">
            <a:extLst xmlns:a="http://schemas.openxmlformats.org/drawingml/2006/main">
              <a:ext uri="{FF2B5EF4-FFF2-40B4-BE49-F238E27FC236}">
                <a16:creationId xmlns:a16="http://schemas.microsoft.com/office/drawing/2014/main" id="{84D68777-ECBD-4D1C-A330-3ADC6032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088" y="6118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4" name="path-7132">
            <a:extLst xmlns:a="http://schemas.openxmlformats.org/drawingml/2006/main">
              <a:ext uri="{FF2B5EF4-FFF2-40B4-BE49-F238E27FC236}">
                <a16:creationId xmlns:a16="http://schemas.microsoft.com/office/drawing/2014/main" id="{4A164893-C24F-42E1-B45C-C2E98F4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619" y="6144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5" name="path-7133">
            <a:extLst xmlns:a="http://schemas.openxmlformats.org/drawingml/2006/main">
              <a:ext uri="{FF2B5EF4-FFF2-40B4-BE49-F238E27FC236}">
                <a16:creationId xmlns:a16="http://schemas.microsoft.com/office/drawing/2014/main" id="{EFFC0AEA-BAAB-418B-A7D1-78DFD48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925" y="61584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6" name="path-7134">
            <a:extLst xmlns:a="http://schemas.openxmlformats.org/drawingml/2006/main">
              <a:ext uri="{FF2B5EF4-FFF2-40B4-BE49-F238E27FC236}">
                <a16:creationId xmlns:a16="http://schemas.microsoft.com/office/drawing/2014/main" id="{05105151-F24B-47A9-B260-BB4525C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795" y="6139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7" name="path-7135">
            <a:extLst xmlns:a="http://schemas.openxmlformats.org/drawingml/2006/main">
              <a:ext uri="{FF2B5EF4-FFF2-40B4-BE49-F238E27FC236}">
                <a16:creationId xmlns:a16="http://schemas.microsoft.com/office/drawing/2014/main" id="{4D9DEE68-0E4F-4558-B5EA-E808B9B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018" y="61556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8" name="path-7136">
            <a:extLst xmlns:a="http://schemas.openxmlformats.org/drawingml/2006/main">
              <a:ext uri="{FF2B5EF4-FFF2-40B4-BE49-F238E27FC236}">
                <a16:creationId xmlns:a16="http://schemas.microsoft.com/office/drawing/2014/main" id="{790EAC06-3655-4E50-B39F-71BEE63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495" y="61448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9" name="path-7137">
            <a:extLst xmlns:a="http://schemas.openxmlformats.org/drawingml/2006/main">
              <a:ext uri="{FF2B5EF4-FFF2-40B4-BE49-F238E27FC236}">
                <a16:creationId xmlns:a16="http://schemas.microsoft.com/office/drawing/2014/main" id="{FC6F71D2-D6A6-4443-8E76-49C8B878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710" y="6131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0" name="path-7138">
            <a:extLst xmlns:a="http://schemas.openxmlformats.org/drawingml/2006/main">
              <a:ext uri="{FF2B5EF4-FFF2-40B4-BE49-F238E27FC236}">
                <a16:creationId xmlns:a16="http://schemas.microsoft.com/office/drawing/2014/main" id="{0002E250-F5F6-4604-844E-7B08F09B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64" y="61422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1" name="path-7139">
            <a:extLst xmlns:a="http://schemas.openxmlformats.org/drawingml/2006/main">
              <a:ext uri="{FF2B5EF4-FFF2-40B4-BE49-F238E27FC236}">
                <a16:creationId xmlns:a16="http://schemas.microsoft.com/office/drawing/2014/main" id="{83278199-D9E1-4C4B-8222-3A651E0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945" y="61334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2" name="path-7140">
            <a:extLst xmlns:a="http://schemas.openxmlformats.org/drawingml/2006/main">
              <a:ext uri="{FF2B5EF4-FFF2-40B4-BE49-F238E27FC236}">
                <a16:creationId xmlns:a16="http://schemas.microsoft.com/office/drawing/2014/main" id="{E426909B-D797-4484-8B56-9BC16A8E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083" y="61434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3" name="path-7141">
            <a:extLst xmlns:a="http://schemas.openxmlformats.org/drawingml/2006/main">
              <a:ext uri="{FF2B5EF4-FFF2-40B4-BE49-F238E27FC236}">
                <a16:creationId xmlns:a16="http://schemas.microsoft.com/office/drawing/2014/main" id="{3D8E63E4-8B7D-46CD-86CF-A8495F71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76" y="61262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4" name="path-7142">
            <a:extLst xmlns:a="http://schemas.openxmlformats.org/drawingml/2006/main">
              <a:ext uri="{FF2B5EF4-FFF2-40B4-BE49-F238E27FC236}">
                <a16:creationId xmlns:a16="http://schemas.microsoft.com/office/drawing/2014/main" id="{6BB719F1-B646-4C07-A943-7563B52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943" y="6156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5" name="path-7143">
            <a:extLst xmlns:a="http://schemas.openxmlformats.org/drawingml/2006/main">
              <a:ext uri="{FF2B5EF4-FFF2-40B4-BE49-F238E27FC236}">
                <a16:creationId xmlns:a16="http://schemas.microsoft.com/office/drawing/2014/main" id="{FEC36751-1800-4FDD-B48F-8C2C4A04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039" y="6127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6" name="path-7144">
            <a:extLst xmlns:a="http://schemas.openxmlformats.org/drawingml/2006/main">
              <a:ext uri="{FF2B5EF4-FFF2-40B4-BE49-F238E27FC236}">
                <a16:creationId xmlns:a16="http://schemas.microsoft.com/office/drawing/2014/main" id="{ACF66047-2360-4D2B-A432-F3B1D6C6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919" y="6136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7" name="path-7145">
            <a:extLst xmlns:a="http://schemas.openxmlformats.org/drawingml/2006/main">
              <a:ext uri="{FF2B5EF4-FFF2-40B4-BE49-F238E27FC236}">
                <a16:creationId xmlns:a16="http://schemas.microsoft.com/office/drawing/2014/main" id="{228A87EC-C979-48B2-8641-4FD61732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830" y="6154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8" name="path-7146">
            <a:extLst xmlns:a="http://schemas.openxmlformats.org/drawingml/2006/main">
              <a:ext uri="{FF2B5EF4-FFF2-40B4-BE49-F238E27FC236}">
                <a16:creationId xmlns:a16="http://schemas.microsoft.com/office/drawing/2014/main" id="{DB38E805-9AB8-42F3-9E37-4FEA0BF8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745" y="6165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9" name="path-7147">
            <a:extLst xmlns:a="http://schemas.openxmlformats.org/drawingml/2006/main">
              <a:ext uri="{FF2B5EF4-FFF2-40B4-BE49-F238E27FC236}">
                <a16:creationId xmlns:a16="http://schemas.microsoft.com/office/drawing/2014/main" id="{5EB70B58-363A-4188-952D-7C41D85A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96" y="6120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0" name="path-7148">
            <a:extLst xmlns:a="http://schemas.openxmlformats.org/drawingml/2006/main">
              <a:ext uri="{FF2B5EF4-FFF2-40B4-BE49-F238E27FC236}">
                <a16:creationId xmlns:a16="http://schemas.microsoft.com/office/drawing/2014/main" id="{5CC01AB0-6380-4F16-9A37-C334ED89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488" y="6153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1" name="path-7149">
            <a:extLst xmlns:a="http://schemas.openxmlformats.org/drawingml/2006/main">
              <a:ext uri="{FF2B5EF4-FFF2-40B4-BE49-F238E27FC236}">
                <a16:creationId xmlns:a16="http://schemas.microsoft.com/office/drawing/2014/main" id="{F7283240-7638-471F-815C-BB42B23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69" y="6146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2" name="path-7150">
            <a:extLst xmlns:a="http://schemas.openxmlformats.org/drawingml/2006/main">
              <a:ext uri="{FF2B5EF4-FFF2-40B4-BE49-F238E27FC236}">
                <a16:creationId xmlns:a16="http://schemas.microsoft.com/office/drawing/2014/main" id="{B09C9DFE-D38E-4924-8271-AB61BB2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2" y="61420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3" name="path-7151">
            <a:extLst xmlns:a="http://schemas.openxmlformats.org/drawingml/2006/main">
              <a:ext uri="{FF2B5EF4-FFF2-40B4-BE49-F238E27FC236}">
                <a16:creationId xmlns:a16="http://schemas.microsoft.com/office/drawing/2014/main" id="{E729B3B8-E173-4F02-8CB9-EA4A795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073" y="61531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4" name="path-7152">
            <a:extLst xmlns:a="http://schemas.openxmlformats.org/drawingml/2006/main">
              <a:ext uri="{FF2B5EF4-FFF2-40B4-BE49-F238E27FC236}">
                <a16:creationId xmlns:a16="http://schemas.microsoft.com/office/drawing/2014/main" id="{0945039D-0748-4156-9942-F896B89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98" y="61485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5" name="path-7153">
            <a:extLst xmlns:a="http://schemas.openxmlformats.org/drawingml/2006/main">
              <a:ext uri="{FF2B5EF4-FFF2-40B4-BE49-F238E27FC236}">
                <a16:creationId xmlns:a16="http://schemas.microsoft.com/office/drawing/2014/main" id="{DD63809A-4810-483B-8DAA-62F52A4F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56" y="61251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6" name="path-7154">
            <a:extLst xmlns:a="http://schemas.openxmlformats.org/drawingml/2006/main">
              <a:ext uri="{FF2B5EF4-FFF2-40B4-BE49-F238E27FC236}">
                <a16:creationId xmlns:a16="http://schemas.microsoft.com/office/drawing/2014/main" id="{F820CBE7-3A15-47B1-8F30-321838F7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79" y="61495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7" name="path-7155">
            <a:extLst xmlns:a="http://schemas.openxmlformats.org/drawingml/2006/main">
              <a:ext uri="{FF2B5EF4-FFF2-40B4-BE49-F238E27FC236}">
                <a16:creationId xmlns:a16="http://schemas.microsoft.com/office/drawing/2014/main" id="{CF2D33F4-0479-4DA7-83B6-4A13916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24" y="61248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8" name="path-7156">
            <a:extLst xmlns:a="http://schemas.openxmlformats.org/drawingml/2006/main">
              <a:ext uri="{FF2B5EF4-FFF2-40B4-BE49-F238E27FC236}">
                <a16:creationId xmlns:a16="http://schemas.microsoft.com/office/drawing/2014/main" id="{AF650796-771E-43BD-94C8-209E5A7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392" y="61709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9" name="path-7157">
            <a:extLst xmlns:a="http://schemas.openxmlformats.org/drawingml/2006/main">
              <a:ext uri="{FF2B5EF4-FFF2-40B4-BE49-F238E27FC236}">
                <a16:creationId xmlns:a16="http://schemas.microsoft.com/office/drawing/2014/main" id="{B426532D-0EE4-4C12-A057-9E14FCB1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571" y="61519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0" name="path-7158">
            <a:extLst xmlns:a="http://schemas.openxmlformats.org/drawingml/2006/main">
              <a:ext uri="{FF2B5EF4-FFF2-40B4-BE49-F238E27FC236}">
                <a16:creationId xmlns:a16="http://schemas.microsoft.com/office/drawing/2014/main" id="{3FB7BC07-A419-4D2E-88C2-3A31A9C8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45" y="61674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1" name="path-7159">
            <a:extLst xmlns:a="http://schemas.openxmlformats.org/drawingml/2006/main">
              <a:ext uri="{FF2B5EF4-FFF2-40B4-BE49-F238E27FC236}">
                <a16:creationId xmlns:a16="http://schemas.microsoft.com/office/drawing/2014/main" id="{34EF0AF3-6DB3-4984-BA2C-B66A412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053" y="61331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2" name="path-7160">
            <a:extLst xmlns:a="http://schemas.openxmlformats.org/drawingml/2006/main">
              <a:ext uri="{FF2B5EF4-FFF2-40B4-BE49-F238E27FC236}">
                <a16:creationId xmlns:a16="http://schemas.microsoft.com/office/drawing/2014/main" id="{F5322D2C-7DA1-49B7-B562-65153C04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106" y="6129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3" name="path-7161">
            <a:extLst xmlns:a="http://schemas.openxmlformats.org/drawingml/2006/main">
              <a:ext uri="{FF2B5EF4-FFF2-40B4-BE49-F238E27FC236}">
                <a16:creationId xmlns:a16="http://schemas.microsoft.com/office/drawing/2014/main" id="{21564BF8-7213-40B8-B188-316BD709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30" y="61514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4" name="path-7162">
            <a:extLst xmlns:a="http://schemas.openxmlformats.org/drawingml/2006/main">
              <a:ext uri="{FF2B5EF4-FFF2-40B4-BE49-F238E27FC236}">
                <a16:creationId xmlns:a16="http://schemas.microsoft.com/office/drawing/2014/main" id="{60853AE6-F8E0-49FB-86C8-4312855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284" y="61317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5" name="path-7163">
            <a:extLst xmlns:a="http://schemas.openxmlformats.org/drawingml/2006/main">
              <a:ext uri="{FF2B5EF4-FFF2-40B4-BE49-F238E27FC236}">
                <a16:creationId xmlns:a16="http://schemas.microsoft.com/office/drawing/2014/main" id="{1BBF304C-3CC4-482B-9607-CC0ADA94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103" y="6164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6" name="path-7164">
            <a:extLst xmlns:a="http://schemas.openxmlformats.org/drawingml/2006/main">
              <a:ext uri="{FF2B5EF4-FFF2-40B4-BE49-F238E27FC236}">
                <a16:creationId xmlns:a16="http://schemas.microsoft.com/office/drawing/2014/main" id="{5110AD2F-8D80-470A-99CE-AD5E3099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19" y="61441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7" name="path-7165">
            <a:extLst xmlns:a="http://schemas.openxmlformats.org/drawingml/2006/main">
              <a:ext uri="{FF2B5EF4-FFF2-40B4-BE49-F238E27FC236}">
                <a16:creationId xmlns:a16="http://schemas.microsoft.com/office/drawing/2014/main" id="{5C4D2163-FB40-4EE2-89E0-CB0F6B5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127" y="61579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8" name="path-7166">
            <a:extLst xmlns:a="http://schemas.openxmlformats.org/drawingml/2006/main">
              <a:ext uri="{FF2B5EF4-FFF2-40B4-BE49-F238E27FC236}">
                <a16:creationId xmlns:a16="http://schemas.microsoft.com/office/drawing/2014/main" id="{063BC727-FACA-431A-B6C9-CF573332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382" y="6157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9" name="path-7167">
            <a:extLst xmlns:a="http://schemas.openxmlformats.org/drawingml/2006/main">
              <a:ext uri="{FF2B5EF4-FFF2-40B4-BE49-F238E27FC236}">
                <a16:creationId xmlns:a16="http://schemas.microsoft.com/office/drawing/2014/main" id="{851FB7B1-67EA-460A-842B-826650C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530" y="61383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0" name="path-7168">
            <a:extLst xmlns:a="http://schemas.openxmlformats.org/drawingml/2006/main">
              <a:ext uri="{FF2B5EF4-FFF2-40B4-BE49-F238E27FC236}">
                <a16:creationId xmlns:a16="http://schemas.microsoft.com/office/drawing/2014/main" id="{CD5AD3DB-9B4C-44F3-B2C7-49EB41A1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447" y="61393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1" name="path-7169">
            <a:extLst xmlns:a="http://schemas.openxmlformats.org/drawingml/2006/main">
              <a:ext uri="{FF2B5EF4-FFF2-40B4-BE49-F238E27FC236}">
                <a16:creationId xmlns:a16="http://schemas.microsoft.com/office/drawing/2014/main" id="{C717D6BF-D82D-4669-992E-F5B9B6A6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997" y="61433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2" name="path-7170">
            <a:extLst xmlns:a="http://schemas.openxmlformats.org/drawingml/2006/main">
              <a:ext uri="{FF2B5EF4-FFF2-40B4-BE49-F238E27FC236}">
                <a16:creationId xmlns:a16="http://schemas.microsoft.com/office/drawing/2014/main" id="{6E28B7B4-DA3B-4651-989D-9E719EF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61" y="6155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3" name="path-7171">
            <a:extLst xmlns:a="http://schemas.openxmlformats.org/drawingml/2006/main">
              <a:ext uri="{FF2B5EF4-FFF2-40B4-BE49-F238E27FC236}">
                <a16:creationId xmlns:a16="http://schemas.microsoft.com/office/drawing/2014/main" id="{96A38965-A2C2-4A13-BF67-D51679B7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153" y="61353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4" name="path-7172">
            <a:extLst xmlns:a="http://schemas.openxmlformats.org/drawingml/2006/main">
              <a:ext uri="{FF2B5EF4-FFF2-40B4-BE49-F238E27FC236}">
                <a16:creationId xmlns:a16="http://schemas.microsoft.com/office/drawing/2014/main" id="{A3D49EB3-CE06-41F3-A406-F9F2B9D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06" y="61330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5" name="path-7173">
            <a:extLst xmlns:a="http://schemas.openxmlformats.org/drawingml/2006/main">
              <a:ext uri="{FF2B5EF4-FFF2-40B4-BE49-F238E27FC236}">
                <a16:creationId xmlns:a16="http://schemas.microsoft.com/office/drawing/2014/main" id="{24843259-48FF-49CF-945F-178CA9FA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56" y="61303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6" name="path-7174">
            <a:extLst xmlns:a="http://schemas.openxmlformats.org/drawingml/2006/main">
              <a:ext uri="{FF2B5EF4-FFF2-40B4-BE49-F238E27FC236}">
                <a16:creationId xmlns:a16="http://schemas.microsoft.com/office/drawing/2014/main" id="{41FBBDC5-23C9-4978-9C54-532B33A8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441" y="61429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7" name="path-7175">
            <a:extLst xmlns:a="http://schemas.openxmlformats.org/drawingml/2006/main">
              <a:ext uri="{FF2B5EF4-FFF2-40B4-BE49-F238E27FC236}">
                <a16:creationId xmlns:a16="http://schemas.microsoft.com/office/drawing/2014/main" id="{91BF3D39-9385-46BF-B9BD-5FA06E5B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297" y="6141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8" name="path-7176">
            <a:extLst xmlns:a="http://schemas.openxmlformats.org/drawingml/2006/main">
              <a:ext uri="{FF2B5EF4-FFF2-40B4-BE49-F238E27FC236}">
                <a16:creationId xmlns:a16="http://schemas.microsoft.com/office/drawing/2014/main" id="{805BED3C-D7F6-4995-BB85-809BBBD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324" y="61409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9" name="path-7177">
            <a:extLst xmlns:a="http://schemas.openxmlformats.org/drawingml/2006/main">
              <a:ext uri="{FF2B5EF4-FFF2-40B4-BE49-F238E27FC236}">
                <a16:creationId xmlns:a16="http://schemas.microsoft.com/office/drawing/2014/main" id="{BC2E313D-F30E-4D77-8E5E-A1BAE7AA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901" y="61494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0" name="path-7178">
            <a:extLst xmlns:a="http://schemas.openxmlformats.org/drawingml/2006/main">
              <a:ext uri="{FF2B5EF4-FFF2-40B4-BE49-F238E27FC236}">
                <a16:creationId xmlns:a16="http://schemas.microsoft.com/office/drawing/2014/main" id="{5E5965E6-43A9-4299-9CAF-F40F351F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370" y="61626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1" name="path-7179">
            <a:extLst xmlns:a="http://schemas.openxmlformats.org/drawingml/2006/main">
              <a:ext uri="{FF2B5EF4-FFF2-40B4-BE49-F238E27FC236}">
                <a16:creationId xmlns:a16="http://schemas.microsoft.com/office/drawing/2014/main" id="{D7A47CE7-AB93-4F85-8702-8FFC556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698" y="61230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2" name="path-7180">
            <a:extLst xmlns:a="http://schemas.openxmlformats.org/drawingml/2006/main">
              <a:ext uri="{FF2B5EF4-FFF2-40B4-BE49-F238E27FC236}">
                <a16:creationId xmlns:a16="http://schemas.microsoft.com/office/drawing/2014/main" id="{5BEF27B6-7518-4B7D-A72E-334F8994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43" y="6138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3" name="path-7181">
            <a:extLst xmlns:a="http://schemas.openxmlformats.org/drawingml/2006/main">
              <a:ext uri="{FF2B5EF4-FFF2-40B4-BE49-F238E27FC236}">
                <a16:creationId xmlns:a16="http://schemas.microsoft.com/office/drawing/2014/main" id="{E715CE1B-9767-45C8-AF4B-8EDF76A2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707" y="6161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4" name="path-7182">
            <a:extLst xmlns:a="http://schemas.openxmlformats.org/drawingml/2006/main">
              <a:ext uri="{FF2B5EF4-FFF2-40B4-BE49-F238E27FC236}">
                <a16:creationId xmlns:a16="http://schemas.microsoft.com/office/drawing/2014/main" id="{EF6FDEB4-83C6-4088-84D6-8417A98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98" y="6123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5" name="path-7183">
            <a:extLst xmlns:a="http://schemas.openxmlformats.org/drawingml/2006/main">
              <a:ext uri="{FF2B5EF4-FFF2-40B4-BE49-F238E27FC236}">
                <a16:creationId xmlns:a16="http://schemas.microsoft.com/office/drawing/2014/main" id="{DB365B1C-691D-427C-B930-064628F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522" y="61461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6" name="path-7184">
            <a:extLst xmlns:a="http://schemas.openxmlformats.org/drawingml/2006/main">
              <a:ext uri="{FF2B5EF4-FFF2-40B4-BE49-F238E27FC236}">
                <a16:creationId xmlns:a16="http://schemas.microsoft.com/office/drawing/2014/main" id="{8315FA47-A553-471C-9979-8DA750FB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160" y="6149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7" name="path-7185">
            <a:extLst xmlns:a="http://schemas.openxmlformats.org/drawingml/2006/main">
              <a:ext uri="{FF2B5EF4-FFF2-40B4-BE49-F238E27FC236}">
                <a16:creationId xmlns:a16="http://schemas.microsoft.com/office/drawing/2014/main" id="{9DA1792B-669C-4872-891A-D7EB00E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413" y="6138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8" name="path-7186">
            <a:extLst xmlns:a="http://schemas.openxmlformats.org/drawingml/2006/main">
              <a:ext uri="{FF2B5EF4-FFF2-40B4-BE49-F238E27FC236}">
                <a16:creationId xmlns:a16="http://schemas.microsoft.com/office/drawing/2014/main" id="{E5D09619-CC96-4EBF-9F31-B6C0014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2" y="6138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9" name="path-7187">
            <a:extLst xmlns:a="http://schemas.openxmlformats.org/drawingml/2006/main">
              <a:ext uri="{FF2B5EF4-FFF2-40B4-BE49-F238E27FC236}">
                <a16:creationId xmlns:a16="http://schemas.microsoft.com/office/drawing/2014/main" id="{E27567D0-F42F-4589-9C3D-39B179A9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641" y="61221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0" name="path-7188">
            <a:extLst xmlns:a="http://schemas.openxmlformats.org/drawingml/2006/main">
              <a:ext uri="{FF2B5EF4-FFF2-40B4-BE49-F238E27FC236}">
                <a16:creationId xmlns:a16="http://schemas.microsoft.com/office/drawing/2014/main" id="{88AFC459-A9F1-4C7D-ABCC-3F89F0C1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43" y="6130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1" name="path-7189">
            <a:extLst xmlns:a="http://schemas.openxmlformats.org/drawingml/2006/main">
              <a:ext uri="{FF2B5EF4-FFF2-40B4-BE49-F238E27FC236}">
                <a16:creationId xmlns:a16="http://schemas.microsoft.com/office/drawing/2014/main" id="{5E0FB0B0-3E73-4BD6-975A-21E7379E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981" y="61481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2" name="path-7190">
            <a:extLst xmlns:a="http://schemas.openxmlformats.org/drawingml/2006/main">
              <a:ext uri="{FF2B5EF4-FFF2-40B4-BE49-F238E27FC236}">
                <a16:creationId xmlns:a16="http://schemas.microsoft.com/office/drawing/2014/main" id="{15ABE4BA-2C8C-435A-AD29-6AB3C966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982" y="61392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3" name="path-7191">
            <a:extLst xmlns:a="http://schemas.openxmlformats.org/drawingml/2006/main">
              <a:ext uri="{FF2B5EF4-FFF2-40B4-BE49-F238E27FC236}">
                <a16:creationId xmlns:a16="http://schemas.microsoft.com/office/drawing/2014/main" id="{227C3827-C92F-41DC-87F6-67AC7B1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066" y="6141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4" name="path-7192">
            <a:extLst xmlns:a="http://schemas.openxmlformats.org/drawingml/2006/main">
              <a:ext uri="{FF2B5EF4-FFF2-40B4-BE49-F238E27FC236}">
                <a16:creationId xmlns:a16="http://schemas.microsoft.com/office/drawing/2014/main" id="{A4EB81AD-CD69-47A3-A8D0-5E182D3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762" y="61508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5" name="path-7193">
            <a:extLst xmlns:a="http://schemas.openxmlformats.org/drawingml/2006/main">
              <a:ext uri="{FF2B5EF4-FFF2-40B4-BE49-F238E27FC236}">
                <a16:creationId xmlns:a16="http://schemas.microsoft.com/office/drawing/2014/main" id="{16C79C31-767D-4F67-97D9-83BCE12F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632" y="61295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6" name="path-7194">
            <a:extLst xmlns:a="http://schemas.openxmlformats.org/drawingml/2006/main">
              <a:ext uri="{FF2B5EF4-FFF2-40B4-BE49-F238E27FC236}">
                <a16:creationId xmlns:a16="http://schemas.microsoft.com/office/drawing/2014/main" id="{6CFACEE3-9171-451C-8DE6-4488914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95" y="61286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7" name="path-7195">
            <a:extLst xmlns:a="http://schemas.openxmlformats.org/drawingml/2006/main">
              <a:ext uri="{FF2B5EF4-FFF2-40B4-BE49-F238E27FC236}">
                <a16:creationId xmlns:a16="http://schemas.microsoft.com/office/drawing/2014/main" id="{00C65E8C-6C35-418F-820A-8C440804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320" y="61611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8" name="path-7196">
            <a:extLst xmlns:a="http://schemas.openxmlformats.org/drawingml/2006/main">
              <a:ext uri="{FF2B5EF4-FFF2-40B4-BE49-F238E27FC236}">
                <a16:creationId xmlns:a16="http://schemas.microsoft.com/office/drawing/2014/main" id="{7C8EA6A6-2110-4CAD-AB24-90D14F9E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859" y="61660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9" name="path-7197">
            <a:extLst xmlns:a="http://schemas.openxmlformats.org/drawingml/2006/main">
              <a:ext uri="{FF2B5EF4-FFF2-40B4-BE49-F238E27FC236}">
                <a16:creationId xmlns:a16="http://schemas.microsoft.com/office/drawing/2014/main" id="{B011E3E3-B422-4843-A0D7-E773FFBF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14" y="6139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0" name="path-7198">
            <a:extLst xmlns:a="http://schemas.openxmlformats.org/drawingml/2006/main">
              <a:ext uri="{FF2B5EF4-FFF2-40B4-BE49-F238E27FC236}">
                <a16:creationId xmlns:a16="http://schemas.microsoft.com/office/drawing/2014/main" id="{C2BD7E16-33E8-4F42-8959-53D87615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20" y="61417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1" name="path-7199">
            <a:extLst xmlns:a="http://schemas.openxmlformats.org/drawingml/2006/main">
              <a:ext uri="{FF2B5EF4-FFF2-40B4-BE49-F238E27FC236}">
                <a16:creationId xmlns:a16="http://schemas.microsoft.com/office/drawing/2014/main" id="{69B5DE7E-771E-45EE-861E-F3C60901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867" y="6124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2" name="path-7200">
            <a:extLst xmlns:a="http://schemas.openxmlformats.org/drawingml/2006/main">
              <a:ext uri="{FF2B5EF4-FFF2-40B4-BE49-F238E27FC236}">
                <a16:creationId xmlns:a16="http://schemas.microsoft.com/office/drawing/2014/main" id="{3F5B3088-B8BC-42A8-8B25-F808CEBE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303" y="61387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3" name="path-7201">
            <a:extLst xmlns:a="http://schemas.openxmlformats.org/drawingml/2006/main">
              <a:ext uri="{FF2B5EF4-FFF2-40B4-BE49-F238E27FC236}">
                <a16:creationId xmlns:a16="http://schemas.microsoft.com/office/drawing/2014/main" id="{960B1AE6-580A-4DDB-B89B-829D1BB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51" y="61329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4" name="path-7202">
            <a:extLst xmlns:a="http://schemas.openxmlformats.org/drawingml/2006/main">
              <a:ext uri="{FF2B5EF4-FFF2-40B4-BE49-F238E27FC236}">
                <a16:creationId xmlns:a16="http://schemas.microsoft.com/office/drawing/2014/main" id="{20EB0154-BCE5-4E6E-B7B1-536BB5E9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322" y="61499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5" name="path-7203">
            <a:extLst xmlns:a="http://schemas.openxmlformats.org/drawingml/2006/main">
              <a:ext uri="{FF2B5EF4-FFF2-40B4-BE49-F238E27FC236}">
                <a16:creationId xmlns:a16="http://schemas.microsoft.com/office/drawing/2014/main" id="{8AB42421-D1D2-4C4F-AEAD-BCE07358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4" y="61203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6" name="path-7204">
            <a:extLst xmlns:a="http://schemas.openxmlformats.org/drawingml/2006/main">
              <a:ext uri="{FF2B5EF4-FFF2-40B4-BE49-F238E27FC236}">
                <a16:creationId xmlns:a16="http://schemas.microsoft.com/office/drawing/2014/main" id="{BA7B1F95-0869-48B6-B7C1-F498053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180" y="6129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7" name="path-7205">
            <a:extLst xmlns:a="http://schemas.openxmlformats.org/drawingml/2006/main">
              <a:ext uri="{FF2B5EF4-FFF2-40B4-BE49-F238E27FC236}">
                <a16:creationId xmlns:a16="http://schemas.microsoft.com/office/drawing/2014/main" id="{44DE1920-1A66-4B6D-BBD3-0F6B8A1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84" y="6154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8" name="path-7206">
            <a:extLst xmlns:a="http://schemas.openxmlformats.org/drawingml/2006/main">
              <a:ext uri="{FF2B5EF4-FFF2-40B4-BE49-F238E27FC236}">
                <a16:creationId xmlns:a16="http://schemas.microsoft.com/office/drawing/2014/main" id="{A413ADF6-54B2-42A7-A048-E42CCCC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075" y="61242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9" name="path-7207">
            <a:extLst xmlns:a="http://schemas.openxmlformats.org/drawingml/2006/main">
              <a:ext uri="{FF2B5EF4-FFF2-40B4-BE49-F238E27FC236}">
                <a16:creationId xmlns:a16="http://schemas.microsoft.com/office/drawing/2014/main" id="{327BA2ED-8C77-4D4E-869E-C829D9F4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067" y="61375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0" name="path-7208">
            <a:extLst xmlns:a="http://schemas.openxmlformats.org/drawingml/2006/main">
              <a:ext uri="{FF2B5EF4-FFF2-40B4-BE49-F238E27FC236}">
                <a16:creationId xmlns:a16="http://schemas.microsoft.com/office/drawing/2014/main" id="{5D9C3552-5A8B-419B-BB43-51E7571C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09" y="6135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1" name="path-7209">
            <a:extLst xmlns:a="http://schemas.openxmlformats.org/drawingml/2006/main">
              <a:ext uri="{FF2B5EF4-FFF2-40B4-BE49-F238E27FC236}">
                <a16:creationId xmlns:a16="http://schemas.microsoft.com/office/drawing/2014/main" id="{E9CC3B04-BFEE-482B-A63F-8D9BD769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853" y="6148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2" name="path-7210">
            <a:extLst xmlns:a="http://schemas.openxmlformats.org/drawingml/2006/main">
              <a:ext uri="{FF2B5EF4-FFF2-40B4-BE49-F238E27FC236}">
                <a16:creationId xmlns:a16="http://schemas.microsoft.com/office/drawing/2014/main" id="{E60ADD88-944A-46F6-8B50-B8ECE70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442" y="6153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3" name="path-7211">
            <a:extLst xmlns:a="http://schemas.openxmlformats.org/drawingml/2006/main">
              <a:ext uri="{FF2B5EF4-FFF2-40B4-BE49-F238E27FC236}">
                <a16:creationId xmlns:a16="http://schemas.microsoft.com/office/drawing/2014/main" id="{D5D097AB-34C2-4B45-91EE-A1712A03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402" y="61586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4" name="path-7212">
            <a:extLst xmlns:a="http://schemas.openxmlformats.org/drawingml/2006/main">
              <a:ext uri="{FF2B5EF4-FFF2-40B4-BE49-F238E27FC236}">
                <a16:creationId xmlns:a16="http://schemas.microsoft.com/office/drawing/2014/main" id="{CE8E717B-F55B-414A-812C-8D2C2824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211" y="61599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5" name="path-7213">
            <a:extLst xmlns:a="http://schemas.openxmlformats.org/drawingml/2006/main">
              <a:ext uri="{FF2B5EF4-FFF2-40B4-BE49-F238E27FC236}">
                <a16:creationId xmlns:a16="http://schemas.microsoft.com/office/drawing/2014/main" id="{1A71F133-9FD6-47CF-8D2E-9CA4E46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728" y="61461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6" name="path-7214">
            <a:extLst xmlns:a="http://schemas.openxmlformats.org/drawingml/2006/main">
              <a:ext uri="{FF2B5EF4-FFF2-40B4-BE49-F238E27FC236}">
                <a16:creationId xmlns:a16="http://schemas.microsoft.com/office/drawing/2014/main" id="{590048F3-444B-4916-8394-EAD19EFD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723" y="6161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7" name="path-7215">
            <a:extLst xmlns:a="http://schemas.openxmlformats.org/drawingml/2006/main">
              <a:ext uri="{FF2B5EF4-FFF2-40B4-BE49-F238E27FC236}">
                <a16:creationId xmlns:a16="http://schemas.microsoft.com/office/drawing/2014/main" id="{AC82A8C7-E339-4683-8B50-44FBA092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94" y="61556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8" name="path-7216">
            <a:extLst xmlns:a="http://schemas.openxmlformats.org/drawingml/2006/main">
              <a:ext uri="{FF2B5EF4-FFF2-40B4-BE49-F238E27FC236}">
                <a16:creationId xmlns:a16="http://schemas.microsoft.com/office/drawing/2014/main" id="{D9DEC860-63E1-421D-A4AB-81CB2A0B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22" y="61544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9" name="path-7217">
            <a:extLst xmlns:a="http://schemas.openxmlformats.org/drawingml/2006/main">
              <a:ext uri="{FF2B5EF4-FFF2-40B4-BE49-F238E27FC236}">
                <a16:creationId xmlns:a16="http://schemas.microsoft.com/office/drawing/2014/main" id="{292D63C5-7F19-48C4-88BB-D431E7B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025" y="61573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0" name="path-7218">
            <a:extLst xmlns:a="http://schemas.openxmlformats.org/drawingml/2006/main">
              <a:ext uri="{FF2B5EF4-FFF2-40B4-BE49-F238E27FC236}">
                <a16:creationId xmlns:a16="http://schemas.microsoft.com/office/drawing/2014/main" id="{C766C99B-0D0B-4FAD-BA06-77EF8C41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993" y="6154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1" name="path-7219">
            <a:extLst xmlns:a="http://schemas.openxmlformats.org/drawingml/2006/main">
              <a:ext uri="{FF2B5EF4-FFF2-40B4-BE49-F238E27FC236}">
                <a16:creationId xmlns:a16="http://schemas.microsoft.com/office/drawing/2014/main" id="{07BB0117-7371-47E4-B842-DDBBE655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951" y="6124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2" name="path-7220">
            <a:extLst xmlns:a="http://schemas.openxmlformats.org/drawingml/2006/main">
              <a:ext uri="{FF2B5EF4-FFF2-40B4-BE49-F238E27FC236}">
                <a16:creationId xmlns:a16="http://schemas.microsoft.com/office/drawing/2014/main" id="{08E7AA00-7734-43BB-80F1-614EBD54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284" y="6128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3" name="path-7221">
            <a:extLst xmlns:a="http://schemas.openxmlformats.org/drawingml/2006/main">
              <a:ext uri="{FF2B5EF4-FFF2-40B4-BE49-F238E27FC236}">
                <a16:creationId xmlns:a16="http://schemas.microsoft.com/office/drawing/2014/main" id="{5314554F-05FB-4C94-AC90-C21D1B8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856" y="61297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4" name="path-7222">
            <a:extLst xmlns:a="http://schemas.openxmlformats.org/drawingml/2006/main">
              <a:ext uri="{FF2B5EF4-FFF2-40B4-BE49-F238E27FC236}">
                <a16:creationId xmlns:a16="http://schemas.microsoft.com/office/drawing/2014/main" id="{84829867-F2BA-463F-99EF-A435E81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625" y="6143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5" name="path-7223">
            <a:extLst xmlns:a="http://schemas.openxmlformats.org/drawingml/2006/main">
              <a:ext uri="{FF2B5EF4-FFF2-40B4-BE49-F238E27FC236}">
                <a16:creationId xmlns:a16="http://schemas.microsoft.com/office/drawing/2014/main" id="{F016E7A8-388A-4E02-8089-193377E3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986" y="61243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6" name="path-7224">
            <a:extLst xmlns:a="http://schemas.openxmlformats.org/drawingml/2006/main">
              <a:ext uri="{FF2B5EF4-FFF2-40B4-BE49-F238E27FC236}">
                <a16:creationId xmlns:a16="http://schemas.microsoft.com/office/drawing/2014/main" id="{1A01A72F-8F53-4C8A-88F1-E61F27AE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986" y="61257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7" name="path-7225">
            <a:extLst xmlns:a="http://schemas.openxmlformats.org/drawingml/2006/main">
              <a:ext uri="{FF2B5EF4-FFF2-40B4-BE49-F238E27FC236}">
                <a16:creationId xmlns:a16="http://schemas.microsoft.com/office/drawing/2014/main" id="{84DCCB50-FA51-4D97-92B5-9ED78203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896" y="6129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8" name="path-7226">
            <a:extLst xmlns:a="http://schemas.openxmlformats.org/drawingml/2006/main">
              <a:ext uri="{FF2B5EF4-FFF2-40B4-BE49-F238E27FC236}">
                <a16:creationId xmlns:a16="http://schemas.microsoft.com/office/drawing/2014/main" id="{3AC086FD-F5B0-4A26-A268-112923F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62" y="6133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9" name="path-7227">
            <a:extLst xmlns:a="http://schemas.openxmlformats.org/drawingml/2006/main">
              <a:ext uri="{FF2B5EF4-FFF2-40B4-BE49-F238E27FC236}">
                <a16:creationId xmlns:a16="http://schemas.microsoft.com/office/drawing/2014/main" id="{8C690836-1916-459E-A4B5-40B69062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779" y="61363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0" name="path-7228">
            <a:extLst xmlns:a="http://schemas.openxmlformats.org/drawingml/2006/main">
              <a:ext uri="{FF2B5EF4-FFF2-40B4-BE49-F238E27FC236}">
                <a16:creationId xmlns:a16="http://schemas.microsoft.com/office/drawing/2014/main" id="{2DC6BF7C-9749-4704-AE42-3B9FD25A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54" y="6145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1" name="path-7229">
            <a:extLst xmlns:a="http://schemas.openxmlformats.org/drawingml/2006/main">
              <a:ext uri="{FF2B5EF4-FFF2-40B4-BE49-F238E27FC236}">
                <a16:creationId xmlns:a16="http://schemas.microsoft.com/office/drawing/2014/main" id="{3D6259F5-71BB-4660-A3D6-F033E1CA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905" y="61441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2" name="path-7230">
            <a:extLst xmlns:a="http://schemas.openxmlformats.org/drawingml/2006/main">
              <a:ext uri="{FF2B5EF4-FFF2-40B4-BE49-F238E27FC236}">
                <a16:creationId xmlns:a16="http://schemas.microsoft.com/office/drawing/2014/main" id="{97311FC8-8095-414F-BC66-1E2D934B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982" y="6140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3" name="path-7231">
            <a:extLst xmlns:a="http://schemas.openxmlformats.org/drawingml/2006/main">
              <a:ext uri="{FF2B5EF4-FFF2-40B4-BE49-F238E27FC236}">
                <a16:creationId xmlns:a16="http://schemas.microsoft.com/office/drawing/2014/main" id="{543345ED-B423-4D6C-9EE7-2007C784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9" y="6132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4" name="path-7232">
            <a:extLst xmlns:a="http://schemas.openxmlformats.org/drawingml/2006/main">
              <a:ext uri="{FF2B5EF4-FFF2-40B4-BE49-F238E27FC236}">
                <a16:creationId xmlns:a16="http://schemas.microsoft.com/office/drawing/2014/main" id="{875857C6-A931-46C3-9DD4-11216F84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383" y="61556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5" name="path-7233">
            <a:extLst xmlns:a="http://schemas.openxmlformats.org/drawingml/2006/main">
              <a:ext uri="{FF2B5EF4-FFF2-40B4-BE49-F238E27FC236}">
                <a16:creationId xmlns:a16="http://schemas.microsoft.com/office/drawing/2014/main" id="{039634C3-D052-4360-9006-1CE5369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16" y="61293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6" name="path-7234">
            <a:extLst xmlns:a="http://schemas.openxmlformats.org/drawingml/2006/main">
              <a:ext uri="{FF2B5EF4-FFF2-40B4-BE49-F238E27FC236}">
                <a16:creationId xmlns:a16="http://schemas.microsoft.com/office/drawing/2014/main" id="{D1A3DD41-1926-443D-B285-AAFCAA9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48" y="61248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7" name="path-7235">
            <a:extLst xmlns:a="http://schemas.openxmlformats.org/drawingml/2006/main">
              <a:ext uri="{FF2B5EF4-FFF2-40B4-BE49-F238E27FC236}">
                <a16:creationId xmlns:a16="http://schemas.microsoft.com/office/drawing/2014/main" id="{75F5D617-2726-4476-BB69-EBE6573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18" y="61380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8" name="path-7236">
            <a:extLst xmlns:a="http://schemas.openxmlformats.org/drawingml/2006/main">
              <a:ext uri="{FF2B5EF4-FFF2-40B4-BE49-F238E27FC236}">
                <a16:creationId xmlns:a16="http://schemas.microsoft.com/office/drawing/2014/main" id="{346CAA37-08B8-4F04-8C38-78E7682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863" y="6127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9" name="path-7237">
            <a:extLst xmlns:a="http://schemas.openxmlformats.org/drawingml/2006/main">
              <a:ext uri="{FF2B5EF4-FFF2-40B4-BE49-F238E27FC236}">
                <a16:creationId xmlns:a16="http://schemas.microsoft.com/office/drawing/2014/main" id="{121FD072-A7DE-47EA-9E71-AA76A20B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878" y="6144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0" name="path-7238">
            <a:extLst xmlns:a="http://schemas.openxmlformats.org/drawingml/2006/main">
              <a:ext uri="{FF2B5EF4-FFF2-40B4-BE49-F238E27FC236}">
                <a16:creationId xmlns:a16="http://schemas.microsoft.com/office/drawing/2014/main" id="{F87BA8D7-118F-4F04-B8B5-C37052CB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928" y="61244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1" name="path-7239">
            <a:extLst xmlns:a="http://schemas.openxmlformats.org/drawingml/2006/main">
              <a:ext uri="{FF2B5EF4-FFF2-40B4-BE49-F238E27FC236}">
                <a16:creationId xmlns:a16="http://schemas.microsoft.com/office/drawing/2014/main" id="{4D3099FE-8AC2-4D0C-88BF-AEA6FEDA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769" y="61403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2" name="path-7240">
            <a:extLst xmlns:a="http://schemas.openxmlformats.org/drawingml/2006/main">
              <a:ext uri="{FF2B5EF4-FFF2-40B4-BE49-F238E27FC236}">
                <a16:creationId xmlns:a16="http://schemas.microsoft.com/office/drawing/2014/main" id="{4E09319E-0C06-4F54-948A-ED87972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656" y="61317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3" name="path-7241">
            <a:extLst xmlns:a="http://schemas.openxmlformats.org/drawingml/2006/main">
              <a:ext uri="{FF2B5EF4-FFF2-40B4-BE49-F238E27FC236}">
                <a16:creationId xmlns:a16="http://schemas.microsoft.com/office/drawing/2014/main" id="{81898E0F-CA29-4619-B4BA-DC7EE18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773" y="6120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4" name="path-7242">
            <a:extLst xmlns:a="http://schemas.openxmlformats.org/drawingml/2006/main">
              <a:ext uri="{FF2B5EF4-FFF2-40B4-BE49-F238E27FC236}">
                <a16:creationId xmlns:a16="http://schemas.microsoft.com/office/drawing/2014/main" id="{77CB0FA0-BC44-49E5-9EF3-51ADC74F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587" y="6144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5" name="path-7243">
            <a:extLst xmlns:a="http://schemas.openxmlformats.org/drawingml/2006/main">
              <a:ext uri="{FF2B5EF4-FFF2-40B4-BE49-F238E27FC236}">
                <a16:creationId xmlns:a16="http://schemas.microsoft.com/office/drawing/2014/main" id="{8898207A-EC90-4106-9630-2A011F2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838" y="61168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6" name="path-7244">
            <a:extLst xmlns:a="http://schemas.openxmlformats.org/drawingml/2006/main">
              <a:ext uri="{FF2B5EF4-FFF2-40B4-BE49-F238E27FC236}">
                <a16:creationId xmlns:a16="http://schemas.microsoft.com/office/drawing/2014/main" id="{53F72657-BDD7-4FD2-A2E5-62EE88A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01" y="61500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7" name="path-7245">
            <a:extLst xmlns:a="http://schemas.openxmlformats.org/drawingml/2006/main">
              <a:ext uri="{FF2B5EF4-FFF2-40B4-BE49-F238E27FC236}">
                <a16:creationId xmlns:a16="http://schemas.microsoft.com/office/drawing/2014/main" id="{F574037C-F2C4-4601-9512-4BEDE58E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069" y="61259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8" name="path-7246">
            <a:extLst xmlns:a="http://schemas.openxmlformats.org/drawingml/2006/main">
              <a:ext uri="{FF2B5EF4-FFF2-40B4-BE49-F238E27FC236}">
                <a16:creationId xmlns:a16="http://schemas.microsoft.com/office/drawing/2014/main" id="{89339CDF-E160-41B7-9F96-EAE1855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969" y="61600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9" name="path-7247">
            <a:extLst xmlns:a="http://schemas.openxmlformats.org/drawingml/2006/main">
              <a:ext uri="{FF2B5EF4-FFF2-40B4-BE49-F238E27FC236}">
                <a16:creationId xmlns:a16="http://schemas.microsoft.com/office/drawing/2014/main" id="{A2EBBB80-A976-4119-8177-4776662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710" y="6146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0" name="path-7248">
            <a:extLst xmlns:a="http://schemas.openxmlformats.org/drawingml/2006/main">
              <a:ext uri="{FF2B5EF4-FFF2-40B4-BE49-F238E27FC236}">
                <a16:creationId xmlns:a16="http://schemas.microsoft.com/office/drawing/2014/main" id="{E70D161B-88B8-4185-9CCD-94CEA842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7" y="615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1" name="path-7249">
            <a:extLst xmlns:a="http://schemas.openxmlformats.org/drawingml/2006/main">
              <a:ext uri="{FF2B5EF4-FFF2-40B4-BE49-F238E27FC236}">
                <a16:creationId xmlns:a16="http://schemas.microsoft.com/office/drawing/2014/main" id="{FAC4ADE2-4CCA-476F-883C-771C6A4E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875" y="61359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2" name="path-7250">
            <a:extLst xmlns:a="http://schemas.openxmlformats.org/drawingml/2006/main">
              <a:ext uri="{FF2B5EF4-FFF2-40B4-BE49-F238E27FC236}">
                <a16:creationId xmlns:a16="http://schemas.microsoft.com/office/drawing/2014/main" id="{CE3EE802-9093-4E2E-8BD0-9787B46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102" y="6143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3" name="path-7251">
            <a:extLst xmlns:a="http://schemas.openxmlformats.org/drawingml/2006/main">
              <a:ext uri="{FF2B5EF4-FFF2-40B4-BE49-F238E27FC236}">
                <a16:creationId xmlns:a16="http://schemas.microsoft.com/office/drawing/2014/main" id="{B456DBD9-305B-45E9-8332-4E41B14B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018" y="61333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4" name="path-7252">
            <a:extLst xmlns:a="http://schemas.openxmlformats.org/drawingml/2006/main">
              <a:ext uri="{FF2B5EF4-FFF2-40B4-BE49-F238E27FC236}">
                <a16:creationId xmlns:a16="http://schemas.microsoft.com/office/drawing/2014/main" id="{CC3B8A3E-CB9C-4CE8-8DBC-1E00E42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140" y="61356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5" name="path-7253">
            <a:extLst xmlns:a="http://schemas.openxmlformats.org/drawingml/2006/main">
              <a:ext uri="{FF2B5EF4-FFF2-40B4-BE49-F238E27FC236}">
                <a16:creationId xmlns:a16="http://schemas.microsoft.com/office/drawing/2014/main" id="{C2EC1BBB-DF76-4E39-904C-572FBEA1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73" y="61495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6" name="path-7254">
            <a:extLst xmlns:a="http://schemas.openxmlformats.org/drawingml/2006/main">
              <a:ext uri="{FF2B5EF4-FFF2-40B4-BE49-F238E27FC236}">
                <a16:creationId xmlns:a16="http://schemas.microsoft.com/office/drawing/2014/main" id="{4763B732-1D04-49D3-88D0-8F73D6E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429" y="61357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7" name="path-7255">
            <a:extLst xmlns:a="http://schemas.openxmlformats.org/drawingml/2006/main">
              <a:ext uri="{FF2B5EF4-FFF2-40B4-BE49-F238E27FC236}">
                <a16:creationId xmlns:a16="http://schemas.microsoft.com/office/drawing/2014/main" id="{625808AC-67C0-44EB-A5EB-4E379C0F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489" y="6123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8" name="path-7256">
            <a:extLst xmlns:a="http://schemas.openxmlformats.org/drawingml/2006/main">
              <a:ext uri="{FF2B5EF4-FFF2-40B4-BE49-F238E27FC236}">
                <a16:creationId xmlns:a16="http://schemas.microsoft.com/office/drawing/2014/main" id="{80158919-1BC3-4C71-80DA-9E9CB77B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93" y="61570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9" name="path-7257">
            <a:extLst xmlns:a="http://schemas.openxmlformats.org/drawingml/2006/main">
              <a:ext uri="{FF2B5EF4-FFF2-40B4-BE49-F238E27FC236}">
                <a16:creationId xmlns:a16="http://schemas.microsoft.com/office/drawing/2014/main" id="{0B51B8ED-0CFC-4612-A467-AF44BD3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228" y="61277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0" name="path-7258">
            <a:extLst xmlns:a="http://schemas.openxmlformats.org/drawingml/2006/main">
              <a:ext uri="{FF2B5EF4-FFF2-40B4-BE49-F238E27FC236}">
                <a16:creationId xmlns:a16="http://schemas.microsoft.com/office/drawing/2014/main" id="{21BDF3F1-1BB6-4BDA-A6A1-976604F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336" y="6140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1" name="path-7259">
            <a:extLst xmlns:a="http://schemas.openxmlformats.org/drawingml/2006/main">
              <a:ext uri="{FF2B5EF4-FFF2-40B4-BE49-F238E27FC236}">
                <a16:creationId xmlns:a16="http://schemas.microsoft.com/office/drawing/2014/main" id="{665FD101-1B5A-44DC-A292-6CD8C56A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61" y="6163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2" name="path-7260">
            <a:extLst xmlns:a="http://schemas.openxmlformats.org/drawingml/2006/main">
              <a:ext uri="{FF2B5EF4-FFF2-40B4-BE49-F238E27FC236}">
                <a16:creationId xmlns:a16="http://schemas.microsoft.com/office/drawing/2014/main" id="{8335220D-61D0-4159-9948-54EF576F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142" y="6145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3" name="path-7261">
            <a:extLst xmlns:a="http://schemas.openxmlformats.org/drawingml/2006/main">
              <a:ext uri="{FF2B5EF4-FFF2-40B4-BE49-F238E27FC236}">
                <a16:creationId xmlns:a16="http://schemas.microsoft.com/office/drawing/2014/main" id="{F1E9A392-748D-4215-8D84-EDDFE119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27" y="6135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4" name="path-7262">
            <a:extLst xmlns:a="http://schemas.openxmlformats.org/drawingml/2006/main">
              <a:ext uri="{FF2B5EF4-FFF2-40B4-BE49-F238E27FC236}">
                <a16:creationId xmlns:a16="http://schemas.microsoft.com/office/drawing/2014/main" id="{3EA61AEA-C3B4-44E3-9A48-9F995D6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187" y="61278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5" name="path-7263">
            <a:extLst xmlns:a="http://schemas.openxmlformats.org/drawingml/2006/main">
              <a:ext uri="{FF2B5EF4-FFF2-40B4-BE49-F238E27FC236}">
                <a16:creationId xmlns:a16="http://schemas.microsoft.com/office/drawing/2014/main" id="{2C2F5B1F-A7AE-43D8-BF23-3D32301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11" y="61177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6" name="path-7264">
            <a:extLst xmlns:a="http://schemas.openxmlformats.org/drawingml/2006/main">
              <a:ext uri="{FF2B5EF4-FFF2-40B4-BE49-F238E27FC236}">
                <a16:creationId xmlns:a16="http://schemas.microsoft.com/office/drawing/2014/main" id="{C2BC30D3-6AA6-4209-AE16-32D76128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501" y="61322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7" name="path-7265">
            <a:extLst xmlns:a="http://schemas.openxmlformats.org/drawingml/2006/main">
              <a:ext uri="{FF2B5EF4-FFF2-40B4-BE49-F238E27FC236}">
                <a16:creationId xmlns:a16="http://schemas.microsoft.com/office/drawing/2014/main" id="{85A4603B-BE09-42BB-BF16-5BB14B2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310" y="6132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8" name="path-7266">
            <a:extLst xmlns:a="http://schemas.openxmlformats.org/drawingml/2006/main">
              <a:ext uri="{FF2B5EF4-FFF2-40B4-BE49-F238E27FC236}">
                <a16:creationId xmlns:a16="http://schemas.microsoft.com/office/drawing/2014/main" id="{178A5C99-35DF-4EEF-9625-BFC0026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919" y="61199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9" name="path-7267">
            <a:extLst xmlns:a="http://schemas.openxmlformats.org/drawingml/2006/main">
              <a:ext uri="{FF2B5EF4-FFF2-40B4-BE49-F238E27FC236}">
                <a16:creationId xmlns:a16="http://schemas.microsoft.com/office/drawing/2014/main" id="{73FA877A-DD26-410A-9152-8C4851B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164" y="6126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0" name="path-7268">
            <a:extLst xmlns:a="http://schemas.openxmlformats.org/drawingml/2006/main">
              <a:ext uri="{FF2B5EF4-FFF2-40B4-BE49-F238E27FC236}">
                <a16:creationId xmlns:a16="http://schemas.microsoft.com/office/drawing/2014/main" id="{216A0E0C-1838-4B1E-9F27-5AFC31A8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983" y="6157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1" name="path-7269">
            <a:extLst xmlns:a="http://schemas.openxmlformats.org/drawingml/2006/main">
              <a:ext uri="{FF2B5EF4-FFF2-40B4-BE49-F238E27FC236}">
                <a16:creationId xmlns:a16="http://schemas.microsoft.com/office/drawing/2014/main" id="{8E003E3B-ED2F-4ED8-BC6F-0A25B21F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5" y="6162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2" name="path-7270">
            <a:extLst xmlns:a="http://schemas.openxmlformats.org/drawingml/2006/main">
              <a:ext uri="{FF2B5EF4-FFF2-40B4-BE49-F238E27FC236}">
                <a16:creationId xmlns:a16="http://schemas.microsoft.com/office/drawing/2014/main" id="{8473DB77-159F-4D07-86A8-48264CA7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51" y="6146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3" name="path-7271">
            <a:extLst xmlns:a="http://schemas.openxmlformats.org/drawingml/2006/main">
              <a:ext uri="{FF2B5EF4-FFF2-40B4-BE49-F238E27FC236}">
                <a16:creationId xmlns:a16="http://schemas.microsoft.com/office/drawing/2014/main" id="{66484637-BB54-4167-BB57-826174A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90" y="6135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4" name="path-7272">
            <a:extLst xmlns:a="http://schemas.openxmlformats.org/drawingml/2006/main">
              <a:ext uri="{FF2B5EF4-FFF2-40B4-BE49-F238E27FC236}">
                <a16:creationId xmlns:a16="http://schemas.microsoft.com/office/drawing/2014/main" id="{9255E1D8-F810-41A1-B9D5-72C432D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201" y="61048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5" name="path-7273">
            <a:extLst xmlns:a="http://schemas.openxmlformats.org/drawingml/2006/main">
              <a:ext uri="{FF2B5EF4-FFF2-40B4-BE49-F238E27FC236}">
                <a16:creationId xmlns:a16="http://schemas.microsoft.com/office/drawing/2014/main" id="{B0693225-6CCF-4453-A834-37AC0C4C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046" y="6166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6" name="path-7274">
            <a:extLst xmlns:a="http://schemas.openxmlformats.org/drawingml/2006/main">
              <a:ext uri="{FF2B5EF4-FFF2-40B4-BE49-F238E27FC236}">
                <a16:creationId xmlns:a16="http://schemas.microsoft.com/office/drawing/2014/main" id="{38657C99-1AC2-423A-86A0-5AF7DBEF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38" y="6139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7" name="path-7275">
            <a:extLst xmlns:a="http://schemas.openxmlformats.org/drawingml/2006/main">
              <a:ext uri="{FF2B5EF4-FFF2-40B4-BE49-F238E27FC236}">
                <a16:creationId xmlns:a16="http://schemas.microsoft.com/office/drawing/2014/main" id="{6F3DE9C7-EF8A-4A64-8333-4CED222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036" y="61638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8" name="path-7276">
            <a:extLst xmlns:a="http://schemas.openxmlformats.org/drawingml/2006/main">
              <a:ext uri="{FF2B5EF4-FFF2-40B4-BE49-F238E27FC236}">
                <a16:creationId xmlns:a16="http://schemas.microsoft.com/office/drawing/2014/main" id="{3457F2A0-8C95-4AB9-896B-C422A89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922" y="6159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9" name="path-7277">
            <a:extLst xmlns:a="http://schemas.openxmlformats.org/drawingml/2006/main">
              <a:ext uri="{FF2B5EF4-FFF2-40B4-BE49-F238E27FC236}">
                <a16:creationId xmlns:a16="http://schemas.microsoft.com/office/drawing/2014/main" id="{4EF48BC7-F094-4A2E-952E-C59327B9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267" y="61536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0" name="path-7278">
            <a:extLst xmlns:a="http://schemas.openxmlformats.org/drawingml/2006/main">
              <a:ext uri="{FF2B5EF4-FFF2-40B4-BE49-F238E27FC236}">
                <a16:creationId xmlns:a16="http://schemas.microsoft.com/office/drawing/2014/main" id="{FE173392-89F4-4D5B-915F-D402AEC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690" y="6144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1" name="path-7279">
            <a:extLst xmlns:a="http://schemas.openxmlformats.org/drawingml/2006/main">
              <a:ext uri="{FF2B5EF4-FFF2-40B4-BE49-F238E27FC236}">
                <a16:creationId xmlns:a16="http://schemas.microsoft.com/office/drawing/2014/main" id="{1119BABE-3BFA-4282-BDBF-578BFBB8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657" y="61379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2" name="path-7280">
            <a:extLst xmlns:a="http://schemas.openxmlformats.org/drawingml/2006/main">
              <a:ext uri="{FF2B5EF4-FFF2-40B4-BE49-F238E27FC236}">
                <a16:creationId xmlns:a16="http://schemas.microsoft.com/office/drawing/2014/main" id="{C0C2000C-25E6-4757-AF4E-CAF23818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973" y="61188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3" name="path-7281">
            <a:extLst xmlns:a="http://schemas.openxmlformats.org/drawingml/2006/main">
              <a:ext uri="{FF2B5EF4-FFF2-40B4-BE49-F238E27FC236}">
                <a16:creationId xmlns:a16="http://schemas.microsoft.com/office/drawing/2014/main" id="{E8BC2D40-EDF0-4D7A-A1AC-C08AE7F5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18" y="61442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4" name="path-7282">
            <a:extLst xmlns:a="http://schemas.openxmlformats.org/drawingml/2006/main">
              <a:ext uri="{FF2B5EF4-FFF2-40B4-BE49-F238E27FC236}">
                <a16:creationId xmlns:a16="http://schemas.microsoft.com/office/drawing/2014/main" id="{D6B4D1B8-4AC8-4E78-B66D-1E23019D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095" y="61416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5" name="path-7283">
            <a:extLst xmlns:a="http://schemas.openxmlformats.org/drawingml/2006/main">
              <a:ext uri="{FF2B5EF4-FFF2-40B4-BE49-F238E27FC236}">
                <a16:creationId xmlns:a16="http://schemas.microsoft.com/office/drawing/2014/main" id="{53B6103D-4749-4D99-A3DF-797A0857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58" y="61221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6" name="path-7284">
            <a:extLst xmlns:a="http://schemas.openxmlformats.org/drawingml/2006/main">
              <a:ext uri="{FF2B5EF4-FFF2-40B4-BE49-F238E27FC236}">
                <a16:creationId xmlns:a16="http://schemas.microsoft.com/office/drawing/2014/main" id="{B1B8ECAA-028B-48F3-A9C1-81173EC3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05" y="6146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7" name="path-7285">
            <a:extLst xmlns:a="http://schemas.openxmlformats.org/drawingml/2006/main">
              <a:ext uri="{FF2B5EF4-FFF2-40B4-BE49-F238E27FC236}">
                <a16:creationId xmlns:a16="http://schemas.microsoft.com/office/drawing/2014/main" id="{AEA2F4B0-F544-4376-B20E-5054DB0C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33" y="6102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8" name="path-7286">
            <a:extLst xmlns:a="http://schemas.openxmlformats.org/drawingml/2006/main">
              <a:ext uri="{FF2B5EF4-FFF2-40B4-BE49-F238E27FC236}">
                <a16:creationId xmlns:a16="http://schemas.microsoft.com/office/drawing/2014/main" id="{1088A993-B660-4A96-AFA2-F45CAA34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358" y="6153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9" name="path-7287">
            <a:extLst xmlns:a="http://schemas.openxmlformats.org/drawingml/2006/main">
              <a:ext uri="{FF2B5EF4-FFF2-40B4-BE49-F238E27FC236}">
                <a16:creationId xmlns:a16="http://schemas.microsoft.com/office/drawing/2014/main" id="{1D0D594A-8502-4B97-803E-B1931FA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551" y="6141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0" name="path-7288">
            <a:extLst xmlns:a="http://schemas.openxmlformats.org/drawingml/2006/main">
              <a:ext uri="{FF2B5EF4-FFF2-40B4-BE49-F238E27FC236}">
                <a16:creationId xmlns:a16="http://schemas.microsoft.com/office/drawing/2014/main" id="{10354323-ACE8-49E2-A9E9-50BF22D6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63" y="61657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1" name="path-7289">
            <a:extLst xmlns:a="http://schemas.openxmlformats.org/drawingml/2006/main">
              <a:ext uri="{FF2B5EF4-FFF2-40B4-BE49-F238E27FC236}">
                <a16:creationId xmlns:a16="http://schemas.microsoft.com/office/drawing/2014/main" id="{84C519B6-6A4F-4385-9120-B3DB263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486" y="6141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2" name="path-7290">
            <a:extLst xmlns:a="http://schemas.openxmlformats.org/drawingml/2006/main">
              <a:ext uri="{FF2B5EF4-FFF2-40B4-BE49-F238E27FC236}">
                <a16:creationId xmlns:a16="http://schemas.microsoft.com/office/drawing/2014/main" id="{0F67D1CB-B5D4-4C08-9F04-C4D2D6D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002" y="61620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3" name="path-7291">
            <a:extLst xmlns:a="http://schemas.openxmlformats.org/drawingml/2006/main">
              <a:ext uri="{FF2B5EF4-FFF2-40B4-BE49-F238E27FC236}">
                <a16:creationId xmlns:a16="http://schemas.microsoft.com/office/drawing/2014/main" id="{49F612AC-2360-4D95-9AA5-741F1C80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102" y="61428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4" name="path-7292">
            <a:extLst xmlns:a="http://schemas.openxmlformats.org/drawingml/2006/main">
              <a:ext uri="{FF2B5EF4-FFF2-40B4-BE49-F238E27FC236}">
                <a16:creationId xmlns:a16="http://schemas.microsoft.com/office/drawing/2014/main" id="{62E7BDDA-D149-4CFD-9B93-A2A080F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23" y="61369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5" name="path-7293">
            <a:extLst xmlns:a="http://schemas.openxmlformats.org/drawingml/2006/main">
              <a:ext uri="{FF2B5EF4-FFF2-40B4-BE49-F238E27FC236}">
                <a16:creationId xmlns:a16="http://schemas.microsoft.com/office/drawing/2014/main" id="{434231B9-1D0B-4109-B3C2-AB7C13E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439" y="61375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6" name="path-7294">
            <a:extLst xmlns:a="http://schemas.openxmlformats.org/drawingml/2006/main">
              <a:ext uri="{FF2B5EF4-FFF2-40B4-BE49-F238E27FC236}">
                <a16:creationId xmlns:a16="http://schemas.microsoft.com/office/drawing/2014/main" id="{1F6CE5FD-24F7-4B24-BDD1-896A8567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875" y="6131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7" name="path-7295">
            <a:extLst xmlns:a="http://schemas.openxmlformats.org/drawingml/2006/main">
              <a:ext uri="{FF2B5EF4-FFF2-40B4-BE49-F238E27FC236}">
                <a16:creationId xmlns:a16="http://schemas.microsoft.com/office/drawing/2014/main" id="{06F76058-F67F-4AB0-A374-ED47BCCC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48" y="61575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8" name="path-7296">
            <a:extLst xmlns:a="http://schemas.openxmlformats.org/drawingml/2006/main">
              <a:ext uri="{FF2B5EF4-FFF2-40B4-BE49-F238E27FC236}">
                <a16:creationId xmlns:a16="http://schemas.microsoft.com/office/drawing/2014/main" id="{ABDD6B6C-D96D-4101-9982-BB77443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624" y="6145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9" name="path-7297">
            <a:extLst xmlns:a="http://schemas.openxmlformats.org/drawingml/2006/main">
              <a:ext uri="{FF2B5EF4-FFF2-40B4-BE49-F238E27FC236}">
                <a16:creationId xmlns:a16="http://schemas.microsoft.com/office/drawing/2014/main" id="{0703552B-D684-4CAE-A8A0-1A090620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3" y="6136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0" name="path-7298">
            <a:extLst xmlns:a="http://schemas.openxmlformats.org/drawingml/2006/main">
              <a:ext uri="{FF2B5EF4-FFF2-40B4-BE49-F238E27FC236}">
                <a16:creationId xmlns:a16="http://schemas.microsoft.com/office/drawing/2014/main" id="{3929C74C-8272-4642-AFB5-B71825D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689" y="61597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1" name="path-7299">
            <a:extLst xmlns:a="http://schemas.openxmlformats.org/drawingml/2006/main">
              <a:ext uri="{FF2B5EF4-FFF2-40B4-BE49-F238E27FC236}">
                <a16:creationId xmlns:a16="http://schemas.microsoft.com/office/drawing/2014/main" id="{FC57BC11-43CE-43B1-A9DF-64BDED4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482" y="61403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2" name="path-7300">
            <a:extLst xmlns:a="http://schemas.openxmlformats.org/drawingml/2006/main">
              <a:ext uri="{FF2B5EF4-FFF2-40B4-BE49-F238E27FC236}">
                <a16:creationId xmlns:a16="http://schemas.microsoft.com/office/drawing/2014/main" id="{940BD71E-9617-470B-9C72-7E66D0B6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05" y="61312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3" name="path-7301">
            <a:extLst xmlns:a="http://schemas.openxmlformats.org/drawingml/2006/main">
              <a:ext uri="{FF2B5EF4-FFF2-40B4-BE49-F238E27FC236}">
                <a16:creationId xmlns:a16="http://schemas.microsoft.com/office/drawing/2014/main" id="{89919E70-50D9-4C4F-8DCB-DF1D296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212" y="61400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4" name="path-7302">
            <a:extLst xmlns:a="http://schemas.openxmlformats.org/drawingml/2006/main">
              <a:ext uri="{FF2B5EF4-FFF2-40B4-BE49-F238E27FC236}">
                <a16:creationId xmlns:a16="http://schemas.microsoft.com/office/drawing/2014/main" id="{D8DAD8DB-C656-4F89-9149-1D810CB8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69" y="61241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5" name="path-7303">
            <a:extLst xmlns:a="http://schemas.openxmlformats.org/drawingml/2006/main">
              <a:ext uri="{FF2B5EF4-FFF2-40B4-BE49-F238E27FC236}">
                <a16:creationId xmlns:a16="http://schemas.microsoft.com/office/drawing/2014/main" id="{DF852C11-5ED9-4070-8B20-9F0ED68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208" y="61750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6" name="path-7304">
            <a:extLst xmlns:a="http://schemas.openxmlformats.org/drawingml/2006/main">
              <a:ext uri="{FF2B5EF4-FFF2-40B4-BE49-F238E27FC236}">
                <a16:creationId xmlns:a16="http://schemas.microsoft.com/office/drawing/2014/main" id="{BA481663-DCF0-4EC1-88B7-78B6371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674" y="61192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7" name="path-7305">
            <a:extLst xmlns:a="http://schemas.openxmlformats.org/drawingml/2006/main">
              <a:ext uri="{FF2B5EF4-FFF2-40B4-BE49-F238E27FC236}">
                <a16:creationId xmlns:a16="http://schemas.microsoft.com/office/drawing/2014/main" id="{D11DDEA1-7DBD-4A5F-AC70-F5EB435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24" y="61286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8" name="path-7306">
            <a:extLst xmlns:a="http://schemas.openxmlformats.org/drawingml/2006/main">
              <a:ext uri="{FF2B5EF4-FFF2-40B4-BE49-F238E27FC236}">
                <a16:creationId xmlns:a16="http://schemas.microsoft.com/office/drawing/2014/main" id="{D83F8308-AE9E-44A9-8BF5-F72DA24C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22" y="61232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9" name="path-7307">
            <a:extLst xmlns:a="http://schemas.openxmlformats.org/drawingml/2006/main">
              <a:ext uri="{FF2B5EF4-FFF2-40B4-BE49-F238E27FC236}">
                <a16:creationId xmlns:a16="http://schemas.microsoft.com/office/drawing/2014/main" id="{F29F8297-5C1E-422B-8F7F-D968D01F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600" y="6131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0" name="path-7308">
            <a:extLst xmlns:a="http://schemas.openxmlformats.org/drawingml/2006/main">
              <a:ext uri="{FF2B5EF4-FFF2-40B4-BE49-F238E27FC236}">
                <a16:creationId xmlns:a16="http://schemas.microsoft.com/office/drawing/2014/main" id="{BDDDB6FA-11F5-4CEB-81DB-B029906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030" y="61060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1" name="path-7309">
            <a:extLst xmlns:a="http://schemas.openxmlformats.org/drawingml/2006/main">
              <a:ext uri="{FF2B5EF4-FFF2-40B4-BE49-F238E27FC236}">
                <a16:creationId xmlns:a16="http://schemas.microsoft.com/office/drawing/2014/main" id="{A5DA1D5E-6CEF-4734-AB22-6736E609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590" y="61253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2" name="path-7310">
            <a:extLst xmlns:a="http://schemas.openxmlformats.org/drawingml/2006/main">
              <a:ext uri="{FF2B5EF4-FFF2-40B4-BE49-F238E27FC236}">
                <a16:creationId xmlns:a16="http://schemas.microsoft.com/office/drawing/2014/main" id="{36FF8C27-CADE-463C-A186-793FA3E9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435" y="6154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3" name="path-7311">
            <a:extLst xmlns:a="http://schemas.openxmlformats.org/drawingml/2006/main">
              <a:ext uri="{FF2B5EF4-FFF2-40B4-BE49-F238E27FC236}">
                <a16:creationId xmlns:a16="http://schemas.microsoft.com/office/drawing/2014/main" id="{9B24385C-70D3-4DCC-8B07-ACE09084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850" y="61470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4" name="path-7312">
            <a:extLst xmlns:a="http://schemas.openxmlformats.org/drawingml/2006/main">
              <a:ext uri="{FF2B5EF4-FFF2-40B4-BE49-F238E27FC236}">
                <a16:creationId xmlns:a16="http://schemas.microsoft.com/office/drawing/2014/main" id="{F6646C36-2160-4D61-AF25-3A7FE90A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982" y="61217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5" name="path-7313">
            <a:extLst xmlns:a="http://schemas.openxmlformats.org/drawingml/2006/main">
              <a:ext uri="{FF2B5EF4-FFF2-40B4-BE49-F238E27FC236}">
                <a16:creationId xmlns:a16="http://schemas.microsoft.com/office/drawing/2014/main" id="{E229B9E6-B8CB-4D90-8074-C9C0D9BD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817" y="61500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6" name="path-7314">
            <a:extLst xmlns:a="http://schemas.openxmlformats.org/drawingml/2006/main">
              <a:ext uri="{FF2B5EF4-FFF2-40B4-BE49-F238E27FC236}">
                <a16:creationId xmlns:a16="http://schemas.microsoft.com/office/drawing/2014/main" id="{84B2E516-ADE0-45B3-BD82-02CB69A4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580" y="6097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7" name="path-7315">
            <a:extLst xmlns:a="http://schemas.openxmlformats.org/drawingml/2006/main">
              <a:ext uri="{FF2B5EF4-FFF2-40B4-BE49-F238E27FC236}">
                <a16:creationId xmlns:a16="http://schemas.microsoft.com/office/drawing/2014/main" id="{BAAB4253-FECD-4CD1-B8B8-8AC94F5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062" y="6140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8" name="path-7316">
            <a:extLst xmlns:a="http://schemas.openxmlformats.org/drawingml/2006/main">
              <a:ext uri="{FF2B5EF4-FFF2-40B4-BE49-F238E27FC236}">
                <a16:creationId xmlns:a16="http://schemas.microsoft.com/office/drawing/2014/main" id="{809E8E0B-65A3-4246-BD99-D8A67FC5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92" y="60995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9" name="path-7317">
            <a:extLst xmlns:a="http://schemas.openxmlformats.org/drawingml/2006/main">
              <a:ext uri="{FF2B5EF4-FFF2-40B4-BE49-F238E27FC236}">
                <a16:creationId xmlns:a16="http://schemas.microsoft.com/office/drawing/2014/main" id="{72C1D9A9-D0AC-4244-9CB6-627B8C1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610" y="61193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0" name="path-7318">
            <a:extLst xmlns:a="http://schemas.openxmlformats.org/drawingml/2006/main">
              <a:ext uri="{FF2B5EF4-FFF2-40B4-BE49-F238E27FC236}">
                <a16:creationId xmlns:a16="http://schemas.microsoft.com/office/drawing/2014/main" id="{0EB7C8E6-C2E4-4E8A-B256-6DCFD48E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432" y="61282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1" name="path-7319">
            <a:extLst xmlns:a="http://schemas.openxmlformats.org/drawingml/2006/main">
              <a:ext uri="{FF2B5EF4-FFF2-40B4-BE49-F238E27FC236}">
                <a16:creationId xmlns:a16="http://schemas.microsoft.com/office/drawing/2014/main" id="{BEEEB2B5-5344-4039-8B9F-554FD88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99" y="61154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2" name="path-7320">
            <a:extLst xmlns:a="http://schemas.openxmlformats.org/drawingml/2006/main">
              <a:ext uri="{FF2B5EF4-FFF2-40B4-BE49-F238E27FC236}">
                <a16:creationId xmlns:a16="http://schemas.microsoft.com/office/drawing/2014/main" id="{B5E31485-5C97-4A75-AB78-CB45D832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75" y="61329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3" name="path-7321">
            <a:extLst xmlns:a="http://schemas.openxmlformats.org/drawingml/2006/main">
              <a:ext uri="{FF2B5EF4-FFF2-40B4-BE49-F238E27FC236}">
                <a16:creationId xmlns:a16="http://schemas.microsoft.com/office/drawing/2014/main" id="{AC0ACD76-63CE-4859-88EC-B07AA7B9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88" y="6158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4" name="path-7322">
            <a:extLst xmlns:a="http://schemas.openxmlformats.org/drawingml/2006/main">
              <a:ext uri="{FF2B5EF4-FFF2-40B4-BE49-F238E27FC236}">
                <a16:creationId xmlns:a16="http://schemas.microsoft.com/office/drawing/2014/main" id="{84395DBB-3D58-4F88-B6D9-8B120955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264" y="6136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5" name="path-7323">
            <a:extLst xmlns:a="http://schemas.openxmlformats.org/drawingml/2006/main">
              <a:ext uri="{FF2B5EF4-FFF2-40B4-BE49-F238E27FC236}">
                <a16:creationId xmlns:a16="http://schemas.microsoft.com/office/drawing/2014/main" id="{BD8C7D4B-04CA-44C1-A739-524A72C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609" y="61501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6" name="path-7324">
            <a:extLst xmlns:a="http://schemas.openxmlformats.org/drawingml/2006/main">
              <a:ext uri="{FF2B5EF4-FFF2-40B4-BE49-F238E27FC236}">
                <a16:creationId xmlns:a16="http://schemas.microsoft.com/office/drawing/2014/main" id="{75ABCA61-4730-47D0-9C69-CAEE3B2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315" y="61396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7" name="path-7325">
            <a:extLst xmlns:a="http://schemas.openxmlformats.org/drawingml/2006/main">
              <a:ext uri="{FF2B5EF4-FFF2-40B4-BE49-F238E27FC236}">
                <a16:creationId xmlns:a16="http://schemas.microsoft.com/office/drawing/2014/main" id="{1A23C8CE-03EC-4C5C-A2C2-9E9016EA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292" y="6124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8" name="path-7326">
            <a:extLst xmlns:a="http://schemas.openxmlformats.org/drawingml/2006/main">
              <a:ext uri="{FF2B5EF4-FFF2-40B4-BE49-F238E27FC236}">
                <a16:creationId xmlns:a16="http://schemas.microsoft.com/office/drawing/2014/main" id="{E4774CCC-033A-4E4A-AAF7-43AF1931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672" y="61320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9" name="path-7327">
            <a:extLst xmlns:a="http://schemas.openxmlformats.org/drawingml/2006/main">
              <a:ext uri="{FF2B5EF4-FFF2-40B4-BE49-F238E27FC236}">
                <a16:creationId xmlns:a16="http://schemas.microsoft.com/office/drawing/2014/main" id="{8264FB1D-C479-456D-9D2C-D4BC8787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419" y="61614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0" name="path-7328">
            <a:extLst xmlns:a="http://schemas.openxmlformats.org/drawingml/2006/main">
              <a:ext uri="{FF2B5EF4-FFF2-40B4-BE49-F238E27FC236}">
                <a16:creationId xmlns:a16="http://schemas.microsoft.com/office/drawing/2014/main" id="{792C97E0-B4A2-4E5D-9288-0AC9399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17" y="61678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1" name="path-7329">
            <a:extLst xmlns:a="http://schemas.openxmlformats.org/drawingml/2006/main">
              <a:ext uri="{FF2B5EF4-FFF2-40B4-BE49-F238E27FC236}">
                <a16:creationId xmlns:a16="http://schemas.microsoft.com/office/drawing/2014/main" id="{2CCDDDD7-B16A-4BEA-8A97-C34A9F1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47" y="61483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2" name="path-7330">
            <a:extLst xmlns:a="http://schemas.openxmlformats.org/drawingml/2006/main">
              <a:ext uri="{FF2B5EF4-FFF2-40B4-BE49-F238E27FC236}">
                <a16:creationId xmlns:a16="http://schemas.microsoft.com/office/drawing/2014/main" id="{59CAFECB-189F-41C0-9FDA-9E877273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635" y="61255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3" name="path-7331">
            <a:extLst xmlns:a="http://schemas.openxmlformats.org/drawingml/2006/main">
              <a:ext uri="{FF2B5EF4-FFF2-40B4-BE49-F238E27FC236}">
                <a16:creationId xmlns:a16="http://schemas.microsoft.com/office/drawing/2014/main" id="{2CBB92D4-B015-41D8-AAB8-47CF1363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566" y="6126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4" name="path-7332">
            <a:extLst xmlns:a="http://schemas.openxmlformats.org/drawingml/2006/main">
              <a:ext uri="{FF2B5EF4-FFF2-40B4-BE49-F238E27FC236}">
                <a16:creationId xmlns:a16="http://schemas.microsoft.com/office/drawing/2014/main" id="{2F344D04-8EAF-4D6F-81E2-3772600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117" y="61357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5" name="path-7333">
            <a:extLst xmlns:a="http://schemas.openxmlformats.org/drawingml/2006/main">
              <a:ext uri="{FF2B5EF4-FFF2-40B4-BE49-F238E27FC236}">
                <a16:creationId xmlns:a16="http://schemas.microsoft.com/office/drawing/2014/main" id="{63CDB19B-896D-4C58-8225-9CB6D9C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90" y="6136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6" name="path-7334">
            <a:extLst xmlns:a="http://schemas.openxmlformats.org/drawingml/2006/main">
              <a:ext uri="{FF2B5EF4-FFF2-40B4-BE49-F238E27FC236}">
                <a16:creationId xmlns:a16="http://schemas.microsoft.com/office/drawing/2014/main" id="{7CE545C0-B23E-4CE9-B4EF-75C83D8B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407" y="61585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7" name="path-7335">
            <a:extLst xmlns:a="http://schemas.openxmlformats.org/drawingml/2006/main">
              <a:ext uri="{FF2B5EF4-FFF2-40B4-BE49-F238E27FC236}">
                <a16:creationId xmlns:a16="http://schemas.microsoft.com/office/drawing/2014/main" id="{1F187BB6-BAAB-4CAC-A94A-1CCDB134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0979" y="61549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8" name="path-7336">
            <a:extLst xmlns:a="http://schemas.openxmlformats.org/drawingml/2006/main">
              <a:ext uri="{FF2B5EF4-FFF2-40B4-BE49-F238E27FC236}">
                <a16:creationId xmlns:a16="http://schemas.microsoft.com/office/drawing/2014/main" id="{D977855E-378C-460A-980D-4DFC47CE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578" y="6160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FF45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9" name="path-7337">
            <a:extLst xmlns:a="http://schemas.openxmlformats.org/drawingml/2006/main">
              <a:ext uri="{FF2B5EF4-FFF2-40B4-BE49-F238E27FC236}">
                <a16:creationId xmlns:a16="http://schemas.microsoft.com/office/drawing/2014/main" id="{D927E7B9-AF80-4148-84DA-E483D513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306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0" name="path-7338">
            <a:extLst xmlns:a="http://schemas.openxmlformats.org/drawingml/2006/main">
              <a:ext uri="{FF2B5EF4-FFF2-40B4-BE49-F238E27FC236}">
                <a16:creationId xmlns:a16="http://schemas.microsoft.com/office/drawing/2014/main" id="{B6D87CB7-7F31-4258-9284-29DC8F9D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028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1" name="path-7339">
            <a:extLst xmlns:a="http://schemas.openxmlformats.org/drawingml/2006/main">
              <a:ext uri="{FF2B5EF4-FFF2-40B4-BE49-F238E27FC236}">
                <a16:creationId xmlns:a16="http://schemas.microsoft.com/office/drawing/2014/main" id="{32800205-BEBC-4CAA-9C78-E7B7A06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032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2" name="path-7340">
            <a:extLst xmlns:a="http://schemas.openxmlformats.org/drawingml/2006/main">
              <a:ext uri="{FF2B5EF4-FFF2-40B4-BE49-F238E27FC236}">
                <a16:creationId xmlns:a16="http://schemas.microsoft.com/office/drawing/2014/main" id="{8B19E3F4-F260-4947-B1CC-BCD65F6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754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3" name="path-7341">
            <a:extLst xmlns:a="http://schemas.openxmlformats.org/drawingml/2006/main">
              <a:ext uri="{FF2B5EF4-FFF2-40B4-BE49-F238E27FC236}">
                <a16:creationId xmlns:a16="http://schemas.microsoft.com/office/drawing/2014/main" id="{65D5C6CB-0B9E-4109-84C2-FA6E055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942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4" name="path-7342">
            <a:extLst xmlns:a="http://schemas.openxmlformats.org/drawingml/2006/main">
              <a:ext uri="{FF2B5EF4-FFF2-40B4-BE49-F238E27FC236}">
                <a16:creationId xmlns:a16="http://schemas.microsoft.com/office/drawing/2014/main" id="{8B81779C-0276-43B7-AB22-80D97A5F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075" y="6059312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5" name="path-7343">
            <a:extLst xmlns:a="http://schemas.openxmlformats.org/drawingml/2006/main">
              <a:ext uri="{FF2B5EF4-FFF2-40B4-BE49-F238E27FC236}">
                <a16:creationId xmlns:a16="http://schemas.microsoft.com/office/drawing/2014/main" id="{1E48F765-827D-424B-BC20-F2EE7284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16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6" name="path-7344">
            <a:extLst xmlns:a="http://schemas.openxmlformats.org/drawingml/2006/main">
              <a:ext uri="{FF2B5EF4-FFF2-40B4-BE49-F238E27FC236}">
                <a16:creationId xmlns:a16="http://schemas.microsoft.com/office/drawing/2014/main" id="{D4D2276F-E6E9-4E4B-97F5-86BD4E9C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49" y="6059312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7" name="path-7345">
            <a:extLst xmlns:a="http://schemas.openxmlformats.org/drawingml/2006/main">
              <a:ext uri="{FF2B5EF4-FFF2-40B4-BE49-F238E27FC236}">
                <a16:creationId xmlns:a16="http://schemas.microsoft.com/office/drawing/2014/main" id="{2BADAE5A-27AA-4DC2-8E19-5EFC285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9" y="90508"/>
                </a:lnTo>
                <a:lnTo>
                  <a:pt x="22497" y="98402"/>
                </a:lnTo>
                <a:lnTo>
                  <a:pt x="36836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8" name="path-7346">
            <a:extLst xmlns:a="http://schemas.openxmlformats.org/drawingml/2006/main">
              <a:ext uri="{FF2B5EF4-FFF2-40B4-BE49-F238E27FC236}">
                <a16:creationId xmlns:a16="http://schemas.microsoft.com/office/drawing/2014/main" id="{3464C51C-9AA4-460B-B35D-8AC88DB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6115410"/>
            <a:ext cx="18417" cy="12892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9" name="path-7347">
            <a:extLst xmlns:a="http://schemas.openxmlformats.org/drawingml/2006/main">
              <a:ext uri="{FF2B5EF4-FFF2-40B4-BE49-F238E27FC236}">
                <a16:creationId xmlns:a16="http://schemas.microsoft.com/office/drawing/2014/main" id="{219386A8-50F5-4F93-9BC2-14D09A8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6" y="0"/>
                </a:lnTo>
                <a:lnTo>
                  <a:pt x="22497" y="2895"/>
                </a:lnTo>
                <a:lnTo>
                  <a:pt x="10789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0" name="path-7348">
            <a:extLst xmlns:a="http://schemas.openxmlformats.org/drawingml/2006/main">
              <a:ext uri="{FF2B5EF4-FFF2-40B4-BE49-F238E27FC236}">
                <a16:creationId xmlns:a16="http://schemas.microsoft.com/office/drawing/2014/main" id="{A2089845-CCF6-4A8C-B7BA-8B173871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780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1" name="path-7349">
            <a:extLst xmlns:a="http://schemas.openxmlformats.org/drawingml/2006/main">
              <a:ext uri="{FF2B5EF4-FFF2-40B4-BE49-F238E27FC236}">
                <a16:creationId xmlns:a16="http://schemas.microsoft.com/office/drawing/2014/main" id="{D1FD328E-98DE-4FE0-B133-BE2FAE99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87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2" name="path-7350">
            <a:extLst xmlns:a="http://schemas.openxmlformats.org/drawingml/2006/main">
              <a:ext uri="{FF2B5EF4-FFF2-40B4-BE49-F238E27FC236}">
                <a16:creationId xmlns:a16="http://schemas.microsoft.com/office/drawing/2014/main" id="{82239DA0-C9B6-471E-8366-FF6EA95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94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3" name="path-7351">
            <a:extLst xmlns:a="http://schemas.openxmlformats.org/drawingml/2006/main">
              <a:ext uri="{FF2B5EF4-FFF2-40B4-BE49-F238E27FC236}">
                <a16:creationId xmlns:a16="http://schemas.microsoft.com/office/drawing/2014/main" id="{8D3E4293-4EFC-476E-A623-E79FC51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01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4" name="path-7352">
            <a:extLst xmlns:a="http://schemas.openxmlformats.org/drawingml/2006/main">
              <a:ext uri="{FF2B5EF4-FFF2-40B4-BE49-F238E27FC236}">
                <a16:creationId xmlns:a16="http://schemas.microsoft.com/office/drawing/2014/main" id="{82E0A507-3F05-4AC7-9B5D-1DE52BF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07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5" name="path-7353">
            <a:extLst xmlns:a="http://schemas.openxmlformats.org/drawingml/2006/main">
              <a:ext uri="{FF2B5EF4-FFF2-40B4-BE49-F238E27FC236}">
                <a16:creationId xmlns:a16="http://schemas.microsoft.com/office/drawing/2014/main" id="{34EA2DBE-5D01-49FA-88D9-2EB42911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14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6" name="path-7354">
            <a:extLst xmlns:a="http://schemas.openxmlformats.org/drawingml/2006/main">
              <a:ext uri="{FF2B5EF4-FFF2-40B4-BE49-F238E27FC236}">
                <a16:creationId xmlns:a16="http://schemas.microsoft.com/office/drawing/2014/main" id="{8CFA1D07-C5DB-4354-961E-365FC918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221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7" name="path-7355">
            <a:extLst xmlns:a="http://schemas.openxmlformats.org/drawingml/2006/main">
              <a:ext uri="{FF2B5EF4-FFF2-40B4-BE49-F238E27FC236}">
                <a16:creationId xmlns:a16="http://schemas.microsoft.com/office/drawing/2014/main" id="{09614B52-1A59-4179-8B59-44761E9F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28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8" name="path-7356">
            <a:extLst xmlns:a="http://schemas.openxmlformats.org/drawingml/2006/main">
              <a:ext uri="{FF2B5EF4-FFF2-40B4-BE49-F238E27FC236}">
                <a16:creationId xmlns:a16="http://schemas.microsoft.com/office/drawing/2014/main" id="{01F97EB5-19F8-49C8-8DBD-70394C2A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34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9" name="path-7357">
            <a:extLst xmlns:a="http://schemas.openxmlformats.org/drawingml/2006/main">
              <a:ext uri="{FF2B5EF4-FFF2-40B4-BE49-F238E27FC236}">
                <a16:creationId xmlns:a16="http://schemas.microsoft.com/office/drawing/2014/main" id="{D54922C9-8221-434C-AAB8-EBAB190A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42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0" name="path-7358">
            <a:extLst xmlns:a="http://schemas.openxmlformats.org/drawingml/2006/main">
              <a:ext uri="{FF2B5EF4-FFF2-40B4-BE49-F238E27FC236}">
                <a16:creationId xmlns:a16="http://schemas.microsoft.com/office/drawing/2014/main" id="{71810779-2A3A-4140-96AC-AC6FC0A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848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1" name="path-7359">
            <a:extLst xmlns:a="http://schemas.openxmlformats.org/drawingml/2006/main">
              <a:ext uri="{FF2B5EF4-FFF2-40B4-BE49-F238E27FC236}">
                <a16:creationId xmlns:a16="http://schemas.microsoft.com/office/drawing/2014/main" id="{5B070940-0601-43A3-9865-8B6C6CA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256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2" name="path-7360">
            <a:extLst xmlns:a="http://schemas.openxmlformats.org/drawingml/2006/main">
              <a:ext uri="{FF2B5EF4-FFF2-40B4-BE49-F238E27FC236}">
                <a16:creationId xmlns:a16="http://schemas.microsoft.com/office/drawing/2014/main" id="{C5422439-B4CA-44DB-A9C2-ED5409C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662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3" name="path-7361">
            <a:extLst xmlns:a="http://schemas.openxmlformats.org/drawingml/2006/main">
              <a:ext uri="{FF2B5EF4-FFF2-40B4-BE49-F238E27FC236}">
                <a16:creationId xmlns:a16="http://schemas.microsoft.com/office/drawing/2014/main" id="{CD46E0BD-7B05-44F6-9EF1-741D9ABA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070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4" name="path-7362">
            <a:extLst xmlns:a="http://schemas.openxmlformats.org/drawingml/2006/main">
              <a:ext uri="{FF2B5EF4-FFF2-40B4-BE49-F238E27FC236}">
                <a16:creationId xmlns:a16="http://schemas.microsoft.com/office/drawing/2014/main" id="{1FBCC2BF-178E-4D80-A891-881D6FE9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476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5" name="path-7363">
            <a:extLst xmlns:a="http://schemas.openxmlformats.org/drawingml/2006/main">
              <a:ext uri="{FF2B5EF4-FFF2-40B4-BE49-F238E27FC236}">
                <a16:creationId xmlns:a16="http://schemas.microsoft.com/office/drawing/2014/main" id="{A1248037-36CD-43A2-8426-A3C2CAC1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882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9" y="10789"/>
                </a:lnTo>
                <a:lnTo>
                  <a:pt x="68440" y="2895"/>
                </a:lnTo>
                <a:lnTo>
                  <a:pt x="54102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6" name="path-7364">
            <a:extLst xmlns:a="http://schemas.openxmlformats.org/drawingml/2006/main">
              <a:ext uri="{FF2B5EF4-FFF2-40B4-BE49-F238E27FC236}">
                <a16:creationId xmlns:a16="http://schemas.microsoft.com/office/drawing/2014/main" id="{158989B9-55D6-4CAF-848E-71FCB712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402" y="6115410"/>
            <a:ext cx="18418" cy="12892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7" name="path-7365">
            <a:extLst xmlns:a="http://schemas.openxmlformats.org/drawingml/2006/main">
              <a:ext uri="{FF2B5EF4-FFF2-40B4-BE49-F238E27FC236}">
                <a16:creationId xmlns:a16="http://schemas.microsoft.com/office/drawing/2014/main" id="{8A92DE48-0357-4038-9422-E575C5C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882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2" y="101297"/>
                </a:lnTo>
                <a:lnTo>
                  <a:pt x="68440" y="98402"/>
                </a:lnTo>
                <a:lnTo>
                  <a:pt x="80149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8" name="path-7366">
            <a:extLst xmlns:a="http://schemas.openxmlformats.org/drawingml/2006/main">
              <a:ext uri="{FF2B5EF4-FFF2-40B4-BE49-F238E27FC236}">
                <a16:creationId xmlns:a16="http://schemas.microsoft.com/office/drawing/2014/main" id="{52551CEE-2C8A-421A-B683-4FC5BA6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476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9" name="path-7367">
            <a:extLst xmlns:a="http://schemas.openxmlformats.org/drawingml/2006/main">
              <a:ext uri="{FF2B5EF4-FFF2-40B4-BE49-F238E27FC236}">
                <a16:creationId xmlns:a16="http://schemas.microsoft.com/office/drawing/2014/main" id="{BB64F5A8-C9D9-4F31-A663-07BD139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070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0" name="path-7368">
            <a:extLst xmlns:a="http://schemas.openxmlformats.org/drawingml/2006/main">
              <a:ext uri="{FF2B5EF4-FFF2-40B4-BE49-F238E27FC236}">
                <a16:creationId xmlns:a16="http://schemas.microsoft.com/office/drawing/2014/main" id="{5FDAD71C-3DFB-41C5-8AD9-6AF7F5C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662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1" name="path-7369">
            <a:extLst xmlns:a="http://schemas.openxmlformats.org/drawingml/2006/main">
              <a:ext uri="{FF2B5EF4-FFF2-40B4-BE49-F238E27FC236}">
                <a16:creationId xmlns:a16="http://schemas.microsoft.com/office/drawing/2014/main" id="{BE976F17-1E5F-4A69-82C1-ED584C8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256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2" name="path-7370">
            <a:extLst xmlns:a="http://schemas.openxmlformats.org/drawingml/2006/main">
              <a:ext uri="{FF2B5EF4-FFF2-40B4-BE49-F238E27FC236}">
                <a16:creationId xmlns:a16="http://schemas.microsoft.com/office/drawing/2014/main" id="{12D627B9-3150-4E7D-9FE2-3BC68450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848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3" name="path-7371">
            <a:extLst xmlns:a="http://schemas.openxmlformats.org/drawingml/2006/main">
              <a:ext uri="{FF2B5EF4-FFF2-40B4-BE49-F238E27FC236}">
                <a16:creationId xmlns:a16="http://schemas.microsoft.com/office/drawing/2014/main" id="{486CB53D-3684-4B52-8EFA-6F05649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42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4" name="path-7372">
            <a:extLst xmlns:a="http://schemas.openxmlformats.org/drawingml/2006/main">
              <a:ext uri="{FF2B5EF4-FFF2-40B4-BE49-F238E27FC236}">
                <a16:creationId xmlns:a16="http://schemas.microsoft.com/office/drawing/2014/main" id="{9D894754-9F0D-4D1A-AB1A-0DBD42F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34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5" name="path-7373">
            <a:extLst xmlns:a="http://schemas.openxmlformats.org/drawingml/2006/main">
              <a:ext uri="{FF2B5EF4-FFF2-40B4-BE49-F238E27FC236}">
                <a16:creationId xmlns:a16="http://schemas.microsoft.com/office/drawing/2014/main" id="{6ABD3A3B-2DAA-4F2F-B36E-3A6F7277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628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6" name="path-7374">
            <a:extLst xmlns:a="http://schemas.openxmlformats.org/drawingml/2006/main">
              <a:ext uri="{FF2B5EF4-FFF2-40B4-BE49-F238E27FC236}">
                <a16:creationId xmlns:a16="http://schemas.microsoft.com/office/drawing/2014/main" id="{093D0F0D-4DAF-4AA6-8E85-B33036EC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221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7" name="path-7375">
            <a:extLst xmlns:a="http://schemas.openxmlformats.org/drawingml/2006/main">
              <a:ext uri="{FF2B5EF4-FFF2-40B4-BE49-F238E27FC236}">
                <a16:creationId xmlns:a16="http://schemas.microsoft.com/office/drawing/2014/main" id="{9BE77B6D-0788-45FF-98BA-417C46C6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14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8" name="path-7376">
            <a:extLst xmlns:a="http://schemas.openxmlformats.org/drawingml/2006/main">
              <a:ext uri="{FF2B5EF4-FFF2-40B4-BE49-F238E27FC236}">
                <a16:creationId xmlns:a16="http://schemas.microsoft.com/office/drawing/2014/main" id="{15CBBE81-8AE3-448C-9777-F4175FD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07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9" name="path-7377">
            <a:extLst xmlns:a="http://schemas.openxmlformats.org/drawingml/2006/main">
              <a:ext uri="{FF2B5EF4-FFF2-40B4-BE49-F238E27FC236}">
                <a16:creationId xmlns:a16="http://schemas.microsoft.com/office/drawing/2014/main" id="{CBFAC7FF-0CDA-41D5-8D7C-94718E74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01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0" name="path-7378">
            <a:extLst xmlns:a="http://schemas.openxmlformats.org/drawingml/2006/main">
              <a:ext uri="{FF2B5EF4-FFF2-40B4-BE49-F238E27FC236}">
                <a16:creationId xmlns:a16="http://schemas.microsoft.com/office/drawing/2014/main" id="{FE205FA0-366F-4DEF-9067-A540821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94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1" name="path-7379">
            <a:extLst xmlns:a="http://schemas.openxmlformats.org/drawingml/2006/main">
              <a:ext uri="{FF2B5EF4-FFF2-40B4-BE49-F238E27FC236}">
                <a16:creationId xmlns:a16="http://schemas.microsoft.com/office/drawing/2014/main" id="{2629C030-A934-4DBB-AEDF-6E1040B6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87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2" name="path-7380">
            <a:extLst xmlns:a="http://schemas.openxmlformats.org/drawingml/2006/main">
              <a:ext uri="{FF2B5EF4-FFF2-40B4-BE49-F238E27FC236}">
                <a16:creationId xmlns:a16="http://schemas.microsoft.com/office/drawing/2014/main" id="{0A1ECC0D-6CD8-4F39-9C9C-40556D6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780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3" name="path-7381">
            <a:extLst xmlns:a="http://schemas.openxmlformats.org/drawingml/2006/main">
              <a:ext uri="{FF2B5EF4-FFF2-40B4-BE49-F238E27FC236}">
                <a16:creationId xmlns:a16="http://schemas.microsoft.com/office/drawing/2014/main" id="{F948143C-E50A-4898-A5A4-48ED7274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729" y="3797229"/>
            <a:ext cx="2963849" cy="242289"/>
          </a:xfrm>
          <a:custGeom xmlns:a="http://schemas.openxmlformats.org/drawingml/2006/main">
            <a:pathLst>
              <a:path w="2963849" h="242289">
                <a:moveTo>
                  <a:pt x="45621" y="242289"/>
                </a:moveTo>
                <a:lnTo>
                  <a:pt x="61342" y="44084"/>
                </a:lnTo>
                <a:cubicBezTo>
                  <a:pt x="61797" y="38274"/>
                  <a:pt x="62024" y="33490"/>
                  <a:pt x="62024" y="29731"/>
                </a:cubicBezTo>
                <a:cubicBezTo>
                  <a:pt x="62024" y="23694"/>
                  <a:pt x="60601" y="19251"/>
                  <a:pt x="57753" y="16403"/>
                </a:cubicBezTo>
                <a:cubicBezTo>
                  <a:pt x="55020" y="13555"/>
                  <a:pt x="50121" y="11961"/>
                  <a:pt x="43058" y="11619"/>
                </a:cubicBezTo>
                <a:lnTo>
                  <a:pt x="45621" y="5297"/>
                </a:lnTo>
                <a:lnTo>
                  <a:pt x="139257" y="5297"/>
                </a:lnTo>
                <a:lnTo>
                  <a:pt x="137377" y="11619"/>
                </a:lnTo>
                <a:lnTo>
                  <a:pt x="132763" y="11619"/>
                </a:lnTo>
                <a:cubicBezTo>
                  <a:pt x="126613" y="11619"/>
                  <a:pt x="121600" y="13669"/>
                  <a:pt x="117728" y="17770"/>
                </a:cubicBezTo>
                <a:cubicBezTo>
                  <a:pt x="113968" y="21757"/>
                  <a:pt x="111689" y="29275"/>
                  <a:pt x="110892" y="40325"/>
                </a:cubicBezTo>
                <a:lnTo>
                  <a:pt x="101837" y="157881"/>
                </a:lnTo>
                <a:lnTo>
                  <a:pt x="171721" y="62367"/>
                </a:lnTo>
                <a:lnTo>
                  <a:pt x="173430" y="40325"/>
                </a:lnTo>
                <a:cubicBezTo>
                  <a:pt x="173885" y="35768"/>
                  <a:pt x="174113" y="32123"/>
                  <a:pt x="174113" y="29389"/>
                </a:cubicBezTo>
                <a:cubicBezTo>
                  <a:pt x="174113" y="23808"/>
                  <a:pt x="172576" y="19536"/>
                  <a:pt x="169499" y="16574"/>
                </a:cubicBezTo>
                <a:cubicBezTo>
                  <a:pt x="166538" y="13613"/>
                  <a:pt x="161583" y="11961"/>
                  <a:pt x="154634" y="11619"/>
                </a:cubicBezTo>
                <a:lnTo>
                  <a:pt x="156343" y="5297"/>
                </a:lnTo>
                <a:lnTo>
                  <a:pt x="250661" y="5297"/>
                </a:lnTo>
                <a:lnTo>
                  <a:pt x="248782" y="11619"/>
                </a:lnTo>
                <a:cubicBezTo>
                  <a:pt x="240467" y="11619"/>
                  <a:pt x="234315" y="13669"/>
                  <a:pt x="230328" y="17770"/>
                </a:cubicBezTo>
                <a:cubicBezTo>
                  <a:pt x="226342" y="21757"/>
                  <a:pt x="223892" y="29275"/>
                  <a:pt x="222980" y="40325"/>
                </a:cubicBezTo>
                <a:lnTo>
                  <a:pt x="214095" y="157881"/>
                </a:lnTo>
                <a:lnTo>
                  <a:pt x="281417" y="65271"/>
                </a:lnTo>
                <a:cubicBezTo>
                  <a:pt x="292922" y="49438"/>
                  <a:pt x="300041" y="38673"/>
                  <a:pt x="302776" y="32977"/>
                </a:cubicBezTo>
                <a:cubicBezTo>
                  <a:pt x="304712" y="29104"/>
                  <a:pt x="305681" y="25801"/>
                  <a:pt x="305681" y="23067"/>
                </a:cubicBezTo>
                <a:cubicBezTo>
                  <a:pt x="305681" y="20447"/>
                  <a:pt x="304370" y="18112"/>
                  <a:pt x="301750" y="16062"/>
                </a:cubicBezTo>
                <a:cubicBezTo>
                  <a:pt x="299244" y="13897"/>
                  <a:pt x="294346" y="12416"/>
                  <a:pt x="287055" y="11619"/>
                </a:cubicBezTo>
                <a:lnTo>
                  <a:pt x="288765" y="5297"/>
                </a:lnTo>
                <a:lnTo>
                  <a:pt x="350618" y="5297"/>
                </a:lnTo>
                <a:lnTo>
                  <a:pt x="349081" y="11619"/>
                </a:lnTo>
                <a:cubicBezTo>
                  <a:pt x="343499" y="12644"/>
                  <a:pt x="338885" y="14581"/>
                  <a:pt x="335240" y="17428"/>
                </a:cubicBezTo>
                <a:cubicBezTo>
                  <a:pt x="330114" y="21416"/>
                  <a:pt x="323450" y="29047"/>
                  <a:pt x="315248" y="40325"/>
                </a:cubicBezTo>
                <a:lnTo>
                  <a:pt x="168133" y="242289"/>
                </a:lnTo>
                <a:lnTo>
                  <a:pt x="158051" y="242289"/>
                </a:lnTo>
                <a:lnTo>
                  <a:pt x="169841" y="85946"/>
                </a:lnTo>
                <a:lnTo>
                  <a:pt x="55874" y="242289"/>
                </a:lnTo>
                <a:lnTo>
                  <a:pt x="45621" y="242289"/>
                </a:lnTo>
                <a:moveTo>
                  <a:pt x="340024" y="172917"/>
                </a:moveTo>
                <a:cubicBezTo>
                  <a:pt x="338999" y="180321"/>
                  <a:pt x="338487" y="186416"/>
                  <a:pt x="338487" y="191200"/>
                </a:cubicBezTo>
                <a:cubicBezTo>
                  <a:pt x="338487" y="199743"/>
                  <a:pt x="340936" y="206578"/>
                  <a:pt x="345834" y="211704"/>
                </a:cubicBezTo>
                <a:cubicBezTo>
                  <a:pt x="350846" y="216830"/>
                  <a:pt x="357509" y="219393"/>
                  <a:pt x="365826" y="219393"/>
                </a:cubicBezTo>
                <a:cubicBezTo>
                  <a:pt x="373799" y="219393"/>
                  <a:pt x="381773" y="217456"/>
                  <a:pt x="389746" y="213583"/>
                </a:cubicBezTo>
                <a:cubicBezTo>
                  <a:pt x="397834" y="209710"/>
                  <a:pt x="407175" y="202933"/>
                  <a:pt x="417769" y="193250"/>
                </a:cubicBezTo>
                <a:lnTo>
                  <a:pt x="422895" y="197864"/>
                </a:lnTo>
                <a:cubicBezTo>
                  <a:pt x="409795" y="213697"/>
                  <a:pt x="397037" y="224974"/>
                  <a:pt x="384620" y="231695"/>
                </a:cubicBezTo>
                <a:cubicBezTo>
                  <a:pt x="372204" y="238416"/>
                  <a:pt x="358478" y="241776"/>
                  <a:pt x="343441" y="241776"/>
                </a:cubicBezTo>
                <a:cubicBezTo>
                  <a:pt x="324419" y="241776"/>
                  <a:pt x="311262" y="237220"/>
                  <a:pt x="303972" y="228107"/>
                </a:cubicBezTo>
                <a:cubicBezTo>
                  <a:pt x="296681" y="218994"/>
                  <a:pt x="293036" y="208457"/>
                  <a:pt x="293036" y="196497"/>
                </a:cubicBezTo>
                <a:cubicBezTo>
                  <a:pt x="293036" y="177815"/>
                  <a:pt x="298447" y="159134"/>
                  <a:pt x="309268" y="140452"/>
                </a:cubicBezTo>
                <a:cubicBezTo>
                  <a:pt x="320204" y="121771"/>
                  <a:pt x="335013" y="106792"/>
                  <a:pt x="353694" y="95514"/>
                </a:cubicBezTo>
                <a:cubicBezTo>
                  <a:pt x="372489" y="84238"/>
                  <a:pt x="391342" y="78599"/>
                  <a:pt x="410251" y="78599"/>
                </a:cubicBezTo>
                <a:cubicBezTo>
                  <a:pt x="419819" y="78599"/>
                  <a:pt x="427053" y="80877"/>
                  <a:pt x="431951" y="85433"/>
                </a:cubicBezTo>
                <a:cubicBezTo>
                  <a:pt x="436848" y="89990"/>
                  <a:pt x="439298" y="95743"/>
                  <a:pt x="439298" y="102691"/>
                </a:cubicBezTo>
                <a:cubicBezTo>
                  <a:pt x="439298" y="111006"/>
                  <a:pt x="436905" y="119094"/>
                  <a:pt x="432121" y="126954"/>
                </a:cubicBezTo>
                <a:cubicBezTo>
                  <a:pt x="425515" y="137662"/>
                  <a:pt x="417199" y="146319"/>
                  <a:pt x="407175" y="152926"/>
                </a:cubicBezTo>
                <a:cubicBezTo>
                  <a:pt x="397151" y="159418"/>
                  <a:pt x="385931" y="164374"/>
                  <a:pt x="373514" y="167791"/>
                </a:cubicBezTo>
                <a:cubicBezTo>
                  <a:pt x="365199" y="170069"/>
                  <a:pt x="354036" y="171778"/>
                  <a:pt x="340024" y="172917"/>
                </a:cubicBezTo>
                <a:moveTo>
                  <a:pt x="341562" y="164032"/>
                </a:moveTo>
                <a:cubicBezTo>
                  <a:pt x="351586" y="162551"/>
                  <a:pt x="359332" y="160558"/>
                  <a:pt x="364800" y="158052"/>
                </a:cubicBezTo>
                <a:cubicBezTo>
                  <a:pt x="370382" y="155432"/>
                  <a:pt x="375793" y="151331"/>
                  <a:pt x="381033" y="145749"/>
                </a:cubicBezTo>
                <a:cubicBezTo>
                  <a:pt x="386386" y="140054"/>
                  <a:pt x="391000" y="132934"/>
                  <a:pt x="394872" y="124391"/>
                </a:cubicBezTo>
                <a:cubicBezTo>
                  <a:pt x="398745" y="115734"/>
                  <a:pt x="400682" y="107646"/>
                  <a:pt x="400682" y="100128"/>
                </a:cubicBezTo>
                <a:cubicBezTo>
                  <a:pt x="400682" y="96938"/>
                  <a:pt x="399770" y="94433"/>
                  <a:pt x="397948" y="92610"/>
                </a:cubicBezTo>
                <a:cubicBezTo>
                  <a:pt x="396240" y="90787"/>
                  <a:pt x="394019" y="89876"/>
                  <a:pt x="391284" y="89876"/>
                </a:cubicBezTo>
                <a:cubicBezTo>
                  <a:pt x="385817" y="89876"/>
                  <a:pt x="379665" y="93692"/>
                  <a:pt x="372831" y="101324"/>
                </a:cubicBezTo>
                <a:cubicBezTo>
                  <a:pt x="360301" y="115221"/>
                  <a:pt x="349878" y="136123"/>
                  <a:pt x="341562" y="164032"/>
                </a:cubicBezTo>
                <a:moveTo>
                  <a:pt x="608456" y="80991"/>
                </a:moveTo>
                <a:lnTo>
                  <a:pt x="575308" y="194617"/>
                </a:lnTo>
                <a:lnTo>
                  <a:pt x="571890" y="208457"/>
                </a:lnTo>
                <a:cubicBezTo>
                  <a:pt x="571548" y="210166"/>
                  <a:pt x="571378" y="211419"/>
                  <a:pt x="571378" y="212216"/>
                </a:cubicBezTo>
                <a:cubicBezTo>
                  <a:pt x="571378" y="213583"/>
                  <a:pt x="571833" y="214779"/>
                  <a:pt x="572745" y="215804"/>
                </a:cubicBezTo>
                <a:cubicBezTo>
                  <a:pt x="573769" y="216830"/>
                  <a:pt x="574795" y="217343"/>
                  <a:pt x="575820" y="217343"/>
                </a:cubicBezTo>
                <a:cubicBezTo>
                  <a:pt x="578212" y="217343"/>
                  <a:pt x="581515" y="215520"/>
                  <a:pt x="585731" y="211875"/>
                </a:cubicBezTo>
                <a:cubicBezTo>
                  <a:pt x="587439" y="210394"/>
                  <a:pt x="591539" y="205154"/>
                  <a:pt x="598033" y="196155"/>
                </a:cubicBezTo>
                <a:lnTo>
                  <a:pt x="604013" y="199231"/>
                </a:lnTo>
                <a:cubicBezTo>
                  <a:pt x="595925" y="214039"/>
                  <a:pt x="587268" y="224860"/>
                  <a:pt x="578041" y="231695"/>
                </a:cubicBezTo>
                <a:cubicBezTo>
                  <a:pt x="568928" y="238416"/>
                  <a:pt x="559075" y="241776"/>
                  <a:pt x="548481" y="241776"/>
                </a:cubicBezTo>
                <a:cubicBezTo>
                  <a:pt x="541989" y="241776"/>
                  <a:pt x="537033" y="240124"/>
                  <a:pt x="533616" y="236821"/>
                </a:cubicBezTo>
                <a:cubicBezTo>
                  <a:pt x="530199" y="233404"/>
                  <a:pt x="528490" y="229132"/>
                  <a:pt x="528490" y="224006"/>
                </a:cubicBezTo>
                <a:cubicBezTo>
                  <a:pt x="528490" y="219564"/>
                  <a:pt x="530312" y="211305"/>
                  <a:pt x="533958" y="199231"/>
                </a:cubicBezTo>
                <a:lnTo>
                  <a:pt x="538058" y="185390"/>
                </a:lnTo>
                <a:cubicBezTo>
                  <a:pt x="524845" y="208058"/>
                  <a:pt x="512144" y="224120"/>
                  <a:pt x="499955" y="233575"/>
                </a:cubicBezTo>
                <a:cubicBezTo>
                  <a:pt x="492892" y="239043"/>
                  <a:pt x="485375" y="241776"/>
                  <a:pt x="477401" y="241776"/>
                </a:cubicBezTo>
                <a:cubicBezTo>
                  <a:pt x="466921" y="241776"/>
                  <a:pt x="459346" y="237504"/>
                  <a:pt x="454675" y="228961"/>
                </a:cubicBezTo>
                <a:cubicBezTo>
                  <a:pt x="450006" y="220304"/>
                  <a:pt x="447670" y="210565"/>
                  <a:pt x="447670" y="199743"/>
                </a:cubicBezTo>
                <a:cubicBezTo>
                  <a:pt x="447670" y="183682"/>
                  <a:pt x="452569" y="165285"/>
                  <a:pt x="462365" y="144553"/>
                </a:cubicBezTo>
                <a:cubicBezTo>
                  <a:pt x="472161" y="123708"/>
                  <a:pt x="485033" y="106962"/>
                  <a:pt x="500980" y="94318"/>
                </a:cubicBezTo>
                <a:cubicBezTo>
                  <a:pt x="514081" y="83838"/>
                  <a:pt x="526383" y="78599"/>
                  <a:pt x="537888" y="78599"/>
                </a:cubicBezTo>
                <a:cubicBezTo>
                  <a:pt x="544267" y="78599"/>
                  <a:pt x="549393" y="80478"/>
                  <a:pt x="553265" y="84238"/>
                </a:cubicBezTo>
                <a:cubicBezTo>
                  <a:pt x="557139" y="87882"/>
                  <a:pt x="559986" y="94603"/>
                  <a:pt x="561809" y="104399"/>
                </a:cubicBezTo>
                <a:lnTo>
                  <a:pt x="567960" y="83383"/>
                </a:lnTo>
                <a:lnTo>
                  <a:pt x="608456" y="80991"/>
                </a:lnTo>
                <a:moveTo>
                  <a:pt x="553779" y="113455"/>
                </a:moveTo>
                <a:cubicBezTo>
                  <a:pt x="553779" y="104228"/>
                  <a:pt x="552355" y="97565"/>
                  <a:pt x="549507" y="93464"/>
                </a:cubicBezTo>
                <a:cubicBezTo>
                  <a:pt x="547457" y="90616"/>
                  <a:pt x="544665" y="89192"/>
                  <a:pt x="541134" y="89192"/>
                </a:cubicBezTo>
                <a:cubicBezTo>
                  <a:pt x="537603" y="89192"/>
                  <a:pt x="533958" y="90901"/>
                  <a:pt x="530199" y="94318"/>
                </a:cubicBezTo>
                <a:cubicBezTo>
                  <a:pt x="522566" y="101381"/>
                  <a:pt x="514308" y="115734"/>
                  <a:pt x="505423" y="137377"/>
                </a:cubicBezTo>
                <a:cubicBezTo>
                  <a:pt x="496651" y="158906"/>
                  <a:pt x="492267" y="177531"/>
                  <a:pt x="492267" y="193250"/>
                </a:cubicBezTo>
                <a:cubicBezTo>
                  <a:pt x="492267" y="199287"/>
                  <a:pt x="493234" y="203673"/>
                  <a:pt x="495171" y="206407"/>
                </a:cubicBezTo>
                <a:cubicBezTo>
                  <a:pt x="497221" y="209027"/>
                  <a:pt x="499443" y="210337"/>
                  <a:pt x="501834" y="210337"/>
                </a:cubicBezTo>
                <a:cubicBezTo>
                  <a:pt x="506961" y="210337"/>
                  <a:pt x="512144" y="207375"/>
                  <a:pt x="517383" y="201452"/>
                </a:cubicBezTo>
                <a:cubicBezTo>
                  <a:pt x="524902" y="193022"/>
                  <a:pt x="531680" y="182713"/>
                  <a:pt x="537717" y="170525"/>
                </a:cubicBezTo>
                <a:cubicBezTo>
                  <a:pt x="548424" y="149110"/>
                  <a:pt x="553779" y="130087"/>
                  <a:pt x="553779" y="113455"/>
                </a:cubicBezTo>
                <a:moveTo>
                  <a:pt x="729771" y="0"/>
                </a:moveTo>
                <a:lnTo>
                  <a:pt x="682612" y="161640"/>
                </a:lnTo>
                <a:lnTo>
                  <a:pt x="721741" y="125416"/>
                </a:lnTo>
                <a:lnTo>
                  <a:pt x="734726" y="113797"/>
                </a:lnTo>
                <a:cubicBezTo>
                  <a:pt x="738485" y="109924"/>
                  <a:pt x="741105" y="106621"/>
                  <a:pt x="742586" y="103887"/>
                </a:cubicBezTo>
                <a:cubicBezTo>
                  <a:pt x="743497" y="102178"/>
                  <a:pt x="743952" y="100584"/>
                  <a:pt x="743952" y="99103"/>
                </a:cubicBezTo>
                <a:cubicBezTo>
                  <a:pt x="743952" y="96711"/>
                  <a:pt x="742813" y="94717"/>
                  <a:pt x="740535" y="93123"/>
                </a:cubicBezTo>
                <a:cubicBezTo>
                  <a:pt x="738257" y="91528"/>
                  <a:pt x="732732" y="90445"/>
                  <a:pt x="723962" y="89876"/>
                </a:cubicBezTo>
                <a:lnTo>
                  <a:pt x="725841" y="83383"/>
                </a:lnTo>
                <a:lnTo>
                  <a:pt x="795383" y="83383"/>
                </a:lnTo>
                <a:lnTo>
                  <a:pt x="793675" y="89876"/>
                </a:lnTo>
                <a:cubicBezTo>
                  <a:pt x="785473" y="91812"/>
                  <a:pt x="778809" y="94033"/>
                  <a:pt x="773684" y="96540"/>
                </a:cubicBezTo>
                <a:cubicBezTo>
                  <a:pt x="769697" y="98476"/>
                  <a:pt x="764799" y="101666"/>
                  <a:pt x="758989" y="106108"/>
                </a:cubicBezTo>
                <a:cubicBezTo>
                  <a:pt x="750332" y="112829"/>
                  <a:pt x="744124" y="118012"/>
                  <a:pt x="740365" y="121657"/>
                </a:cubicBezTo>
                <a:lnTo>
                  <a:pt x="732847" y="128662"/>
                </a:lnTo>
                <a:lnTo>
                  <a:pt x="743270" y="175822"/>
                </a:lnTo>
                <a:cubicBezTo>
                  <a:pt x="747256" y="194048"/>
                  <a:pt x="750217" y="204584"/>
                  <a:pt x="752155" y="207432"/>
                </a:cubicBezTo>
                <a:cubicBezTo>
                  <a:pt x="753407" y="209141"/>
                  <a:pt x="754888" y="209995"/>
                  <a:pt x="756597" y="209995"/>
                </a:cubicBezTo>
                <a:cubicBezTo>
                  <a:pt x="760583" y="209995"/>
                  <a:pt x="765311" y="205325"/>
                  <a:pt x="770779" y="195984"/>
                </a:cubicBezTo>
                <a:cubicBezTo>
                  <a:pt x="771576" y="194731"/>
                  <a:pt x="772658" y="192965"/>
                  <a:pt x="774026" y="190687"/>
                </a:cubicBezTo>
                <a:lnTo>
                  <a:pt x="780348" y="194617"/>
                </a:lnTo>
                <a:cubicBezTo>
                  <a:pt x="771804" y="210565"/>
                  <a:pt x="762179" y="222696"/>
                  <a:pt x="751471" y="231011"/>
                </a:cubicBezTo>
                <a:cubicBezTo>
                  <a:pt x="744294" y="236593"/>
                  <a:pt x="737802" y="239384"/>
                  <a:pt x="731992" y="239384"/>
                </a:cubicBezTo>
                <a:cubicBezTo>
                  <a:pt x="726183" y="239384"/>
                  <a:pt x="721341" y="237333"/>
                  <a:pt x="717468" y="233233"/>
                </a:cubicBezTo>
                <a:cubicBezTo>
                  <a:pt x="713596" y="229018"/>
                  <a:pt x="709722" y="218083"/>
                  <a:pt x="705850" y="200426"/>
                </a:cubicBezTo>
                <a:lnTo>
                  <a:pt x="697307" y="161640"/>
                </a:lnTo>
                <a:lnTo>
                  <a:pt x="678511" y="178384"/>
                </a:lnTo>
                <a:lnTo>
                  <a:pt x="661424" y="236992"/>
                </a:lnTo>
                <a:lnTo>
                  <a:pt x="617853" y="236992"/>
                </a:lnTo>
                <a:lnTo>
                  <a:pt x="674580" y="44084"/>
                </a:lnTo>
                <a:cubicBezTo>
                  <a:pt x="676973" y="35882"/>
                  <a:pt x="678169" y="30357"/>
                  <a:pt x="678169" y="27510"/>
                </a:cubicBezTo>
                <a:cubicBezTo>
                  <a:pt x="678169" y="24890"/>
                  <a:pt x="677599" y="22782"/>
                  <a:pt x="676460" y="21188"/>
                </a:cubicBezTo>
                <a:cubicBezTo>
                  <a:pt x="675321" y="19479"/>
                  <a:pt x="673727" y="18226"/>
                  <a:pt x="671677" y="17428"/>
                </a:cubicBezTo>
                <a:cubicBezTo>
                  <a:pt x="669739" y="16631"/>
                  <a:pt x="665810" y="16233"/>
                  <a:pt x="659887" y="16233"/>
                </a:cubicBezTo>
                <a:lnTo>
                  <a:pt x="661424" y="9911"/>
                </a:lnTo>
                <a:lnTo>
                  <a:pt x="719519" y="0"/>
                </a:lnTo>
                <a:lnTo>
                  <a:pt x="729771" y="0"/>
                </a:lnTo>
                <a:moveTo>
                  <a:pt x="926609" y="11619"/>
                </a:moveTo>
                <a:lnTo>
                  <a:pt x="928488" y="5297"/>
                </a:lnTo>
                <a:lnTo>
                  <a:pt x="1041602" y="5297"/>
                </a:lnTo>
                <a:lnTo>
                  <a:pt x="1039381" y="11619"/>
                </a:lnTo>
                <a:cubicBezTo>
                  <a:pt x="1029128" y="11619"/>
                  <a:pt x="1021269" y="13897"/>
                  <a:pt x="1015802" y="18454"/>
                </a:cubicBezTo>
                <a:cubicBezTo>
                  <a:pt x="1010447" y="23010"/>
                  <a:pt x="1005720" y="32522"/>
                  <a:pt x="1001619" y="46989"/>
                </a:cubicBezTo>
                <a:lnTo>
                  <a:pt x="959244" y="195301"/>
                </a:lnTo>
                <a:cubicBezTo>
                  <a:pt x="956169" y="205780"/>
                  <a:pt x="954631" y="212786"/>
                  <a:pt x="954631" y="216317"/>
                </a:cubicBezTo>
                <a:cubicBezTo>
                  <a:pt x="954631" y="220418"/>
                  <a:pt x="956226" y="223607"/>
                  <a:pt x="959415" y="225886"/>
                </a:cubicBezTo>
                <a:cubicBezTo>
                  <a:pt x="963517" y="228848"/>
                  <a:pt x="971261" y="230442"/>
                  <a:pt x="982653" y="230670"/>
                </a:cubicBezTo>
                <a:lnTo>
                  <a:pt x="980945" y="236992"/>
                </a:lnTo>
                <a:lnTo>
                  <a:pt x="865951" y="236992"/>
                </a:lnTo>
                <a:lnTo>
                  <a:pt x="867831" y="230670"/>
                </a:lnTo>
                <a:cubicBezTo>
                  <a:pt x="879336" y="230670"/>
                  <a:pt x="887765" y="228506"/>
                  <a:pt x="893119" y="224177"/>
                </a:cubicBezTo>
                <a:cubicBezTo>
                  <a:pt x="898473" y="219734"/>
                  <a:pt x="903314" y="210109"/>
                  <a:pt x="907643" y="195301"/>
                </a:cubicBezTo>
                <a:lnTo>
                  <a:pt x="950359" y="46989"/>
                </a:lnTo>
                <a:cubicBezTo>
                  <a:pt x="952979" y="37876"/>
                  <a:pt x="954290" y="30984"/>
                  <a:pt x="954290" y="26313"/>
                </a:cubicBezTo>
                <a:cubicBezTo>
                  <a:pt x="954290" y="22099"/>
                  <a:pt x="952694" y="18796"/>
                  <a:pt x="949505" y="16403"/>
                </a:cubicBezTo>
                <a:cubicBezTo>
                  <a:pt x="946315" y="14011"/>
                  <a:pt x="938684" y="12416"/>
                  <a:pt x="926609" y="11619"/>
                </a:cubicBezTo>
                <a:moveTo>
                  <a:pt x="1108069" y="78599"/>
                </a:moveTo>
                <a:lnTo>
                  <a:pt x="1086881" y="151901"/>
                </a:lnTo>
                <a:cubicBezTo>
                  <a:pt x="1101121" y="130485"/>
                  <a:pt x="1111772" y="115848"/>
                  <a:pt x="1118833" y="107988"/>
                </a:cubicBezTo>
                <a:cubicBezTo>
                  <a:pt x="1129199" y="96596"/>
                  <a:pt x="1138141" y="88851"/>
                  <a:pt x="1145660" y="84750"/>
                </a:cubicBezTo>
                <a:cubicBezTo>
                  <a:pt x="1153178" y="80649"/>
                  <a:pt x="1160240" y="78599"/>
                  <a:pt x="1166847" y="78599"/>
                </a:cubicBezTo>
                <a:cubicBezTo>
                  <a:pt x="1172771" y="78599"/>
                  <a:pt x="1177840" y="80820"/>
                  <a:pt x="1182054" y="85262"/>
                </a:cubicBezTo>
                <a:cubicBezTo>
                  <a:pt x="1186269" y="89591"/>
                  <a:pt x="1188376" y="95287"/>
                  <a:pt x="1188376" y="102349"/>
                </a:cubicBezTo>
                <a:cubicBezTo>
                  <a:pt x="1188376" y="108728"/>
                  <a:pt x="1187009" y="116474"/>
                  <a:pt x="1184276" y="125587"/>
                </a:cubicBezTo>
                <a:lnTo>
                  <a:pt x="1162405" y="198547"/>
                </a:lnTo>
                <a:cubicBezTo>
                  <a:pt x="1160582" y="204926"/>
                  <a:pt x="1159671" y="209084"/>
                  <a:pt x="1159671" y="211020"/>
                </a:cubicBezTo>
                <a:cubicBezTo>
                  <a:pt x="1159671" y="212160"/>
                  <a:pt x="1160070" y="213184"/>
                  <a:pt x="1160867" y="214096"/>
                </a:cubicBezTo>
                <a:cubicBezTo>
                  <a:pt x="1161778" y="215007"/>
                  <a:pt x="1162690" y="215463"/>
                  <a:pt x="1163600" y="215463"/>
                </a:cubicBezTo>
                <a:cubicBezTo>
                  <a:pt x="1164740" y="215463"/>
                  <a:pt x="1165937" y="215007"/>
                  <a:pt x="1167189" y="214096"/>
                </a:cubicBezTo>
                <a:cubicBezTo>
                  <a:pt x="1171176" y="210792"/>
                  <a:pt x="1175219" y="206122"/>
                  <a:pt x="1179321" y="200085"/>
                </a:cubicBezTo>
                <a:cubicBezTo>
                  <a:pt x="1180345" y="198490"/>
                  <a:pt x="1181998" y="196098"/>
                  <a:pt x="1184276" y="192909"/>
                </a:cubicBezTo>
                <a:lnTo>
                  <a:pt x="1190768" y="196838"/>
                </a:lnTo>
                <a:cubicBezTo>
                  <a:pt x="1174023" y="224974"/>
                  <a:pt x="1156425" y="239043"/>
                  <a:pt x="1137971" y="239043"/>
                </a:cubicBezTo>
                <a:cubicBezTo>
                  <a:pt x="1130908" y="239043"/>
                  <a:pt x="1125383" y="237220"/>
                  <a:pt x="1121396" y="233575"/>
                </a:cubicBezTo>
                <a:cubicBezTo>
                  <a:pt x="1117410" y="229929"/>
                  <a:pt x="1115416" y="225373"/>
                  <a:pt x="1115416" y="219905"/>
                </a:cubicBezTo>
                <a:cubicBezTo>
                  <a:pt x="1115416" y="215121"/>
                  <a:pt x="1116783" y="208001"/>
                  <a:pt x="1119517" y="198547"/>
                </a:cubicBezTo>
                <a:lnTo>
                  <a:pt x="1140876" y="125587"/>
                </a:lnTo>
                <a:cubicBezTo>
                  <a:pt x="1142356" y="120803"/>
                  <a:pt x="1143097" y="117272"/>
                  <a:pt x="1143097" y="114994"/>
                </a:cubicBezTo>
                <a:cubicBezTo>
                  <a:pt x="1143097" y="113740"/>
                  <a:pt x="1142584" y="112658"/>
                  <a:pt x="1141559" y="111747"/>
                </a:cubicBezTo>
                <a:cubicBezTo>
                  <a:pt x="1140534" y="110721"/>
                  <a:pt x="1139338" y="110209"/>
                  <a:pt x="1137971" y="110209"/>
                </a:cubicBezTo>
                <a:cubicBezTo>
                  <a:pt x="1133642" y="110209"/>
                  <a:pt x="1128402" y="113171"/>
                  <a:pt x="1122251" y="119094"/>
                </a:cubicBezTo>
                <a:cubicBezTo>
                  <a:pt x="1106531" y="134130"/>
                  <a:pt x="1091324" y="156514"/>
                  <a:pt x="1076630" y="186245"/>
                </a:cubicBezTo>
                <a:lnTo>
                  <a:pt x="1062619" y="236992"/>
                </a:lnTo>
                <a:lnTo>
                  <a:pt x="1019047" y="236992"/>
                </a:lnTo>
                <a:lnTo>
                  <a:pt x="1051000" y="127296"/>
                </a:lnTo>
                <a:cubicBezTo>
                  <a:pt x="1054076" y="116474"/>
                  <a:pt x="1055613" y="108785"/>
                  <a:pt x="1055613" y="104228"/>
                </a:cubicBezTo>
                <a:cubicBezTo>
                  <a:pt x="1055613" y="102292"/>
                  <a:pt x="1055158" y="100697"/>
                  <a:pt x="1054246" y="99445"/>
                </a:cubicBezTo>
                <a:cubicBezTo>
                  <a:pt x="1053335" y="98077"/>
                  <a:pt x="1051854" y="97052"/>
                  <a:pt x="1049803" y="96369"/>
                </a:cubicBezTo>
                <a:cubicBezTo>
                  <a:pt x="1047754" y="95572"/>
                  <a:pt x="1043880" y="95173"/>
                  <a:pt x="1038185" y="95173"/>
                </a:cubicBezTo>
                <a:lnTo>
                  <a:pt x="1040064" y="88680"/>
                </a:lnTo>
                <a:lnTo>
                  <a:pt x="1097646" y="78599"/>
                </a:lnTo>
                <a:lnTo>
                  <a:pt x="1108069" y="78599"/>
                </a:lnTo>
                <a:moveTo>
                  <a:pt x="1400250" y="0"/>
                </a:moveTo>
                <a:lnTo>
                  <a:pt x="1344720" y="191200"/>
                </a:lnTo>
                <a:cubicBezTo>
                  <a:pt x="1341188" y="203160"/>
                  <a:pt x="1339422" y="210394"/>
                  <a:pt x="1339422" y="212900"/>
                </a:cubicBezTo>
                <a:cubicBezTo>
                  <a:pt x="1339422" y="214153"/>
                  <a:pt x="1339878" y="215235"/>
                  <a:pt x="1340789" y="216146"/>
                </a:cubicBezTo>
                <a:cubicBezTo>
                  <a:pt x="1341701" y="217058"/>
                  <a:pt x="1342669" y="217513"/>
                  <a:pt x="1343694" y="217513"/>
                </a:cubicBezTo>
                <a:cubicBezTo>
                  <a:pt x="1345630" y="217513"/>
                  <a:pt x="1347852" y="216545"/>
                  <a:pt x="1350358" y="214609"/>
                </a:cubicBezTo>
                <a:cubicBezTo>
                  <a:pt x="1354572" y="211419"/>
                  <a:pt x="1359698" y="205382"/>
                  <a:pt x="1365735" y="196497"/>
                </a:cubicBezTo>
                <a:lnTo>
                  <a:pt x="1371887" y="199743"/>
                </a:lnTo>
                <a:cubicBezTo>
                  <a:pt x="1355826" y="227765"/>
                  <a:pt x="1338169" y="241776"/>
                  <a:pt x="1318918" y="241776"/>
                </a:cubicBezTo>
                <a:cubicBezTo>
                  <a:pt x="1312084" y="241776"/>
                  <a:pt x="1306786" y="240011"/>
                  <a:pt x="1303028" y="236479"/>
                </a:cubicBezTo>
                <a:cubicBezTo>
                  <a:pt x="1299382" y="232834"/>
                  <a:pt x="1297559" y="228221"/>
                  <a:pt x="1297559" y="222639"/>
                </a:cubicBezTo>
                <a:cubicBezTo>
                  <a:pt x="1297559" y="217285"/>
                  <a:pt x="1299040" y="209653"/>
                  <a:pt x="1302002" y="199743"/>
                </a:cubicBezTo>
                <a:lnTo>
                  <a:pt x="1307128" y="182315"/>
                </a:lnTo>
                <a:cubicBezTo>
                  <a:pt x="1292890" y="207489"/>
                  <a:pt x="1280530" y="224234"/>
                  <a:pt x="1270050" y="232550"/>
                </a:cubicBezTo>
                <a:cubicBezTo>
                  <a:pt x="1262077" y="238701"/>
                  <a:pt x="1254331" y="241776"/>
                  <a:pt x="1246813" y="241776"/>
                </a:cubicBezTo>
                <a:cubicBezTo>
                  <a:pt x="1238269" y="241776"/>
                  <a:pt x="1231036" y="238302"/>
                  <a:pt x="1225113" y="231353"/>
                </a:cubicBezTo>
                <a:cubicBezTo>
                  <a:pt x="1219303" y="224405"/>
                  <a:pt x="1216399" y="214267"/>
                  <a:pt x="1216399" y="200939"/>
                </a:cubicBezTo>
                <a:cubicBezTo>
                  <a:pt x="1216399" y="183967"/>
                  <a:pt x="1220158" y="167221"/>
                  <a:pt x="1227676" y="150704"/>
                </a:cubicBezTo>
                <a:cubicBezTo>
                  <a:pt x="1235193" y="134187"/>
                  <a:pt x="1243851" y="120404"/>
                  <a:pt x="1253647" y="109355"/>
                </a:cubicBezTo>
                <a:cubicBezTo>
                  <a:pt x="1263558" y="98306"/>
                  <a:pt x="1272955" y="90445"/>
                  <a:pt x="1281840" y="85775"/>
                </a:cubicBezTo>
                <a:cubicBezTo>
                  <a:pt x="1290839" y="80991"/>
                  <a:pt x="1299667" y="78599"/>
                  <a:pt x="1308325" y="78599"/>
                </a:cubicBezTo>
                <a:cubicBezTo>
                  <a:pt x="1312768" y="78599"/>
                  <a:pt x="1316697" y="79510"/>
                  <a:pt x="1320114" y="81333"/>
                </a:cubicBezTo>
                <a:cubicBezTo>
                  <a:pt x="1323646" y="83155"/>
                  <a:pt x="1327633" y="86572"/>
                  <a:pt x="1332076" y="91584"/>
                </a:cubicBezTo>
                <a:lnTo>
                  <a:pt x="1344720" y="49039"/>
                </a:lnTo>
                <a:cubicBezTo>
                  <a:pt x="1347795" y="38559"/>
                  <a:pt x="1349332" y="31041"/>
                  <a:pt x="1349332" y="26484"/>
                </a:cubicBezTo>
                <a:cubicBezTo>
                  <a:pt x="1349332" y="23750"/>
                  <a:pt x="1348307" y="21416"/>
                  <a:pt x="1346257" y="19479"/>
                </a:cubicBezTo>
                <a:cubicBezTo>
                  <a:pt x="1344206" y="17543"/>
                  <a:pt x="1341473" y="16574"/>
                  <a:pt x="1338056" y="16574"/>
                </a:cubicBezTo>
                <a:cubicBezTo>
                  <a:pt x="1336460" y="16574"/>
                  <a:pt x="1334467" y="16745"/>
                  <a:pt x="1332076" y="17087"/>
                </a:cubicBezTo>
                <a:lnTo>
                  <a:pt x="1333784" y="10423"/>
                </a:lnTo>
                <a:lnTo>
                  <a:pt x="1389999" y="0"/>
                </a:lnTo>
                <a:lnTo>
                  <a:pt x="1400250" y="0"/>
                </a:lnTo>
                <a:moveTo>
                  <a:pt x="1325070" y="108330"/>
                </a:moveTo>
                <a:cubicBezTo>
                  <a:pt x="1325070" y="101381"/>
                  <a:pt x="1323703" y="96312"/>
                  <a:pt x="1320969" y="93123"/>
                </a:cubicBezTo>
                <a:cubicBezTo>
                  <a:pt x="1318235" y="89933"/>
                  <a:pt x="1315046" y="88338"/>
                  <a:pt x="1311400" y="88338"/>
                </a:cubicBezTo>
                <a:cubicBezTo>
                  <a:pt x="1307755" y="88338"/>
                  <a:pt x="1303825" y="90218"/>
                  <a:pt x="1299610" y="93977"/>
                </a:cubicBezTo>
                <a:cubicBezTo>
                  <a:pt x="1291523" y="101267"/>
                  <a:pt x="1283036" y="115962"/>
                  <a:pt x="1274151" y="138060"/>
                </a:cubicBezTo>
                <a:cubicBezTo>
                  <a:pt x="1265381" y="160045"/>
                  <a:pt x="1260995" y="178555"/>
                  <a:pt x="1260995" y="193592"/>
                </a:cubicBezTo>
                <a:cubicBezTo>
                  <a:pt x="1260995" y="199060"/>
                  <a:pt x="1261962" y="203104"/>
                  <a:pt x="1263900" y="205723"/>
                </a:cubicBezTo>
                <a:cubicBezTo>
                  <a:pt x="1265836" y="208343"/>
                  <a:pt x="1268000" y="209653"/>
                  <a:pt x="1270392" y="209653"/>
                </a:cubicBezTo>
                <a:cubicBezTo>
                  <a:pt x="1274379" y="209653"/>
                  <a:pt x="1278366" y="207831"/>
                  <a:pt x="1282352" y="204186"/>
                </a:cubicBezTo>
                <a:cubicBezTo>
                  <a:pt x="1292036" y="195528"/>
                  <a:pt x="1301547" y="180663"/>
                  <a:pt x="1310887" y="159589"/>
                </a:cubicBezTo>
                <a:cubicBezTo>
                  <a:pt x="1320342" y="138402"/>
                  <a:pt x="1325070" y="121316"/>
                  <a:pt x="1325070" y="108330"/>
                </a:cubicBezTo>
                <a:moveTo>
                  <a:pt x="1477311" y="78599"/>
                </a:moveTo>
                <a:lnTo>
                  <a:pt x="1444164" y="194788"/>
                </a:lnTo>
                <a:cubicBezTo>
                  <a:pt x="1442569" y="200142"/>
                  <a:pt x="1441771" y="203844"/>
                  <a:pt x="1441771" y="205894"/>
                </a:cubicBezTo>
                <a:cubicBezTo>
                  <a:pt x="1441771" y="206919"/>
                  <a:pt x="1442169" y="207717"/>
                  <a:pt x="1442968" y="208287"/>
                </a:cubicBezTo>
                <a:cubicBezTo>
                  <a:pt x="1443879" y="209198"/>
                  <a:pt x="1444961" y="209653"/>
                  <a:pt x="1446213" y="209653"/>
                </a:cubicBezTo>
                <a:cubicBezTo>
                  <a:pt x="1451454" y="209653"/>
                  <a:pt x="1458459" y="204983"/>
                  <a:pt x="1467230" y="195643"/>
                </a:cubicBezTo>
                <a:cubicBezTo>
                  <a:pt x="1479761" y="182087"/>
                  <a:pt x="1492917" y="162608"/>
                  <a:pt x="1506700" y="137206"/>
                </a:cubicBezTo>
                <a:lnTo>
                  <a:pt x="1522249" y="84921"/>
                </a:lnTo>
                <a:lnTo>
                  <a:pt x="1565479" y="83383"/>
                </a:lnTo>
                <a:lnTo>
                  <a:pt x="1532672" y="196155"/>
                </a:lnTo>
                <a:cubicBezTo>
                  <a:pt x="1529938" y="205723"/>
                  <a:pt x="1528572" y="211191"/>
                  <a:pt x="1528572" y="212558"/>
                </a:cubicBezTo>
                <a:cubicBezTo>
                  <a:pt x="1528572" y="213470"/>
                  <a:pt x="1528970" y="214438"/>
                  <a:pt x="1529768" y="215463"/>
                </a:cubicBezTo>
                <a:cubicBezTo>
                  <a:pt x="1530679" y="216374"/>
                  <a:pt x="1531591" y="216830"/>
                  <a:pt x="1532501" y="216830"/>
                </a:cubicBezTo>
                <a:cubicBezTo>
                  <a:pt x="1534096" y="216830"/>
                  <a:pt x="1535633" y="216146"/>
                  <a:pt x="1537114" y="214779"/>
                </a:cubicBezTo>
                <a:cubicBezTo>
                  <a:pt x="1541216" y="211476"/>
                  <a:pt x="1546626" y="204812"/>
                  <a:pt x="1553347" y="194788"/>
                </a:cubicBezTo>
                <a:lnTo>
                  <a:pt x="1559157" y="198889"/>
                </a:lnTo>
                <a:cubicBezTo>
                  <a:pt x="1543323" y="227480"/>
                  <a:pt x="1525894" y="241776"/>
                  <a:pt x="1506872" y="241776"/>
                </a:cubicBezTo>
                <a:cubicBezTo>
                  <a:pt x="1499809" y="241776"/>
                  <a:pt x="1494228" y="240011"/>
                  <a:pt x="1490127" y="236479"/>
                </a:cubicBezTo>
                <a:cubicBezTo>
                  <a:pt x="1486140" y="232834"/>
                  <a:pt x="1484147" y="228107"/>
                  <a:pt x="1484147" y="222297"/>
                </a:cubicBezTo>
                <a:cubicBezTo>
                  <a:pt x="1484147" y="216146"/>
                  <a:pt x="1485569" y="208343"/>
                  <a:pt x="1488418" y="198889"/>
                </a:cubicBezTo>
                <a:lnTo>
                  <a:pt x="1496791" y="170012"/>
                </a:lnTo>
                <a:cubicBezTo>
                  <a:pt x="1481982" y="191541"/>
                  <a:pt x="1471218" y="206065"/>
                  <a:pt x="1464497" y="213583"/>
                </a:cubicBezTo>
                <a:cubicBezTo>
                  <a:pt x="1454245" y="224860"/>
                  <a:pt x="1445588" y="232379"/>
                  <a:pt x="1438525" y="236138"/>
                </a:cubicBezTo>
                <a:cubicBezTo>
                  <a:pt x="1431576" y="239897"/>
                  <a:pt x="1424913" y="241776"/>
                  <a:pt x="1418534" y="241776"/>
                </a:cubicBezTo>
                <a:cubicBezTo>
                  <a:pt x="1412496" y="241776"/>
                  <a:pt x="1407256" y="239555"/>
                  <a:pt x="1402813" y="235112"/>
                </a:cubicBezTo>
                <a:cubicBezTo>
                  <a:pt x="1398486" y="230670"/>
                  <a:pt x="1396321" y="225031"/>
                  <a:pt x="1396321" y="218197"/>
                </a:cubicBezTo>
                <a:cubicBezTo>
                  <a:pt x="1396321" y="212387"/>
                  <a:pt x="1397745" y="204584"/>
                  <a:pt x="1400592" y="194788"/>
                </a:cubicBezTo>
                <a:lnTo>
                  <a:pt x="1419900" y="126441"/>
                </a:lnTo>
                <a:cubicBezTo>
                  <a:pt x="1423090" y="115278"/>
                  <a:pt x="1424684" y="107760"/>
                  <a:pt x="1424684" y="103887"/>
                </a:cubicBezTo>
                <a:cubicBezTo>
                  <a:pt x="1424684" y="102178"/>
                  <a:pt x="1424229" y="100697"/>
                  <a:pt x="1423318" y="99445"/>
                </a:cubicBezTo>
                <a:cubicBezTo>
                  <a:pt x="1422406" y="98077"/>
                  <a:pt x="1420869" y="97052"/>
                  <a:pt x="1418704" y="96369"/>
                </a:cubicBezTo>
                <a:cubicBezTo>
                  <a:pt x="1416654" y="95572"/>
                  <a:pt x="1412781" y="95173"/>
                  <a:pt x="1407086" y="95173"/>
                </a:cubicBezTo>
                <a:lnTo>
                  <a:pt x="1408794" y="88680"/>
                </a:lnTo>
                <a:lnTo>
                  <a:pt x="1467060" y="78599"/>
                </a:lnTo>
                <a:lnTo>
                  <a:pt x="1477311" y="78599"/>
                </a:lnTo>
                <a:moveTo>
                  <a:pt x="1710544" y="195813"/>
                </a:moveTo>
                <a:lnTo>
                  <a:pt x="1715670" y="200426"/>
                </a:lnTo>
                <a:cubicBezTo>
                  <a:pt x="1704621" y="213640"/>
                  <a:pt x="1693742" y="223323"/>
                  <a:pt x="1683035" y="229474"/>
                </a:cubicBezTo>
                <a:cubicBezTo>
                  <a:pt x="1668796" y="237675"/>
                  <a:pt x="1654045" y="241776"/>
                  <a:pt x="1638781" y="241776"/>
                </a:cubicBezTo>
                <a:cubicBezTo>
                  <a:pt x="1628528" y="241776"/>
                  <a:pt x="1619415" y="239612"/>
                  <a:pt x="1611442" y="235283"/>
                </a:cubicBezTo>
                <a:cubicBezTo>
                  <a:pt x="1603582" y="230841"/>
                  <a:pt x="1597772" y="224689"/>
                  <a:pt x="1594013" y="216830"/>
                </a:cubicBezTo>
                <a:cubicBezTo>
                  <a:pt x="1590254" y="208856"/>
                  <a:pt x="1588375" y="200711"/>
                  <a:pt x="1588375" y="192396"/>
                </a:cubicBezTo>
                <a:cubicBezTo>
                  <a:pt x="1588375" y="173714"/>
                  <a:pt x="1593443" y="155375"/>
                  <a:pt x="1603582" y="137377"/>
                </a:cubicBezTo>
                <a:cubicBezTo>
                  <a:pt x="1613720" y="119265"/>
                  <a:pt x="1627104" y="104969"/>
                  <a:pt x="1643735" y="94489"/>
                </a:cubicBezTo>
                <a:cubicBezTo>
                  <a:pt x="1660367" y="83896"/>
                  <a:pt x="1676713" y="78599"/>
                  <a:pt x="1692774" y="78599"/>
                </a:cubicBezTo>
                <a:cubicBezTo>
                  <a:pt x="1705646" y="78599"/>
                  <a:pt x="1715328" y="81447"/>
                  <a:pt x="1721822" y="87142"/>
                </a:cubicBezTo>
                <a:cubicBezTo>
                  <a:pt x="1728314" y="92838"/>
                  <a:pt x="1731561" y="99900"/>
                  <a:pt x="1731561" y="108330"/>
                </a:cubicBezTo>
                <a:cubicBezTo>
                  <a:pt x="1731561" y="115962"/>
                  <a:pt x="1729111" y="122455"/>
                  <a:pt x="1724213" y="127808"/>
                </a:cubicBezTo>
                <a:cubicBezTo>
                  <a:pt x="1719316" y="133162"/>
                  <a:pt x="1713848" y="135839"/>
                  <a:pt x="1707811" y="135839"/>
                </a:cubicBezTo>
                <a:cubicBezTo>
                  <a:pt x="1702571" y="135839"/>
                  <a:pt x="1698185" y="134130"/>
                  <a:pt x="1694653" y="130713"/>
                </a:cubicBezTo>
                <a:cubicBezTo>
                  <a:pt x="1691236" y="127296"/>
                  <a:pt x="1689528" y="123252"/>
                  <a:pt x="1689528" y="118582"/>
                </a:cubicBezTo>
                <a:cubicBezTo>
                  <a:pt x="1689528" y="112430"/>
                  <a:pt x="1692603" y="107077"/>
                  <a:pt x="1698754" y="102520"/>
                </a:cubicBezTo>
                <a:cubicBezTo>
                  <a:pt x="1702969" y="99331"/>
                  <a:pt x="1705077" y="96540"/>
                  <a:pt x="1705077" y="94148"/>
                </a:cubicBezTo>
                <a:cubicBezTo>
                  <a:pt x="1705077" y="92097"/>
                  <a:pt x="1704222" y="90445"/>
                  <a:pt x="1702513" y="89192"/>
                </a:cubicBezTo>
                <a:cubicBezTo>
                  <a:pt x="1700235" y="87370"/>
                  <a:pt x="1697273" y="86459"/>
                  <a:pt x="1693629" y="86459"/>
                </a:cubicBezTo>
                <a:cubicBezTo>
                  <a:pt x="1684060" y="86459"/>
                  <a:pt x="1675060" y="90332"/>
                  <a:pt x="1666632" y="98077"/>
                </a:cubicBezTo>
                <a:cubicBezTo>
                  <a:pt x="1655469" y="108330"/>
                  <a:pt x="1646925" y="121316"/>
                  <a:pt x="1641002" y="137035"/>
                </a:cubicBezTo>
                <a:cubicBezTo>
                  <a:pt x="1635079" y="152755"/>
                  <a:pt x="1632117" y="167677"/>
                  <a:pt x="1632117" y="181802"/>
                </a:cubicBezTo>
                <a:cubicBezTo>
                  <a:pt x="1632117" y="192965"/>
                  <a:pt x="1635135" y="201907"/>
                  <a:pt x="1641172" y="208628"/>
                </a:cubicBezTo>
                <a:cubicBezTo>
                  <a:pt x="1647209" y="215235"/>
                  <a:pt x="1654386" y="218538"/>
                  <a:pt x="1662701" y="218538"/>
                </a:cubicBezTo>
                <a:cubicBezTo>
                  <a:pt x="1669992" y="218538"/>
                  <a:pt x="1677852" y="216659"/>
                  <a:pt x="1686281" y="212900"/>
                </a:cubicBezTo>
                <a:cubicBezTo>
                  <a:pt x="1694825" y="209141"/>
                  <a:pt x="1702913" y="203445"/>
                  <a:pt x="1710544" y="195813"/>
                </a:cubicBezTo>
                <a:moveTo>
                  <a:pt x="1834935" y="36907"/>
                </a:moveTo>
                <a:lnTo>
                  <a:pt x="1821266" y="83383"/>
                </a:lnTo>
                <a:lnTo>
                  <a:pt x="1843649" y="83383"/>
                </a:lnTo>
                <a:lnTo>
                  <a:pt x="1837669" y="103033"/>
                </a:lnTo>
                <a:lnTo>
                  <a:pt x="1815628" y="103033"/>
                </a:lnTo>
                <a:lnTo>
                  <a:pt x="1787093" y="202135"/>
                </a:lnTo>
                <a:cubicBezTo>
                  <a:pt x="1785270" y="208287"/>
                  <a:pt x="1784358" y="212957"/>
                  <a:pt x="1784358" y="216146"/>
                </a:cubicBezTo>
                <a:cubicBezTo>
                  <a:pt x="1784358" y="217627"/>
                  <a:pt x="1784872" y="218937"/>
                  <a:pt x="1785896" y="220076"/>
                </a:cubicBezTo>
                <a:cubicBezTo>
                  <a:pt x="1786921" y="221101"/>
                  <a:pt x="1788060" y="221614"/>
                  <a:pt x="1789314" y="221614"/>
                </a:cubicBezTo>
                <a:cubicBezTo>
                  <a:pt x="1791250" y="221614"/>
                  <a:pt x="1793243" y="220816"/>
                  <a:pt x="1795294" y="219222"/>
                </a:cubicBezTo>
                <a:cubicBezTo>
                  <a:pt x="1800534" y="215235"/>
                  <a:pt x="1806628" y="208287"/>
                  <a:pt x="1813577" y="198376"/>
                </a:cubicBezTo>
                <a:lnTo>
                  <a:pt x="1819557" y="202135"/>
                </a:lnTo>
                <a:cubicBezTo>
                  <a:pt x="1811697" y="215804"/>
                  <a:pt x="1803040" y="225828"/>
                  <a:pt x="1793585" y="232208"/>
                </a:cubicBezTo>
                <a:cubicBezTo>
                  <a:pt x="1784131" y="238587"/>
                  <a:pt x="1774847" y="241776"/>
                  <a:pt x="1765734" y="241776"/>
                </a:cubicBezTo>
                <a:cubicBezTo>
                  <a:pt x="1757988" y="241776"/>
                  <a:pt x="1751951" y="239840"/>
                  <a:pt x="1747622" y="235967"/>
                </a:cubicBezTo>
                <a:cubicBezTo>
                  <a:pt x="1743408" y="231980"/>
                  <a:pt x="1741300" y="226967"/>
                  <a:pt x="1741300" y="220931"/>
                </a:cubicBezTo>
                <a:cubicBezTo>
                  <a:pt x="1741300" y="214323"/>
                  <a:pt x="1742781" y="205837"/>
                  <a:pt x="1745743" y="195472"/>
                </a:cubicBezTo>
                <a:lnTo>
                  <a:pt x="1772740" y="103033"/>
                </a:lnTo>
                <a:lnTo>
                  <a:pt x="1749501" y="103033"/>
                </a:lnTo>
                <a:lnTo>
                  <a:pt x="1752919" y="90389"/>
                </a:lnTo>
                <a:cubicBezTo>
                  <a:pt x="1767500" y="85035"/>
                  <a:pt x="1779802" y="78770"/>
                  <a:pt x="1789826" y="71593"/>
                </a:cubicBezTo>
                <a:cubicBezTo>
                  <a:pt x="1799850" y="64417"/>
                  <a:pt x="1811925" y="52855"/>
                  <a:pt x="1826050" y="36907"/>
                </a:cubicBezTo>
                <a:lnTo>
                  <a:pt x="1834935" y="36907"/>
                </a:lnTo>
                <a:moveTo>
                  <a:pt x="1910629" y="0"/>
                </a:moveTo>
                <a:cubicBezTo>
                  <a:pt x="1917692" y="0"/>
                  <a:pt x="1923615" y="2449"/>
                  <a:pt x="1928399" y="7347"/>
                </a:cubicBezTo>
                <a:cubicBezTo>
                  <a:pt x="1933297" y="12245"/>
                  <a:pt x="1935747" y="18169"/>
                  <a:pt x="1935747" y="25118"/>
                </a:cubicBezTo>
                <a:cubicBezTo>
                  <a:pt x="1935747" y="32066"/>
                  <a:pt x="1933297" y="37989"/>
                  <a:pt x="1928399" y="42888"/>
                </a:cubicBezTo>
                <a:cubicBezTo>
                  <a:pt x="1923500" y="47786"/>
                  <a:pt x="1917578" y="50235"/>
                  <a:pt x="1910629" y="50235"/>
                </a:cubicBezTo>
                <a:cubicBezTo>
                  <a:pt x="1903794" y="50235"/>
                  <a:pt x="1897928" y="47786"/>
                  <a:pt x="1893029" y="42888"/>
                </a:cubicBezTo>
                <a:cubicBezTo>
                  <a:pt x="1888131" y="37989"/>
                  <a:pt x="1885682" y="32066"/>
                  <a:pt x="1885682" y="25118"/>
                </a:cubicBezTo>
                <a:cubicBezTo>
                  <a:pt x="1885682" y="18169"/>
                  <a:pt x="1888075" y="12245"/>
                  <a:pt x="1892859" y="7347"/>
                </a:cubicBezTo>
                <a:cubicBezTo>
                  <a:pt x="1897757" y="2449"/>
                  <a:pt x="1903680" y="0"/>
                  <a:pt x="1910629" y="0"/>
                </a:cubicBezTo>
                <a:moveTo>
                  <a:pt x="1921222" y="78599"/>
                </a:moveTo>
                <a:lnTo>
                  <a:pt x="1886195" y="200085"/>
                </a:lnTo>
                <a:cubicBezTo>
                  <a:pt x="1884259" y="207033"/>
                  <a:pt x="1883290" y="211590"/>
                  <a:pt x="1883290" y="213754"/>
                </a:cubicBezTo>
                <a:cubicBezTo>
                  <a:pt x="1883290" y="215007"/>
                  <a:pt x="1883803" y="216203"/>
                  <a:pt x="1884828" y="217343"/>
                </a:cubicBezTo>
                <a:cubicBezTo>
                  <a:pt x="1885853" y="218367"/>
                  <a:pt x="1886935" y="218880"/>
                  <a:pt x="1888075" y="218880"/>
                </a:cubicBezTo>
                <a:cubicBezTo>
                  <a:pt x="1890011" y="218880"/>
                  <a:pt x="1891948" y="218026"/>
                  <a:pt x="1893884" y="216317"/>
                </a:cubicBezTo>
                <a:cubicBezTo>
                  <a:pt x="1899009" y="212102"/>
                  <a:pt x="1905161" y="204470"/>
                  <a:pt x="1912337" y="193421"/>
                </a:cubicBezTo>
                <a:lnTo>
                  <a:pt x="1918147" y="196838"/>
                </a:lnTo>
                <a:cubicBezTo>
                  <a:pt x="1900947" y="226797"/>
                  <a:pt x="1882663" y="241776"/>
                  <a:pt x="1863299" y="241776"/>
                </a:cubicBezTo>
                <a:cubicBezTo>
                  <a:pt x="1855894" y="241776"/>
                  <a:pt x="1849971" y="239726"/>
                  <a:pt x="1845528" y="235625"/>
                </a:cubicBezTo>
                <a:cubicBezTo>
                  <a:pt x="1841201" y="231410"/>
                  <a:pt x="1839036" y="226114"/>
                  <a:pt x="1839036" y="219734"/>
                </a:cubicBezTo>
                <a:cubicBezTo>
                  <a:pt x="1839036" y="215520"/>
                  <a:pt x="1840004" y="210166"/>
                  <a:pt x="1841940" y="203673"/>
                </a:cubicBezTo>
                <a:lnTo>
                  <a:pt x="1865691" y="121999"/>
                </a:lnTo>
                <a:cubicBezTo>
                  <a:pt x="1867969" y="114139"/>
                  <a:pt x="1869109" y="108216"/>
                  <a:pt x="1869109" y="104228"/>
                </a:cubicBezTo>
                <a:cubicBezTo>
                  <a:pt x="1869109" y="101723"/>
                  <a:pt x="1868026" y="99501"/>
                  <a:pt x="1865862" y="97565"/>
                </a:cubicBezTo>
                <a:cubicBezTo>
                  <a:pt x="1863697" y="95628"/>
                  <a:pt x="1860736" y="94660"/>
                  <a:pt x="1856977" y="94660"/>
                </a:cubicBezTo>
                <a:cubicBezTo>
                  <a:pt x="1855268" y="94660"/>
                  <a:pt x="1853218" y="94717"/>
                  <a:pt x="1850825" y="94831"/>
                </a:cubicBezTo>
                <a:lnTo>
                  <a:pt x="1853046" y="87996"/>
                </a:lnTo>
                <a:lnTo>
                  <a:pt x="1910971" y="78599"/>
                </a:lnTo>
                <a:lnTo>
                  <a:pt x="1921222" y="78599"/>
                </a:lnTo>
                <a:moveTo>
                  <a:pt x="1977608" y="241776"/>
                </a:moveTo>
                <a:lnTo>
                  <a:pt x="1971457" y="241776"/>
                </a:lnTo>
                <a:cubicBezTo>
                  <a:pt x="1971799" y="232436"/>
                  <a:pt x="1971970" y="225373"/>
                  <a:pt x="1971970" y="220589"/>
                </a:cubicBezTo>
                <a:cubicBezTo>
                  <a:pt x="1971970" y="207603"/>
                  <a:pt x="1970944" y="188865"/>
                  <a:pt x="1968894" y="164374"/>
                </a:cubicBezTo>
                <a:cubicBezTo>
                  <a:pt x="1966958" y="139769"/>
                  <a:pt x="1964737" y="123366"/>
                  <a:pt x="1962231" y="115164"/>
                </a:cubicBezTo>
                <a:cubicBezTo>
                  <a:pt x="1960294" y="109127"/>
                  <a:pt x="1957731" y="104741"/>
                  <a:pt x="1954541" y="102007"/>
                </a:cubicBezTo>
                <a:cubicBezTo>
                  <a:pt x="1952377" y="100185"/>
                  <a:pt x="1949587" y="99274"/>
                  <a:pt x="1946169" y="99274"/>
                </a:cubicBezTo>
                <a:cubicBezTo>
                  <a:pt x="1944232" y="99274"/>
                  <a:pt x="1941897" y="99501"/>
                  <a:pt x="1939164" y="99957"/>
                </a:cubicBezTo>
                <a:lnTo>
                  <a:pt x="1939164" y="93806"/>
                </a:lnTo>
                <a:lnTo>
                  <a:pt x="1996062" y="78599"/>
                </a:lnTo>
                <a:cubicBezTo>
                  <a:pt x="2007453" y="109696"/>
                  <a:pt x="2012978" y="149509"/>
                  <a:pt x="2012636" y="198034"/>
                </a:cubicBezTo>
                <a:cubicBezTo>
                  <a:pt x="2029381" y="182087"/>
                  <a:pt x="2040886" y="169158"/>
                  <a:pt x="2047151" y="159248"/>
                </a:cubicBezTo>
                <a:cubicBezTo>
                  <a:pt x="2053530" y="149338"/>
                  <a:pt x="2056720" y="141079"/>
                  <a:pt x="2056720" y="134472"/>
                </a:cubicBezTo>
                <a:cubicBezTo>
                  <a:pt x="2056720" y="129232"/>
                  <a:pt x="2054726" y="123935"/>
                  <a:pt x="2050740" y="118582"/>
                </a:cubicBezTo>
                <a:cubicBezTo>
                  <a:pt x="2046866" y="113114"/>
                  <a:pt x="2044418" y="109240"/>
                  <a:pt x="2043392" y="106962"/>
                </a:cubicBezTo>
                <a:cubicBezTo>
                  <a:pt x="2042480" y="104684"/>
                  <a:pt x="2042025" y="102178"/>
                  <a:pt x="2042025" y="99445"/>
                </a:cubicBezTo>
                <a:cubicBezTo>
                  <a:pt x="2042025" y="93521"/>
                  <a:pt x="2043961" y="88566"/>
                  <a:pt x="2047835" y="84579"/>
                </a:cubicBezTo>
                <a:cubicBezTo>
                  <a:pt x="2051707" y="80592"/>
                  <a:pt x="2056605" y="78599"/>
                  <a:pt x="2062530" y="78599"/>
                </a:cubicBezTo>
                <a:cubicBezTo>
                  <a:pt x="2068794" y="78599"/>
                  <a:pt x="2073635" y="80592"/>
                  <a:pt x="2077053" y="84579"/>
                </a:cubicBezTo>
                <a:cubicBezTo>
                  <a:pt x="2081838" y="90161"/>
                  <a:pt x="2084229" y="96767"/>
                  <a:pt x="2084229" y="104399"/>
                </a:cubicBezTo>
                <a:cubicBezTo>
                  <a:pt x="2084229" y="112260"/>
                  <a:pt x="2082805" y="120006"/>
                  <a:pt x="2079957" y="127638"/>
                </a:cubicBezTo>
                <a:cubicBezTo>
                  <a:pt x="2077224" y="135155"/>
                  <a:pt x="2072439" y="144098"/>
                  <a:pt x="2065605" y="154463"/>
                </a:cubicBezTo>
                <a:cubicBezTo>
                  <a:pt x="2058884" y="164716"/>
                  <a:pt x="2051365" y="174056"/>
                  <a:pt x="2043050" y="182486"/>
                </a:cubicBezTo>
                <a:cubicBezTo>
                  <a:pt x="2027787" y="197977"/>
                  <a:pt x="2005972" y="217741"/>
                  <a:pt x="1977608" y="241776"/>
                </a:cubicBezTo>
                <a:moveTo>
                  <a:pt x="2139590" y="172917"/>
                </a:moveTo>
                <a:cubicBezTo>
                  <a:pt x="2138564" y="180321"/>
                  <a:pt x="2138052" y="186416"/>
                  <a:pt x="2138052" y="191200"/>
                </a:cubicBezTo>
                <a:cubicBezTo>
                  <a:pt x="2138052" y="199743"/>
                  <a:pt x="2140502" y="206578"/>
                  <a:pt x="2145399" y="211704"/>
                </a:cubicBezTo>
                <a:cubicBezTo>
                  <a:pt x="2150411" y="216830"/>
                  <a:pt x="2157075" y="219393"/>
                  <a:pt x="2165391" y="219393"/>
                </a:cubicBezTo>
                <a:cubicBezTo>
                  <a:pt x="2173364" y="219393"/>
                  <a:pt x="2181338" y="217456"/>
                  <a:pt x="2189312" y="213583"/>
                </a:cubicBezTo>
                <a:cubicBezTo>
                  <a:pt x="2197400" y="209710"/>
                  <a:pt x="2206740" y="202933"/>
                  <a:pt x="2217334" y="193250"/>
                </a:cubicBezTo>
                <a:lnTo>
                  <a:pt x="2222460" y="197864"/>
                </a:lnTo>
                <a:cubicBezTo>
                  <a:pt x="2209361" y="213697"/>
                  <a:pt x="2196602" y="224974"/>
                  <a:pt x="2184187" y="231695"/>
                </a:cubicBezTo>
                <a:cubicBezTo>
                  <a:pt x="2171770" y="238416"/>
                  <a:pt x="2158043" y="241776"/>
                  <a:pt x="2143007" y="241776"/>
                </a:cubicBezTo>
                <a:cubicBezTo>
                  <a:pt x="2123984" y="241776"/>
                  <a:pt x="2110828" y="237220"/>
                  <a:pt x="2103537" y="228107"/>
                </a:cubicBezTo>
                <a:cubicBezTo>
                  <a:pt x="2096246" y="218994"/>
                  <a:pt x="2092601" y="208457"/>
                  <a:pt x="2092601" y="196497"/>
                </a:cubicBezTo>
                <a:cubicBezTo>
                  <a:pt x="2092601" y="177815"/>
                  <a:pt x="2098012" y="159134"/>
                  <a:pt x="2108834" y="140452"/>
                </a:cubicBezTo>
                <a:cubicBezTo>
                  <a:pt x="2119770" y="121771"/>
                  <a:pt x="2134578" y="106792"/>
                  <a:pt x="2153259" y="95514"/>
                </a:cubicBezTo>
                <a:cubicBezTo>
                  <a:pt x="2172055" y="84238"/>
                  <a:pt x="2190907" y="78599"/>
                  <a:pt x="2209816" y="78599"/>
                </a:cubicBezTo>
                <a:cubicBezTo>
                  <a:pt x="2219384" y="78599"/>
                  <a:pt x="2226618" y="80877"/>
                  <a:pt x="2231516" y="85433"/>
                </a:cubicBezTo>
                <a:cubicBezTo>
                  <a:pt x="2236414" y="89990"/>
                  <a:pt x="2238863" y="95743"/>
                  <a:pt x="2238863" y="102691"/>
                </a:cubicBezTo>
                <a:cubicBezTo>
                  <a:pt x="2238863" y="111006"/>
                  <a:pt x="2236471" y="119094"/>
                  <a:pt x="2231687" y="126954"/>
                </a:cubicBezTo>
                <a:cubicBezTo>
                  <a:pt x="2225080" y="137662"/>
                  <a:pt x="2216764" y="146319"/>
                  <a:pt x="2206740" y="152926"/>
                </a:cubicBezTo>
                <a:cubicBezTo>
                  <a:pt x="2196716" y="159418"/>
                  <a:pt x="2185496" y="164374"/>
                  <a:pt x="2173080" y="167791"/>
                </a:cubicBezTo>
                <a:cubicBezTo>
                  <a:pt x="2164764" y="170069"/>
                  <a:pt x="2153601" y="171778"/>
                  <a:pt x="2139590" y="172917"/>
                </a:cubicBezTo>
                <a:moveTo>
                  <a:pt x="2141127" y="164032"/>
                </a:moveTo>
                <a:cubicBezTo>
                  <a:pt x="2151151" y="162551"/>
                  <a:pt x="2158897" y="160558"/>
                  <a:pt x="2164365" y="158052"/>
                </a:cubicBezTo>
                <a:cubicBezTo>
                  <a:pt x="2169947" y="155432"/>
                  <a:pt x="2175358" y="151331"/>
                  <a:pt x="2180598" y="145749"/>
                </a:cubicBezTo>
                <a:cubicBezTo>
                  <a:pt x="2185951" y="140054"/>
                  <a:pt x="2190565" y="132934"/>
                  <a:pt x="2194438" y="124391"/>
                </a:cubicBezTo>
                <a:cubicBezTo>
                  <a:pt x="2198311" y="115734"/>
                  <a:pt x="2200248" y="107646"/>
                  <a:pt x="2200248" y="100128"/>
                </a:cubicBezTo>
                <a:cubicBezTo>
                  <a:pt x="2200248" y="96938"/>
                  <a:pt x="2199336" y="94433"/>
                  <a:pt x="2197514" y="92610"/>
                </a:cubicBezTo>
                <a:cubicBezTo>
                  <a:pt x="2195805" y="90787"/>
                  <a:pt x="2193584" y="89876"/>
                  <a:pt x="2190850" y="89876"/>
                </a:cubicBezTo>
                <a:cubicBezTo>
                  <a:pt x="2185382" y="89876"/>
                  <a:pt x="2179231" y="93692"/>
                  <a:pt x="2172397" y="101324"/>
                </a:cubicBezTo>
                <a:cubicBezTo>
                  <a:pt x="2159866" y="115221"/>
                  <a:pt x="2149443" y="136123"/>
                  <a:pt x="2141127" y="164032"/>
                </a:cubicBezTo>
                <a:moveTo>
                  <a:pt x="2382049" y="5297"/>
                </a:moveTo>
                <a:lnTo>
                  <a:pt x="2473634" y="5297"/>
                </a:lnTo>
                <a:cubicBezTo>
                  <a:pt x="2494024" y="5297"/>
                  <a:pt x="2508604" y="6379"/>
                  <a:pt x="2517376" y="8543"/>
                </a:cubicBezTo>
                <a:cubicBezTo>
                  <a:pt x="2528880" y="11277"/>
                  <a:pt x="2537766" y="16631"/>
                  <a:pt x="2544031" y="24605"/>
                </a:cubicBezTo>
                <a:cubicBezTo>
                  <a:pt x="2550410" y="32465"/>
                  <a:pt x="2553600" y="41407"/>
                  <a:pt x="2553600" y="51431"/>
                </a:cubicBezTo>
                <a:cubicBezTo>
                  <a:pt x="2553600" y="59633"/>
                  <a:pt x="2551093" y="68005"/>
                  <a:pt x="2546082" y="76548"/>
                </a:cubicBezTo>
                <a:cubicBezTo>
                  <a:pt x="2541069" y="85092"/>
                  <a:pt x="2533551" y="92154"/>
                  <a:pt x="2523527" y="97736"/>
                </a:cubicBezTo>
                <a:cubicBezTo>
                  <a:pt x="2513617" y="103204"/>
                  <a:pt x="2498353" y="108272"/>
                  <a:pt x="2477734" y="112943"/>
                </a:cubicBezTo>
                <a:cubicBezTo>
                  <a:pt x="2499150" y="118980"/>
                  <a:pt x="2514015" y="126726"/>
                  <a:pt x="2522331" y="136181"/>
                </a:cubicBezTo>
                <a:cubicBezTo>
                  <a:pt x="2530646" y="145635"/>
                  <a:pt x="2534804" y="156628"/>
                  <a:pt x="2534804" y="169158"/>
                </a:cubicBezTo>
                <a:cubicBezTo>
                  <a:pt x="2534804" y="180891"/>
                  <a:pt x="2530703" y="192510"/>
                  <a:pt x="2522502" y="204015"/>
                </a:cubicBezTo>
                <a:cubicBezTo>
                  <a:pt x="2514300" y="215406"/>
                  <a:pt x="2503421" y="223778"/>
                  <a:pt x="2489866" y="229132"/>
                </a:cubicBezTo>
                <a:cubicBezTo>
                  <a:pt x="2476310" y="234372"/>
                  <a:pt x="2451478" y="236992"/>
                  <a:pt x="2415368" y="236992"/>
                </a:cubicBezTo>
                <a:lnTo>
                  <a:pt x="2319000" y="236992"/>
                </a:lnTo>
                <a:lnTo>
                  <a:pt x="2321221" y="230670"/>
                </a:lnTo>
                <a:cubicBezTo>
                  <a:pt x="2330561" y="230670"/>
                  <a:pt x="2337225" y="229816"/>
                  <a:pt x="2341212" y="228107"/>
                </a:cubicBezTo>
                <a:cubicBezTo>
                  <a:pt x="2345313" y="226398"/>
                  <a:pt x="2348560" y="223778"/>
                  <a:pt x="2350951" y="220247"/>
                </a:cubicBezTo>
                <a:cubicBezTo>
                  <a:pt x="2353458" y="216602"/>
                  <a:pt x="2356363" y="209084"/>
                  <a:pt x="2359666" y="197693"/>
                </a:cubicBezTo>
                <a:lnTo>
                  <a:pt x="2401015" y="55190"/>
                </a:lnTo>
                <a:cubicBezTo>
                  <a:pt x="2405231" y="40723"/>
                  <a:pt x="2407337" y="31041"/>
                  <a:pt x="2407337" y="26143"/>
                </a:cubicBezTo>
                <a:cubicBezTo>
                  <a:pt x="2407337" y="22156"/>
                  <a:pt x="2405629" y="18852"/>
                  <a:pt x="2402212" y="16233"/>
                </a:cubicBezTo>
                <a:cubicBezTo>
                  <a:pt x="2398907" y="13613"/>
                  <a:pt x="2391618" y="12074"/>
                  <a:pt x="2380340" y="11619"/>
                </a:cubicBezTo>
                <a:lnTo>
                  <a:pt x="2382049" y="5297"/>
                </a:lnTo>
                <a:moveTo>
                  <a:pt x="2434505" y="107646"/>
                </a:moveTo>
                <a:cubicBezTo>
                  <a:pt x="2449997" y="107418"/>
                  <a:pt x="2462185" y="104969"/>
                  <a:pt x="2471071" y="100299"/>
                </a:cubicBezTo>
                <a:cubicBezTo>
                  <a:pt x="2480070" y="95628"/>
                  <a:pt x="2487246" y="87996"/>
                  <a:pt x="2492600" y="77403"/>
                </a:cubicBezTo>
                <a:cubicBezTo>
                  <a:pt x="2498068" y="66695"/>
                  <a:pt x="2500802" y="56614"/>
                  <a:pt x="2500802" y="47160"/>
                </a:cubicBezTo>
                <a:cubicBezTo>
                  <a:pt x="2500802" y="38274"/>
                  <a:pt x="2498011" y="31041"/>
                  <a:pt x="2492429" y="25460"/>
                </a:cubicBezTo>
                <a:cubicBezTo>
                  <a:pt x="2486848" y="19877"/>
                  <a:pt x="2479387" y="17201"/>
                  <a:pt x="2470045" y="17428"/>
                </a:cubicBezTo>
                <a:lnTo>
                  <a:pt x="2460648" y="17770"/>
                </a:lnTo>
                <a:lnTo>
                  <a:pt x="2434505" y="107646"/>
                </a:lnTo>
                <a:moveTo>
                  <a:pt x="2430405" y="120461"/>
                </a:moveTo>
                <a:lnTo>
                  <a:pt x="2400845" y="223494"/>
                </a:lnTo>
                <a:cubicBezTo>
                  <a:pt x="2406540" y="223721"/>
                  <a:pt x="2410812" y="223835"/>
                  <a:pt x="2413659" y="223835"/>
                </a:cubicBezTo>
                <a:cubicBezTo>
                  <a:pt x="2439062" y="223835"/>
                  <a:pt x="2456717" y="216772"/>
                  <a:pt x="2466628" y="202648"/>
                </a:cubicBezTo>
                <a:cubicBezTo>
                  <a:pt x="2476539" y="188409"/>
                  <a:pt x="2481493" y="173202"/>
                  <a:pt x="2481493" y="157026"/>
                </a:cubicBezTo>
                <a:cubicBezTo>
                  <a:pt x="2481493" y="149280"/>
                  <a:pt x="2479557" y="142446"/>
                  <a:pt x="2475685" y="136523"/>
                </a:cubicBezTo>
                <a:cubicBezTo>
                  <a:pt x="2471926" y="130485"/>
                  <a:pt x="2467027" y="126328"/>
                  <a:pt x="2460990" y="124049"/>
                </a:cubicBezTo>
                <a:cubicBezTo>
                  <a:pt x="2454953" y="121657"/>
                  <a:pt x="2444757" y="120461"/>
                  <a:pt x="2430405" y="120461"/>
                </a:cubicBezTo>
                <a:moveTo>
                  <a:pt x="2639886" y="0"/>
                </a:moveTo>
                <a:cubicBezTo>
                  <a:pt x="2646950" y="0"/>
                  <a:pt x="2652873" y="2449"/>
                  <a:pt x="2657656" y="7347"/>
                </a:cubicBezTo>
                <a:cubicBezTo>
                  <a:pt x="2662556" y="12245"/>
                  <a:pt x="2665004" y="18169"/>
                  <a:pt x="2665004" y="25118"/>
                </a:cubicBezTo>
                <a:cubicBezTo>
                  <a:pt x="2665004" y="32066"/>
                  <a:pt x="2662556" y="37989"/>
                  <a:pt x="2657656" y="42888"/>
                </a:cubicBezTo>
                <a:cubicBezTo>
                  <a:pt x="2652759" y="47786"/>
                  <a:pt x="2646835" y="50235"/>
                  <a:pt x="2639886" y="50235"/>
                </a:cubicBezTo>
                <a:cubicBezTo>
                  <a:pt x="2633052" y="50235"/>
                  <a:pt x="2627186" y="47786"/>
                  <a:pt x="2622288" y="42888"/>
                </a:cubicBezTo>
                <a:cubicBezTo>
                  <a:pt x="2617390" y="37989"/>
                  <a:pt x="2614940" y="32066"/>
                  <a:pt x="2614940" y="25118"/>
                </a:cubicBezTo>
                <a:cubicBezTo>
                  <a:pt x="2614940" y="18169"/>
                  <a:pt x="2617333" y="12245"/>
                  <a:pt x="2622116" y="7347"/>
                </a:cubicBezTo>
                <a:cubicBezTo>
                  <a:pt x="2627015" y="2449"/>
                  <a:pt x="2632939" y="0"/>
                  <a:pt x="2639886" y="0"/>
                </a:cubicBezTo>
                <a:moveTo>
                  <a:pt x="2650481" y="78599"/>
                </a:moveTo>
                <a:lnTo>
                  <a:pt x="2615452" y="200085"/>
                </a:lnTo>
                <a:cubicBezTo>
                  <a:pt x="2613516" y="207033"/>
                  <a:pt x="2612549" y="211590"/>
                  <a:pt x="2612549" y="213754"/>
                </a:cubicBezTo>
                <a:cubicBezTo>
                  <a:pt x="2612549" y="215007"/>
                  <a:pt x="2613061" y="216203"/>
                  <a:pt x="2614086" y="217343"/>
                </a:cubicBezTo>
                <a:cubicBezTo>
                  <a:pt x="2615112" y="218367"/>
                  <a:pt x="2616194" y="218880"/>
                  <a:pt x="2617333" y="218880"/>
                </a:cubicBezTo>
                <a:cubicBezTo>
                  <a:pt x="2619269" y="218880"/>
                  <a:pt x="2621205" y="218026"/>
                  <a:pt x="2623142" y="216317"/>
                </a:cubicBezTo>
                <a:cubicBezTo>
                  <a:pt x="2628268" y="212102"/>
                  <a:pt x="2634419" y="204470"/>
                  <a:pt x="2641595" y="193421"/>
                </a:cubicBezTo>
                <a:lnTo>
                  <a:pt x="2647405" y="196838"/>
                </a:lnTo>
                <a:cubicBezTo>
                  <a:pt x="2630204" y="226797"/>
                  <a:pt x="2611922" y="241776"/>
                  <a:pt x="2592557" y="241776"/>
                </a:cubicBezTo>
                <a:cubicBezTo>
                  <a:pt x="2585153" y="241776"/>
                  <a:pt x="2579229" y="239726"/>
                  <a:pt x="2574787" y="235625"/>
                </a:cubicBezTo>
                <a:cubicBezTo>
                  <a:pt x="2570458" y="231410"/>
                  <a:pt x="2568295" y="226114"/>
                  <a:pt x="2568295" y="219734"/>
                </a:cubicBezTo>
                <a:cubicBezTo>
                  <a:pt x="2568295" y="215520"/>
                  <a:pt x="2569262" y="210166"/>
                  <a:pt x="2571198" y="203673"/>
                </a:cubicBezTo>
                <a:lnTo>
                  <a:pt x="2594949" y="121999"/>
                </a:lnTo>
                <a:cubicBezTo>
                  <a:pt x="2597228" y="114139"/>
                  <a:pt x="2598366" y="108216"/>
                  <a:pt x="2598366" y="104228"/>
                </a:cubicBezTo>
                <a:cubicBezTo>
                  <a:pt x="2598366" y="101723"/>
                  <a:pt x="2597285" y="99501"/>
                  <a:pt x="2595120" y="97565"/>
                </a:cubicBezTo>
                <a:cubicBezTo>
                  <a:pt x="2592956" y="95628"/>
                  <a:pt x="2589994" y="94660"/>
                  <a:pt x="2586235" y="94660"/>
                </a:cubicBezTo>
                <a:cubicBezTo>
                  <a:pt x="2584526" y="94660"/>
                  <a:pt x="2582476" y="94717"/>
                  <a:pt x="2580083" y="94831"/>
                </a:cubicBezTo>
                <a:lnTo>
                  <a:pt x="2582305" y="87996"/>
                </a:lnTo>
                <a:lnTo>
                  <a:pt x="2640229" y="78599"/>
                </a:lnTo>
                <a:lnTo>
                  <a:pt x="2650481" y="78599"/>
                </a:lnTo>
                <a:moveTo>
                  <a:pt x="2826302" y="80991"/>
                </a:moveTo>
                <a:lnTo>
                  <a:pt x="2793154" y="194617"/>
                </a:lnTo>
                <a:lnTo>
                  <a:pt x="2789736" y="208457"/>
                </a:lnTo>
                <a:cubicBezTo>
                  <a:pt x="2789395" y="210166"/>
                  <a:pt x="2789224" y="211419"/>
                  <a:pt x="2789224" y="212216"/>
                </a:cubicBezTo>
                <a:cubicBezTo>
                  <a:pt x="2789224" y="213583"/>
                  <a:pt x="2789679" y="214779"/>
                  <a:pt x="2790591" y="215804"/>
                </a:cubicBezTo>
                <a:cubicBezTo>
                  <a:pt x="2791617" y="216830"/>
                  <a:pt x="2792641" y="217343"/>
                  <a:pt x="2793666" y="217343"/>
                </a:cubicBezTo>
                <a:cubicBezTo>
                  <a:pt x="2796059" y="217343"/>
                  <a:pt x="2799363" y="215520"/>
                  <a:pt x="2803577" y="211875"/>
                </a:cubicBezTo>
                <a:cubicBezTo>
                  <a:pt x="2805285" y="210394"/>
                  <a:pt x="2809387" y="205154"/>
                  <a:pt x="2815879" y="196155"/>
                </a:cubicBezTo>
                <a:lnTo>
                  <a:pt x="2821859" y="199231"/>
                </a:lnTo>
                <a:cubicBezTo>
                  <a:pt x="2813771" y="214039"/>
                  <a:pt x="2805115" y="224860"/>
                  <a:pt x="2795888" y="231695"/>
                </a:cubicBezTo>
                <a:cubicBezTo>
                  <a:pt x="2786774" y="238416"/>
                  <a:pt x="2776922" y="241776"/>
                  <a:pt x="2766329" y="241776"/>
                </a:cubicBezTo>
                <a:cubicBezTo>
                  <a:pt x="2759835" y="241776"/>
                  <a:pt x="2754879" y="240124"/>
                  <a:pt x="2751463" y="236821"/>
                </a:cubicBezTo>
                <a:cubicBezTo>
                  <a:pt x="2748045" y="233404"/>
                  <a:pt x="2746337" y="229132"/>
                  <a:pt x="2746337" y="224006"/>
                </a:cubicBezTo>
                <a:cubicBezTo>
                  <a:pt x="2746337" y="219564"/>
                  <a:pt x="2748159" y="211305"/>
                  <a:pt x="2751804" y="199231"/>
                </a:cubicBezTo>
                <a:lnTo>
                  <a:pt x="2755905" y="185390"/>
                </a:lnTo>
                <a:cubicBezTo>
                  <a:pt x="2742692" y="208058"/>
                  <a:pt x="2729991" y="224120"/>
                  <a:pt x="2717801" y="233575"/>
                </a:cubicBezTo>
                <a:cubicBezTo>
                  <a:pt x="2710740" y="239043"/>
                  <a:pt x="2703221" y="241776"/>
                  <a:pt x="2695248" y="241776"/>
                </a:cubicBezTo>
                <a:cubicBezTo>
                  <a:pt x="2684768" y="241776"/>
                  <a:pt x="2677193" y="237504"/>
                  <a:pt x="2672522" y="228961"/>
                </a:cubicBezTo>
                <a:cubicBezTo>
                  <a:pt x="2667852" y="220304"/>
                  <a:pt x="2665517" y="210565"/>
                  <a:pt x="2665517" y="199743"/>
                </a:cubicBezTo>
                <a:cubicBezTo>
                  <a:pt x="2665517" y="183682"/>
                  <a:pt x="2670415" y="165285"/>
                  <a:pt x="2680211" y="144553"/>
                </a:cubicBezTo>
                <a:cubicBezTo>
                  <a:pt x="2690008" y="123708"/>
                  <a:pt x="2702879" y="106962"/>
                  <a:pt x="2718827" y="94318"/>
                </a:cubicBezTo>
                <a:cubicBezTo>
                  <a:pt x="2731926" y="83838"/>
                  <a:pt x="2744229" y="78599"/>
                  <a:pt x="2755734" y="78599"/>
                </a:cubicBezTo>
                <a:cubicBezTo>
                  <a:pt x="2762113" y="78599"/>
                  <a:pt x="2767239" y="80478"/>
                  <a:pt x="2771112" y="84238"/>
                </a:cubicBezTo>
                <a:cubicBezTo>
                  <a:pt x="2774985" y="87882"/>
                  <a:pt x="2777832" y="94603"/>
                  <a:pt x="2779656" y="104399"/>
                </a:cubicBezTo>
                <a:lnTo>
                  <a:pt x="2785807" y="83383"/>
                </a:lnTo>
                <a:lnTo>
                  <a:pt x="2826302" y="80991"/>
                </a:lnTo>
                <a:moveTo>
                  <a:pt x="2771625" y="113455"/>
                </a:moveTo>
                <a:cubicBezTo>
                  <a:pt x="2771625" y="104228"/>
                  <a:pt x="2770201" y="97565"/>
                  <a:pt x="2767353" y="93464"/>
                </a:cubicBezTo>
                <a:cubicBezTo>
                  <a:pt x="2765303" y="90616"/>
                  <a:pt x="2762512" y="89192"/>
                  <a:pt x="2758981" y="89192"/>
                </a:cubicBezTo>
                <a:cubicBezTo>
                  <a:pt x="2755449" y="89192"/>
                  <a:pt x="2751804" y="90901"/>
                  <a:pt x="2748045" y="94318"/>
                </a:cubicBezTo>
                <a:cubicBezTo>
                  <a:pt x="2740414" y="101381"/>
                  <a:pt x="2732154" y="115734"/>
                  <a:pt x="2723269" y="137377"/>
                </a:cubicBezTo>
                <a:cubicBezTo>
                  <a:pt x="2714499" y="158906"/>
                  <a:pt x="2710113" y="177531"/>
                  <a:pt x="2710113" y="193250"/>
                </a:cubicBezTo>
                <a:cubicBezTo>
                  <a:pt x="2710113" y="199287"/>
                  <a:pt x="2711081" y="203673"/>
                  <a:pt x="2713018" y="206407"/>
                </a:cubicBezTo>
                <a:cubicBezTo>
                  <a:pt x="2715068" y="209027"/>
                  <a:pt x="2717289" y="210337"/>
                  <a:pt x="2719682" y="210337"/>
                </a:cubicBezTo>
                <a:cubicBezTo>
                  <a:pt x="2724808" y="210337"/>
                  <a:pt x="2729991" y="207375"/>
                  <a:pt x="2735231" y="201452"/>
                </a:cubicBezTo>
                <a:cubicBezTo>
                  <a:pt x="2742749" y="193022"/>
                  <a:pt x="2749526" y="182713"/>
                  <a:pt x="2755563" y="170525"/>
                </a:cubicBezTo>
                <a:cubicBezTo>
                  <a:pt x="2766271" y="149110"/>
                  <a:pt x="2771625" y="130087"/>
                  <a:pt x="2771625" y="113455"/>
                </a:cubicBezTo>
                <a:moveTo>
                  <a:pt x="2963849" y="78599"/>
                </a:moveTo>
                <a:lnTo>
                  <a:pt x="2956332" y="131396"/>
                </a:lnTo>
                <a:lnTo>
                  <a:pt x="2950010" y="131396"/>
                </a:lnTo>
                <a:cubicBezTo>
                  <a:pt x="2949098" y="117727"/>
                  <a:pt x="2944883" y="106962"/>
                  <a:pt x="2937366" y="99103"/>
                </a:cubicBezTo>
                <a:cubicBezTo>
                  <a:pt x="2929961" y="91243"/>
                  <a:pt x="2921987" y="87313"/>
                  <a:pt x="2913444" y="87313"/>
                </a:cubicBezTo>
                <a:cubicBezTo>
                  <a:pt x="2908204" y="87313"/>
                  <a:pt x="2903875" y="88851"/>
                  <a:pt x="2900458" y="91926"/>
                </a:cubicBezTo>
                <a:cubicBezTo>
                  <a:pt x="2897041" y="95002"/>
                  <a:pt x="2895332" y="98704"/>
                  <a:pt x="2895332" y="103033"/>
                </a:cubicBezTo>
                <a:cubicBezTo>
                  <a:pt x="2895332" y="106678"/>
                  <a:pt x="2896073" y="110095"/>
                  <a:pt x="2897553" y="113284"/>
                </a:cubicBezTo>
                <a:cubicBezTo>
                  <a:pt x="2899034" y="116474"/>
                  <a:pt x="2902337" y="120803"/>
                  <a:pt x="2907464" y="126270"/>
                </a:cubicBezTo>
                <a:cubicBezTo>
                  <a:pt x="2925462" y="145635"/>
                  <a:pt x="2936397" y="158963"/>
                  <a:pt x="2940269" y="166253"/>
                </a:cubicBezTo>
                <a:cubicBezTo>
                  <a:pt x="2944143" y="173543"/>
                  <a:pt x="2946079" y="181346"/>
                  <a:pt x="2946079" y="189662"/>
                </a:cubicBezTo>
                <a:cubicBezTo>
                  <a:pt x="2946079" y="198661"/>
                  <a:pt x="2943801" y="207204"/>
                  <a:pt x="2939245" y="215292"/>
                </a:cubicBezTo>
                <a:cubicBezTo>
                  <a:pt x="2934689" y="223266"/>
                  <a:pt x="2927854" y="229702"/>
                  <a:pt x="2918740" y="234600"/>
                </a:cubicBezTo>
                <a:cubicBezTo>
                  <a:pt x="2909742" y="239384"/>
                  <a:pt x="2900344" y="241776"/>
                  <a:pt x="2890547" y="241776"/>
                </a:cubicBezTo>
                <a:cubicBezTo>
                  <a:pt x="2883942" y="241776"/>
                  <a:pt x="2875796" y="240466"/>
                  <a:pt x="2866113" y="237846"/>
                </a:cubicBezTo>
                <a:cubicBezTo>
                  <a:pt x="2859735" y="236024"/>
                  <a:pt x="2854950" y="235112"/>
                  <a:pt x="2851761" y="235112"/>
                </a:cubicBezTo>
                <a:cubicBezTo>
                  <a:pt x="2848913" y="235112"/>
                  <a:pt x="2846692" y="235568"/>
                  <a:pt x="2845098" y="236479"/>
                </a:cubicBezTo>
                <a:cubicBezTo>
                  <a:pt x="2843503" y="237277"/>
                  <a:pt x="2841737" y="239043"/>
                  <a:pt x="2839801" y="241776"/>
                </a:cubicBezTo>
                <a:lnTo>
                  <a:pt x="2833478" y="241776"/>
                </a:lnTo>
                <a:lnTo>
                  <a:pt x="2841851" y="184877"/>
                </a:lnTo>
                <a:lnTo>
                  <a:pt x="2847319" y="184877"/>
                </a:lnTo>
                <a:cubicBezTo>
                  <a:pt x="2851306" y="198661"/>
                  <a:pt x="2855008" y="208514"/>
                  <a:pt x="2858425" y="214438"/>
                </a:cubicBezTo>
                <a:cubicBezTo>
                  <a:pt x="2861956" y="220247"/>
                  <a:pt x="2866627" y="224917"/>
                  <a:pt x="2872437" y="228448"/>
                </a:cubicBezTo>
                <a:cubicBezTo>
                  <a:pt x="2878245" y="231866"/>
                  <a:pt x="2883827" y="233575"/>
                  <a:pt x="2889181" y="233575"/>
                </a:cubicBezTo>
                <a:cubicBezTo>
                  <a:pt x="2895446" y="233575"/>
                  <a:pt x="2900629" y="231638"/>
                  <a:pt x="2904730" y="227765"/>
                </a:cubicBezTo>
                <a:cubicBezTo>
                  <a:pt x="2908831" y="223778"/>
                  <a:pt x="2910881" y="219051"/>
                  <a:pt x="2910881" y="213583"/>
                </a:cubicBezTo>
                <a:cubicBezTo>
                  <a:pt x="2910881" y="208229"/>
                  <a:pt x="2909515" y="203046"/>
                  <a:pt x="2906780" y="198034"/>
                </a:cubicBezTo>
                <a:cubicBezTo>
                  <a:pt x="2904160" y="193022"/>
                  <a:pt x="2898008" y="185219"/>
                  <a:pt x="2888326" y="174626"/>
                </a:cubicBezTo>
                <a:cubicBezTo>
                  <a:pt x="2874998" y="160159"/>
                  <a:pt x="2866228" y="148996"/>
                  <a:pt x="2862014" y="141136"/>
                </a:cubicBezTo>
                <a:cubicBezTo>
                  <a:pt x="2859052" y="135440"/>
                  <a:pt x="2857571" y="128948"/>
                  <a:pt x="2857571" y="121657"/>
                </a:cubicBezTo>
                <a:cubicBezTo>
                  <a:pt x="2857571" y="109355"/>
                  <a:pt x="2862014" y="99103"/>
                  <a:pt x="2870899" y="90901"/>
                </a:cubicBezTo>
                <a:cubicBezTo>
                  <a:pt x="2879898" y="82699"/>
                  <a:pt x="2892485" y="78599"/>
                  <a:pt x="2908659" y="78599"/>
                </a:cubicBezTo>
                <a:cubicBezTo>
                  <a:pt x="2915722" y="78599"/>
                  <a:pt x="2924380" y="79852"/>
                  <a:pt x="2934631" y="82358"/>
                </a:cubicBezTo>
                <a:cubicBezTo>
                  <a:pt x="2939757" y="83611"/>
                  <a:pt x="2943858" y="84238"/>
                  <a:pt x="2946933" y="84238"/>
                </a:cubicBezTo>
                <a:cubicBezTo>
                  <a:pt x="2951376" y="84238"/>
                  <a:pt x="2954964" y="82358"/>
                  <a:pt x="2957699" y="78599"/>
                </a:cubicBezTo>
                <a:lnTo>
                  <a:pt x="2963849" y="78599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4" name="path-7383">
            <a:extLst xmlns:a="http://schemas.openxmlformats.org/drawingml/2006/main">
              <a:ext uri="{FF2B5EF4-FFF2-40B4-BE49-F238E27FC236}">
                <a16:creationId xmlns:a16="http://schemas.microsoft.com/office/drawing/2014/main" id="{46A4FEDE-53BF-4555-8217-ADAD6D75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302" y="4688145"/>
            <a:ext cx="1862874" cy="561539"/>
          </a:xfrm>
          <a:custGeom xmlns:a="http://schemas.openxmlformats.org/drawingml/2006/main">
            <a:pathLst>
              <a:path w="1862874" h="561539">
                <a:moveTo>
                  <a:pt x="1348" y="9110"/>
                </a:moveTo>
                <a:lnTo>
                  <a:pt x="0" y="18219"/>
                </a:lnTo>
                <a:lnTo>
                  <a:pt x="35773" y="28668"/>
                </a:lnTo>
                <a:lnTo>
                  <a:pt x="37122" y="19558"/>
                </a:lnTo>
                <a:lnTo>
                  <a:pt x="38470" y="10449"/>
                </a:lnTo>
                <a:lnTo>
                  <a:pt x="2697" y="0"/>
                </a:lnTo>
                <a:lnTo>
                  <a:pt x="1348" y="9110"/>
                </a:lnTo>
                <a:moveTo>
                  <a:pt x="108666" y="40455"/>
                </a:moveTo>
                <a:lnTo>
                  <a:pt x="107318" y="49565"/>
                </a:lnTo>
                <a:lnTo>
                  <a:pt x="178864" y="70462"/>
                </a:lnTo>
                <a:lnTo>
                  <a:pt x="180212" y="61352"/>
                </a:lnTo>
                <a:lnTo>
                  <a:pt x="181560" y="52243"/>
                </a:lnTo>
                <a:lnTo>
                  <a:pt x="110015" y="31346"/>
                </a:lnTo>
                <a:lnTo>
                  <a:pt x="108666" y="40455"/>
                </a:lnTo>
                <a:moveTo>
                  <a:pt x="251758" y="82249"/>
                </a:moveTo>
                <a:lnTo>
                  <a:pt x="250409" y="91359"/>
                </a:lnTo>
                <a:lnTo>
                  <a:pt x="321955" y="112255"/>
                </a:lnTo>
                <a:lnTo>
                  <a:pt x="323302" y="103146"/>
                </a:lnTo>
                <a:lnTo>
                  <a:pt x="324650" y="94036"/>
                </a:lnTo>
                <a:lnTo>
                  <a:pt x="253106" y="73139"/>
                </a:lnTo>
                <a:lnTo>
                  <a:pt x="251758" y="82249"/>
                </a:lnTo>
                <a:moveTo>
                  <a:pt x="394848" y="124042"/>
                </a:moveTo>
                <a:lnTo>
                  <a:pt x="393499" y="133152"/>
                </a:lnTo>
                <a:lnTo>
                  <a:pt x="465045" y="154049"/>
                </a:lnTo>
                <a:lnTo>
                  <a:pt x="466393" y="144939"/>
                </a:lnTo>
                <a:lnTo>
                  <a:pt x="467742" y="135830"/>
                </a:lnTo>
                <a:lnTo>
                  <a:pt x="396196" y="114933"/>
                </a:lnTo>
                <a:lnTo>
                  <a:pt x="394848" y="124042"/>
                </a:lnTo>
                <a:moveTo>
                  <a:pt x="537939" y="165837"/>
                </a:moveTo>
                <a:lnTo>
                  <a:pt x="536591" y="174946"/>
                </a:lnTo>
                <a:lnTo>
                  <a:pt x="608135" y="195843"/>
                </a:lnTo>
                <a:lnTo>
                  <a:pt x="609483" y="186733"/>
                </a:lnTo>
                <a:lnTo>
                  <a:pt x="610832" y="177624"/>
                </a:lnTo>
                <a:lnTo>
                  <a:pt x="539286" y="156727"/>
                </a:lnTo>
                <a:lnTo>
                  <a:pt x="537939" y="165837"/>
                </a:lnTo>
                <a:moveTo>
                  <a:pt x="681029" y="207631"/>
                </a:moveTo>
                <a:lnTo>
                  <a:pt x="679681" y="216740"/>
                </a:lnTo>
                <a:lnTo>
                  <a:pt x="751226" y="237637"/>
                </a:lnTo>
                <a:lnTo>
                  <a:pt x="752575" y="228527"/>
                </a:lnTo>
                <a:lnTo>
                  <a:pt x="753923" y="219418"/>
                </a:lnTo>
                <a:lnTo>
                  <a:pt x="682377" y="198521"/>
                </a:lnTo>
                <a:lnTo>
                  <a:pt x="681029" y="207631"/>
                </a:lnTo>
                <a:moveTo>
                  <a:pt x="824119" y="249424"/>
                </a:moveTo>
                <a:lnTo>
                  <a:pt x="822771" y="258534"/>
                </a:lnTo>
                <a:lnTo>
                  <a:pt x="894316" y="279431"/>
                </a:lnTo>
                <a:lnTo>
                  <a:pt x="895665" y="270321"/>
                </a:lnTo>
                <a:lnTo>
                  <a:pt x="897013" y="261212"/>
                </a:lnTo>
                <a:lnTo>
                  <a:pt x="825468" y="240315"/>
                </a:lnTo>
                <a:lnTo>
                  <a:pt x="824119" y="249424"/>
                </a:lnTo>
                <a:moveTo>
                  <a:pt x="967210" y="291218"/>
                </a:moveTo>
                <a:lnTo>
                  <a:pt x="965862" y="300328"/>
                </a:lnTo>
                <a:lnTo>
                  <a:pt x="1037407" y="321224"/>
                </a:lnTo>
                <a:lnTo>
                  <a:pt x="1038755" y="312115"/>
                </a:lnTo>
                <a:lnTo>
                  <a:pt x="1040103" y="303005"/>
                </a:lnTo>
                <a:lnTo>
                  <a:pt x="968559" y="282108"/>
                </a:lnTo>
                <a:lnTo>
                  <a:pt x="967210" y="291218"/>
                </a:lnTo>
                <a:moveTo>
                  <a:pt x="1110301" y="333012"/>
                </a:moveTo>
                <a:lnTo>
                  <a:pt x="1108952" y="342121"/>
                </a:lnTo>
                <a:lnTo>
                  <a:pt x="1180498" y="363018"/>
                </a:lnTo>
                <a:lnTo>
                  <a:pt x="1181846" y="353909"/>
                </a:lnTo>
                <a:lnTo>
                  <a:pt x="1183195" y="344799"/>
                </a:lnTo>
                <a:lnTo>
                  <a:pt x="1111649" y="323902"/>
                </a:lnTo>
                <a:lnTo>
                  <a:pt x="1110301" y="333012"/>
                </a:lnTo>
                <a:moveTo>
                  <a:pt x="1253391" y="374806"/>
                </a:moveTo>
                <a:lnTo>
                  <a:pt x="1252042" y="383915"/>
                </a:lnTo>
                <a:lnTo>
                  <a:pt x="1323588" y="404812"/>
                </a:lnTo>
                <a:lnTo>
                  <a:pt x="1324936" y="395702"/>
                </a:lnTo>
                <a:lnTo>
                  <a:pt x="1326285" y="386593"/>
                </a:lnTo>
                <a:lnTo>
                  <a:pt x="1254739" y="365696"/>
                </a:lnTo>
                <a:lnTo>
                  <a:pt x="1253391" y="374806"/>
                </a:lnTo>
                <a:moveTo>
                  <a:pt x="1396482" y="416600"/>
                </a:moveTo>
                <a:lnTo>
                  <a:pt x="1395134" y="425709"/>
                </a:lnTo>
                <a:lnTo>
                  <a:pt x="1466678" y="446606"/>
                </a:lnTo>
                <a:lnTo>
                  <a:pt x="1468026" y="437496"/>
                </a:lnTo>
                <a:lnTo>
                  <a:pt x="1469375" y="428387"/>
                </a:lnTo>
                <a:lnTo>
                  <a:pt x="1397830" y="407490"/>
                </a:lnTo>
                <a:lnTo>
                  <a:pt x="1396482" y="416600"/>
                </a:lnTo>
                <a:moveTo>
                  <a:pt x="1539572" y="458394"/>
                </a:moveTo>
                <a:lnTo>
                  <a:pt x="1538224" y="467503"/>
                </a:lnTo>
                <a:lnTo>
                  <a:pt x="1609769" y="488400"/>
                </a:lnTo>
                <a:lnTo>
                  <a:pt x="1611118" y="479290"/>
                </a:lnTo>
                <a:lnTo>
                  <a:pt x="1612466" y="470181"/>
                </a:lnTo>
                <a:lnTo>
                  <a:pt x="1540920" y="449284"/>
                </a:lnTo>
                <a:lnTo>
                  <a:pt x="1539572" y="458394"/>
                </a:lnTo>
                <a:moveTo>
                  <a:pt x="1682662" y="500187"/>
                </a:moveTo>
                <a:lnTo>
                  <a:pt x="1681314" y="509297"/>
                </a:lnTo>
                <a:lnTo>
                  <a:pt x="1752859" y="530193"/>
                </a:lnTo>
                <a:lnTo>
                  <a:pt x="1754208" y="521084"/>
                </a:lnTo>
                <a:lnTo>
                  <a:pt x="1755556" y="511974"/>
                </a:lnTo>
                <a:lnTo>
                  <a:pt x="1684011" y="491077"/>
                </a:lnTo>
                <a:lnTo>
                  <a:pt x="1682662" y="500187"/>
                </a:lnTo>
                <a:moveTo>
                  <a:pt x="1825753" y="541981"/>
                </a:moveTo>
                <a:lnTo>
                  <a:pt x="1824405" y="551090"/>
                </a:lnTo>
                <a:lnTo>
                  <a:pt x="1860177" y="561539"/>
                </a:lnTo>
                <a:lnTo>
                  <a:pt x="1861526" y="552429"/>
                </a:lnTo>
                <a:lnTo>
                  <a:pt x="1862874" y="543320"/>
                </a:lnTo>
                <a:lnTo>
                  <a:pt x="1827102" y="532871"/>
                </a:lnTo>
                <a:lnTo>
                  <a:pt x="1825753" y="541981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5" name="path-7384">
            <a:extLst xmlns:a="http://schemas.openxmlformats.org/drawingml/2006/main">
              <a:ext uri="{FF2B5EF4-FFF2-40B4-BE49-F238E27FC236}">
                <a16:creationId xmlns:a16="http://schemas.microsoft.com/office/drawing/2014/main" id="{3796078F-45DC-4849-86A9-0809222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649" y="4688264"/>
            <a:ext cx="1247170" cy="561301"/>
          </a:xfrm>
          <a:custGeom xmlns:a="http://schemas.openxmlformats.org/drawingml/2006/main">
            <a:pathLst>
              <a:path w="1247170" h="561301">
                <a:moveTo>
                  <a:pt x="1991" y="8991"/>
                </a:moveTo>
                <a:lnTo>
                  <a:pt x="0" y="17982"/>
                </a:lnTo>
                <a:lnTo>
                  <a:pt x="34533" y="33074"/>
                </a:lnTo>
                <a:lnTo>
                  <a:pt x="36524" y="24083"/>
                </a:lnTo>
                <a:lnTo>
                  <a:pt x="38515" y="15092"/>
                </a:lnTo>
                <a:lnTo>
                  <a:pt x="3982" y="0"/>
                </a:lnTo>
                <a:lnTo>
                  <a:pt x="1991" y="8991"/>
                </a:lnTo>
                <a:moveTo>
                  <a:pt x="105590" y="54267"/>
                </a:moveTo>
                <a:lnTo>
                  <a:pt x="103599" y="63258"/>
                </a:lnTo>
                <a:lnTo>
                  <a:pt x="172665" y="93443"/>
                </a:lnTo>
                <a:lnTo>
                  <a:pt x="174656" y="84452"/>
                </a:lnTo>
                <a:lnTo>
                  <a:pt x="176647" y="75461"/>
                </a:lnTo>
                <a:lnTo>
                  <a:pt x="107582" y="45277"/>
                </a:lnTo>
                <a:lnTo>
                  <a:pt x="105590" y="54267"/>
                </a:lnTo>
                <a:moveTo>
                  <a:pt x="243722" y="114636"/>
                </a:moveTo>
                <a:lnTo>
                  <a:pt x="241731" y="123627"/>
                </a:lnTo>
                <a:lnTo>
                  <a:pt x="310798" y="153811"/>
                </a:lnTo>
                <a:lnTo>
                  <a:pt x="312788" y="144821"/>
                </a:lnTo>
                <a:lnTo>
                  <a:pt x="314779" y="135830"/>
                </a:lnTo>
                <a:lnTo>
                  <a:pt x="245713" y="105645"/>
                </a:lnTo>
                <a:lnTo>
                  <a:pt x="243722" y="114636"/>
                </a:lnTo>
                <a:moveTo>
                  <a:pt x="381855" y="175005"/>
                </a:moveTo>
                <a:lnTo>
                  <a:pt x="379863" y="183996"/>
                </a:lnTo>
                <a:lnTo>
                  <a:pt x="448929" y="214180"/>
                </a:lnTo>
                <a:lnTo>
                  <a:pt x="450920" y="205189"/>
                </a:lnTo>
                <a:lnTo>
                  <a:pt x="452912" y="196198"/>
                </a:lnTo>
                <a:lnTo>
                  <a:pt x="383845" y="166014"/>
                </a:lnTo>
                <a:lnTo>
                  <a:pt x="381855" y="175005"/>
                </a:lnTo>
                <a:moveTo>
                  <a:pt x="519987" y="235374"/>
                </a:moveTo>
                <a:lnTo>
                  <a:pt x="517995" y="244365"/>
                </a:lnTo>
                <a:lnTo>
                  <a:pt x="587061" y="274549"/>
                </a:lnTo>
                <a:lnTo>
                  <a:pt x="589052" y="265558"/>
                </a:lnTo>
                <a:lnTo>
                  <a:pt x="591044" y="256567"/>
                </a:lnTo>
                <a:lnTo>
                  <a:pt x="521977" y="226383"/>
                </a:lnTo>
                <a:lnTo>
                  <a:pt x="519987" y="235374"/>
                </a:lnTo>
                <a:moveTo>
                  <a:pt x="658118" y="295743"/>
                </a:moveTo>
                <a:lnTo>
                  <a:pt x="656127" y="304734"/>
                </a:lnTo>
                <a:lnTo>
                  <a:pt x="725193" y="334918"/>
                </a:lnTo>
                <a:lnTo>
                  <a:pt x="727184" y="325927"/>
                </a:lnTo>
                <a:lnTo>
                  <a:pt x="729176" y="316936"/>
                </a:lnTo>
                <a:lnTo>
                  <a:pt x="660109" y="286752"/>
                </a:lnTo>
                <a:lnTo>
                  <a:pt x="658118" y="295743"/>
                </a:lnTo>
                <a:moveTo>
                  <a:pt x="796250" y="356112"/>
                </a:moveTo>
                <a:lnTo>
                  <a:pt x="794260" y="365102"/>
                </a:lnTo>
                <a:lnTo>
                  <a:pt x="863325" y="395287"/>
                </a:lnTo>
                <a:lnTo>
                  <a:pt x="865317" y="386296"/>
                </a:lnTo>
                <a:lnTo>
                  <a:pt x="867307" y="377305"/>
                </a:lnTo>
                <a:lnTo>
                  <a:pt x="798241" y="347121"/>
                </a:lnTo>
                <a:lnTo>
                  <a:pt x="796250" y="356112"/>
                </a:lnTo>
                <a:moveTo>
                  <a:pt x="934382" y="416481"/>
                </a:moveTo>
                <a:lnTo>
                  <a:pt x="932392" y="425472"/>
                </a:lnTo>
                <a:lnTo>
                  <a:pt x="1001457" y="455656"/>
                </a:lnTo>
                <a:lnTo>
                  <a:pt x="1003449" y="446665"/>
                </a:lnTo>
                <a:lnTo>
                  <a:pt x="1005439" y="437674"/>
                </a:lnTo>
                <a:lnTo>
                  <a:pt x="936374" y="407490"/>
                </a:lnTo>
                <a:lnTo>
                  <a:pt x="934382" y="416481"/>
                </a:lnTo>
                <a:moveTo>
                  <a:pt x="1072514" y="476849"/>
                </a:moveTo>
                <a:lnTo>
                  <a:pt x="1070523" y="485840"/>
                </a:lnTo>
                <a:lnTo>
                  <a:pt x="1139589" y="516025"/>
                </a:lnTo>
                <a:lnTo>
                  <a:pt x="1141581" y="507034"/>
                </a:lnTo>
                <a:lnTo>
                  <a:pt x="1143571" y="498043"/>
                </a:lnTo>
                <a:lnTo>
                  <a:pt x="1074506" y="467858"/>
                </a:lnTo>
                <a:lnTo>
                  <a:pt x="1072514" y="476849"/>
                </a:lnTo>
                <a:moveTo>
                  <a:pt x="1210646" y="537218"/>
                </a:moveTo>
                <a:lnTo>
                  <a:pt x="1208655" y="546209"/>
                </a:lnTo>
                <a:lnTo>
                  <a:pt x="1243188" y="561301"/>
                </a:lnTo>
                <a:lnTo>
                  <a:pt x="1245180" y="552310"/>
                </a:lnTo>
                <a:lnTo>
                  <a:pt x="1247170" y="543319"/>
                </a:lnTo>
                <a:lnTo>
                  <a:pt x="1212638" y="528227"/>
                </a:lnTo>
                <a:lnTo>
                  <a:pt x="1210646" y="537218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6" name="path-7385">
            <a:extLst xmlns:a="http://schemas.openxmlformats.org/drawingml/2006/main">
              <a:ext uri="{FF2B5EF4-FFF2-40B4-BE49-F238E27FC236}">
                <a16:creationId xmlns:a16="http://schemas.microsoft.com/office/drawing/2014/main" id="{29BA3A0A-1109-4635-8ED5-FEBAE44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924" y="4688824"/>
            <a:ext cx="633611" cy="560179"/>
          </a:xfrm>
          <a:custGeom xmlns:a="http://schemas.openxmlformats.org/drawingml/2006/main">
            <a:pathLst>
              <a:path w="633611" h="560179">
                <a:moveTo>
                  <a:pt x="3707" y="8430"/>
                </a:moveTo>
                <a:lnTo>
                  <a:pt x="0" y="16860"/>
                </a:lnTo>
                <a:lnTo>
                  <a:pt x="26091" y="39498"/>
                </a:lnTo>
                <a:lnTo>
                  <a:pt x="29798" y="31068"/>
                </a:lnTo>
                <a:lnTo>
                  <a:pt x="33505" y="22639"/>
                </a:lnTo>
                <a:lnTo>
                  <a:pt x="7413" y="0"/>
                </a:lnTo>
                <a:lnTo>
                  <a:pt x="3707" y="8430"/>
                </a:lnTo>
                <a:moveTo>
                  <a:pt x="81981" y="76345"/>
                </a:moveTo>
                <a:lnTo>
                  <a:pt x="78275" y="84775"/>
                </a:lnTo>
                <a:lnTo>
                  <a:pt x="130458" y="130051"/>
                </a:lnTo>
                <a:lnTo>
                  <a:pt x="134165" y="121621"/>
                </a:lnTo>
                <a:lnTo>
                  <a:pt x="137870" y="113192"/>
                </a:lnTo>
                <a:lnTo>
                  <a:pt x="85687" y="67915"/>
                </a:lnTo>
                <a:lnTo>
                  <a:pt x="81981" y="76345"/>
                </a:lnTo>
                <a:moveTo>
                  <a:pt x="186347" y="166898"/>
                </a:moveTo>
                <a:lnTo>
                  <a:pt x="182641" y="175328"/>
                </a:lnTo>
                <a:lnTo>
                  <a:pt x="234825" y="220605"/>
                </a:lnTo>
                <a:lnTo>
                  <a:pt x="238530" y="212174"/>
                </a:lnTo>
                <a:lnTo>
                  <a:pt x="242237" y="203745"/>
                </a:lnTo>
                <a:lnTo>
                  <a:pt x="190054" y="158468"/>
                </a:lnTo>
                <a:lnTo>
                  <a:pt x="186347" y="166898"/>
                </a:lnTo>
                <a:moveTo>
                  <a:pt x="290714" y="257451"/>
                </a:moveTo>
                <a:lnTo>
                  <a:pt x="287007" y="265881"/>
                </a:lnTo>
                <a:lnTo>
                  <a:pt x="339190" y="311158"/>
                </a:lnTo>
                <a:lnTo>
                  <a:pt x="342897" y="302728"/>
                </a:lnTo>
                <a:lnTo>
                  <a:pt x="346604" y="294298"/>
                </a:lnTo>
                <a:lnTo>
                  <a:pt x="294421" y="249021"/>
                </a:lnTo>
                <a:lnTo>
                  <a:pt x="290714" y="257451"/>
                </a:lnTo>
                <a:moveTo>
                  <a:pt x="395081" y="348005"/>
                </a:moveTo>
                <a:lnTo>
                  <a:pt x="391374" y="356434"/>
                </a:lnTo>
                <a:lnTo>
                  <a:pt x="443557" y="401711"/>
                </a:lnTo>
                <a:lnTo>
                  <a:pt x="447263" y="393281"/>
                </a:lnTo>
                <a:lnTo>
                  <a:pt x="450970" y="384851"/>
                </a:lnTo>
                <a:lnTo>
                  <a:pt x="398786" y="339574"/>
                </a:lnTo>
                <a:lnTo>
                  <a:pt x="395081" y="348005"/>
                </a:lnTo>
                <a:moveTo>
                  <a:pt x="499446" y="438558"/>
                </a:moveTo>
                <a:lnTo>
                  <a:pt x="495741" y="446987"/>
                </a:lnTo>
                <a:lnTo>
                  <a:pt x="547923" y="492264"/>
                </a:lnTo>
                <a:lnTo>
                  <a:pt x="551630" y="483834"/>
                </a:lnTo>
                <a:lnTo>
                  <a:pt x="555337" y="475404"/>
                </a:lnTo>
                <a:lnTo>
                  <a:pt x="503153" y="430128"/>
                </a:lnTo>
                <a:lnTo>
                  <a:pt x="499446" y="438558"/>
                </a:lnTo>
                <a:moveTo>
                  <a:pt x="603813" y="529111"/>
                </a:moveTo>
                <a:lnTo>
                  <a:pt x="600106" y="537541"/>
                </a:lnTo>
                <a:lnTo>
                  <a:pt x="626199" y="560179"/>
                </a:lnTo>
                <a:lnTo>
                  <a:pt x="629904" y="551749"/>
                </a:lnTo>
                <a:lnTo>
                  <a:pt x="633611" y="543319"/>
                </a:lnTo>
                <a:lnTo>
                  <a:pt x="607520" y="520681"/>
                </a:lnTo>
                <a:lnTo>
                  <a:pt x="603813" y="529111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7" name="path-7386">
            <a:extLst xmlns:a="http://schemas.openxmlformats.org/drawingml/2006/main">
              <a:ext uri="{FF2B5EF4-FFF2-40B4-BE49-F238E27FC236}">
                <a16:creationId xmlns:a16="http://schemas.microsoft.com/office/drawing/2014/main" id="{7F733CE2-6D9F-4406-86D9-33D381EB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077" y="4688845"/>
            <a:ext cx="624494" cy="560138"/>
          </a:xfrm>
          <a:custGeom xmlns:a="http://schemas.openxmlformats.org/drawingml/2006/main">
            <a:pathLst>
              <a:path w="624494" h="560138">
                <a:moveTo>
                  <a:pt x="620742" y="8409"/>
                </a:moveTo>
                <a:lnTo>
                  <a:pt x="616989" y="0"/>
                </a:lnTo>
                <a:lnTo>
                  <a:pt x="591281" y="22638"/>
                </a:lnTo>
                <a:lnTo>
                  <a:pt x="595034" y="31048"/>
                </a:lnTo>
                <a:lnTo>
                  <a:pt x="598786" y="39457"/>
                </a:lnTo>
                <a:lnTo>
                  <a:pt x="624494" y="16819"/>
                </a:lnTo>
                <a:lnTo>
                  <a:pt x="620742" y="8409"/>
                </a:lnTo>
                <a:moveTo>
                  <a:pt x="543619" y="76324"/>
                </a:moveTo>
                <a:lnTo>
                  <a:pt x="539866" y="67914"/>
                </a:lnTo>
                <a:lnTo>
                  <a:pt x="488450" y="113192"/>
                </a:lnTo>
                <a:lnTo>
                  <a:pt x="492203" y="121601"/>
                </a:lnTo>
                <a:lnTo>
                  <a:pt x="495955" y="130010"/>
                </a:lnTo>
                <a:lnTo>
                  <a:pt x="547370" y="84734"/>
                </a:lnTo>
                <a:lnTo>
                  <a:pt x="543619" y="76324"/>
                </a:lnTo>
                <a:moveTo>
                  <a:pt x="440787" y="166878"/>
                </a:moveTo>
                <a:lnTo>
                  <a:pt x="437034" y="158468"/>
                </a:lnTo>
                <a:lnTo>
                  <a:pt x="385618" y="203745"/>
                </a:lnTo>
                <a:lnTo>
                  <a:pt x="389371" y="212154"/>
                </a:lnTo>
                <a:lnTo>
                  <a:pt x="393123" y="220563"/>
                </a:lnTo>
                <a:lnTo>
                  <a:pt x="444539" y="175287"/>
                </a:lnTo>
                <a:lnTo>
                  <a:pt x="440787" y="166878"/>
                </a:lnTo>
                <a:moveTo>
                  <a:pt x="337956" y="257431"/>
                </a:moveTo>
                <a:lnTo>
                  <a:pt x="334203" y="249021"/>
                </a:lnTo>
                <a:lnTo>
                  <a:pt x="282787" y="294298"/>
                </a:lnTo>
                <a:lnTo>
                  <a:pt x="286540" y="302707"/>
                </a:lnTo>
                <a:lnTo>
                  <a:pt x="290292" y="311116"/>
                </a:lnTo>
                <a:lnTo>
                  <a:pt x="341707" y="265840"/>
                </a:lnTo>
                <a:lnTo>
                  <a:pt x="337956" y="257431"/>
                </a:lnTo>
                <a:moveTo>
                  <a:pt x="235124" y="347984"/>
                </a:moveTo>
                <a:lnTo>
                  <a:pt x="231371" y="339574"/>
                </a:lnTo>
                <a:lnTo>
                  <a:pt x="179955" y="384851"/>
                </a:lnTo>
                <a:lnTo>
                  <a:pt x="183708" y="393260"/>
                </a:lnTo>
                <a:lnTo>
                  <a:pt x="187460" y="401670"/>
                </a:lnTo>
                <a:lnTo>
                  <a:pt x="238876" y="356393"/>
                </a:lnTo>
                <a:lnTo>
                  <a:pt x="235124" y="347984"/>
                </a:lnTo>
                <a:moveTo>
                  <a:pt x="132292" y="438537"/>
                </a:moveTo>
                <a:lnTo>
                  <a:pt x="128539" y="430127"/>
                </a:lnTo>
                <a:lnTo>
                  <a:pt x="77124" y="475404"/>
                </a:lnTo>
                <a:lnTo>
                  <a:pt x="80875" y="483813"/>
                </a:lnTo>
                <a:lnTo>
                  <a:pt x="84628" y="492223"/>
                </a:lnTo>
                <a:lnTo>
                  <a:pt x="136044" y="446946"/>
                </a:lnTo>
                <a:lnTo>
                  <a:pt x="132292" y="438537"/>
                </a:lnTo>
                <a:moveTo>
                  <a:pt x="29460" y="529090"/>
                </a:moveTo>
                <a:lnTo>
                  <a:pt x="25708" y="520681"/>
                </a:lnTo>
                <a:lnTo>
                  <a:pt x="0" y="543319"/>
                </a:lnTo>
                <a:lnTo>
                  <a:pt x="3753" y="551728"/>
                </a:lnTo>
                <a:lnTo>
                  <a:pt x="7505" y="560138"/>
                </a:lnTo>
                <a:lnTo>
                  <a:pt x="33213" y="537500"/>
                </a:lnTo>
                <a:lnTo>
                  <a:pt x="29460" y="529090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8" name="path-7387">
            <a:extLst xmlns:a="http://schemas.openxmlformats.org/drawingml/2006/main">
              <a:ext uri="{FF2B5EF4-FFF2-40B4-BE49-F238E27FC236}">
                <a16:creationId xmlns:a16="http://schemas.microsoft.com/office/drawing/2014/main" id="{3D398975-1E35-4D42-97E5-B0949DA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824" y="4688267"/>
            <a:ext cx="1237991" cy="561294"/>
          </a:xfrm>
          <a:custGeom xmlns:a="http://schemas.openxmlformats.org/drawingml/2006/main">
            <a:pathLst>
              <a:path w="1237991" h="561294">
                <a:moveTo>
                  <a:pt x="1235985" y="8988"/>
                </a:moveTo>
                <a:lnTo>
                  <a:pt x="1233980" y="0"/>
                </a:lnTo>
                <a:lnTo>
                  <a:pt x="1199703" y="15092"/>
                </a:lnTo>
                <a:lnTo>
                  <a:pt x="1201708" y="24080"/>
                </a:lnTo>
                <a:lnTo>
                  <a:pt x="1203714" y="33068"/>
                </a:lnTo>
                <a:lnTo>
                  <a:pt x="1237991" y="17975"/>
                </a:lnTo>
                <a:lnTo>
                  <a:pt x="1235985" y="8988"/>
                </a:lnTo>
                <a:moveTo>
                  <a:pt x="1133153" y="54265"/>
                </a:moveTo>
                <a:lnTo>
                  <a:pt x="1131148" y="45277"/>
                </a:lnTo>
                <a:lnTo>
                  <a:pt x="1062594" y="75461"/>
                </a:lnTo>
                <a:lnTo>
                  <a:pt x="1064599" y="84449"/>
                </a:lnTo>
                <a:lnTo>
                  <a:pt x="1066605" y="93437"/>
                </a:lnTo>
                <a:lnTo>
                  <a:pt x="1135159" y="63253"/>
                </a:lnTo>
                <a:lnTo>
                  <a:pt x="1133153" y="54265"/>
                </a:lnTo>
                <a:moveTo>
                  <a:pt x="996044" y="114633"/>
                </a:moveTo>
                <a:lnTo>
                  <a:pt x="994040" y="105645"/>
                </a:lnTo>
                <a:lnTo>
                  <a:pt x="925485" y="135830"/>
                </a:lnTo>
                <a:lnTo>
                  <a:pt x="927490" y="144818"/>
                </a:lnTo>
                <a:lnTo>
                  <a:pt x="929496" y="153806"/>
                </a:lnTo>
                <a:lnTo>
                  <a:pt x="998050" y="123621"/>
                </a:lnTo>
                <a:lnTo>
                  <a:pt x="996044" y="114633"/>
                </a:lnTo>
                <a:moveTo>
                  <a:pt x="858936" y="175002"/>
                </a:moveTo>
                <a:lnTo>
                  <a:pt x="856931" y="166014"/>
                </a:lnTo>
                <a:lnTo>
                  <a:pt x="788376" y="196198"/>
                </a:lnTo>
                <a:lnTo>
                  <a:pt x="790381" y="205186"/>
                </a:lnTo>
                <a:lnTo>
                  <a:pt x="792386" y="214174"/>
                </a:lnTo>
                <a:lnTo>
                  <a:pt x="860941" y="183990"/>
                </a:lnTo>
                <a:lnTo>
                  <a:pt x="858936" y="175002"/>
                </a:lnTo>
                <a:moveTo>
                  <a:pt x="721827" y="235371"/>
                </a:moveTo>
                <a:lnTo>
                  <a:pt x="719821" y="226383"/>
                </a:lnTo>
                <a:lnTo>
                  <a:pt x="651267" y="256567"/>
                </a:lnTo>
                <a:lnTo>
                  <a:pt x="653273" y="265555"/>
                </a:lnTo>
                <a:lnTo>
                  <a:pt x="655277" y="274543"/>
                </a:lnTo>
                <a:lnTo>
                  <a:pt x="723832" y="244359"/>
                </a:lnTo>
                <a:lnTo>
                  <a:pt x="721827" y="235371"/>
                </a:lnTo>
                <a:moveTo>
                  <a:pt x="584718" y="295740"/>
                </a:moveTo>
                <a:lnTo>
                  <a:pt x="582712" y="286751"/>
                </a:lnTo>
                <a:lnTo>
                  <a:pt x="514158" y="316936"/>
                </a:lnTo>
                <a:lnTo>
                  <a:pt x="516164" y="325924"/>
                </a:lnTo>
                <a:lnTo>
                  <a:pt x="518169" y="334912"/>
                </a:lnTo>
                <a:lnTo>
                  <a:pt x="586723" y="304728"/>
                </a:lnTo>
                <a:lnTo>
                  <a:pt x="584718" y="295740"/>
                </a:lnTo>
                <a:moveTo>
                  <a:pt x="447609" y="356108"/>
                </a:moveTo>
                <a:lnTo>
                  <a:pt x="445603" y="347120"/>
                </a:lnTo>
                <a:lnTo>
                  <a:pt x="377049" y="377305"/>
                </a:lnTo>
                <a:lnTo>
                  <a:pt x="379055" y="386293"/>
                </a:lnTo>
                <a:lnTo>
                  <a:pt x="381060" y="395281"/>
                </a:lnTo>
                <a:lnTo>
                  <a:pt x="449614" y="365096"/>
                </a:lnTo>
                <a:lnTo>
                  <a:pt x="447609" y="356108"/>
                </a:lnTo>
                <a:moveTo>
                  <a:pt x="310501" y="416477"/>
                </a:moveTo>
                <a:lnTo>
                  <a:pt x="308495" y="407489"/>
                </a:lnTo>
                <a:lnTo>
                  <a:pt x="239940" y="437673"/>
                </a:lnTo>
                <a:lnTo>
                  <a:pt x="241946" y="446661"/>
                </a:lnTo>
                <a:lnTo>
                  <a:pt x="243951" y="455649"/>
                </a:lnTo>
                <a:lnTo>
                  <a:pt x="312506" y="425465"/>
                </a:lnTo>
                <a:lnTo>
                  <a:pt x="310501" y="416477"/>
                </a:lnTo>
                <a:moveTo>
                  <a:pt x="173392" y="476846"/>
                </a:moveTo>
                <a:lnTo>
                  <a:pt x="171386" y="467858"/>
                </a:lnTo>
                <a:lnTo>
                  <a:pt x="102832" y="498042"/>
                </a:lnTo>
                <a:lnTo>
                  <a:pt x="104838" y="507030"/>
                </a:lnTo>
                <a:lnTo>
                  <a:pt x="106842" y="516018"/>
                </a:lnTo>
                <a:lnTo>
                  <a:pt x="175397" y="485834"/>
                </a:lnTo>
                <a:lnTo>
                  <a:pt x="173392" y="476846"/>
                </a:lnTo>
                <a:moveTo>
                  <a:pt x="36283" y="537214"/>
                </a:moveTo>
                <a:lnTo>
                  <a:pt x="34277" y="528226"/>
                </a:lnTo>
                <a:lnTo>
                  <a:pt x="0" y="543319"/>
                </a:lnTo>
                <a:lnTo>
                  <a:pt x="2006" y="552307"/>
                </a:lnTo>
                <a:lnTo>
                  <a:pt x="4011" y="561294"/>
                </a:lnTo>
                <a:lnTo>
                  <a:pt x="38288" y="546202"/>
                </a:lnTo>
                <a:lnTo>
                  <a:pt x="36283" y="537214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9" name="path-7388">
            <a:extLst xmlns:a="http://schemas.openxmlformats.org/drawingml/2006/main">
              <a:ext uri="{FF2B5EF4-FFF2-40B4-BE49-F238E27FC236}">
                <a16:creationId xmlns:a16="http://schemas.microsoft.com/office/drawing/2014/main" id="{40AE7658-EB7F-4CAD-AAD6-F84021C0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620" y="4697255"/>
            <a:ext cx="18418" cy="543319"/>
          </a:xfrm>
          <a:custGeom xmlns:a="http://schemas.openxmlformats.org/drawingml/2006/main">
            <a:pathLst>
              <a:path w="18418" h="543319">
                <a:moveTo>
                  <a:pt x="9209" y="0"/>
                </a:moveTo>
                <a:lnTo>
                  <a:pt x="0" y="0"/>
                </a:lnTo>
                <a:lnTo>
                  <a:pt x="0" y="33957"/>
                </a:lnTo>
                <a:lnTo>
                  <a:pt x="9209" y="33957"/>
                </a:lnTo>
                <a:lnTo>
                  <a:pt x="18418" y="33957"/>
                </a:lnTo>
                <a:lnTo>
                  <a:pt x="18418" y="0"/>
                </a:lnTo>
                <a:lnTo>
                  <a:pt x="9209" y="0"/>
                </a:lnTo>
                <a:moveTo>
                  <a:pt x="9209" y="101872"/>
                </a:moveTo>
                <a:lnTo>
                  <a:pt x="0" y="101872"/>
                </a:lnTo>
                <a:lnTo>
                  <a:pt x="0" y="169787"/>
                </a:lnTo>
                <a:lnTo>
                  <a:pt x="9209" y="169787"/>
                </a:lnTo>
                <a:lnTo>
                  <a:pt x="18418" y="169787"/>
                </a:lnTo>
                <a:lnTo>
                  <a:pt x="18418" y="101872"/>
                </a:lnTo>
                <a:lnTo>
                  <a:pt x="9209" y="101872"/>
                </a:lnTo>
                <a:moveTo>
                  <a:pt x="9209" y="237702"/>
                </a:moveTo>
                <a:lnTo>
                  <a:pt x="0" y="237702"/>
                </a:lnTo>
                <a:lnTo>
                  <a:pt x="0" y="305617"/>
                </a:lnTo>
                <a:lnTo>
                  <a:pt x="9209" y="305617"/>
                </a:lnTo>
                <a:lnTo>
                  <a:pt x="18418" y="305617"/>
                </a:lnTo>
                <a:lnTo>
                  <a:pt x="18418" y="237702"/>
                </a:lnTo>
                <a:lnTo>
                  <a:pt x="9209" y="237702"/>
                </a:lnTo>
                <a:moveTo>
                  <a:pt x="9209" y="373532"/>
                </a:moveTo>
                <a:lnTo>
                  <a:pt x="0" y="373532"/>
                </a:lnTo>
                <a:lnTo>
                  <a:pt x="0" y="441447"/>
                </a:lnTo>
                <a:lnTo>
                  <a:pt x="9209" y="441447"/>
                </a:lnTo>
                <a:lnTo>
                  <a:pt x="18418" y="441447"/>
                </a:lnTo>
                <a:lnTo>
                  <a:pt x="18418" y="373532"/>
                </a:lnTo>
                <a:lnTo>
                  <a:pt x="9209" y="373532"/>
                </a:lnTo>
                <a:moveTo>
                  <a:pt x="9209" y="509362"/>
                </a:moveTo>
                <a:lnTo>
                  <a:pt x="0" y="509362"/>
                </a:lnTo>
                <a:lnTo>
                  <a:pt x="0" y="543319"/>
                </a:lnTo>
                <a:lnTo>
                  <a:pt x="9209" y="543319"/>
                </a:lnTo>
                <a:lnTo>
                  <a:pt x="18418" y="543319"/>
                </a:lnTo>
                <a:lnTo>
                  <a:pt x="18418" y="509362"/>
                </a:lnTo>
                <a:lnTo>
                  <a:pt x="9209" y="509362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0" name="path-7389">
            <a:extLst xmlns:a="http://schemas.openxmlformats.org/drawingml/2006/main">
              <a:ext uri="{FF2B5EF4-FFF2-40B4-BE49-F238E27FC236}">
                <a16:creationId xmlns:a16="http://schemas.microsoft.com/office/drawing/2014/main" id="{A11F7496-B613-4780-8F29-2B0A109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1" name="path-7390">
            <a:extLst xmlns:a="http://schemas.openxmlformats.org/drawingml/2006/main">
              <a:ext uri="{FF2B5EF4-FFF2-40B4-BE49-F238E27FC236}">
                <a16:creationId xmlns:a16="http://schemas.microsoft.com/office/drawing/2014/main" id="{6C17CE93-8C68-4F96-982D-B7500465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253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2" name="path-7391">
            <a:extLst xmlns:a="http://schemas.openxmlformats.org/drawingml/2006/main">
              <a:ext uri="{FF2B5EF4-FFF2-40B4-BE49-F238E27FC236}">
                <a16:creationId xmlns:a16="http://schemas.microsoft.com/office/drawing/2014/main" id="{AD60618D-A862-4E64-9006-445F332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3" name="path-7392">
            <a:extLst xmlns:a="http://schemas.openxmlformats.org/drawingml/2006/main">
              <a:ext uri="{FF2B5EF4-FFF2-40B4-BE49-F238E27FC236}">
                <a16:creationId xmlns:a16="http://schemas.microsoft.com/office/drawing/2014/main" id="{454BB30F-27E2-4A48-B439-8FD3216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4" name="path-7393">
            <a:extLst xmlns:a="http://schemas.openxmlformats.org/drawingml/2006/main">
              <a:ext uri="{FF2B5EF4-FFF2-40B4-BE49-F238E27FC236}">
                <a16:creationId xmlns:a16="http://schemas.microsoft.com/office/drawing/2014/main" id="{468C8A40-E26A-4DD3-82DF-804D102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5" name="path-7394">
            <a:extLst xmlns:a="http://schemas.openxmlformats.org/drawingml/2006/main">
              <a:ext uri="{FF2B5EF4-FFF2-40B4-BE49-F238E27FC236}">
                <a16:creationId xmlns:a16="http://schemas.microsoft.com/office/drawing/2014/main" id="{2CC72A49-614C-4AC2-BF5A-3DAECC58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253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6" name="path-7395">
            <a:extLst xmlns:a="http://schemas.openxmlformats.org/drawingml/2006/main">
              <a:ext uri="{FF2B5EF4-FFF2-40B4-BE49-F238E27FC236}">
                <a16:creationId xmlns:a16="http://schemas.microsoft.com/office/drawing/2014/main" id="{01B020DD-CE1F-496B-93CA-6E72EB11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816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7" name="path-7396">
            <a:extLst xmlns:a="http://schemas.openxmlformats.org/drawingml/2006/main">
              <a:ext uri="{FF2B5EF4-FFF2-40B4-BE49-F238E27FC236}">
                <a16:creationId xmlns:a16="http://schemas.microsoft.com/office/drawing/2014/main" id="{CBFE2DA5-DDE0-4191-8C47-926A5D9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56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8" name="path-7397">
            <a:extLst xmlns:a="http://schemas.openxmlformats.org/drawingml/2006/main">
              <a:ext uri="{FF2B5EF4-FFF2-40B4-BE49-F238E27FC236}">
                <a16:creationId xmlns:a16="http://schemas.microsoft.com/office/drawing/2014/main" id="{CE1F4AFE-A655-4461-9818-D3AD2F82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60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3698" y="20672"/>
                </a:move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9" name="path-7398">
            <a:extLst xmlns:a="http://schemas.openxmlformats.org/drawingml/2006/main">
              <a:ext uri="{FF2B5EF4-FFF2-40B4-BE49-F238E27FC236}">
                <a16:creationId xmlns:a16="http://schemas.microsoft.com/office/drawing/2014/main" id="{9E4BD5BF-2E3D-470E-A9FB-2C7444A6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244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0" name="path-7399">
            <a:extLst xmlns:a="http://schemas.openxmlformats.org/drawingml/2006/main">
              <a:ext uri="{FF2B5EF4-FFF2-40B4-BE49-F238E27FC236}">
                <a16:creationId xmlns:a16="http://schemas.microsoft.com/office/drawing/2014/main" id="{4AB318B3-3998-468B-A3EA-43153311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60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1" name="path-7400">
            <a:extLst xmlns:a="http://schemas.openxmlformats.org/drawingml/2006/main">
              <a:ext uri="{FF2B5EF4-FFF2-40B4-BE49-F238E27FC236}">
                <a16:creationId xmlns:a16="http://schemas.microsoft.com/office/drawing/2014/main" id="{DB1EB059-6CDA-4F8F-9436-3E7F10F7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56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2" name="path-7401">
            <a:extLst xmlns:a="http://schemas.openxmlformats.org/drawingml/2006/main">
              <a:ext uri="{FF2B5EF4-FFF2-40B4-BE49-F238E27FC236}">
                <a16:creationId xmlns:a16="http://schemas.microsoft.com/office/drawing/2014/main" id="{D59EDD4A-F9A3-4B99-9665-922B542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816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3" name="path-7402">
            <a:extLst xmlns:a="http://schemas.openxmlformats.org/drawingml/2006/main">
              <a:ext uri="{FF2B5EF4-FFF2-40B4-BE49-F238E27FC236}">
                <a16:creationId xmlns:a16="http://schemas.microsoft.com/office/drawing/2014/main" id="{1D494508-A97B-4AE2-A631-603ED06A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4264441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4" name="path-7403">
            <a:extLst xmlns:a="http://schemas.openxmlformats.org/drawingml/2006/main">
              <a:ext uri="{FF2B5EF4-FFF2-40B4-BE49-F238E27FC236}">
                <a16:creationId xmlns:a16="http://schemas.microsoft.com/office/drawing/2014/main" id="{4C6B5FED-C058-4AD4-A351-C6CD485E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084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5" name="path-7404">
            <a:extLst xmlns:a="http://schemas.openxmlformats.org/drawingml/2006/main">
              <a:ext uri="{FF2B5EF4-FFF2-40B4-BE49-F238E27FC236}">
                <a16:creationId xmlns:a16="http://schemas.microsoft.com/office/drawing/2014/main" id="{05C6A809-744D-4FEE-A701-25FD6EA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6" name="path-7405">
            <a:extLst xmlns:a="http://schemas.openxmlformats.org/drawingml/2006/main">
              <a:ext uri="{FF2B5EF4-FFF2-40B4-BE49-F238E27FC236}">
                <a16:creationId xmlns:a16="http://schemas.microsoft.com/office/drawing/2014/main" id="{A5120A9E-E262-4EA2-AD5B-A0D550B1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7" name="path-7406">
            <a:extLst xmlns:a="http://schemas.openxmlformats.org/drawingml/2006/main">
              <a:ext uri="{FF2B5EF4-FFF2-40B4-BE49-F238E27FC236}">
                <a16:creationId xmlns:a16="http://schemas.microsoft.com/office/drawing/2014/main" id="{1E54FD4D-671E-45B9-90C0-74B74868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8" name="path-7407">
            <a:extLst xmlns:a="http://schemas.openxmlformats.org/drawingml/2006/main">
              <a:ext uri="{FF2B5EF4-FFF2-40B4-BE49-F238E27FC236}">
                <a16:creationId xmlns:a16="http://schemas.microsoft.com/office/drawing/2014/main" id="{594A089F-DD0B-4B5C-9F9D-0B07C914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084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6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9" name="path-7408">
            <a:extLst xmlns:a="http://schemas.openxmlformats.org/drawingml/2006/main">
              <a:ext uri="{FF2B5EF4-FFF2-40B4-BE49-F238E27FC236}">
                <a16:creationId xmlns:a16="http://schemas.microsoft.com/office/drawing/2014/main" id="{C4F3D2B6-DEAD-4DA3-965F-70ADAF29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47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0" name="path-7409">
            <a:extLst xmlns:a="http://schemas.openxmlformats.org/drawingml/2006/main">
              <a:ext uri="{FF2B5EF4-FFF2-40B4-BE49-F238E27FC236}">
                <a16:creationId xmlns:a16="http://schemas.microsoft.com/office/drawing/2014/main" id="{0DA928D4-9126-4547-9F10-A1BC1CD7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87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1" name="path-7410">
            <a:extLst xmlns:a="http://schemas.openxmlformats.org/drawingml/2006/main">
              <a:ext uri="{FF2B5EF4-FFF2-40B4-BE49-F238E27FC236}">
                <a16:creationId xmlns:a16="http://schemas.microsoft.com/office/drawing/2014/main" id="{07C95A03-E1EF-483E-ACA3-9B3B0E66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891" y="4310054"/>
            <a:ext cx="22603" cy="64892"/>
          </a:xfrm>
          <a:custGeom xmlns:a="http://schemas.openxmlformats.org/drawingml/2006/main">
            <a:pathLst>
              <a:path w="22603" h="64892">
                <a:moveTo>
                  <a:pt x="3698" y="20672"/>
                </a:move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2" name="path-7411">
            <a:extLst xmlns:a="http://schemas.openxmlformats.org/drawingml/2006/main">
              <a:ext uri="{FF2B5EF4-FFF2-40B4-BE49-F238E27FC236}">
                <a16:creationId xmlns:a16="http://schemas.microsoft.com/office/drawing/2014/main" id="{A6994EB6-7742-4276-B2E2-4FD48A2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075" y="4448617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3" name="path-7412">
            <a:extLst xmlns:a="http://schemas.openxmlformats.org/drawingml/2006/main">
              <a:ext uri="{FF2B5EF4-FFF2-40B4-BE49-F238E27FC236}">
                <a16:creationId xmlns:a16="http://schemas.microsoft.com/office/drawing/2014/main" id="{324A6771-4756-4A67-9A8F-A076B076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891" y="4595958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4" name="path-7413">
            <a:extLst xmlns:a="http://schemas.openxmlformats.org/drawingml/2006/main">
              <a:ext uri="{FF2B5EF4-FFF2-40B4-BE49-F238E27FC236}">
                <a16:creationId xmlns:a16="http://schemas.microsoft.com/office/drawing/2014/main" id="{9CF400E9-F3FD-4D9D-B0DC-3D7C7660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87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5" name="path-7414">
            <a:extLst xmlns:a="http://schemas.openxmlformats.org/drawingml/2006/main">
              <a:ext uri="{FF2B5EF4-FFF2-40B4-BE49-F238E27FC236}">
                <a16:creationId xmlns:a16="http://schemas.microsoft.com/office/drawing/2014/main" id="{F924E060-DA91-471E-8562-75BC59C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47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6" name="path-7415">
            <a:extLst xmlns:a="http://schemas.openxmlformats.org/drawingml/2006/main">
              <a:ext uri="{FF2B5EF4-FFF2-40B4-BE49-F238E27FC236}">
                <a16:creationId xmlns:a16="http://schemas.microsoft.com/office/drawing/2014/main" id="{47E6D608-72B7-44ED-959C-839FD47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4264441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7" name="path-7416">
            <a:extLst xmlns:a="http://schemas.openxmlformats.org/drawingml/2006/main">
              <a:ext uri="{FF2B5EF4-FFF2-40B4-BE49-F238E27FC236}">
                <a16:creationId xmlns:a16="http://schemas.microsoft.com/office/drawing/2014/main" id="{EB7FE6F7-A916-4EA1-B696-9879C345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916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8" name="path-7417">
            <a:extLst xmlns:a="http://schemas.openxmlformats.org/drawingml/2006/main">
              <a:ext uri="{FF2B5EF4-FFF2-40B4-BE49-F238E27FC236}">
                <a16:creationId xmlns:a16="http://schemas.microsoft.com/office/drawing/2014/main" id="{C8CCDF86-74CD-4A2A-AF40-2541922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9" name="path-7418">
            <a:extLst xmlns:a="http://schemas.openxmlformats.org/drawingml/2006/main">
              <a:ext uri="{FF2B5EF4-FFF2-40B4-BE49-F238E27FC236}">
                <a16:creationId xmlns:a16="http://schemas.microsoft.com/office/drawing/2014/main" id="{7D0FB5ED-4C59-4CAF-9DA0-AC63B04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0" name="path-7419">
            <a:extLst xmlns:a="http://schemas.openxmlformats.org/drawingml/2006/main">
              <a:ext uri="{FF2B5EF4-FFF2-40B4-BE49-F238E27FC236}">
                <a16:creationId xmlns:a16="http://schemas.microsoft.com/office/drawing/2014/main" id="{CD991073-C561-4CAE-9AD6-22B1727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1" name="path-7420">
            <a:extLst xmlns:a="http://schemas.openxmlformats.org/drawingml/2006/main">
              <a:ext uri="{FF2B5EF4-FFF2-40B4-BE49-F238E27FC236}">
                <a16:creationId xmlns:a16="http://schemas.microsoft.com/office/drawing/2014/main" id="{D32B4D51-09FF-46FB-A066-F3A1661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916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2" name="path-7421">
            <a:extLst xmlns:a="http://schemas.openxmlformats.org/drawingml/2006/main">
              <a:ext uri="{FF2B5EF4-FFF2-40B4-BE49-F238E27FC236}">
                <a16:creationId xmlns:a16="http://schemas.microsoft.com/office/drawing/2014/main" id="{FA3BAA45-08FB-4D96-BBAE-255A38F1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479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3" name="path-7422">
            <a:extLst xmlns:a="http://schemas.openxmlformats.org/drawingml/2006/main">
              <a:ext uri="{FF2B5EF4-FFF2-40B4-BE49-F238E27FC236}">
                <a16:creationId xmlns:a16="http://schemas.microsoft.com/office/drawing/2014/main" id="{0D440568-A954-408F-B97A-9C21C1B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19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4" name="path-7423">
            <a:extLst xmlns:a="http://schemas.openxmlformats.org/drawingml/2006/main">
              <a:ext uri="{FF2B5EF4-FFF2-40B4-BE49-F238E27FC236}">
                <a16:creationId xmlns:a16="http://schemas.microsoft.com/office/drawing/2014/main" id="{57300F46-3B65-42E3-AB69-C381E286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723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5" name="path-7424">
            <a:extLst xmlns:a="http://schemas.openxmlformats.org/drawingml/2006/main">
              <a:ext uri="{FF2B5EF4-FFF2-40B4-BE49-F238E27FC236}">
                <a16:creationId xmlns:a16="http://schemas.microsoft.com/office/drawing/2014/main" id="{631E112E-448A-46D4-86EE-95812BBF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907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6" name="path-7425">
            <a:extLst xmlns:a="http://schemas.openxmlformats.org/drawingml/2006/main">
              <a:ext uri="{FF2B5EF4-FFF2-40B4-BE49-F238E27FC236}">
                <a16:creationId xmlns:a16="http://schemas.microsoft.com/office/drawing/2014/main" id="{A1F63D25-E2FC-4710-ADE8-B57704D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723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7" name="path-7426">
            <a:extLst xmlns:a="http://schemas.openxmlformats.org/drawingml/2006/main">
              <a:ext uri="{FF2B5EF4-FFF2-40B4-BE49-F238E27FC236}">
                <a16:creationId xmlns:a16="http://schemas.microsoft.com/office/drawing/2014/main" id="{9D484956-B015-452C-8658-9867EDB4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19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8" name="path-7427">
            <a:extLst xmlns:a="http://schemas.openxmlformats.org/drawingml/2006/main">
              <a:ext uri="{FF2B5EF4-FFF2-40B4-BE49-F238E27FC236}">
                <a16:creationId xmlns:a16="http://schemas.microsoft.com/office/drawing/2014/main" id="{7D29BBD5-2A07-4EB1-B7DC-0500AAC5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479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9" name="path-7428">
            <a:extLst xmlns:a="http://schemas.openxmlformats.org/drawingml/2006/main">
              <a:ext uri="{FF2B5EF4-FFF2-40B4-BE49-F238E27FC236}">
                <a16:creationId xmlns:a16="http://schemas.microsoft.com/office/drawing/2014/main" id="{7C1160D0-2D02-4D5A-9E52-EFB827F1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4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0" name="path-7429">
            <a:extLst xmlns:a="http://schemas.openxmlformats.org/drawingml/2006/main">
              <a:ext uri="{FF2B5EF4-FFF2-40B4-BE49-F238E27FC236}">
                <a16:creationId xmlns:a16="http://schemas.microsoft.com/office/drawing/2014/main" id="{44727D05-3ED0-4D9B-B5EF-56B69F04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747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8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1" name="path-7430">
            <a:extLst xmlns:a="http://schemas.openxmlformats.org/drawingml/2006/main">
              <a:ext uri="{FF2B5EF4-FFF2-40B4-BE49-F238E27FC236}">
                <a16:creationId xmlns:a16="http://schemas.microsoft.com/office/drawing/2014/main" id="{614567D6-41D5-483B-9A47-DB42C70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4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2" name="path-7431">
            <a:extLst xmlns:a="http://schemas.openxmlformats.org/drawingml/2006/main">
              <a:ext uri="{FF2B5EF4-FFF2-40B4-BE49-F238E27FC236}">
                <a16:creationId xmlns:a16="http://schemas.microsoft.com/office/drawing/2014/main" id="{9D2239F1-B2A8-4C0B-AE7D-A7099499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4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3" name="path-7432">
            <a:extLst xmlns:a="http://schemas.openxmlformats.org/drawingml/2006/main">
              <a:ext uri="{FF2B5EF4-FFF2-40B4-BE49-F238E27FC236}">
                <a16:creationId xmlns:a16="http://schemas.microsoft.com/office/drawing/2014/main" id="{B8199676-145C-4F69-B37E-6235644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4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4" name="path-7433">
            <a:extLst xmlns:a="http://schemas.openxmlformats.org/drawingml/2006/main">
              <a:ext uri="{FF2B5EF4-FFF2-40B4-BE49-F238E27FC236}">
                <a16:creationId xmlns:a16="http://schemas.microsoft.com/office/drawing/2014/main" id="{56A7267E-B158-45E4-B64E-3E2BD57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747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5" name="path-7434">
            <a:extLst xmlns:a="http://schemas.openxmlformats.org/drawingml/2006/main">
              <a:ext uri="{FF2B5EF4-FFF2-40B4-BE49-F238E27FC236}">
                <a16:creationId xmlns:a16="http://schemas.microsoft.com/office/drawing/2014/main" id="{B91D1505-BF3A-467B-A51E-681C6B69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310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6" name="path-7435">
            <a:extLst xmlns:a="http://schemas.openxmlformats.org/drawingml/2006/main">
              <a:ext uri="{FF2B5EF4-FFF2-40B4-BE49-F238E27FC236}">
                <a16:creationId xmlns:a16="http://schemas.microsoft.com/office/drawing/2014/main" id="{1443E09D-BFDB-4964-BA2C-F03BFA6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650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7" name="path-7436">
            <a:extLst xmlns:a="http://schemas.openxmlformats.org/drawingml/2006/main">
              <a:ext uri="{FF2B5EF4-FFF2-40B4-BE49-F238E27FC236}">
                <a16:creationId xmlns:a16="http://schemas.microsoft.com/office/drawing/2014/main" id="{2FC1298F-AE4F-49D3-89D4-78B7D020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554" y="4310054"/>
            <a:ext cx="22603" cy="64892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2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8" name="path-7437">
            <a:extLst xmlns:a="http://schemas.openxmlformats.org/drawingml/2006/main">
              <a:ext uri="{FF2B5EF4-FFF2-40B4-BE49-F238E27FC236}">
                <a16:creationId xmlns:a16="http://schemas.microsoft.com/office/drawing/2014/main" id="{803DA374-FCBD-449E-8FC7-1333DBF0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738" y="4448617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9" name="path-7438">
            <a:extLst xmlns:a="http://schemas.openxmlformats.org/drawingml/2006/main">
              <a:ext uri="{FF2B5EF4-FFF2-40B4-BE49-F238E27FC236}">
                <a16:creationId xmlns:a16="http://schemas.microsoft.com/office/drawing/2014/main" id="{660EAD02-A4F2-411E-B601-ADB867C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554" y="4595958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0" name="path-7439">
            <a:extLst xmlns:a="http://schemas.openxmlformats.org/drawingml/2006/main">
              <a:ext uri="{FF2B5EF4-FFF2-40B4-BE49-F238E27FC236}">
                <a16:creationId xmlns:a16="http://schemas.microsoft.com/office/drawing/2014/main" id="{C12DCD54-FF66-4098-A482-F131804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650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1" name="path-7440">
            <a:extLst xmlns:a="http://schemas.openxmlformats.org/drawingml/2006/main">
              <a:ext uri="{FF2B5EF4-FFF2-40B4-BE49-F238E27FC236}">
                <a16:creationId xmlns:a16="http://schemas.microsoft.com/office/drawing/2014/main" id="{3C81B464-056D-4F25-986D-79CEDCF9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310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2" name="path-7441">
            <a:extLst xmlns:a="http://schemas.openxmlformats.org/drawingml/2006/main">
              <a:ext uri="{FF2B5EF4-FFF2-40B4-BE49-F238E27FC236}">
                <a16:creationId xmlns:a16="http://schemas.microsoft.com/office/drawing/2014/main" id="{5D4C595C-F66E-40B3-8495-FA7AB154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3" name="path-7442">
            <a:extLst xmlns:a="http://schemas.openxmlformats.org/drawingml/2006/main">
              <a:ext uri="{FF2B5EF4-FFF2-40B4-BE49-F238E27FC236}">
                <a16:creationId xmlns:a16="http://schemas.microsoft.com/office/drawing/2014/main" id="{F99957F8-BA51-4E46-AAE9-37743277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79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4" name="path-7443">
            <a:extLst xmlns:a="http://schemas.openxmlformats.org/drawingml/2006/main">
              <a:ext uri="{FF2B5EF4-FFF2-40B4-BE49-F238E27FC236}">
                <a16:creationId xmlns:a16="http://schemas.microsoft.com/office/drawing/2014/main" id="{EBB8B0B8-8F38-4CD7-AA53-FF1F82A1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5" name="path-7444">
            <a:extLst xmlns:a="http://schemas.openxmlformats.org/drawingml/2006/main">
              <a:ext uri="{FF2B5EF4-FFF2-40B4-BE49-F238E27FC236}">
                <a16:creationId xmlns:a16="http://schemas.microsoft.com/office/drawing/2014/main" id="{7552BCC7-D835-4523-A952-DA1A069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6" name="path-7445">
            <a:extLst xmlns:a="http://schemas.openxmlformats.org/drawingml/2006/main">
              <a:ext uri="{FF2B5EF4-FFF2-40B4-BE49-F238E27FC236}">
                <a16:creationId xmlns:a16="http://schemas.microsoft.com/office/drawing/2014/main" id="{FFC10F3A-A544-4042-88C0-06657A45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7" name="path-7446">
            <a:extLst xmlns:a="http://schemas.openxmlformats.org/drawingml/2006/main">
              <a:ext uri="{FF2B5EF4-FFF2-40B4-BE49-F238E27FC236}">
                <a16:creationId xmlns:a16="http://schemas.microsoft.com/office/drawing/2014/main" id="{1017FED3-C40C-461C-9DE5-59796EF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79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8" name="path-7447">
            <a:extLst xmlns:a="http://schemas.openxmlformats.org/drawingml/2006/main">
              <a:ext uri="{FF2B5EF4-FFF2-40B4-BE49-F238E27FC236}">
                <a16:creationId xmlns:a16="http://schemas.microsoft.com/office/drawing/2014/main" id="{37F19BBF-773A-40B2-81F9-04D7D889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142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9" name="path-7448">
            <a:extLst xmlns:a="http://schemas.openxmlformats.org/drawingml/2006/main">
              <a:ext uri="{FF2B5EF4-FFF2-40B4-BE49-F238E27FC236}">
                <a16:creationId xmlns:a16="http://schemas.microsoft.com/office/drawing/2014/main" id="{1A93D224-B940-46E9-B84F-B11D65B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482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0" name="path-7449">
            <a:extLst xmlns:a="http://schemas.openxmlformats.org/drawingml/2006/main">
              <a:ext uri="{FF2B5EF4-FFF2-40B4-BE49-F238E27FC236}">
                <a16:creationId xmlns:a16="http://schemas.microsoft.com/office/drawing/2014/main" id="{23951F29-F996-4C03-91F9-4D55B4B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386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3698" y="20672"/>
                </a:move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1" name="path-7450">
            <a:extLst xmlns:a="http://schemas.openxmlformats.org/drawingml/2006/main">
              <a:ext uri="{FF2B5EF4-FFF2-40B4-BE49-F238E27FC236}">
                <a16:creationId xmlns:a16="http://schemas.microsoft.com/office/drawing/2014/main" id="{26F2F21B-9116-45E2-8C3F-41FCE852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571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2" name="path-7451">
            <a:extLst xmlns:a="http://schemas.openxmlformats.org/drawingml/2006/main">
              <a:ext uri="{FF2B5EF4-FFF2-40B4-BE49-F238E27FC236}">
                <a16:creationId xmlns:a16="http://schemas.microsoft.com/office/drawing/2014/main" id="{107F0B2B-8A19-47DD-8F14-E9C8A08D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386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3" name="path-7452">
            <a:extLst xmlns:a="http://schemas.openxmlformats.org/drawingml/2006/main">
              <a:ext uri="{FF2B5EF4-FFF2-40B4-BE49-F238E27FC236}">
                <a16:creationId xmlns:a16="http://schemas.microsoft.com/office/drawing/2014/main" id="{59CBDC32-33E4-4FDF-BD9B-3D787AF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482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4" name="path-7453">
            <a:extLst xmlns:a="http://schemas.openxmlformats.org/drawingml/2006/main">
              <a:ext uri="{FF2B5EF4-FFF2-40B4-BE49-F238E27FC236}">
                <a16:creationId xmlns:a16="http://schemas.microsoft.com/office/drawing/2014/main" id="{60602DF8-848B-409C-A725-3743CE8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142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5" name="path-7454">
            <a:extLst xmlns:a="http://schemas.openxmlformats.org/drawingml/2006/main">
              <a:ext uri="{FF2B5EF4-FFF2-40B4-BE49-F238E27FC236}">
                <a16:creationId xmlns:a16="http://schemas.microsoft.com/office/drawing/2014/main" id="{F9895DBB-59F8-4316-AB0D-8D1A3BD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6" name="path-7455">
            <a:extLst xmlns:a="http://schemas.openxmlformats.org/drawingml/2006/main">
              <a:ext uri="{FF2B5EF4-FFF2-40B4-BE49-F238E27FC236}">
                <a16:creationId xmlns:a16="http://schemas.microsoft.com/office/drawing/2014/main" id="{C24A1296-6165-493D-8B08-55EA09CF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411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7" name="path-7456">
            <a:extLst xmlns:a="http://schemas.openxmlformats.org/drawingml/2006/main">
              <a:ext uri="{FF2B5EF4-FFF2-40B4-BE49-F238E27FC236}">
                <a16:creationId xmlns:a16="http://schemas.microsoft.com/office/drawing/2014/main" id="{42F835DA-2F7F-4049-85BF-992E4022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8" name="path-7457">
            <a:extLst xmlns:a="http://schemas.openxmlformats.org/drawingml/2006/main">
              <a:ext uri="{FF2B5EF4-FFF2-40B4-BE49-F238E27FC236}">
                <a16:creationId xmlns:a16="http://schemas.microsoft.com/office/drawing/2014/main" id="{55C0835E-6E52-4EA9-B808-8529C3E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9" name="path-7458">
            <a:extLst xmlns:a="http://schemas.openxmlformats.org/drawingml/2006/main">
              <a:ext uri="{FF2B5EF4-FFF2-40B4-BE49-F238E27FC236}">
                <a16:creationId xmlns:a16="http://schemas.microsoft.com/office/drawing/2014/main" id="{2C601050-E35D-444E-9A31-BB75B042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0" name="path-7459">
            <a:extLst xmlns:a="http://schemas.openxmlformats.org/drawingml/2006/main">
              <a:ext uri="{FF2B5EF4-FFF2-40B4-BE49-F238E27FC236}">
                <a16:creationId xmlns:a16="http://schemas.microsoft.com/office/drawing/2014/main" id="{3D0CB751-5FE3-4E6A-8A15-0CD9306C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411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28057" y="18418"/>
                </a:moveTo>
                <a:lnTo>
                  <a:pt x="64892" y="18418"/>
                </a:ln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1" name="path-7460">
            <a:extLst xmlns:a="http://schemas.openxmlformats.org/drawingml/2006/main">
              <a:ext uri="{FF2B5EF4-FFF2-40B4-BE49-F238E27FC236}">
                <a16:creationId xmlns:a16="http://schemas.microsoft.com/office/drawing/2014/main" id="{072C768F-6B3E-4EF1-A8AC-305E0FC1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975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2" name="path-7461">
            <a:extLst xmlns:a="http://schemas.openxmlformats.org/drawingml/2006/main">
              <a:ext uri="{FF2B5EF4-FFF2-40B4-BE49-F238E27FC236}">
                <a16:creationId xmlns:a16="http://schemas.microsoft.com/office/drawing/2014/main" id="{2436C1E1-6A9B-4FAD-9219-F06B048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314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3" name="path-7462">
            <a:extLst xmlns:a="http://schemas.openxmlformats.org/drawingml/2006/main">
              <a:ext uri="{FF2B5EF4-FFF2-40B4-BE49-F238E27FC236}">
                <a16:creationId xmlns:a16="http://schemas.microsoft.com/office/drawing/2014/main" id="{90476395-CC54-43B2-93AD-F4F2F19F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8218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3698" y="20672"/>
                </a:move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4" name="path-7463">
            <a:extLst xmlns:a="http://schemas.openxmlformats.org/drawingml/2006/main">
              <a:ext uri="{FF2B5EF4-FFF2-40B4-BE49-F238E27FC236}">
                <a16:creationId xmlns:a16="http://schemas.microsoft.com/office/drawing/2014/main" id="{792C454F-11D0-46E9-B120-0FADF00C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403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5" name="path-7464">
            <a:extLst xmlns:a="http://schemas.openxmlformats.org/drawingml/2006/main">
              <a:ext uri="{FF2B5EF4-FFF2-40B4-BE49-F238E27FC236}">
                <a16:creationId xmlns:a16="http://schemas.microsoft.com/office/drawing/2014/main" id="{A5C04292-DC72-4FB7-AC38-A3DD06AF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8218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6" name="path-7465">
            <a:extLst xmlns:a="http://schemas.openxmlformats.org/drawingml/2006/main">
              <a:ext uri="{FF2B5EF4-FFF2-40B4-BE49-F238E27FC236}">
                <a16:creationId xmlns:a16="http://schemas.microsoft.com/office/drawing/2014/main" id="{90A8FF66-7912-422E-B22E-CE87D410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314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7" name="path-7466">
            <a:extLst xmlns:a="http://schemas.openxmlformats.org/drawingml/2006/main">
              <a:ext uri="{FF2B5EF4-FFF2-40B4-BE49-F238E27FC236}">
                <a16:creationId xmlns:a16="http://schemas.microsoft.com/office/drawing/2014/main" id="{7CE22D25-FD0F-4D48-864C-22B46FA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975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8" name="path-7467">
            <a:extLst xmlns:a="http://schemas.openxmlformats.org/drawingml/2006/main">
              <a:ext uri="{FF2B5EF4-FFF2-40B4-BE49-F238E27FC236}">
                <a16:creationId xmlns:a16="http://schemas.microsoft.com/office/drawing/2014/main" id="{61BD3BB3-C409-4B81-BBA2-ACC574CD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9" name="path-7468">
            <a:extLst xmlns:a="http://schemas.openxmlformats.org/drawingml/2006/main">
              <a:ext uri="{FF2B5EF4-FFF2-40B4-BE49-F238E27FC236}">
                <a16:creationId xmlns:a16="http://schemas.microsoft.com/office/drawing/2014/main" id="{8AE454D9-7F50-4032-A533-CF0F9942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253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0" name="path-7469">
            <a:extLst xmlns:a="http://schemas.openxmlformats.org/drawingml/2006/main">
              <a:ext uri="{FF2B5EF4-FFF2-40B4-BE49-F238E27FC236}">
                <a16:creationId xmlns:a16="http://schemas.microsoft.com/office/drawing/2014/main" id="{FCE53822-FA8A-4EE2-A3DE-53254267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1" name="path-7470">
            <a:extLst xmlns:a="http://schemas.openxmlformats.org/drawingml/2006/main">
              <a:ext uri="{FF2B5EF4-FFF2-40B4-BE49-F238E27FC236}">
                <a16:creationId xmlns:a16="http://schemas.microsoft.com/office/drawing/2014/main" id="{855469B5-14CF-404E-A6BB-BBB9E712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2" name="path-7471">
            <a:extLst xmlns:a="http://schemas.openxmlformats.org/drawingml/2006/main">
              <a:ext uri="{FF2B5EF4-FFF2-40B4-BE49-F238E27FC236}">
                <a16:creationId xmlns:a16="http://schemas.microsoft.com/office/drawing/2014/main" id="{2F2A3FE0-0446-43F5-A73C-8508503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3" name="path-7472">
            <a:extLst xmlns:a="http://schemas.openxmlformats.org/drawingml/2006/main">
              <a:ext uri="{FF2B5EF4-FFF2-40B4-BE49-F238E27FC236}">
                <a16:creationId xmlns:a16="http://schemas.microsoft.com/office/drawing/2014/main" id="{99C5ECE4-5358-4842-A2B2-F648144C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253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4" name="path-7473">
            <a:extLst xmlns:a="http://schemas.openxmlformats.org/drawingml/2006/main">
              <a:ext uri="{FF2B5EF4-FFF2-40B4-BE49-F238E27FC236}">
                <a16:creationId xmlns:a16="http://schemas.microsoft.com/office/drawing/2014/main" id="{BB8573C8-C6BA-4641-A8C1-0BA4F64D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816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5" name="path-7474">
            <a:extLst xmlns:a="http://schemas.openxmlformats.org/drawingml/2006/main">
              <a:ext uri="{FF2B5EF4-FFF2-40B4-BE49-F238E27FC236}">
                <a16:creationId xmlns:a16="http://schemas.microsoft.com/office/drawing/2014/main" id="{569242B6-9A45-4DD4-96AA-7BD69AF0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56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6" name="path-7475">
            <a:extLst xmlns:a="http://schemas.openxmlformats.org/drawingml/2006/main">
              <a:ext uri="{FF2B5EF4-FFF2-40B4-BE49-F238E27FC236}">
                <a16:creationId xmlns:a16="http://schemas.microsoft.com/office/drawing/2014/main" id="{0833E47B-4D31-4183-B3B2-A1B4D01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60" y="5281584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7" name="path-7476">
            <a:extLst xmlns:a="http://schemas.openxmlformats.org/drawingml/2006/main">
              <a:ext uri="{FF2B5EF4-FFF2-40B4-BE49-F238E27FC236}">
                <a16:creationId xmlns:a16="http://schemas.microsoft.com/office/drawing/2014/main" id="{D5C25AF7-B1E3-4103-84F4-8871DD14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244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8" name="path-7477">
            <a:extLst xmlns:a="http://schemas.openxmlformats.org/drawingml/2006/main">
              <a:ext uri="{FF2B5EF4-FFF2-40B4-BE49-F238E27FC236}">
                <a16:creationId xmlns:a16="http://schemas.microsoft.com/office/drawing/2014/main" id="{A3CABE55-B796-42D9-84D1-9650712F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60" y="5567487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9" name="path-7478">
            <a:extLst xmlns:a="http://schemas.openxmlformats.org/drawingml/2006/main">
              <a:ext uri="{FF2B5EF4-FFF2-40B4-BE49-F238E27FC236}">
                <a16:creationId xmlns:a16="http://schemas.microsoft.com/office/drawing/2014/main" id="{A9FE6EA6-84E4-4C61-BCE3-8B7DDFB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156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0" name="path-7479">
            <a:extLst xmlns:a="http://schemas.openxmlformats.org/drawingml/2006/main">
              <a:ext uri="{FF2B5EF4-FFF2-40B4-BE49-F238E27FC236}">
                <a16:creationId xmlns:a16="http://schemas.microsoft.com/office/drawing/2014/main" id="{BBA07238-D5A9-4BBD-939A-0D0A7E17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816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1" name="path-7480">
            <a:extLst xmlns:a="http://schemas.openxmlformats.org/drawingml/2006/main">
              <a:ext uri="{FF2B5EF4-FFF2-40B4-BE49-F238E27FC236}">
                <a16:creationId xmlns:a16="http://schemas.microsoft.com/office/drawing/2014/main" id="{5F4EB78F-B9F7-45B1-B41B-5D3AA72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5235970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2" name="path-7481">
            <a:extLst xmlns:a="http://schemas.openxmlformats.org/drawingml/2006/main">
              <a:ext uri="{FF2B5EF4-FFF2-40B4-BE49-F238E27FC236}">
                <a16:creationId xmlns:a16="http://schemas.microsoft.com/office/drawing/2014/main" id="{721E8625-4B33-45F2-9B26-A1441C0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084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3" name="path-7482">
            <a:extLst xmlns:a="http://schemas.openxmlformats.org/drawingml/2006/main">
              <a:ext uri="{FF2B5EF4-FFF2-40B4-BE49-F238E27FC236}">
                <a16:creationId xmlns:a16="http://schemas.microsoft.com/office/drawing/2014/main" id="{92EC2A06-C110-4652-972E-A150CA87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4" name="path-7483">
            <a:extLst xmlns:a="http://schemas.openxmlformats.org/drawingml/2006/main">
              <a:ext uri="{FF2B5EF4-FFF2-40B4-BE49-F238E27FC236}">
                <a16:creationId xmlns:a16="http://schemas.microsoft.com/office/drawing/2014/main" id="{C9B55424-3DA0-4BED-B5DB-E09EC3A5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5" name="path-7484">
            <a:extLst xmlns:a="http://schemas.openxmlformats.org/drawingml/2006/main">
              <a:ext uri="{FF2B5EF4-FFF2-40B4-BE49-F238E27FC236}">
                <a16:creationId xmlns:a16="http://schemas.microsoft.com/office/drawing/2014/main" id="{1A7533E9-19CB-4C1B-8842-CB3DF230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471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6" name="path-7485">
            <a:extLst xmlns:a="http://schemas.openxmlformats.org/drawingml/2006/main">
              <a:ext uri="{FF2B5EF4-FFF2-40B4-BE49-F238E27FC236}">
                <a16:creationId xmlns:a16="http://schemas.microsoft.com/office/drawing/2014/main" id="{BAB717C3-0741-4AC4-A14B-26BFCC5D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084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7" name="path-7486">
            <a:extLst xmlns:a="http://schemas.openxmlformats.org/drawingml/2006/main">
              <a:ext uri="{FF2B5EF4-FFF2-40B4-BE49-F238E27FC236}">
                <a16:creationId xmlns:a16="http://schemas.microsoft.com/office/drawing/2014/main" id="{94C7EAF1-41C2-4216-8D68-8F82D4F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47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8" name="path-7487">
            <a:extLst xmlns:a="http://schemas.openxmlformats.org/drawingml/2006/main">
              <a:ext uri="{FF2B5EF4-FFF2-40B4-BE49-F238E27FC236}">
                <a16:creationId xmlns:a16="http://schemas.microsoft.com/office/drawing/2014/main" id="{292B7EB0-95EE-46C4-B2D1-E90DCE24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87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9" name="path-7488">
            <a:extLst xmlns:a="http://schemas.openxmlformats.org/drawingml/2006/main">
              <a:ext uri="{FF2B5EF4-FFF2-40B4-BE49-F238E27FC236}">
                <a16:creationId xmlns:a16="http://schemas.microsoft.com/office/drawing/2014/main" id="{D3C29D07-EAAC-4587-8430-F8F4DFC6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891" y="5281583"/>
            <a:ext cx="22603" cy="64892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0" name="path-7489">
            <a:extLst xmlns:a="http://schemas.openxmlformats.org/drawingml/2006/main">
              <a:ext uri="{FF2B5EF4-FFF2-40B4-BE49-F238E27FC236}">
                <a16:creationId xmlns:a16="http://schemas.microsoft.com/office/drawing/2014/main" id="{17E19764-C54B-4C79-98B8-5C9125E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075" y="5420146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1" name="path-7490">
            <a:extLst xmlns:a="http://schemas.openxmlformats.org/drawingml/2006/main">
              <a:ext uri="{FF2B5EF4-FFF2-40B4-BE49-F238E27FC236}">
                <a16:creationId xmlns:a16="http://schemas.microsoft.com/office/drawing/2014/main" id="{26F51855-0401-4205-BDB1-EAA91918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891" y="5567487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2" name="path-7491">
            <a:extLst xmlns:a="http://schemas.openxmlformats.org/drawingml/2006/main">
              <a:ext uri="{FF2B5EF4-FFF2-40B4-BE49-F238E27FC236}">
                <a16:creationId xmlns:a16="http://schemas.microsoft.com/office/drawing/2014/main" id="{17480FD1-62F1-4651-BF81-653B742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87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3" name="path-7492">
            <a:extLst xmlns:a="http://schemas.openxmlformats.org/drawingml/2006/main">
              <a:ext uri="{FF2B5EF4-FFF2-40B4-BE49-F238E27FC236}">
                <a16:creationId xmlns:a16="http://schemas.microsoft.com/office/drawing/2014/main" id="{6F16A66D-3FA5-4CBF-A2BA-00802180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47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4" name="path-7493">
            <a:extLst xmlns:a="http://schemas.openxmlformats.org/drawingml/2006/main">
              <a:ext uri="{FF2B5EF4-FFF2-40B4-BE49-F238E27FC236}">
                <a16:creationId xmlns:a16="http://schemas.microsoft.com/office/drawing/2014/main" id="{329E94AE-271E-4862-8D3D-68ED4A8A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5235970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5" name="path-7494">
            <a:extLst xmlns:a="http://schemas.openxmlformats.org/drawingml/2006/main">
              <a:ext uri="{FF2B5EF4-FFF2-40B4-BE49-F238E27FC236}">
                <a16:creationId xmlns:a16="http://schemas.microsoft.com/office/drawing/2014/main" id="{75242158-09B6-4BF3-99E4-4908819B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916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6" name="path-7495">
            <a:extLst xmlns:a="http://schemas.openxmlformats.org/drawingml/2006/main">
              <a:ext uri="{FF2B5EF4-FFF2-40B4-BE49-F238E27FC236}">
                <a16:creationId xmlns:a16="http://schemas.microsoft.com/office/drawing/2014/main" id="{14DC821F-32A6-4C68-9788-DBE44C61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7" name="path-7496">
            <a:extLst xmlns:a="http://schemas.openxmlformats.org/drawingml/2006/main">
              <a:ext uri="{FF2B5EF4-FFF2-40B4-BE49-F238E27FC236}">
                <a16:creationId xmlns:a16="http://schemas.microsoft.com/office/drawing/2014/main" id="{44435202-708B-4985-93C7-5CFA0534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8" name="path-7497">
            <a:extLst xmlns:a="http://schemas.openxmlformats.org/drawingml/2006/main">
              <a:ext uri="{FF2B5EF4-FFF2-40B4-BE49-F238E27FC236}">
                <a16:creationId xmlns:a16="http://schemas.microsoft.com/office/drawing/2014/main" id="{2F8DE039-9010-47BE-A49E-312D9BE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303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9" name="path-7498">
            <a:extLst xmlns:a="http://schemas.openxmlformats.org/drawingml/2006/main">
              <a:ext uri="{FF2B5EF4-FFF2-40B4-BE49-F238E27FC236}">
                <a16:creationId xmlns:a16="http://schemas.microsoft.com/office/drawing/2014/main" id="{A8D3B567-AFAD-4E7B-870D-8B699B9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916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0" name="path-7499">
            <a:extLst xmlns:a="http://schemas.openxmlformats.org/drawingml/2006/main">
              <a:ext uri="{FF2B5EF4-FFF2-40B4-BE49-F238E27FC236}">
                <a16:creationId xmlns:a16="http://schemas.microsoft.com/office/drawing/2014/main" id="{5F0C03E6-0CF5-4ABD-90A0-D26C40D9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479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1" name="path-7500">
            <a:extLst xmlns:a="http://schemas.openxmlformats.org/drawingml/2006/main">
              <a:ext uri="{FF2B5EF4-FFF2-40B4-BE49-F238E27FC236}">
                <a16:creationId xmlns:a16="http://schemas.microsoft.com/office/drawing/2014/main" id="{BA05CE1C-FD9C-477C-AFE0-BFE2FA0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19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2" name="path-7501">
            <a:extLst xmlns:a="http://schemas.openxmlformats.org/drawingml/2006/main">
              <a:ext uri="{FF2B5EF4-FFF2-40B4-BE49-F238E27FC236}">
                <a16:creationId xmlns:a16="http://schemas.microsoft.com/office/drawing/2014/main" id="{41C7E9D2-394E-4E4D-8B29-087E5974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723" y="5281584"/>
            <a:ext cx="22602" cy="64891"/>
          </a:xfrm>
          <a:custGeom xmlns:a="http://schemas.openxmlformats.org/drawingml/2006/main">
            <a:pathLst>
              <a:path w="22602" h="64891">
                <a:moveTo>
                  <a:pt x="0" y="6911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3" name="path-7502">
            <a:extLst xmlns:a="http://schemas.openxmlformats.org/drawingml/2006/main">
              <a:ext uri="{FF2B5EF4-FFF2-40B4-BE49-F238E27FC236}">
                <a16:creationId xmlns:a16="http://schemas.microsoft.com/office/drawing/2014/main" id="{8827F330-423A-4C48-941D-8FD8A6C6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907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4" name="path-7503">
            <a:extLst xmlns:a="http://schemas.openxmlformats.org/drawingml/2006/main">
              <a:ext uri="{FF2B5EF4-FFF2-40B4-BE49-F238E27FC236}">
                <a16:creationId xmlns:a16="http://schemas.microsoft.com/office/drawing/2014/main" id="{0DD28C36-2777-4961-98BA-404748E1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723" y="5567487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5" name="path-7504">
            <a:extLst xmlns:a="http://schemas.openxmlformats.org/drawingml/2006/main">
              <a:ext uri="{FF2B5EF4-FFF2-40B4-BE49-F238E27FC236}">
                <a16:creationId xmlns:a16="http://schemas.microsoft.com/office/drawing/2014/main" id="{93BE6219-EEC0-4B82-804A-32FA8F95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19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6" name="path-7505">
            <a:extLst xmlns:a="http://schemas.openxmlformats.org/drawingml/2006/main">
              <a:ext uri="{FF2B5EF4-FFF2-40B4-BE49-F238E27FC236}">
                <a16:creationId xmlns:a16="http://schemas.microsoft.com/office/drawing/2014/main" id="{8AD63690-3ECC-4440-B26F-E53930A8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479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7" name="path-7506">
            <a:extLst xmlns:a="http://schemas.openxmlformats.org/drawingml/2006/main">
              <a:ext uri="{FF2B5EF4-FFF2-40B4-BE49-F238E27FC236}">
                <a16:creationId xmlns:a16="http://schemas.microsoft.com/office/drawing/2014/main" id="{E34E1787-9AA7-4976-9761-8BE7624F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4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FF212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8" name="path-7507">
            <a:extLst xmlns:a="http://schemas.openxmlformats.org/drawingml/2006/main">
              <a:ext uri="{FF2B5EF4-FFF2-40B4-BE49-F238E27FC236}">
                <a16:creationId xmlns:a16="http://schemas.microsoft.com/office/drawing/2014/main" id="{552DA4EC-AA38-4BC1-A603-5BBA7C6B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4" y="5235970"/>
            <a:ext cx="442023" cy="442023"/>
          </a:xfrm>
          <a:custGeom xmlns:a="http://schemas.openxmlformats.org/drawingml/2006/main">
            <a:pathLst>
              <a:path w="442023" h="442023">
                <a:moveTo>
                  <a:pt x="1946" y="385244"/>
                </a:moveTo>
                <a:lnTo>
                  <a:pt x="7488" y="400751"/>
                </a:lnTo>
                <a:lnTo>
                  <a:pt x="16185" y="414429"/>
                </a:lnTo>
                <a:lnTo>
                  <a:pt x="27593" y="425838"/>
                </a:lnTo>
                <a:lnTo>
                  <a:pt x="41272" y="434535"/>
                </a:lnTo>
                <a:lnTo>
                  <a:pt x="56779" y="440077"/>
                </a:lnTo>
                <a:lnTo>
                  <a:pt x="73671" y="442023"/>
                </a:lnTo>
                <a:lnTo>
                  <a:pt x="368352" y="442023"/>
                </a:lnTo>
                <a:lnTo>
                  <a:pt x="385244" y="440077"/>
                </a:lnTo>
                <a:lnTo>
                  <a:pt x="400751" y="434535"/>
                </a:lnTo>
                <a:lnTo>
                  <a:pt x="414430" y="425838"/>
                </a:lnTo>
                <a:lnTo>
                  <a:pt x="425839" y="414429"/>
                </a:lnTo>
                <a:lnTo>
                  <a:pt x="434535" y="400751"/>
                </a:lnTo>
                <a:lnTo>
                  <a:pt x="440077" y="385244"/>
                </a:lnTo>
                <a:lnTo>
                  <a:pt x="442023" y="368352"/>
                </a:lnTo>
                <a:lnTo>
                  <a:pt x="442023" y="73671"/>
                </a:lnTo>
                <a:lnTo>
                  <a:pt x="440077" y="56778"/>
                </a:lnTo>
                <a:lnTo>
                  <a:pt x="434535" y="41272"/>
                </a:lnTo>
                <a:lnTo>
                  <a:pt x="425839" y="27593"/>
                </a:lnTo>
                <a:lnTo>
                  <a:pt x="414430" y="16185"/>
                </a:lnTo>
                <a:lnTo>
                  <a:pt x="400751" y="7488"/>
                </a:lnTo>
                <a:lnTo>
                  <a:pt x="385244" y="1946"/>
                </a:lnTo>
                <a:lnTo>
                  <a:pt x="368352" y="0"/>
                </a:lnTo>
                <a:lnTo>
                  <a:pt x="73671" y="0"/>
                </a:lnTo>
                <a:lnTo>
                  <a:pt x="56779" y="1946"/>
                </a:lnTo>
                <a:lnTo>
                  <a:pt x="41272" y="7488"/>
                </a:lnTo>
                <a:lnTo>
                  <a:pt x="27593" y="16185"/>
                </a:lnTo>
                <a:lnTo>
                  <a:pt x="16185" y="27593"/>
                </a:lnTo>
                <a:lnTo>
                  <a:pt x="7488" y="41272"/>
                </a:lnTo>
                <a:lnTo>
                  <a:pt x="1946" y="56778"/>
                </a:lnTo>
                <a:lnTo>
                  <a:pt x="0" y="73671"/>
                </a:lnTo>
                <a:lnTo>
                  <a:pt x="0" y="368352"/>
                </a:lnTo>
                <a:lnTo>
                  <a:pt x="1946" y="385244"/>
                </a:lnTo>
                <a:close/>
                <a:moveTo>
                  <a:pt x="383041" y="20391"/>
                </a:moveTo>
                <a:lnTo>
                  <a:pt x="396239" y="25961"/>
                </a:lnTo>
                <a:lnTo>
                  <a:pt x="407422" y="34601"/>
                </a:lnTo>
                <a:lnTo>
                  <a:pt x="416061" y="45783"/>
                </a:lnTo>
                <a:lnTo>
                  <a:pt x="421631" y="58982"/>
                </a:lnTo>
                <a:lnTo>
                  <a:pt x="423605" y="73671"/>
                </a:lnTo>
                <a:lnTo>
                  <a:pt x="423605" y="368352"/>
                </a:lnTo>
                <a:lnTo>
                  <a:pt x="421631" y="383040"/>
                </a:lnTo>
                <a:lnTo>
                  <a:pt x="416061" y="396239"/>
                </a:lnTo>
                <a:lnTo>
                  <a:pt x="407422" y="407422"/>
                </a:lnTo>
                <a:lnTo>
                  <a:pt x="396239" y="416061"/>
                </a:lnTo>
                <a:lnTo>
                  <a:pt x="383041" y="421631"/>
                </a:lnTo>
                <a:lnTo>
                  <a:pt x="368352" y="423605"/>
                </a:lnTo>
                <a:lnTo>
                  <a:pt x="73670" y="423605"/>
                </a:lnTo>
                <a:lnTo>
                  <a:pt x="58982" y="421631"/>
                </a:lnTo>
                <a:lnTo>
                  <a:pt x="45783" y="416061"/>
                </a:lnTo>
                <a:lnTo>
                  <a:pt x="34601" y="407422"/>
                </a:lnTo>
                <a:lnTo>
                  <a:pt x="25961" y="396239"/>
                </a:lnTo>
                <a:lnTo>
                  <a:pt x="20391" y="383040"/>
                </a:lnTo>
                <a:lnTo>
                  <a:pt x="18417" y="368352"/>
                </a:lnTo>
                <a:lnTo>
                  <a:pt x="18417" y="73671"/>
                </a:lnTo>
                <a:lnTo>
                  <a:pt x="20391" y="58982"/>
                </a:lnTo>
                <a:lnTo>
                  <a:pt x="25961" y="45783"/>
                </a:lnTo>
                <a:lnTo>
                  <a:pt x="34601" y="34601"/>
                </a:lnTo>
                <a:lnTo>
                  <a:pt x="45783" y="25961"/>
                </a:lnTo>
                <a:lnTo>
                  <a:pt x="58982" y="20391"/>
                </a:lnTo>
                <a:lnTo>
                  <a:pt x="73670" y="18418"/>
                </a:lnTo>
                <a:lnTo>
                  <a:pt x="368352" y="18418"/>
                </a:lnTo>
                <a:lnTo>
                  <a:pt x="383041" y="20391"/>
                </a:lnTo>
                <a:close/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9" name="path-7508">
            <a:extLst xmlns:a="http://schemas.openxmlformats.org/drawingml/2006/main">
              <a:ext uri="{FF2B5EF4-FFF2-40B4-BE49-F238E27FC236}">
                <a16:creationId xmlns:a16="http://schemas.microsoft.com/office/drawing/2014/main" id="{7FF4D059-B79E-4857-8443-D8F6CB90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0" name="path-7509">
            <a:extLst xmlns:a="http://schemas.openxmlformats.org/drawingml/2006/main">
              <a:ext uri="{FF2B5EF4-FFF2-40B4-BE49-F238E27FC236}">
                <a16:creationId xmlns:a16="http://schemas.microsoft.com/office/drawing/2014/main" id="{46764D95-63AB-4AA9-B939-A130227F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79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1" name="path-7510">
            <a:extLst xmlns:a="http://schemas.openxmlformats.org/drawingml/2006/main">
              <a:ext uri="{FF2B5EF4-FFF2-40B4-BE49-F238E27FC236}">
                <a16:creationId xmlns:a16="http://schemas.microsoft.com/office/drawing/2014/main" id="{8B5A2AC7-655A-4A1C-A36B-7BB8A6D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2" name="path-7511">
            <a:extLst xmlns:a="http://schemas.openxmlformats.org/drawingml/2006/main">
              <a:ext uri="{FF2B5EF4-FFF2-40B4-BE49-F238E27FC236}">
                <a16:creationId xmlns:a16="http://schemas.microsoft.com/office/drawing/2014/main" id="{BFEC4EE6-7893-40A7-B422-11468CDB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3" name="path-7512">
            <a:extLst xmlns:a="http://schemas.openxmlformats.org/drawingml/2006/main">
              <a:ext uri="{FF2B5EF4-FFF2-40B4-BE49-F238E27FC236}">
                <a16:creationId xmlns:a16="http://schemas.microsoft.com/office/drawing/2014/main" id="{9FA0B34B-6A70-4225-AE4A-5CC765F3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966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4" name="path-7513">
            <a:extLst xmlns:a="http://schemas.openxmlformats.org/drawingml/2006/main">
              <a:ext uri="{FF2B5EF4-FFF2-40B4-BE49-F238E27FC236}">
                <a16:creationId xmlns:a16="http://schemas.microsoft.com/office/drawing/2014/main" id="{4B5D60A3-8E3A-429A-959B-B4B44D5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579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5" name="path-7514">
            <a:extLst xmlns:a="http://schemas.openxmlformats.org/drawingml/2006/main">
              <a:ext uri="{FF2B5EF4-FFF2-40B4-BE49-F238E27FC236}">
                <a16:creationId xmlns:a16="http://schemas.microsoft.com/office/drawing/2014/main" id="{A7FD6F0A-576B-487B-BC42-51EB16A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142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6" name="path-7515">
            <a:extLst xmlns:a="http://schemas.openxmlformats.org/drawingml/2006/main">
              <a:ext uri="{FF2B5EF4-FFF2-40B4-BE49-F238E27FC236}">
                <a16:creationId xmlns:a16="http://schemas.microsoft.com/office/drawing/2014/main" id="{36DAEF6B-E2C1-4F35-AB94-C50AD3E1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482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7" name="path-7516">
            <a:extLst xmlns:a="http://schemas.openxmlformats.org/drawingml/2006/main">
              <a:ext uri="{FF2B5EF4-FFF2-40B4-BE49-F238E27FC236}">
                <a16:creationId xmlns:a16="http://schemas.microsoft.com/office/drawing/2014/main" id="{EA80518F-1E02-4903-AC4E-E7D97D1F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386" y="5281584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8" name="path-7517">
            <a:extLst xmlns:a="http://schemas.openxmlformats.org/drawingml/2006/main">
              <a:ext uri="{FF2B5EF4-FFF2-40B4-BE49-F238E27FC236}">
                <a16:creationId xmlns:a16="http://schemas.microsoft.com/office/drawing/2014/main" id="{7E04EF9A-AC38-4EAA-83C0-208FA82A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571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9" name="path-7518">
            <a:extLst xmlns:a="http://schemas.openxmlformats.org/drawingml/2006/main">
              <a:ext uri="{FF2B5EF4-FFF2-40B4-BE49-F238E27FC236}">
                <a16:creationId xmlns:a16="http://schemas.microsoft.com/office/drawing/2014/main" id="{E8A94F64-8BAC-4AAD-8B6C-4ECDD665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386" y="5567487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0" name="path-7519">
            <a:extLst xmlns:a="http://schemas.openxmlformats.org/drawingml/2006/main">
              <a:ext uri="{FF2B5EF4-FFF2-40B4-BE49-F238E27FC236}">
                <a16:creationId xmlns:a16="http://schemas.microsoft.com/office/drawing/2014/main" id="{BA46B70B-9F3E-4DC1-B9E6-4EF1D04F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482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1" name="path-7520">
            <a:extLst xmlns:a="http://schemas.openxmlformats.org/drawingml/2006/main">
              <a:ext uri="{FF2B5EF4-FFF2-40B4-BE49-F238E27FC236}">
                <a16:creationId xmlns:a16="http://schemas.microsoft.com/office/drawing/2014/main" id="{CE18ACD3-0A62-420C-83A2-DD776E18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142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2" name="path-7521">
            <a:extLst xmlns:a="http://schemas.openxmlformats.org/drawingml/2006/main">
              <a:ext uri="{FF2B5EF4-FFF2-40B4-BE49-F238E27FC236}">
                <a16:creationId xmlns:a16="http://schemas.microsoft.com/office/drawing/2014/main" id="{2FC6AC2F-26DC-4F46-BABB-9738CAC2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3" name="path-7522">
            <a:extLst xmlns:a="http://schemas.openxmlformats.org/drawingml/2006/main">
              <a:ext uri="{FF2B5EF4-FFF2-40B4-BE49-F238E27FC236}">
                <a16:creationId xmlns:a16="http://schemas.microsoft.com/office/drawing/2014/main" id="{C74B588A-3BA6-4DA4-B067-7DD90F43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411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4" name="path-7523">
            <a:extLst xmlns:a="http://schemas.openxmlformats.org/drawingml/2006/main">
              <a:ext uri="{FF2B5EF4-FFF2-40B4-BE49-F238E27FC236}">
                <a16:creationId xmlns:a16="http://schemas.microsoft.com/office/drawing/2014/main" id="{A2D90184-2B45-4965-B244-15BB930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5" name="path-7524">
            <a:extLst xmlns:a="http://schemas.openxmlformats.org/drawingml/2006/main">
              <a:ext uri="{FF2B5EF4-FFF2-40B4-BE49-F238E27FC236}">
                <a16:creationId xmlns:a16="http://schemas.microsoft.com/office/drawing/2014/main" id="{4AE7EEB2-56F6-4442-8DFF-7D3D3A0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6" name="path-7525">
            <a:extLst xmlns:a="http://schemas.openxmlformats.org/drawingml/2006/main">
              <a:ext uri="{FF2B5EF4-FFF2-40B4-BE49-F238E27FC236}">
                <a16:creationId xmlns:a16="http://schemas.microsoft.com/office/drawing/2014/main" id="{748D1CB9-6F38-4E74-A1BF-CA9F74B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798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7" name="path-7526">
            <a:extLst xmlns:a="http://schemas.openxmlformats.org/drawingml/2006/main">
              <a:ext uri="{FF2B5EF4-FFF2-40B4-BE49-F238E27FC236}">
                <a16:creationId xmlns:a16="http://schemas.microsoft.com/office/drawing/2014/main" id="{51DF1953-2EFF-4E59-9C6F-97EFD1D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411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8" name="path-7527">
            <a:extLst xmlns:a="http://schemas.openxmlformats.org/drawingml/2006/main">
              <a:ext uri="{FF2B5EF4-FFF2-40B4-BE49-F238E27FC236}">
                <a16:creationId xmlns:a16="http://schemas.microsoft.com/office/drawing/2014/main" id="{39547261-A20C-4FC3-B4B4-8501441C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975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9" name="path-7528">
            <a:extLst xmlns:a="http://schemas.openxmlformats.org/drawingml/2006/main">
              <a:ext uri="{FF2B5EF4-FFF2-40B4-BE49-F238E27FC236}">
                <a16:creationId xmlns:a16="http://schemas.microsoft.com/office/drawing/2014/main" id="{4056B2A8-8C07-49E7-AFBD-763747E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314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0" name="path-7529">
            <a:extLst xmlns:a="http://schemas.openxmlformats.org/drawingml/2006/main">
              <a:ext uri="{FF2B5EF4-FFF2-40B4-BE49-F238E27FC236}">
                <a16:creationId xmlns:a16="http://schemas.microsoft.com/office/drawing/2014/main" id="{455D5A5F-8188-41AF-8D41-A71A6E5B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8218" y="5281584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1" name="path-7530">
            <a:extLst xmlns:a="http://schemas.openxmlformats.org/drawingml/2006/main">
              <a:ext uri="{FF2B5EF4-FFF2-40B4-BE49-F238E27FC236}">
                <a16:creationId xmlns:a16="http://schemas.microsoft.com/office/drawing/2014/main" id="{B62E21C8-3EB7-4368-9268-89F73DA3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403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2" name="path-7531">
            <a:extLst xmlns:a="http://schemas.openxmlformats.org/drawingml/2006/main">
              <a:ext uri="{FF2B5EF4-FFF2-40B4-BE49-F238E27FC236}">
                <a16:creationId xmlns:a16="http://schemas.microsoft.com/office/drawing/2014/main" id="{799DD44D-B36B-403B-8100-88B886F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8218" y="5567487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3" name="path-7532">
            <a:extLst xmlns:a="http://schemas.openxmlformats.org/drawingml/2006/main">
              <a:ext uri="{FF2B5EF4-FFF2-40B4-BE49-F238E27FC236}">
                <a16:creationId xmlns:a16="http://schemas.microsoft.com/office/drawing/2014/main" id="{02FE949C-952D-4094-8E9E-262DFB8A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314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4" name="path-7533">
            <a:extLst xmlns:a="http://schemas.openxmlformats.org/drawingml/2006/main">
              <a:ext uri="{FF2B5EF4-FFF2-40B4-BE49-F238E27FC236}">
                <a16:creationId xmlns:a16="http://schemas.microsoft.com/office/drawing/2014/main" id="{E2FBF358-69FD-407C-9F69-06CC091A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975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5" name="path-7534">
            <a:extLst xmlns:a="http://schemas.openxmlformats.org/drawingml/2006/main">
              <a:ext uri="{FF2B5EF4-FFF2-40B4-BE49-F238E27FC236}">
                <a16:creationId xmlns:a16="http://schemas.microsoft.com/office/drawing/2014/main" id="{E873B5E6-8A2A-4EB2-86D1-A58B8B9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40" y="4933518"/>
            <a:ext cx="1036422" cy="190795"/>
          </a:xfrm>
          <a:custGeom xmlns:a="http://schemas.openxmlformats.org/drawingml/2006/main">
            <a:pathLst>
              <a:path w="1036422" h="190795">
                <a:moveTo>
                  <a:pt x="138276" y="57123"/>
                </a:moveTo>
                <a:lnTo>
                  <a:pt x="110218" y="154679"/>
                </a:lnTo>
                <a:lnTo>
                  <a:pt x="107052" y="167773"/>
                </a:lnTo>
                <a:cubicBezTo>
                  <a:pt x="106764" y="169020"/>
                  <a:pt x="106621" y="170075"/>
                  <a:pt x="106621" y="170938"/>
                </a:cubicBezTo>
                <a:cubicBezTo>
                  <a:pt x="106621" y="172473"/>
                  <a:pt x="107100" y="173816"/>
                  <a:pt x="108059" y="174967"/>
                </a:cubicBezTo>
                <a:cubicBezTo>
                  <a:pt x="108827" y="175830"/>
                  <a:pt x="109786" y="176262"/>
                  <a:pt x="110937" y="176262"/>
                </a:cubicBezTo>
                <a:cubicBezTo>
                  <a:pt x="112184" y="176262"/>
                  <a:pt x="113815" y="175494"/>
                  <a:pt x="115829" y="173960"/>
                </a:cubicBezTo>
                <a:cubicBezTo>
                  <a:pt x="119570" y="171178"/>
                  <a:pt x="124558" y="165422"/>
                  <a:pt x="130794" y="156693"/>
                </a:cubicBezTo>
                <a:lnTo>
                  <a:pt x="135686" y="160146"/>
                </a:lnTo>
                <a:cubicBezTo>
                  <a:pt x="129067" y="170123"/>
                  <a:pt x="122256" y="177749"/>
                  <a:pt x="115254" y="183025"/>
                </a:cubicBezTo>
                <a:cubicBezTo>
                  <a:pt x="108251" y="188205"/>
                  <a:pt x="101777" y="190795"/>
                  <a:pt x="95829" y="190795"/>
                </a:cubicBezTo>
                <a:cubicBezTo>
                  <a:pt x="91704" y="190795"/>
                  <a:pt x="88587" y="189739"/>
                  <a:pt x="86476" y="187629"/>
                </a:cubicBezTo>
                <a:cubicBezTo>
                  <a:pt x="84462" y="185615"/>
                  <a:pt x="83455" y="182641"/>
                  <a:pt x="83455" y="178708"/>
                </a:cubicBezTo>
                <a:cubicBezTo>
                  <a:pt x="83455" y="174008"/>
                  <a:pt x="84510" y="167820"/>
                  <a:pt x="86620" y="160146"/>
                </a:cubicBezTo>
                <a:lnTo>
                  <a:pt x="89642" y="149355"/>
                </a:lnTo>
                <a:cubicBezTo>
                  <a:pt x="77075" y="165758"/>
                  <a:pt x="65517" y="177221"/>
                  <a:pt x="54965" y="183744"/>
                </a:cubicBezTo>
                <a:cubicBezTo>
                  <a:pt x="47387" y="188445"/>
                  <a:pt x="39952" y="190795"/>
                  <a:pt x="32663" y="190795"/>
                </a:cubicBezTo>
                <a:cubicBezTo>
                  <a:pt x="25659" y="190795"/>
                  <a:pt x="19617" y="187917"/>
                  <a:pt x="14533" y="182161"/>
                </a:cubicBezTo>
                <a:cubicBezTo>
                  <a:pt x="9448" y="176310"/>
                  <a:pt x="6906" y="168300"/>
                  <a:pt x="6906" y="158132"/>
                </a:cubicBezTo>
                <a:cubicBezTo>
                  <a:pt x="6906" y="142880"/>
                  <a:pt x="11464" y="126813"/>
                  <a:pt x="20576" y="109930"/>
                </a:cubicBezTo>
                <a:cubicBezTo>
                  <a:pt x="29785" y="92951"/>
                  <a:pt x="41440" y="79377"/>
                  <a:pt x="55540" y="69210"/>
                </a:cubicBezTo>
                <a:cubicBezTo>
                  <a:pt x="66572" y="61152"/>
                  <a:pt x="76979" y="57123"/>
                  <a:pt x="86765" y="57123"/>
                </a:cubicBezTo>
                <a:cubicBezTo>
                  <a:pt x="92616" y="57123"/>
                  <a:pt x="97459" y="58658"/>
                  <a:pt x="101296" y="61727"/>
                </a:cubicBezTo>
                <a:cubicBezTo>
                  <a:pt x="105230" y="64797"/>
                  <a:pt x="108204" y="69881"/>
                  <a:pt x="110218" y="76979"/>
                </a:cubicBezTo>
                <a:lnTo>
                  <a:pt x="115397" y="60576"/>
                </a:lnTo>
                <a:lnTo>
                  <a:pt x="138276" y="57123"/>
                </a:lnTo>
                <a:moveTo>
                  <a:pt x="87052" y="64605"/>
                </a:moveTo>
                <a:cubicBezTo>
                  <a:pt x="80913" y="64605"/>
                  <a:pt x="74390" y="67483"/>
                  <a:pt x="67483" y="73238"/>
                </a:cubicBezTo>
                <a:cubicBezTo>
                  <a:pt x="57699" y="81392"/>
                  <a:pt x="48970" y="93479"/>
                  <a:pt x="41296" y="109498"/>
                </a:cubicBezTo>
                <a:cubicBezTo>
                  <a:pt x="33718" y="125517"/>
                  <a:pt x="29928" y="140002"/>
                  <a:pt x="29928" y="152952"/>
                </a:cubicBezTo>
                <a:cubicBezTo>
                  <a:pt x="29928" y="159475"/>
                  <a:pt x="31559" y="164655"/>
                  <a:pt x="34821" y="168492"/>
                </a:cubicBezTo>
                <a:cubicBezTo>
                  <a:pt x="38082" y="172233"/>
                  <a:pt x="41823" y="174103"/>
                  <a:pt x="46044" y="174103"/>
                </a:cubicBezTo>
                <a:cubicBezTo>
                  <a:pt x="56499" y="174103"/>
                  <a:pt x="67867" y="166382"/>
                  <a:pt x="80146" y="150938"/>
                </a:cubicBezTo>
                <a:cubicBezTo>
                  <a:pt x="96549" y="130410"/>
                  <a:pt x="104750" y="109354"/>
                  <a:pt x="104750" y="87771"/>
                </a:cubicBezTo>
                <a:cubicBezTo>
                  <a:pt x="104750" y="79618"/>
                  <a:pt x="103167" y="73718"/>
                  <a:pt x="100002" y="70073"/>
                </a:cubicBezTo>
                <a:cubicBezTo>
                  <a:pt x="96836" y="66428"/>
                  <a:pt x="92520" y="64605"/>
                  <a:pt x="87052" y="64605"/>
                </a:cubicBezTo>
                <a:moveTo>
                  <a:pt x="223889" y="21439"/>
                </a:moveTo>
                <a:lnTo>
                  <a:pt x="212665" y="60576"/>
                </a:lnTo>
                <a:lnTo>
                  <a:pt x="235256" y="60576"/>
                </a:lnTo>
                <a:lnTo>
                  <a:pt x="232810" y="69641"/>
                </a:lnTo>
                <a:lnTo>
                  <a:pt x="210364" y="69641"/>
                </a:lnTo>
                <a:lnTo>
                  <a:pt x="185615" y="154535"/>
                </a:lnTo>
                <a:cubicBezTo>
                  <a:pt x="182929" y="163648"/>
                  <a:pt x="181586" y="169547"/>
                  <a:pt x="181586" y="172233"/>
                </a:cubicBezTo>
                <a:cubicBezTo>
                  <a:pt x="181586" y="173864"/>
                  <a:pt x="181970" y="175111"/>
                  <a:pt x="182737" y="175974"/>
                </a:cubicBezTo>
                <a:cubicBezTo>
                  <a:pt x="183505" y="176837"/>
                  <a:pt x="184416" y="177269"/>
                  <a:pt x="185471" y="177269"/>
                </a:cubicBezTo>
                <a:cubicBezTo>
                  <a:pt x="187869" y="177269"/>
                  <a:pt x="191034" y="175591"/>
                  <a:pt x="194967" y="172233"/>
                </a:cubicBezTo>
                <a:cubicBezTo>
                  <a:pt x="197270" y="170314"/>
                  <a:pt x="202402" y="164415"/>
                  <a:pt x="210364" y="154535"/>
                </a:cubicBezTo>
                <a:lnTo>
                  <a:pt x="215112" y="158132"/>
                </a:lnTo>
                <a:cubicBezTo>
                  <a:pt x="206286" y="170986"/>
                  <a:pt x="197942" y="180051"/>
                  <a:pt x="190075" y="185327"/>
                </a:cubicBezTo>
                <a:cubicBezTo>
                  <a:pt x="184704" y="188972"/>
                  <a:pt x="179283" y="190795"/>
                  <a:pt x="173817" y="190795"/>
                </a:cubicBezTo>
                <a:cubicBezTo>
                  <a:pt x="169595" y="190795"/>
                  <a:pt x="166143" y="189500"/>
                  <a:pt x="163457" y="186909"/>
                </a:cubicBezTo>
                <a:cubicBezTo>
                  <a:pt x="160770" y="184224"/>
                  <a:pt x="159428" y="180819"/>
                  <a:pt x="159428" y="176694"/>
                </a:cubicBezTo>
                <a:cubicBezTo>
                  <a:pt x="159428" y="171514"/>
                  <a:pt x="160962" y="163600"/>
                  <a:pt x="164031" y="152952"/>
                </a:cubicBezTo>
                <a:lnTo>
                  <a:pt x="188061" y="69641"/>
                </a:lnTo>
                <a:lnTo>
                  <a:pt x="166334" y="69641"/>
                </a:lnTo>
                <a:lnTo>
                  <a:pt x="167773" y="64030"/>
                </a:lnTo>
                <a:cubicBezTo>
                  <a:pt x="178324" y="61152"/>
                  <a:pt x="187102" y="56883"/>
                  <a:pt x="194104" y="51224"/>
                </a:cubicBezTo>
                <a:cubicBezTo>
                  <a:pt x="201107" y="45468"/>
                  <a:pt x="208925" y="35540"/>
                  <a:pt x="217558" y="21439"/>
                </a:cubicBezTo>
                <a:lnTo>
                  <a:pt x="223889" y="21439"/>
                </a:lnTo>
                <a:moveTo>
                  <a:pt x="305904" y="21439"/>
                </a:moveTo>
                <a:lnTo>
                  <a:pt x="294682" y="60576"/>
                </a:lnTo>
                <a:lnTo>
                  <a:pt x="317272" y="60576"/>
                </a:lnTo>
                <a:lnTo>
                  <a:pt x="314826" y="69641"/>
                </a:lnTo>
                <a:lnTo>
                  <a:pt x="292379" y="69641"/>
                </a:lnTo>
                <a:lnTo>
                  <a:pt x="267631" y="154535"/>
                </a:lnTo>
                <a:cubicBezTo>
                  <a:pt x="264944" y="163648"/>
                  <a:pt x="263602" y="169547"/>
                  <a:pt x="263602" y="172233"/>
                </a:cubicBezTo>
                <a:cubicBezTo>
                  <a:pt x="263602" y="173864"/>
                  <a:pt x="263985" y="175111"/>
                  <a:pt x="264753" y="175974"/>
                </a:cubicBezTo>
                <a:cubicBezTo>
                  <a:pt x="265520" y="176837"/>
                  <a:pt x="266431" y="177269"/>
                  <a:pt x="267487" y="177269"/>
                </a:cubicBezTo>
                <a:cubicBezTo>
                  <a:pt x="269885" y="177269"/>
                  <a:pt x="273050" y="175591"/>
                  <a:pt x="276984" y="172233"/>
                </a:cubicBezTo>
                <a:cubicBezTo>
                  <a:pt x="279286" y="170314"/>
                  <a:pt x="284418" y="164415"/>
                  <a:pt x="292379" y="154535"/>
                </a:cubicBezTo>
                <a:lnTo>
                  <a:pt x="297128" y="158132"/>
                </a:lnTo>
                <a:cubicBezTo>
                  <a:pt x="288302" y="170986"/>
                  <a:pt x="279958" y="180051"/>
                  <a:pt x="272091" y="185327"/>
                </a:cubicBezTo>
                <a:cubicBezTo>
                  <a:pt x="266720" y="188972"/>
                  <a:pt x="261300" y="190795"/>
                  <a:pt x="255832" y="190795"/>
                </a:cubicBezTo>
                <a:cubicBezTo>
                  <a:pt x="251611" y="190795"/>
                  <a:pt x="248158" y="189500"/>
                  <a:pt x="245472" y="186909"/>
                </a:cubicBezTo>
                <a:cubicBezTo>
                  <a:pt x="242786" y="184224"/>
                  <a:pt x="241444" y="180819"/>
                  <a:pt x="241444" y="176694"/>
                </a:cubicBezTo>
                <a:cubicBezTo>
                  <a:pt x="241444" y="171514"/>
                  <a:pt x="242978" y="163600"/>
                  <a:pt x="246048" y="152952"/>
                </a:cubicBezTo>
                <a:lnTo>
                  <a:pt x="270077" y="69641"/>
                </a:lnTo>
                <a:lnTo>
                  <a:pt x="248350" y="69641"/>
                </a:lnTo>
                <a:lnTo>
                  <a:pt x="249788" y="64030"/>
                </a:lnTo>
                <a:cubicBezTo>
                  <a:pt x="260341" y="61152"/>
                  <a:pt x="269117" y="56883"/>
                  <a:pt x="276121" y="51224"/>
                </a:cubicBezTo>
                <a:cubicBezTo>
                  <a:pt x="283123" y="45468"/>
                  <a:pt x="290941" y="35540"/>
                  <a:pt x="299574" y="21439"/>
                </a:cubicBezTo>
                <a:lnTo>
                  <a:pt x="305904" y="21439"/>
                </a:lnTo>
                <a:moveTo>
                  <a:pt x="346481" y="133096"/>
                </a:moveTo>
                <a:cubicBezTo>
                  <a:pt x="345809" y="137892"/>
                  <a:pt x="345475" y="141873"/>
                  <a:pt x="345475" y="145038"/>
                </a:cubicBezTo>
                <a:cubicBezTo>
                  <a:pt x="345475" y="153576"/>
                  <a:pt x="348495" y="160866"/>
                  <a:pt x="354539" y="166909"/>
                </a:cubicBezTo>
                <a:cubicBezTo>
                  <a:pt x="360582" y="172857"/>
                  <a:pt x="367920" y="175830"/>
                  <a:pt x="376553" y="175830"/>
                </a:cubicBezTo>
                <a:cubicBezTo>
                  <a:pt x="383460" y="175830"/>
                  <a:pt x="390079" y="174439"/>
                  <a:pt x="396410" y="171657"/>
                </a:cubicBezTo>
                <a:cubicBezTo>
                  <a:pt x="402837" y="168780"/>
                  <a:pt x="412334" y="162497"/>
                  <a:pt x="424900" y="152808"/>
                </a:cubicBezTo>
                <a:lnTo>
                  <a:pt x="427922" y="156981"/>
                </a:lnTo>
                <a:cubicBezTo>
                  <a:pt x="405188" y="179524"/>
                  <a:pt x="383508" y="190795"/>
                  <a:pt x="362884" y="190795"/>
                </a:cubicBezTo>
                <a:cubicBezTo>
                  <a:pt x="348880" y="190795"/>
                  <a:pt x="338327" y="186382"/>
                  <a:pt x="331229" y="177557"/>
                </a:cubicBezTo>
                <a:cubicBezTo>
                  <a:pt x="324131" y="168732"/>
                  <a:pt x="320582" y="158996"/>
                  <a:pt x="320582" y="148348"/>
                </a:cubicBezTo>
                <a:cubicBezTo>
                  <a:pt x="320582" y="134055"/>
                  <a:pt x="324995" y="119427"/>
                  <a:pt x="333819" y="104462"/>
                </a:cubicBezTo>
                <a:cubicBezTo>
                  <a:pt x="342644" y="89498"/>
                  <a:pt x="353723" y="77891"/>
                  <a:pt x="367057" y="69641"/>
                </a:cubicBezTo>
                <a:cubicBezTo>
                  <a:pt x="380390" y="61296"/>
                  <a:pt x="394108" y="57123"/>
                  <a:pt x="408208" y="57123"/>
                </a:cubicBezTo>
                <a:cubicBezTo>
                  <a:pt x="418377" y="57123"/>
                  <a:pt x="425908" y="59186"/>
                  <a:pt x="430800" y="63310"/>
                </a:cubicBezTo>
                <a:cubicBezTo>
                  <a:pt x="435692" y="67435"/>
                  <a:pt x="438138" y="72327"/>
                  <a:pt x="438138" y="77987"/>
                </a:cubicBezTo>
                <a:cubicBezTo>
                  <a:pt x="438138" y="85948"/>
                  <a:pt x="434973" y="93574"/>
                  <a:pt x="428641" y="100865"/>
                </a:cubicBezTo>
                <a:cubicBezTo>
                  <a:pt x="420295" y="110361"/>
                  <a:pt x="408017" y="118036"/>
                  <a:pt x="391806" y="123887"/>
                </a:cubicBezTo>
                <a:cubicBezTo>
                  <a:pt x="381062" y="127820"/>
                  <a:pt x="365955" y="130890"/>
                  <a:pt x="346481" y="133096"/>
                </a:cubicBezTo>
                <a:moveTo>
                  <a:pt x="347489" y="126045"/>
                </a:moveTo>
                <a:cubicBezTo>
                  <a:pt x="361686" y="124414"/>
                  <a:pt x="373244" y="121633"/>
                  <a:pt x="382166" y="117700"/>
                </a:cubicBezTo>
                <a:cubicBezTo>
                  <a:pt x="393964" y="112424"/>
                  <a:pt x="402789" y="106141"/>
                  <a:pt x="408640" y="98850"/>
                </a:cubicBezTo>
                <a:cubicBezTo>
                  <a:pt x="414588" y="91464"/>
                  <a:pt x="417562" y="84462"/>
                  <a:pt x="417562" y="77843"/>
                </a:cubicBezTo>
                <a:cubicBezTo>
                  <a:pt x="417562" y="73814"/>
                  <a:pt x="416267" y="70553"/>
                  <a:pt x="413676" y="68059"/>
                </a:cubicBezTo>
                <a:cubicBezTo>
                  <a:pt x="411183" y="65564"/>
                  <a:pt x="407585" y="64318"/>
                  <a:pt x="402885" y="64318"/>
                </a:cubicBezTo>
                <a:cubicBezTo>
                  <a:pt x="393101" y="64318"/>
                  <a:pt x="382693" y="69546"/>
                  <a:pt x="371661" y="80001"/>
                </a:cubicBezTo>
                <a:cubicBezTo>
                  <a:pt x="360727" y="90361"/>
                  <a:pt x="352668" y="105709"/>
                  <a:pt x="347489" y="126045"/>
                </a:cubicBezTo>
                <a:moveTo>
                  <a:pt x="507347" y="57123"/>
                </a:moveTo>
                <a:lnTo>
                  <a:pt x="488211" y="122592"/>
                </a:lnTo>
                <a:cubicBezTo>
                  <a:pt x="506148" y="95829"/>
                  <a:pt x="519866" y="78227"/>
                  <a:pt x="529363" y="69785"/>
                </a:cubicBezTo>
                <a:cubicBezTo>
                  <a:pt x="538955" y="61344"/>
                  <a:pt x="548164" y="57123"/>
                  <a:pt x="556989" y="57123"/>
                </a:cubicBezTo>
                <a:cubicBezTo>
                  <a:pt x="561785" y="57123"/>
                  <a:pt x="565718" y="58706"/>
                  <a:pt x="568787" y="61872"/>
                </a:cubicBezTo>
                <a:cubicBezTo>
                  <a:pt x="571954" y="65037"/>
                  <a:pt x="573536" y="69162"/>
                  <a:pt x="573536" y="74246"/>
                </a:cubicBezTo>
                <a:cubicBezTo>
                  <a:pt x="573536" y="80001"/>
                  <a:pt x="572145" y="87675"/>
                  <a:pt x="569363" y="97268"/>
                </a:cubicBezTo>
                <a:lnTo>
                  <a:pt x="551808" y="157844"/>
                </a:lnTo>
                <a:cubicBezTo>
                  <a:pt x="549794" y="164847"/>
                  <a:pt x="548787" y="169116"/>
                  <a:pt x="548787" y="170650"/>
                </a:cubicBezTo>
                <a:cubicBezTo>
                  <a:pt x="548787" y="171993"/>
                  <a:pt x="549171" y="173144"/>
                  <a:pt x="549938" y="174103"/>
                </a:cubicBezTo>
                <a:cubicBezTo>
                  <a:pt x="550706" y="174967"/>
                  <a:pt x="551521" y="175399"/>
                  <a:pt x="552384" y="175399"/>
                </a:cubicBezTo>
                <a:cubicBezTo>
                  <a:pt x="553535" y="175399"/>
                  <a:pt x="554926" y="174775"/>
                  <a:pt x="556557" y="173528"/>
                </a:cubicBezTo>
                <a:cubicBezTo>
                  <a:pt x="561641" y="169499"/>
                  <a:pt x="567205" y="163360"/>
                  <a:pt x="573248" y="155111"/>
                </a:cubicBezTo>
                <a:lnTo>
                  <a:pt x="577709" y="157844"/>
                </a:lnTo>
                <a:cubicBezTo>
                  <a:pt x="568787" y="170602"/>
                  <a:pt x="560346" y="179715"/>
                  <a:pt x="552384" y="185183"/>
                </a:cubicBezTo>
                <a:cubicBezTo>
                  <a:pt x="546820" y="188924"/>
                  <a:pt x="541833" y="190795"/>
                  <a:pt x="537420" y="190795"/>
                </a:cubicBezTo>
                <a:cubicBezTo>
                  <a:pt x="533870" y="190795"/>
                  <a:pt x="531041" y="189691"/>
                  <a:pt x="528931" y="187485"/>
                </a:cubicBezTo>
                <a:cubicBezTo>
                  <a:pt x="526821" y="185375"/>
                  <a:pt x="525765" y="182497"/>
                  <a:pt x="525765" y="178852"/>
                </a:cubicBezTo>
                <a:cubicBezTo>
                  <a:pt x="525765" y="174248"/>
                  <a:pt x="527396" y="166334"/>
                  <a:pt x="530658" y="155111"/>
                </a:cubicBezTo>
                <a:lnTo>
                  <a:pt x="547348" y="97268"/>
                </a:lnTo>
                <a:cubicBezTo>
                  <a:pt x="549458" y="90073"/>
                  <a:pt x="550514" y="84462"/>
                  <a:pt x="550514" y="80433"/>
                </a:cubicBezTo>
                <a:cubicBezTo>
                  <a:pt x="550514" y="78515"/>
                  <a:pt x="549890" y="76979"/>
                  <a:pt x="548643" y="75829"/>
                </a:cubicBezTo>
                <a:cubicBezTo>
                  <a:pt x="547397" y="74581"/>
                  <a:pt x="545861" y="73958"/>
                  <a:pt x="544039" y="73958"/>
                </a:cubicBezTo>
                <a:cubicBezTo>
                  <a:pt x="541352" y="73958"/>
                  <a:pt x="538140" y="75109"/>
                  <a:pt x="534399" y="77411"/>
                </a:cubicBezTo>
                <a:cubicBezTo>
                  <a:pt x="527300" y="81728"/>
                  <a:pt x="519913" y="88874"/>
                  <a:pt x="512239" y="98850"/>
                </a:cubicBezTo>
                <a:cubicBezTo>
                  <a:pt x="504565" y="108731"/>
                  <a:pt x="496460" y="121393"/>
                  <a:pt x="487922" y="136837"/>
                </a:cubicBezTo>
                <a:cubicBezTo>
                  <a:pt x="483415" y="144990"/>
                  <a:pt x="479674" y="153911"/>
                  <a:pt x="476699" y="163600"/>
                </a:cubicBezTo>
                <a:lnTo>
                  <a:pt x="469505" y="187341"/>
                </a:lnTo>
                <a:lnTo>
                  <a:pt x="447922" y="187341"/>
                </a:lnTo>
                <a:lnTo>
                  <a:pt x="474110" y="97268"/>
                </a:lnTo>
                <a:cubicBezTo>
                  <a:pt x="477179" y="86428"/>
                  <a:pt x="478714" y="79905"/>
                  <a:pt x="478714" y="77699"/>
                </a:cubicBezTo>
                <a:cubicBezTo>
                  <a:pt x="478714" y="75588"/>
                  <a:pt x="477851" y="73766"/>
                  <a:pt x="476124" y="72231"/>
                </a:cubicBezTo>
                <a:cubicBezTo>
                  <a:pt x="474493" y="70601"/>
                  <a:pt x="472430" y="69785"/>
                  <a:pt x="469937" y="69785"/>
                </a:cubicBezTo>
                <a:cubicBezTo>
                  <a:pt x="468786" y="69785"/>
                  <a:pt x="466771" y="69977"/>
                  <a:pt x="463893" y="70360"/>
                </a:cubicBezTo>
                <a:lnTo>
                  <a:pt x="458426" y="71224"/>
                </a:lnTo>
                <a:lnTo>
                  <a:pt x="457563" y="66044"/>
                </a:lnTo>
                <a:lnTo>
                  <a:pt x="507347" y="57123"/>
                </a:lnTo>
                <a:moveTo>
                  <a:pt x="666199" y="21439"/>
                </a:moveTo>
                <a:lnTo>
                  <a:pt x="654976" y="60576"/>
                </a:lnTo>
                <a:lnTo>
                  <a:pt x="677567" y="60576"/>
                </a:lnTo>
                <a:lnTo>
                  <a:pt x="675120" y="69641"/>
                </a:lnTo>
                <a:lnTo>
                  <a:pt x="652674" y="69641"/>
                </a:lnTo>
                <a:lnTo>
                  <a:pt x="627925" y="154535"/>
                </a:lnTo>
                <a:cubicBezTo>
                  <a:pt x="625239" y="163648"/>
                  <a:pt x="623897" y="169547"/>
                  <a:pt x="623897" y="172233"/>
                </a:cubicBezTo>
                <a:cubicBezTo>
                  <a:pt x="623897" y="173864"/>
                  <a:pt x="624280" y="175111"/>
                  <a:pt x="625048" y="175974"/>
                </a:cubicBezTo>
                <a:cubicBezTo>
                  <a:pt x="625815" y="176837"/>
                  <a:pt x="626726" y="177269"/>
                  <a:pt x="627781" y="177269"/>
                </a:cubicBezTo>
                <a:cubicBezTo>
                  <a:pt x="630180" y="177269"/>
                  <a:pt x="633345" y="175591"/>
                  <a:pt x="637278" y="172233"/>
                </a:cubicBezTo>
                <a:cubicBezTo>
                  <a:pt x="639581" y="170314"/>
                  <a:pt x="644712" y="164415"/>
                  <a:pt x="652674" y="154535"/>
                </a:cubicBezTo>
                <a:lnTo>
                  <a:pt x="657422" y="158132"/>
                </a:lnTo>
                <a:cubicBezTo>
                  <a:pt x="648597" y="170986"/>
                  <a:pt x="640251" y="180051"/>
                  <a:pt x="632386" y="185327"/>
                </a:cubicBezTo>
                <a:cubicBezTo>
                  <a:pt x="627013" y="188972"/>
                  <a:pt x="621594" y="190795"/>
                  <a:pt x="616126" y="190795"/>
                </a:cubicBezTo>
                <a:cubicBezTo>
                  <a:pt x="611906" y="190795"/>
                  <a:pt x="608452" y="189500"/>
                  <a:pt x="605767" y="186909"/>
                </a:cubicBezTo>
                <a:cubicBezTo>
                  <a:pt x="603081" y="184224"/>
                  <a:pt x="601737" y="180819"/>
                  <a:pt x="601737" y="176694"/>
                </a:cubicBezTo>
                <a:cubicBezTo>
                  <a:pt x="601737" y="171514"/>
                  <a:pt x="603273" y="163600"/>
                  <a:pt x="606342" y="152952"/>
                </a:cubicBezTo>
                <a:lnTo>
                  <a:pt x="630371" y="69641"/>
                </a:lnTo>
                <a:lnTo>
                  <a:pt x="608645" y="69641"/>
                </a:lnTo>
                <a:lnTo>
                  <a:pt x="610083" y="64030"/>
                </a:lnTo>
                <a:cubicBezTo>
                  <a:pt x="620635" y="61152"/>
                  <a:pt x="629412" y="56883"/>
                  <a:pt x="636414" y="51224"/>
                </a:cubicBezTo>
                <a:cubicBezTo>
                  <a:pt x="643418" y="45468"/>
                  <a:pt x="651235" y="35540"/>
                  <a:pt x="659868" y="21439"/>
                </a:cubicBezTo>
                <a:lnTo>
                  <a:pt x="666199" y="21439"/>
                </a:lnTo>
                <a:moveTo>
                  <a:pt x="737567" y="0"/>
                </a:moveTo>
                <a:cubicBezTo>
                  <a:pt x="741596" y="0"/>
                  <a:pt x="745001" y="1390"/>
                  <a:pt x="747783" y="4172"/>
                </a:cubicBezTo>
                <a:cubicBezTo>
                  <a:pt x="750565" y="6954"/>
                  <a:pt x="751956" y="10359"/>
                  <a:pt x="751956" y="14389"/>
                </a:cubicBezTo>
                <a:cubicBezTo>
                  <a:pt x="751956" y="18321"/>
                  <a:pt x="750518" y="21727"/>
                  <a:pt x="747640" y="24604"/>
                </a:cubicBezTo>
                <a:cubicBezTo>
                  <a:pt x="744858" y="27386"/>
                  <a:pt x="741500" y="28777"/>
                  <a:pt x="737567" y="28777"/>
                </a:cubicBezTo>
                <a:cubicBezTo>
                  <a:pt x="733635" y="28777"/>
                  <a:pt x="730229" y="27386"/>
                  <a:pt x="727352" y="24604"/>
                </a:cubicBezTo>
                <a:cubicBezTo>
                  <a:pt x="724570" y="21727"/>
                  <a:pt x="723179" y="18321"/>
                  <a:pt x="723179" y="14389"/>
                </a:cubicBezTo>
                <a:cubicBezTo>
                  <a:pt x="723179" y="10359"/>
                  <a:pt x="724570" y="6954"/>
                  <a:pt x="727352" y="4172"/>
                </a:cubicBezTo>
                <a:cubicBezTo>
                  <a:pt x="730134" y="1390"/>
                  <a:pt x="733539" y="0"/>
                  <a:pt x="737567" y="0"/>
                </a:cubicBezTo>
                <a:moveTo>
                  <a:pt x="739439" y="57123"/>
                </a:moveTo>
                <a:lnTo>
                  <a:pt x="710949" y="157988"/>
                </a:lnTo>
                <a:cubicBezTo>
                  <a:pt x="709030" y="164799"/>
                  <a:pt x="708071" y="168875"/>
                  <a:pt x="708071" y="170219"/>
                </a:cubicBezTo>
                <a:cubicBezTo>
                  <a:pt x="708071" y="171754"/>
                  <a:pt x="708502" y="173000"/>
                  <a:pt x="709365" y="173960"/>
                </a:cubicBezTo>
                <a:cubicBezTo>
                  <a:pt x="710324" y="174919"/>
                  <a:pt x="711428" y="175399"/>
                  <a:pt x="712675" y="175399"/>
                </a:cubicBezTo>
                <a:cubicBezTo>
                  <a:pt x="714114" y="175399"/>
                  <a:pt x="715841" y="174632"/>
                  <a:pt x="717855" y="173096"/>
                </a:cubicBezTo>
                <a:cubicBezTo>
                  <a:pt x="723323" y="168780"/>
                  <a:pt x="728838" y="162640"/>
                  <a:pt x="734402" y="154679"/>
                </a:cubicBezTo>
                <a:lnTo>
                  <a:pt x="739439" y="157988"/>
                </a:lnTo>
                <a:cubicBezTo>
                  <a:pt x="732916" y="167965"/>
                  <a:pt x="725242" y="176358"/>
                  <a:pt x="716416" y="183169"/>
                </a:cubicBezTo>
                <a:cubicBezTo>
                  <a:pt x="709893" y="188252"/>
                  <a:pt x="703658" y="190795"/>
                  <a:pt x="697711" y="190795"/>
                </a:cubicBezTo>
                <a:cubicBezTo>
                  <a:pt x="693778" y="190795"/>
                  <a:pt x="690565" y="189643"/>
                  <a:pt x="688070" y="187341"/>
                </a:cubicBezTo>
                <a:cubicBezTo>
                  <a:pt x="685576" y="184943"/>
                  <a:pt x="684329" y="181970"/>
                  <a:pt x="684329" y="178421"/>
                </a:cubicBezTo>
                <a:cubicBezTo>
                  <a:pt x="684329" y="174871"/>
                  <a:pt x="685528" y="168972"/>
                  <a:pt x="687926" y="160722"/>
                </a:cubicBezTo>
                <a:lnTo>
                  <a:pt x="706632" y="96261"/>
                </a:lnTo>
                <a:cubicBezTo>
                  <a:pt x="709701" y="85709"/>
                  <a:pt x="711236" y="79090"/>
                  <a:pt x="711236" y="76404"/>
                </a:cubicBezTo>
                <a:cubicBezTo>
                  <a:pt x="711236" y="74294"/>
                  <a:pt x="710469" y="72567"/>
                  <a:pt x="708933" y="71224"/>
                </a:cubicBezTo>
                <a:cubicBezTo>
                  <a:pt x="707495" y="69881"/>
                  <a:pt x="705481" y="69210"/>
                  <a:pt x="702891" y="69210"/>
                </a:cubicBezTo>
                <a:cubicBezTo>
                  <a:pt x="700780" y="69210"/>
                  <a:pt x="696416" y="69737"/>
                  <a:pt x="689797" y="70792"/>
                </a:cubicBezTo>
                <a:lnTo>
                  <a:pt x="689797" y="65181"/>
                </a:lnTo>
                <a:lnTo>
                  <a:pt x="739439" y="57123"/>
                </a:lnTo>
                <a:moveTo>
                  <a:pt x="889945" y="102160"/>
                </a:moveTo>
                <a:cubicBezTo>
                  <a:pt x="889945" y="116548"/>
                  <a:pt x="886108" y="130793"/>
                  <a:pt x="878434" y="144894"/>
                </a:cubicBezTo>
                <a:cubicBezTo>
                  <a:pt x="870856" y="158996"/>
                  <a:pt x="860256" y="170171"/>
                  <a:pt x="846635" y="178421"/>
                </a:cubicBezTo>
                <a:cubicBezTo>
                  <a:pt x="833013" y="186670"/>
                  <a:pt x="819775" y="190795"/>
                  <a:pt x="806921" y="190795"/>
                </a:cubicBezTo>
                <a:cubicBezTo>
                  <a:pt x="793779" y="190795"/>
                  <a:pt x="783036" y="186622"/>
                  <a:pt x="774690" y="178276"/>
                </a:cubicBezTo>
                <a:cubicBezTo>
                  <a:pt x="766441" y="169835"/>
                  <a:pt x="762316" y="158948"/>
                  <a:pt x="762316" y="145614"/>
                </a:cubicBezTo>
                <a:cubicBezTo>
                  <a:pt x="762316" y="131513"/>
                  <a:pt x="766345" y="117364"/>
                  <a:pt x="774403" y="103167"/>
                </a:cubicBezTo>
                <a:cubicBezTo>
                  <a:pt x="782556" y="88970"/>
                  <a:pt x="793396" y="77747"/>
                  <a:pt x="806921" y="69498"/>
                </a:cubicBezTo>
                <a:cubicBezTo>
                  <a:pt x="820542" y="61248"/>
                  <a:pt x="833684" y="57123"/>
                  <a:pt x="846346" y="57123"/>
                </a:cubicBezTo>
                <a:cubicBezTo>
                  <a:pt x="859009" y="57123"/>
                  <a:pt x="869416" y="61296"/>
                  <a:pt x="877571" y="69641"/>
                </a:cubicBezTo>
                <a:cubicBezTo>
                  <a:pt x="885819" y="77987"/>
                  <a:pt x="889945" y="88826"/>
                  <a:pt x="889945" y="102160"/>
                </a:cubicBezTo>
                <a:moveTo>
                  <a:pt x="866060" y="92231"/>
                </a:moveTo>
                <a:cubicBezTo>
                  <a:pt x="866060" y="83311"/>
                  <a:pt x="863853" y="76500"/>
                  <a:pt x="859441" y="71799"/>
                </a:cubicBezTo>
                <a:cubicBezTo>
                  <a:pt x="855124" y="67003"/>
                  <a:pt x="849512" y="64605"/>
                  <a:pt x="842605" y="64605"/>
                </a:cubicBezTo>
                <a:cubicBezTo>
                  <a:pt x="828505" y="64605"/>
                  <a:pt x="815506" y="74726"/>
                  <a:pt x="803612" y="94965"/>
                </a:cubicBezTo>
                <a:cubicBezTo>
                  <a:pt x="791814" y="115109"/>
                  <a:pt x="785914" y="135158"/>
                  <a:pt x="785914" y="155111"/>
                </a:cubicBezTo>
                <a:cubicBezTo>
                  <a:pt x="785914" y="164224"/>
                  <a:pt x="788216" y="171274"/>
                  <a:pt x="792820" y="176262"/>
                </a:cubicBezTo>
                <a:cubicBezTo>
                  <a:pt x="797425" y="181154"/>
                  <a:pt x="803229" y="183600"/>
                  <a:pt x="810231" y="183600"/>
                </a:cubicBezTo>
                <a:cubicBezTo>
                  <a:pt x="823756" y="183600"/>
                  <a:pt x="836418" y="173576"/>
                  <a:pt x="848217" y="153528"/>
                </a:cubicBezTo>
                <a:cubicBezTo>
                  <a:pt x="860111" y="133384"/>
                  <a:pt x="866060" y="112951"/>
                  <a:pt x="866060" y="92231"/>
                </a:cubicBezTo>
                <a:moveTo>
                  <a:pt x="966061" y="57123"/>
                </a:moveTo>
                <a:lnTo>
                  <a:pt x="946924" y="122592"/>
                </a:lnTo>
                <a:cubicBezTo>
                  <a:pt x="964861" y="95829"/>
                  <a:pt x="978579" y="78227"/>
                  <a:pt x="988076" y="69785"/>
                </a:cubicBezTo>
                <a:cubicBezTo>
                  <a:pt x="997668" y="61344"/>
                  <a:pt x="1006876" y="57123"/>
                  <a:pt x="1015702" y="57123"/>
                </a:cubicBezTo>
                <a:cubicBezTo>
                  <a:pt x="1020499" y="57123"/>
                  <a:pt x="1024431" y="58706"/>
                  <a:pt x="1027501" y="61872"/>
                </a:cubicBezTo>
                <a:cubicBezTo>
                  <a:pt x="1030667" y="65037"/>
                  <a:pt x="1032250" y="69162"/>
                  <a:pt x="1032250" y="74246"/>
                </a:cubicBezTo>
                <a:cubicBezTo>
                  <a:pt x="1032250" y="80001"/>
                  <a:pt x="1030859" y="87675"/>
                  <a:pt x="1028077" y="97268"/>
                </a:cubicBezTo>
                <a:lnTo>
                  <a:pt x="1010522" y="157844"/>
                </a:lnTo>
                <a:cubicBezTo>
                  <a:pt x="1008507" y="164847"/>
                  <a:pt x="1007501" y="169116"/>
                  <a:pt x="1007501" y="170650"/>
                </a:cubicBezTo>
                <a:cubicBezTo>
                  <a:pt x="1007501" y="171993"/>
                  <a:pt x="1007884" y="173144"/>
                  <a:pt x="1008652" y="174103"/>
                </a:cubicBezTo>
                <a:cubicBezTo>
                  <a:pt x="1009419" y="174967"/>
                  <a:pt x="1010234" y="175399"/>
                  <a:pt x="1011098" y="175399"/>
                </a:cubicBezTo>
                <a:cubicBezTo>
                  <a:pt x="1012249" y="175399"/>
                  <a:pt x="1013640" y="174775"/>
                  <a:pt x="1015271" y="173528"/>
                </a:cubicBezTo>
                <a:cubicBezTo>
                  <a:pt x="1020354" y="169499"/>
                  <a:pt x="1025918" y="163360"/>
                  <a:pt x="1031961" y="155111"/>
                </a:cubicBezTo>
                <a:lnTo>
                  <a:pt x="1036422" y="157844"/>
                </a:lnTo>
                <a:cubicBezTo>
                  <a:pt x="1027501" y="170602"/>
                  <a:pt x="1019059" y="179715"/>
                  <a:pt x="1011098" y="185183"/>
                </a:cubicBezTo>
                <a:cubicBezTo>
                  <a:pt x="1005534" y="188924"/>
                  <a:pt x="1000546" y="190795"/>
                  <a:pt x="996133" y="190795"/>
                </a:cubicBezTo>
                <a:cubicBezTo>
                  <a:pt x="992585" y="190795"/>
                  <a:pt x="989754" y="189691"/>
                  <a:pt x="987644" y="187485"/>
                </a:cubicBezTo>
                <a:cubicBezTo>
                  <a:pt x="985534" y="185375"/>
                  <a:pt x="984479" y="182497"/>
                  <a:pt x="984479" y="178852"/>
                </a:cubicBezTo>
                <a:cubicBezTo>
                  <a:pt x="984479" y="174248"/>
                  <a:pt x="986109" y="166334"/>
                  <a:pt x="989371" y="155111"/>
                </a:cubicBezTo>
                <a:lnTo>
                  <a:pt x="1006061" y="97268"/>
                </a:lnTo>
                <a:cubicBezTo>
                  <a:pt x="1008172" y="90073"/>
                  <a:pt x="1009228" y="84462"/>
                  <a:pt x="1009228" y="80433"/>
                </a:cubicBezTo>
                <a:cubicBezTo>
                  <a:pt x="1009228" y="78515"/>
                  <a:pt x="1008603" y="76979"/>
                  <a:pt x="1007357" y="75829"/>
                </a:cubicBezTo>
                <a:cubicBezTo>
                  <a:pt x="1006110" y="74581"/>
                  <a:pt x="1004575" y="73958"/>
                  <a:pt x="1002752" y="73958"/>
                </a:cubicBezTo>
                <a:cubicBezTo>
                  <a:pt x="1000066" y="73958"/>
                  <a:pt x="996853" y="75109"/>
                  <a:pt x="993112" y="77411"/>
                </a:cubicBezTo>
                <a:cubicBezTo>
                  <a:pt x="986013" y="81728"/>
                  <a:pt x="978627" y="88874"/>
                  <a:pt x="970953" y="98850"/>
                </a:cubicBezTo>
                <a:cubicBezTo>
                  <a:pt x="963279" y="108731"/>
                  <a:pt x="955173" y="121393"/>
                  <a:pt x="946636" y="136837"/>
                </a:cubicBezTo>
                <a:cubicBezTo>
                  <a:pt x="942128" y="144990"/>
                  <a:pt x="938387" y="153911"/>
                  <a:pt x="935412" y="163600"/>
                </a:cubicBezTo>
                <a:lnTo>
                  <a:pt x="928219" y="187341"/>
                </a:lnTo>
                <a:lnTo>
                  <a:pt x="906635" y="187341"/>
                </a:lnTo>
                <a:lnTo>
                  <a:pt x="932823" y="97268"/>
                </a:lnTo>
                <a:cubicBezTo>
                  <a:pt x="935893" y="86428"/>
                  <a:pt x="937428" y="79905"/>
                  <a:pt x="937428" y="77699"/>
                </a:cubicBezTo>
                <a:cubicBezTo>
                  <a:pt x="937428" y="75588"/>
                  <a:pt x="936564" y="73766"/>
                  <a:pt x="934838" y="72231"/>
                </a:cubicBezTo>
                <a:cubicBezTo>
                  <a:pt x="933206" y="70601"/>
                  <a:pt x="931145" y="69785"/>
                  <a:pt x="928650" y="69785"/>
                </a:cubicBezTo>
                <a:cubicBezTo>
                  <a:pt x="927500" y="69785"/>
                  <a:pt x="925484" y="69977"/>
                  <a:pt x="922608" y="70360"/>
                </a:cubicBezTo>
                <a:lnTo>
                  <a:pt x="917139" y="71224"/>
                </a:lnTo>
                <a:lnTo>
                  <a:pt x="916276" y="66044"/>
                </a:lnTo>
                <a:lnTo>
                  <a:pt x="966061" y="57123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6" name="path-7536">
            <a:extLst xmlns:a="http://schemas.openxmlformats.org/drawingml/2006/main">
              <a:ext uri="{FF2B5EF4-FFF2-40B4-BE49-F238E27FC236}">
                <a16:creationId xmlns:a16="http://schemas.microsoft.com/office/drawing/2014/main" id="{7A11A7C6-BC70-4325-B24B-7E6948C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578" y="4916251"/>
            <a:ext cx="667207" cy="208061"/>
          </a:xfrm>
          <a:custGeom xmlns:a="http://schemas.openxmlformats.org/drawingml/2006/main">
            <a:pathLst>
              <a:path w="667207" h="208061">
                <a:moveTo>
                  <a:pt x="159428" y="0"/>
                </a:moveTo>
                <a:lnTo>
                  <a:pt x="109931" y="169787"/>
                </a:lnTo>
                <a:cubicBezTo>
                  <a:pt x="107245" y="178996"/>
                  <a:pt x="105901" y="185039"/>
                  <a:pt x="105901" y="187917"/>
                </a:cubicBezTo>
                <a:cubicBezTo>
                  <a:pt x="105901" y="188876"/>
                  <a:pt x="106285" y="189788"/>
                  <a:pt x="107052" y="190651"/>
                </a:cubicBezTo>
                <a:cubicBezTo>
                  <a:pt x="107915" y="191514"/>
                  <a:pt x="108779" y="191946"/>
                  <a:pt x="109642" y="191946"/>
                </a:cubicBezTo>
                <a:cubicBezTo>
                  <a:pt x="110890" y="191946"/>
                  <a:pt x="112377" y="191322"/>
                  <a:pt x="114102" y="190075"/>
                </a:cubicBezTo>
                <a:cubicBezTo>
                  <a:pt x="117364" y="187773"/>
                  <a:pt x="122833" y="182018"/>
                  <a:pt x="130506" y="172809"/>
                </a:cubicBezTo>
                <a:lnTo>
                  <a:pt x="135398" y="175831"/>
                </a:lnTo>
                <a:cubicBezTo>
                  <a:pt x="128492" y="185423"/>
                  <a:pt x="121489" y="193193"/>
                  <a:pt x="114391" y="199140"/>
                </a:cubicBezTo>
                <a:cubicBezTo>
                  <a:pt x="107388" y="205088"/>
                  <a:pt x="100817" y="208061"/>
                  <a:pt x="94677" y="208061"/>
                </a:cubicBezTo>
                <a:cubicBezTo>
                  <a:pt x="91416" y="208061"/>
                  <a:pt x="88730" y="206910"/>
                  <a:pt x="86620" y="204608"/>
                </a:cubicBezTo>
                <a:cubicBezTo>
                  <a:pt x="84510" y="202306"/>
                  <a:pt x="83455" y="199044"/>
                  <a:pt x="83455" y="194823"/>
                </a:cubicBezTo>
                <a:cubicBezTo>
                  <a:pt x="83455" y="189356"/>
                  <a:pt x="84893" y="182018"/>
                  <a:pt x="87771" y="172809"/>
                </a:cubicBezTo>
                <a:lnTo>
                  <a:pt x="93383" y="154967"/>
                </a:lnTo>
                <a:cubicBezTo>
                  <a:pt x="79474" y="176454"/>
                  <a:pt x="66812" y="191322"/>
                  <a:pt x="55397" y="199572"/>
                </a:cubicBezTo>
                <a:cubicBezTo>
                  <a:pt x="47530" y="205231"/>
                  <a:pt x="40001" y="208061"/>
                  <a:pt x="32806" y="208061"/>
                </a:cubicBezTo>
                <a:cubicBezTo>
                  <a:pt x="25516" y="208061"/>
                  <a:pt x="19138" y="204848"/>
                  <a:pt x="13669" y="198421"/>
                </a:cubicBezTo>
                <a:cubicBezTo>
                  <a:pt x="8297" y="191898"/>
                  <a:pt x="5611" y="183073"/>
                  <a:pt x="5611" y="171945"/>
                </a:cubicBezTo>
                <a:cubicBezTo>
                  <a:pt x="5611" y="157653"/>
                  <a:pt x="10168" y="142401"/>
                  <a:pt x="19281" y="126189"/>
                </a:cubicBezTo>
                <a:cubicBezTo>
                  <a:pt x="28394" y="109978"/>
                  <a:pt x="40432" y="96788"/>
                  <a:pt x="55397" y="86620"/>
                </a:cubicBezTo>
                <a:cubicBezTo>
                  <a:pt x="67195" y="78467"/>
                  <a:pt x="78036" y="74390"/>
                  <a:pt x="87915" y="74390"/>
                </a:cubicBezTo>
                <a:cubicBezTo>
                  <a:pt x="93095" y="74390"/>
                  <a:pt x="97556" y="75445"/>
                  <a:pt x="101296" y="77555"/>
                </a:cubicBezTo>
                <a:cubicBezTo>
                  <a:pt x="105037" y="79665"/>
                  <a:pt x="108731" y="83167"/>
                  <a:pt x="112377" y="88059"/>
                </a:cubicBezTo>
                <a:lnTo>
                  <a:pt x="126477" y="37986"/>
                </a:lnTo>
                <a:cubicBezTo>
                  <a:pt x="127533" y="34437"/>
                  <a:pt x="128395" y="31607"/>
                  <a:pt x="129067" y="29497"/>
                </a:cubicBezTo>
                <a:cubicBezTo>
                  <a:pt x="130218" y="25660"/>
                  <a:pt x="130794" y="22494"/>
                  <a:pt x="130794" y="20000"/>
                </a:cubicBezTo>
                <a:cubicBezTo>
                  <a:pt x="130794" y="17986"/>
                  <a:pt x="130075" y="16307"/>
                  <a:pt x="128635" y="14964"/>
                </a:cubicBezTo>
                <a:cubicBezTo>
                  <a:pt x="126621" y="13334"/>
                  <a:pt x="124031" y="12518"/>
                  <a:pt x="120866" y="12518"/>
                </a:cubicBezTo>
                <a:cubicBezTo>
                  <a:pt x="118660" y="12518"/>
                  <a:pt x="115014" y="12854"/>
                  <a:pt x="109931" y="13525"/>
                </a:cubicBezTo>
                <a:lnTo>
                  <a:pt x="109931" y="8201"/>
                </a:lnTo>
                <a:lnTo>
                  <a:pt x="159428" y="0"/>
                </a:lnTo>
                <a:moveTo>
                  <a:pt x="106045" y="102160"/>
                </a:moveTo>
                <a:cubicBezTo>
                  <a:pt x="106045" y="96021"/>
                  <a:pt x="104271" y="91081"/>
                  <a:pt x="100721" y="87340"/>
                </a:cubicBezTo>
                <a:cubicBezTo>
                  <a:pt x="97172" y="83599"/>
                  <a:pt x="92663" y="81728"/>
                  <a:pt x="87196" y="81728"/>
                </a:cubicBezTo>
                <a:cubicBezTo>
                  <a:pt x="75109" y="81728"/>
                  <a:pt x="62495" y="91704"/>
                  <a:pt x="49353" y="111657"/>
                </a:cubicBezTo>
                <a:cubicBezTo>
                  <a:pt x="36308" y="131609"/>
                  <a:pt x="29785" y="150698"/>
                  <a:pt x="29785" y="168924"/>
                </a:cubicBezTo>
                <a:cubicBezTo>
                  <a:pt x="29785" y="176118"/>
                  <a:pt x="31368" y="181634"/>
                  <a:pt x="34533" y="185471"/>
                </a:cubicBezTo>
                <a:cubicBezTo>
                  <a:pt x="37699" y="189212"/>
                  <a:pt x="41487" y="191083"/>
                  <a:pt x="45900" y="191083"/>
                </a:cubicBezTo>
                <a:cubicBezTo>
                  <a:pt x="55876" y="191083"/>
                  <a:pt x="68395" y="180291"/>
                  <a:pt x="83455" y="158708"/>
                </a:cubicBezTo>
                <a:cubicBezTo>
                  <a:pt x="98516" y="137125"/>
                  <a:pt x="106045" y="118276"/>
                  <a:pt x="106045" y="102160"/>
                </a:cubicBezTo>
                <a:moveTo>
                  <a:pt x="182450" y="150362"/>
                </a:moveTo>
                <a:cubicBezTo>
                  <a:pt x="181778" y="155159"/>
                  <a:pt x="181442" y="159139"/>
                  <a:pt x="181442" y="162305"/>
                </a:cubicBezTo>
                <a:cubicBezTo>
                  <a:pt x="181442" y="170842"/>
                  <a:pt x="184464" y="178133"/>
                  <a:pt x="190507" y="184176"/>
                </a:cubicBezTo>
                <a:cubicBezTo>
                  <a:pt x="196551" y="190124"/>
                  <a:pt x="203889" y="193097"/>
                  <a:pt x="212522" y="193097"/>
                </a:cubicBezTo>
                <a:cubicBezTo>
                  <a:pt x="219428" y="193097"/>
                  <a:pt x="226047" y="191706"/>
                  <a:pt x="232379" y="188924"/>
                </a:cubicBezTo>
                <a:cubicBezTo>
                  <a:pt x="238805" y="186047"/>
                  <a:pt x="248301" y="179764"/>
                  <a:pt x="260869" y="170075"/>
                </a:cubicBezTo>
                <a:lnTo>
                  <a:pt x="263889" y="174248"/>
                </a:lnTo>
                <a:cubicBezTo>
                  <a:pt x="241155" y="196790"/>
                  <a:pt x="219477" y="208061"/>
                  <a:pt x="198853" y="208061"/>
                </a:cubicBezTo>
                <a:cubicBezTo>
                  <a:pt x="184847" y="208061"/>
                  <a:pt x="174296" y="203649"/>
                  <a:pt x="167198" y="194823"/>
                </a:cubicBezTo>
                <a:cubicBezTo>
                  <a:pt x="160099" y="185999"/>
                  <a:pt x="156549" y="176262"/>
                  <a:pt x="156549" y="165615"/>
                </a:cubicBezTo>
                <a:cubicBezTo>
                  <a:pt x="156549" y="151322"/>
                  <a:pt x="160962" y="136693"/>
                  <a:pt x="169787" y="121729"/>
                </a:cubicBezTo>
                <a:cubicBezTo>
                  <a:pt x="178613" y="106764"/>
                  <a:pt x="189692" y="95158"/>
                  <a:pt x="203026" y="86908"/>
                </a:cubicBezTo>
                <a:cubicBezTo>
                  <a:pt x="216359" y="78563"/>
                  <a:pt x="230076" y="74390"/>
                  <a:pt x="244177" y="74390"/>
                </a:cubicBezTo>
                <a:cubicBezTo>
                  <a:pt x="254345" y="74390"/>
                  <a:pt x="261875" y="76452"/>
                  <a:pt x="266767" y="80577"/>
                </a:cubicBezTo>
                <a:cubicBezTo>
                  <a:pt x="271659" y="84702"/>
                  <a:pt x="274106" y="89594"/>
                  <a:pt x="274106" y="95253"/>
                </a:cubicBezTo>
                <a:cubicBezTo>
                  <a:pt x="274106" y="103215"/>
                  <a:pt x="270940" y="110841"/>
                  <a:pt x="264610" y="118132"/>
                </a:cubicBezTo>
                <a:cubicBezTo>
                  <a:pt x="256264" y="127628"/>
                  <a:pt x="243985" y="135302"/>
                  <a:pt x="227774" y="141154"/>
                </a:cubicBezTo>
                <a:cubicBezTo>
                  <a:pt x="217031" y="145087"/>
                  <a:pt x="201922" y="148156"/>
                  <a:pt x="182450" y="150362"/>
                </a:cubicBezTo>
                <a:moveTo>
                  <a:pt x="183456" y="143312"/>
                </a:moveTo>
                <a:cubicBezTo>
                  <a:pt x="197653" y="141681"/>
                  <a:pt x="209213" y="138899"/>
                  <a:pt x="218133" y="134967"/>
                </a:cubicBezTo>
                <a:cubicBezTo>
                  <a:pt x="229933" y="129691"/>
                  <a:pt x="238758" y="123407"/>
                  <a:pt x="244609" y="116117"/>
                </a:cubicBezTo>
                <a:cubicBezTo>
                  <a:pt x="250556" y="108731"/>
                  <a:pt x="253529" y="101729"/>
                  <a:pt x="253529" y="95110"/>
                </a:cubicBezTo>
                <a:cubicBezTo>
                  <a:pt x="253529" y="91081"/>
                  <a:pt x="252235" y="87820"/>
                  <a:pt x="249645" y="85325"/>
                </a:cubicBezTo>
                <a:cubicBezTo>
                  <a:pt x="247151" y="82831"/>
                  <a:pt x="243554" y="81584"/>
                  <a:pt x="238853" y="81584"/>
                </a:cubicBezTo>
                <a:cubicBezTo>
                  <a:pt x="229069" y="81584"/>
                  <a:pt x="218661" y="86812"/>
                  <a:pt x="207630" y="97268"/>
                </a:cubicBezTo>
                <a:cubicBezTo>
                  <a:pt x="196694" y="107628"/>
                  <a:pt x="188637" y="122976"/>
                  <a:pt x="183456" y="143312"/>
                </a:cubicBezTo>
                <a:moveTo>
                  <a:pt x="343316" y="74390"/>
                </a:moveTo>
                <a:lnTo>
                  <a:pt x="324178" y="139859"/>
                </a:lnTo>
                <a:cubicBezTo>
                  <a:pt x="342117" y="113096"/>
                  <a:pt x="355833" y="95494"/>
                  <a:pt x="365330" y="87052"/>
                </a:cubicBezTo>
                <a:cubicBezTo>
                  <a:pt x="374922" y="78610"/>
                  <a:pt x="384132" y="74390"/>
                  <a:pt x="392956" y="74390"/>
                </a:cubicBezTo>
                <a:cubicBezTo>
                  <a:pt x="397753" y="74390"/>
                  <a:pt x="401687" y="75973"/>
                  <a:pt x="404756" y="79138"/>
                </a:cubicBezTo>
                <a:cubicBezTo>
                  <a:pt x="407921" y="82304"/>
                  <a:pt x="409504" y="86429"/>
                  <a:pt x="409504" y="91512"/>
                </a:cubicBezTo>
                <a:cubicBezTo>
                  <a:pt x="409504" y="97268"/>
                  <a:pt x="408113" y="104942"/>
                  <a:pt x="405331" y="114535"/>
                </a:cubicBezTo>
                <a:lnTo>
                  <a:pt x="387777" y="175111"/>
                </a:lnTo>
                <a:cubicBezTo>
                  <a:pt x="385763" y="182114"/>
                  <a:pt x="384755" y="186382"/>
                  <a:pt x="384755" y="187917"/>
                </a:cubicBezTo>
                <a:cubicBezTo>
                  <a:pt x="384755" y="189260"/>
                  <a:pt x="385139" y="190411"/>
                  <a:pt x="385907" y="191370"/>
                </a:cubicBezTo>
                <a:cubicBezTo>
                  <a:pt x="386673" y="192234"/>
                  <a:pt x="387490" y="192665"/>
                  <a:pt x="388353" y="192665"/>
                </a:cubicBezTo>
                <a:cubicBezTo>
                  <a:pt x="389504" y="192665"/>
                  <a:pt x="390895" y="192042"/>
                  <a:pt x="392525" y="190795"/>
                </a:cubicBezTo>
                <a:cubicBezTo>
                  <a:pt x="397609" y="186766"/>
                  <a:pt x="403173" y="180627"/>
                  <a:pt x="409216" y="172377"/>
                </a:cubicBezTo>
                <a:lnTo>
                  <a:pt x="413676" y="175111"/>
                </a:lnTo>
                <a:cubicBezTo>
                  <a:pt x="404756" y="187869"/>
                  <a:pt x="396314" y="196982"/>
                  <a:pt x="388353" y="202449"/>
                </a:cubicBezTo>
                <a:cubicBezTo>
                  <a:pt x="382789" y="206191"/>
                  <a:pt x="377801" y="208061"/>
                  <a:pt x="373388" y="208061"/>
                </a:cubicBezTo>
                <a:cubicBezTo>
                  <a:pt x="369839" y="208061"/>
                  <a:pt x="367010" y="206958"/>
                  <a:pt x="364898" y="204752"/>
                </a:cubicBezTo>
                <a:cubicBezTo>
                  <a:pt x="362788" y="202642"/>
                  <a:pt x="361733" y="199764"/>
                  <a:pt x="361733" y="196119"/>
                </a:cubicBezTo>
                <a:cubicBezTo>
                  <a:pt x="361733" y="191514"/>
                  <a:pt x="363364" y="183601"/>
                  <a:pt x="366625" y="172377"/>
                </a:cubicBezTo>
                <a:lnTo>
                  <a:pt x="383317" y="114535"/>
                </a:lnTo>
                <a:cubicBezTo>
                  <a:pt x="385427" y="107340"/>
                  <a:pt x="386482" y="101729"/>
                  <a:pt x="386482" y="97699"/>
                </a:cubicBezTo>
                <a:cubicBezTo>
                  <a:pt x="386482" y="95781"/>
                  <a:pt x="385858" y="94246"/>
                  <a:pt x="384612" y="93095"/>
                </a:cubicBezTo>
                <a:cubicBezTo>
                  <a:pt x="383364" y="91848"/>
                  <a:pt x="381830" y="91225"/>
                  <a:pt x="380007" y="91225"/>
                </a:cubicBezTo>
                <a:cubicBezTo>
                  <a:pt x="377321" y="91225"/>
                  <a:pt x="374107" y="92376"/>
                  <a:pt x="370366" y="94678"/>
                </a:cubicBezTo>
                <a:cubicBezTo>
                  <a:pt x="363268" y="98995"/>
                  <a:pt x="355882" y="106141"/>
                  <a:pt x="348208" y="116117"/>
                </a:cubicBezTo>
                <a:cubicBezTo>
                  <a:pt x="340534" y="125998"/>
                  <a:pt x="332428" y="138659"/>
                  <a:pt x="323891" y="154104"/>
                </a:cubicBezTo>
                <a:cubicBezTo>
                  <a:pt x="319382" y="162257"/>
                  <a:pt x="315641" y="171178"/>
                  <a:pt x="312668" y="180867"/>
                </a:cubicBezTo>
                <a:lnTo>
                  <a:pt x="305474" y="204608"/>
                </a:lnTo>
                <a:lnTo>
                  <a:pt x="283890" y="204608"/>
                </a:lnTo>
                <a:lnTo>
                  <a:pt x="310077" y="114535"/>
                </a:lnTo>
                <a:cubicBezTo>
                  <a:pt x="313148" y="103695"/>
                  <a:pt x="314682" y="97172"/>
                  <a:pt x="314682" y="94966"/>
                </a:cubicBezTo>
                <a:cubicBezTo>
                  <a:pt x="314682" y="92855"/>
                  <a:pt x="313818" y="91033"/>
                  <a:pt x="312092" y="89498"/>
                </a:cubicBezTo>
                <a:cubicBezTo>
                  <a:pt x="310462" y="87868"/>
                  <a:pt x="308399" y="87052"/>
                  <a:pt x="305904" y="87052"/>
                </a:cubicBezTo>
                <a:cubicBezTo>
                  <a:pt x="304754" y="87052"/>
                  <a:pt x="302739" y="87244"/>
                  <a:pt x="299862" y="87627"/>
                </a:cubicBezTo>
                <a:lnTo>
                  <a:pt x="294393" y="88491"/>
                </a:lnTo>
                <a:lnTo>
                  <a:pt x="293530" y="83311"/>
                </a:lnTo>
                <a:lnTo>
                  <a:pt x="343316" y="74390"/>
                </a:lnTo>
                <a:moveTo>
                  <a:pt x="532528" y="74390"/>
                </a:moveTo>
                <a:lnTo>
                  <a:pt x="523750" y="118563"/>
                </a:lnTo>
                <a:lnTo>
                  <a:pt x="518426" y="118563"/>
                </a:lnTo>
                <a:cubicBezTo>
                  <a:pt x="517947" y="105709"/>
                  <a:pt x="515213" y="96356"/>
                  <a:pt x="510225" y="90505"/>
                </a:cubicBezTo>
                <a:cubicBezTo>
                  <a:pt x="505237" y="84654"/>
                  <a:pt x="499050" y="81728"/>
                  <a:pt x="491664" y="81728"/>
                </a:cubicBezTo>
                <a:cubicBezTo>
                  <a:pt x="485716" y="81728"/>
                  <a:pt x="480968" y="83359"/>
                  <a:pt x="477419" y="86620"/>
                </a:cubicBezTo>
                <a:cubicBezTo>
                  <a:pt x="473965" y="89882"/>
                  <a:pt x="472239" y="93815"/>
                  <a:pt x="472239" y="98419"/>
                </a:cubicBezTo>
                <a:cubicBezTo>
                  <a:pt x="472239" y="101584"/>
                  <a:pt x="472910" y="104606"/>
                  <a:pt x="474253" y="107484"/>
                </a:cubicBezTo>
                <a:cubicBezTo>
                  <a:pt x="475692" y="110362"/>
                  <a:pt x="478762" y="114390"/>
                  <a:pt x="483462" y="119570"/>
                </a:cubicBezTo>
                <a:cubicBezTo>
                  <a:pt x="495932" y="133192"/>
                  <a:pt x="503991" y="143456"/>
                  <a:pt x="507635" y="150362"/>
                </a:cubicBezTo>
                <a:cubicBezTo>
                  <a:pt x="511280" y="157269"/>
                  <a:pt x="513103" y="163792"/>
                  <a:pt x="513103" y="169931"/>
                </a:cubicBezTo>
                <a:cubicBezTo>
                  <a:pt x="513103" y="179907"/>
                  <a:pt x="508930" y="188781"/>
                  <a:pt x="500585" y="196550"/>
                </a:cubicBezTo>
                <a:cubicBezTo>
                  <a:pt x="492335" y="204224"/>
                  <a:pt x="481880" y="208061"/>
                  <a:pt x="469218" y="208061"/>
                </a:cubicBezTo>
                <a:cubicBezTo>
                  <a:pt x="462310" y="208061"/>
                  <a:pt x="454349" y="206431"/>
                  <a:pt x="445331" y="203169"/>
                </a:cubicBezTo>
                <a:cubicBezTo>
                  <a:pt x="442166" y="202018"/>
                  <a:pt x="439720" y="201442"/>
                  <a:pt x="437993" y="201442"/>
                </a:cubicBezTo>
                <a:cubicBezTo>
                  <a:pt x="433677" y="201442"/>
                  <a:pt x="430415" y="203649"/>
                  <a:pt x="428209" y="208061"/>
                </a:cubicBezTo>
                <a:lnTo>
                  <a:pt x="422886" y="208061"/>
                </a:lnTo>
                <a:lnTo>
                  <a:pt x="431663" y="161442"/>
                </a:lnTo>
                <a:lnTo>
                  <a:pt x="436987" y="161442"/>
                </a:lnTo>
                <a:cubicBezTo>
                  <a:pt x="437562" y="176022"/>
                  <a:pt x="440584" y="186335"/>
                  <a:pt x="446052" y="192377"/>
                </a:cubicBezTo>
                <a:cubicBezTo>
                  <a:pt x="451519" y="198421"/>
                  <a:pt x="459001" y="201442"/>
                  <a:pt x="468497" y="201442"/>
                </a:cubicBezTo>
                <a:cubicBezTo>
                  <a:pt x="475788" y="201442"/>
                  <a:pt x="481544" y="199428"/>
                  <a:pt x="485764" y="195399"/>
                </a:cubicBezTo>
                <a:cubicBezTo>
                  <a:pt x="490081" y="191275"/>
                  <a:pt x="492240" y="186238"/>
                  <a:pt x="492240" y="180291"/>
                </a:cubicBezTo>
                <a:cubicBezTo>
                  <a:pt x="492240" y="176454"/>
                  <a:pt x="491472" y="172905"/>
                  <a:pt x="489937" y="169643"/>
                </a:cubicBezTo>
                <a:cubicBezTo>
                  <a:pt x="487252" y="163888"/>
                  <a:pt x="481592" y="155926"/>
                  <a:pt x="472959" y="145758"/>
                </a:cubicBezTo>
                <a:cubicBezTo>
                  <a:pt x="464422" y="135590"/>
                  <a:pt x="458905" y="127964"/>
                  <a:pt x="456412" y="122880"/>
                </a:cubicBezTo>
                <a:cubicBezTo>
                  <a:pt x="454013" y="117796"/>
                  <a:pt x="452814" y="112712"/>
                  <a:pt x="452814" y="107628"/>
                </a:cubicBezTo>
                <a:cubicBezTo>
                  <a:pt x="452814" y="98323"/>
                  <a:pt x="456172" y="90457"/>
                  <a:pt x="462886" y="84031"/>
                </a:cubicBezTo>
                <a:cubicBezTo>
                  <a:pt x="469697" y="77603"/>
                  <a:pt x="478426" y="74390"/>
                  <a:pt x="489073" y="74390"/>
                </a:cubicBezTo>
                <a:cubicBezTo>
                  <a:pt x="492144" y="74390"/>
                  <a:pt x="494926" y="74630"/>
                  <a:pt x="497419" y="75109"/>
                </a:cubicBezTo>
                <a:cubicBezTo>
                  <a:pt x="498763" y="75397"/>
                  <a:pt x="501879" y="76500"/>
                  <a:pt x="506772" y="78419"/>
                </a:cubicBezTo>
                <a:cubicBezTo>
                  <a:pt x="511760" y="80241"/>
                  <a:pt x="515070" y="81153"/>
                  <a:pt x="516700" y="81153"/>
                </a:cubicBezTo>
                <a:cubicBezTo>
                  <a:pt x="520825" y="81153"/>
                  <a:pt x="524278" y="78898"/>
                  <a:pt x="527060" y="74390"/>
                </a:cubicBezTo>
                <a:lnTo>
                  <a:pt x="532528" y="74390"/>
                </a:lnTo>
                <a:moveTo>
                  <a:pt x="575550" y="150362"/>
                </a:moveTo>
                <a:cubicBezTo>
                  <a:pt x="574879" y="155159"/>
                  <a:pt x="574543" y="159139"/>
                  <a:pt x="574543" y="162305"/>
                </a:cubicBezTo>
                <a:cubicBezTo>
                  <a:pt x="574543" y="170842"/>
                  <a:pt x="577565" y="178133"/>
                  <a:pt x="583608" y="184176"/>
                </a:cubicBezTo>
                <a:cubicBezTo>
                  <a:pt x="589652" y="190124"/>
                  <a:pt x="596990" y="193097"/>
                  <a:pt x="605623" y="193097"/>
                </a:cubicBezTo>
                <a:cubicBezTo>
                  <a:pt x="612529" y="193097"/>
                  <a:pt x="619148" y="191706"/>
                  <a:pt x="625479" y="188924"/>
                </a:cubicBezTo>
                <a:cubicBezTo>
                  <a:pt x="631907" y="186047"/>
                  <a:pt x="641402" y="179764"/>
                  <a:pt x="653969" y="170075"/>
                </a:cubicBezTo>
                <a:lnTo>
                  <a:pt x="656990" y="174248"/>
                </a:lnTo>
                <a:cubicBezTo>
                  <a:pt x="634256" y="196790"/>
                  <a:pt x="612578" y="208061"/>
                  <a:pt x="591953" y="208061"/>
                </a:cubicBezTo>
                <a:cubicBezTo>
                  <a:pt x="577948" y="208061"/>
                  <a:pt x="567396" y="203649"/>
                  <a:pt x="560298" y="194823"/>
                </a:cubicBezTo>
                <a:cubicBezTo>
                  <a:pt x="553199" y="185999"/>
                  <a:pt x="549651" y="176262"/>
                  <a:pt x="549651" y="165615"/>
                </a:cubicBezTo>
                <a:cubicBezTo>
                  <a:pt x="549651" y="151322"/>
                  <a:pt x="554063" y="136693"/>
                  <a:pt x="562889" y="121729"/>
                </a:cubicBezTo>
                <a:cubicBezTo>
                  <a:pt x="571713" y="106764"/>
                  <a:pt x="582793" y="95158"/>
                  <a:pt x="596126" y="86908"/>
                </a:cubicBezTo>
                <a:cubicBezTo>
                  <a:pt x="609460" y="78563"/>
                  <a:pt x="623177" y="74390"/>
                  <a:pt x="637278" y="74390"/>
                </a:cubicBezTo>
                <a:cubicBezTo>
                  <a:pt x="647446" y="74390"/>
                  <a:pt x="654976" y="76452"/>
                  <a:pt x="659868" y="80577"/>
                </a:cubicBezTo>
                <a:cubicBezTo>
                  <a:pt x="664761" y="84702"/>
                  <a:pt x="667207" y="89594"/>
                  <a:pt x="667207" y="95253"/>
                </a:cubicBezTo>
                <a:cubicBezTo>
                  <a:pt x="667207" y="103215"/>
                  <a:pt x="664041" y="110841"/>
                  <a:pt x="657710" y="118132"/>
                </a:cubicBezTo>
                <a:cubicBezTo>
                  <a:pt x="649365" y="127628"/>
                  <a:pt x="637086" y="135302"/>
                  <a:pt x="620875" y="141154"/>
                </a:cubicBezTo>
                <a:cubicBezTo>
                  <a:pt x="610132" y="145087"/>
                  <a:pt x="595023" y="148156"/>
                  <a:pt x="575550" y="150362"/>
                </a:cubicBezTo>
                <a:moveTo>
                  <a:pt x="576557" y="143312"/>
                </a:moveTo>
                <a:cubicBezTo>
                  <a:pt x="590754" y="141681"/>
                  <a:pt x="602313" y="138899"/>
                  <a:pt x="611234" y="134967"/>
                </a:cubicBezTo>
                <a:cubicBezTo>
                  <a:pt x="623033" y="129691"/>
                  <a:pt x="631858" y="123407"/>
                  <a:pt x="637709" y="116117"/>
                </a:cubicBezTo>
                <a:cubicBezTo>
                  <a:pt x="643656" y="108731"/>
                  <a:pt x="646630" y="101729"/>
                  <a:pt x="646630" y="95110"/>
                </a:cubicBezTo>
                <a:cubicBezTo>
                  <a:pt x="646630" y="91081"/>
                  <a:pt x="645336" y="87820"/>
                  <a:pt x="642746" y="85325"/>
                </a:cubicBezTo>
                <a:cubicBezTo>
                  <a:pt x="640251" y="82831"/>
                  <a:pt x="636654" y="81584"/>
                  <a:pt x="631954" y="81584"/>
                </a:cubicBezTo>
                <a:cubicBezTo>
                  <a:pt x="622170" y="81584"/>
                  <a:pt x="611761" y="86812"/>
                  <a:pt x="600731" y="97268"/>
                </a:cubicBezTo>
                <a:cubicBezTo>
                  <a:pt x="589795" y="107628"/>
                  <a:pt x="581738" y="122976"/>
                  <a:pt x="576557" y="143312"/>
                </a:cubicBez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7" name="path-7538">
            <a:extLst xmlns:a="http://schemas.openxmlformats.org/drawingml/2006/main">
              <a:ext uri="{FF2B5EF4-FFF2-40B4-BE49-F238E27FC236}">
                <a16:creationId xmlns:a16="http://schemas.microsoft.com/office/drawing/2014/main" id="{DA70B91D-3D50-4F53-8BB9-A989ECDE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651" y="4697255"/>
            <a:ext cx="3094158" cy="543319"/>
          </a:xfrm>
          <a:custGeom xmlns:a="http://schemas.openxmlformats.org/drawingml/2006/main">
            <a:pathLst>
              <a:path w="3094158" h="543319">
                <a:moveTo>
                  <a:pt x="1862951" y="543319"/>
                </a:moveTo>
                <a:lnTo>
                  <a:pt x="0" y="0"/>
                </a:lnTo>
                <a:lnTo>
                  <a:pt x="3094158" y="0"/>
                </a:lnTo>
                <a:lnTo>
                  <a:pt x="1862951" y="543319"/>
                </a:lnTo>
              </a:path>
            </a:pathLst>
          </a:custGeom>
          <a:solidFill xmlns:a="http://schemas.openxmlformats.org/drawingml/2006/main">
            <a:srgbClr val="FF2121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8" name="path-7539">
            <a:extLst xmlns:a="http://schemas.openxmlformats.org/drawingml/2006/main">
              <a:ext uri="{FF2B5EF4-FFF2-40B4-BE49-F238E27FC236}">
                <a16:creationId xmlns:a16="http://schemas.microsoft.com/office/drawing/2014/main" id="{19A8AB8E-53C5-4A76-A0AA-6F7A3455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3711913"/>
            <a:ext cx="3536180" cy="2762641"/>
          </a:xfrm>
          <a:custGeom xmlns:a="http://schemas.openxmlformats.org/drawingml/2006/main">
            <a:pathLst>
              <a:path w="3536180" h="2762641">
                <a:moveTo>
                  <a:pt x="0" y="0"/>
                </a:moveTo>
                <a:lnTo>
                  <a:pt x="3536180" y="0"/>
                </a:lnTo>
                <a:lnTo>
                  <a:pt x="3536180" y="2762641"/>
                </a:lnTo>
                <a:lnTo>
                  <a:pt x="0" y="276264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9" name="path-7540">
            <a:extLst xmlns:a="http://schemas.openxmlformats.org/drawingml/2006/main">
              <a:ext uri="{FF2B5EF4-FFF2-40B4-BE49-F238E27FC236}">
                <a16:creationId xmlns:a16="http://schemas.microsoft.com/office/drawing/2014/main" id="{24489A24-1DD3-4E86-AFD3-E42C791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885190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0" name="path-7541">
            <a:extLst xmlns:a="http://schemas.openxmlformats.org/drawingml/2006/main">
              <a:ext uri="{FF2B5EF4-FFF2-40B4-BE49-F238E27FC236}">
                <a16:creationId xmlns:a16="http://schemas.microsoft.com/office/drawing/2014/main" id="{82B961CA-6599-4667-B12E-E3B55DBE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885190"/>
            <a:ext cx="3536180" cy="589364"/>
          </a:xfrm>
          <a:custGeom xmlns:a="http://schemas.openxmlformats.org/drawingml/2006/main">
            <a:pathLst>
              <a:path w="3536180" h="589364">
                <a:moveTo>
                  <a:pt x="0" y="589364"/>
                </a:moveTo>
                <a:lnTo>
                  <a:pt x="3536180" y="589364"/>
                </a:lnTo>
                <a:lnTo>
                  <a:pt x="3536180" y="0"/>
                </a:lnTo>
                <a:lnTo>
                  <a:pt x="0" y="0"/>
                </a:lnTo>
                <a:lnTo>
                  <a:pt x="0" y="5893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1" name="path-7542">
            <a:extLst xmlns:a="http://schemas.openxmlformats.org/drawingml/2006/main">
              <a:ext uri="{FF2B5EF4-FFF2-40B4-BE49-F238E27FC236}">
                <a16:creationId xmlns:a16="http://schemas.microsoft.com/office/drawing/2014/main" id="{84EF2A33-C388-41D2-928B-AAD21E8F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816" y="61038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2" name="path-7543">
            <a:extLst xmlns:a="http://schemas.openxmlformats.org/drawingml/2006/main">
              <a:ext uri="{FF2B5EF4-FFF2-40B4-BE49-F238E27FC236}">
                <a16:creationId xmlns:a16="http://schemas.microsoft.com/office/drawing/2014/main" id="{1B147C04-6986-4A9F-BA67-5FEDF604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6458" y="61377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3" name="path-7544">
            <a:extLst xmlns:a="http://schemas.openxmlformats.org/drawingml/2006/main">
              <a:ext uri="{FF2B5EF4-FFF2-40B4-BE49-F238E27FC236}">
                <a16:creationId xmlns:a16="http://schemas.microsoft.com/office/drawing/2014/main" id="{3E95A107-ABF4-465C-896D-55401303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5187" y="6151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4" name="path-7545">
            <a:extLst xmlns:a="http://schemas.openxmlformats.org/drawingml/2006/main">
              <a:ext uri="{FF2B5EF4-FFF2-40B4-BE49-F238E27FC236}">
                <a16:creationId xmlns:a16="http://schemas.microsoft.com/office/drawing/2014/main" id="{F3DB3E54-A4FE-4E21-B1FD-D991035F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8979" y="6153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5" name="path-7546">
            <a:extLst xmlns:a="http://schemas.openxmlformats.org/drawingml/2006/main">
              <a:ext uri="{FF2B5EF4-FFF2-40B4-BE49-F238E27FC236}">
                <a16:creationId xmlns:a16="http://schemas.microsoft.com/office/drawing/2014/main" id="{B044E33C-8ED7-45CC-B294-E9D7291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152" y="61421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6" name="path-7547">
            <a:extLst xmlns:a="http://schemas.openxmlformats.org/drawingml/2006/main">
              <a:ext uri="{FF2B5EF4-FFF2-40B4-BE49-F238E27FC236}">
                <a16:creationId xmlns:a16="http://schemas.microsoft.com/office/drawing/2014/main" id="{26AE9C65-F482-42D0-A04B-265D55D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069" y="61356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7" name="path-7548">
            <a:extLst xmlns:a="http://schemas.openxmlformats.org/drawingml/2006/main">
              <a:ext uri="{FF2B5EF4-FFF2-40B4-BE49-F238E27FC236}">
                <a16:creationId xmlns:a16="http://schemas.microsoft.com/office/drawing/2014/main" id="{E5E36B5F-1EAE-40E2-9363-AC01A76B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3107" y="61455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8" name="path-7549">
            <a:extLst xmlns:a="http://schemas.openxmlformats.org/drawingml/2006/main">
              <a:ext uri="{FF2B5EF4-FFF2-40B4-BE49-F238E27FC236}">
                <a16:creationId xmlns:a16="http://schemas.microsoft.com/office/drawing/2014/main" id="{D509458E-ADA3-4B56-8401-A1571644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621" y="61593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9" name="path-7550">
            <a:extLst xmlns:a="http://schemas.openxmlformats.org/drawingml/2006/main">
              <a:ext uri="{FF2B5EF4-FFF2-40B4-BE49-F238E27FC236}">
                <a16:creationId xmlns:a16="http://schemas.microsoft.com/office/drawing/2014/main" id="{5243D7FD-86B9-46D0-AFC1-50AABB73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629" y="6152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0" name="path-7551">
            <a:extLst xmlns:a="http://schemas.openxmlformats.org/drawingml/2006/main">
              <a:ext uri="{FF2B5EF4-FFF2-40B4-BE49-F238E27FC236}">
                <a16:creationId xmlns:a16="http://schemas.microsoft.com/office/drawing/2014/main" id="{BC2AE35D-AFEF-4BD6-B0B9-0E4B35D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297" y="61223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1" name="path-7552">
            <a:extLst xmlns:a="http://schemas.openxmlformats.org/drawingml/2006/main">
              <a:ext uri="{FF2B5EF4-FFF2-40B4-BE49-F238E27FC236}">
                <a16:creationId xmlns:a16="http://schemas.microsoft.com/office/drawing/2014/main" id="{A4E8A508-6F84-49C9-9D5C-AA2A9752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253" y="61168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2" name="path-7553">
            <a:extLst xmlns:a="http://schemas.openxmlformats.org/drawingml/2006/main">
              <a:ext uri="{FF2B5EF4-FFF2-40B4-BE49-F238E27FC236}">
                <a16:creationId xmlns:a16="http://schemas.microsoft.com/office/drawing/2014/main" id="{8996CA26-43DE-40D1-A8E0-9E1C126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367" y="61493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3" name="path-7554">
            <a:extLst xmlns:a="http://schemas.openxmlformats.org/drawingml/2006/main">
              <a:ext uri="{FF2B5EF4-FFF2-40B4-BE49-F238E27FC236}">
                <a16:creationId xmlns:a16="http://schemas.microsoft.com/office/drawing/2014/main" id="{2D6E7057-4518-49C4-B16F-A525182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795" y="61394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4" name="path-7555">
            <a:extLst xmlns:a="http://schemas.openxmlformats.org/drawingml/2006/main">
              <a:ext uri="{FF2B5EF4-FFF2-40B4-BE49-F238E27FC236}">
                <a16:creationId xmlns:a16="http://schemas.microsoft.com/office/drawing/2014/main" id="{E4CBB644-A2CC-4372-9DF3-6124E9B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7147" y="61547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5" name="path-7556">
            <a:extLst xmlns:a="http://schemas.openxmlformats.org/drawingml/2006/main">
              <a:ext uri="{FF2B5EF4-FFF2-40B4-BE49-F238E27FC236}">
                <a16:creationId xmlns:a16="http://schemas.microsoft.com/office/drawing/2014/main" id="{412EAD3F-6CEA-4EE1-85C2-3ADCB4A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480" y="6139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6" name="path-7557">
            <a:extLst xmlns:a="http://schemas.openxmlformats.org/drawingml/2006/main">
              <a:ext uri="{FF2B5EF4-FFF2-40B4-BE49-F238E27FC236}">
                <a16:creationId xmlns:a16="http://schemas.microsoft.com/office/drawing/2014/main" id="{ED26760D-D651-4F42-9E6E-930D81C9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770" y="611784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7" name="path-7558">
            <a:extLst xmlns:a="http://schemas.openxmlformats.org/drawingml/2006/main">
              <a:ext uri="{FF2B5EF4-FFF2-40B4-BE49-F238E27FC236}">
                <a16:creationId xmlns:a16="http://schemas.microsoft.com/office/drawing/2014/main" id="{2BD3379C-B67E-4272-B58D-918E8F63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18" y="61511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8" name="path-7559">
            <a:extLst xmlns:a="http://schemas.openxmlformats.org/drawingml/2006/main">
              <a:ext uri="{FF2B5EF4-FFF2-40B4-BE49-F238E27FC236}">
                <a16:creationId xmlns:a16="http://schemas.microsoft.com/office/drawing/2014/main" id="{9FCDD6AC-B2D1-4818-AEFA-38EF708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117" y="614003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9" name="path-7560">
            <a:extLst xmlns:a="http://schemas.openxmlformats.org/drawingml/2006/main">
              <a:ext uri="{FF2B5EF4-FFF2-40B4-BE49-F238E27FC236}">
                <a16:creationId xmlns:a16="http://schemas.microsoft.com/office/drawing/2014/main" id="{3DB25955-470A-4198-AE2B-783CAEF3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451" y="61247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0" name="path-7561">
            <a:extLst xmlns:a="http://schemas.openxmlformats.org/drawingml/2006/main">
              <a:ext uri="{FF2B5EF4-FFF2-40B4-BE49-F238E27FC236}">
                <a16:creationId xmlns:a16="http://schemas.microsoft.com/office/drawing/2014/main" id="{9E30F079-745A-48CE-A4BC-A9F1419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6753" y="6131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1" name="path-7562">
            <a:extLst xmlns:a="http://schemas.openxmlformats.org/drawingml/2006/main">
              <a:ext uri="{FF2B5EF4-FFF2-40B4-BE49-F238E27FC236}">
                <a16:creationId xmlns:a16="http://schemas.microsoft.com/office/drawing/2014/main" id="{1A5F5BA9-30B5-4659-B500-13F7DAE1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571" y="61494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2" name="path-7563">
            <a:extLst xmlns:a="http://schemas.openxmlformats.org/drawingml/2006/main">
              <a:ext uri="{FF2B5EF4-FFF2-40B4-BE49-F238E27FC236}">
                <a16:creationId xmlns:a16="http://schemas.microsoft.com/office/drawing/2014/main" id="{4C5370AC-58D8-42AD-8163-974C78D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306" y="61203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3" name="path-7564">
            <a:extLst xmlns:a="http://schemas.openxmlformats.org/drawingml/2006/main">
              <a:ext uri="{FF2B5EF4-FFF2-40B4-BE49-F238E27FC236}">
                <a16:creationId xmlns:a16="http://schemas.microsoft.com/office/drawing/2014/main" id="{62664EF7-1543-4F17-A86E-D1A73BB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528" y="6137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4" name="path-7565">
            <a:extLst xmlns:a="http://schemas.openxmlformats.org/drawingml/2006/main">
              <a:ext uri="{FF2B5EF4-FFF2-40B4-BE49-F238E27FC236}">
                <a16:creationId xmlns:a16="http://schemas.microsoft.com/office/drawing/2014/main" id="{6286C213-924B-4DE1-B8E9-C4D5A9C8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191" y="61179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5" name="path-7566">
            <a:extLst xmlns:a="http://schemas.openxmlformats.org/drawingml/2006/main">
              <a:ext uri="{FF2B5EF4-FFF2-40B4-BE49-F238E27FC236}">
                <a16:creationId xmlns:a16="http://schemas.microsoft.com/office/drawing/2014/main" id="{7469CF45-3DA2-4591-BE30-D34618C8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144" y="61356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6" name="path-7567">
            <a:extLst xmlns:a="http://schemas.openxmlformats.org/drawingml/2006/main">
              <a:ext uri="{FF2B5EF4-FFF2-40B4-BE49-F238E27FC236}">
                <a16:creationId xmlns:a16="http://schemas.microsoft.com/office/drawing/2014/main" id="{3ED981C8-305F-469B-BB0B-8A260800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5675" y="61775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7" name="path-7568">
            <a:extLst xmlns:a="http://schemas.openxmlformats.org/drawingml/2006/main">
              <a:ext uri="{FF2B5EF4-FFF2-40B4-BE49-F238E27FC236}">
                <a16:creationId xmlns:a16="http://schemas.microsoft.com/office/drawing/2014/main" id="{23318F02-E5B6-4DC0-BF99-F3A4DC8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395" y="61332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8" name="path-7569">
            <a:extLst xmlns:a="http://schemas.openxmlformats.org/drawingml/2006/main">
              <a:ext uri="{FF2B5EF4-FFF2-40B4-BE49-F238E27FC236}">
                <a16:creationId xmlns:a16="http://schemas.microsoft.com/office/drawing/2014/main" id="{53CDF987-F78B-4DF6-9107-56E7AF1C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420" y="6169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9" name="path-7570">
            <a:extLst xmlns:a="http://schemas.openxmlformats.org/drawingml/2006/main">
              <a:ext uri="{FF2B5EF4-FFF2-40B4-BE49-F238E27FC236}">
                <a16:creationId xmlns:a16="http://schemas.microsoft.com/office/drawing/2014/main" id="{B47B84DB-FB8A-489D-B683-783A04EE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1102" y="61721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0" name="path-7571">
            <a:extLst xmlns:a="http://schemas.openxmlformats.org/drawingml/2006/main">
              <a:ext uri="{FF2B5EF4-FFF2-40B4-BE49-F238E27FC236}">
                <a16:creationId xmlns:a16="http://schemas.microsoft.com/office/drawing/2014/main" id="{3FA2B905-4520-4643-844F-427F873F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7138" y="61374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1" name="path-7572">
            <a:extLst xmlns:a="http://schemas.openxmlformats.org/drawingml/2006/main">
              <a:ext uri="{FF2B5EF4-FFF2-40B4-BE49-F238E27FC236}">
                <a16:creationId xmlns:a16="http://schemas.microsoft.com/office/drawing/2014/main" id="{1F150E00-C964-415E-B869-8744CB8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3742" y="6157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2" name="path-7573">
            <a:extLst xmlns:a="http://schemas.openxmlformats.org/drawingml/2006/main">
              <a:ext uri="{FF2B5EF4-FFF2-40B4-BE49-F238E27FC236}">
                <a16:creationId xmlns:a16="http://schemas.microsoft.com/office/drawing/2014/main" id="{F9C91310-C28D-403A-9F90-1FBA5D2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1220" y="6125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3" name="path-7574">
            <a:extLst xmlns:a="http://schemas.openxmlformats.org/drawingml/2006/main">
              <a:ext uri="{FF2B5EF4-FFF2-40B4-BE49-F238E27FC236}">
                <a16:creationId xmlns:a16="http://schemas.microsoft.com/office/drawing/2014/main" id="{EEACC358-1ECE-4F14-94E6-17646510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376" y="61120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4" name="path-7575">
            <a:extLst xmlns:a="http://schemas.openxmlformats.org/drawingml/2006/main">
              <a:ext uri="{FF2B5EF4-FFF2-40B4-BE49-F238E27FC236}">
                <a16:creationId xmlns:a16="http://schemas.microsoft.com/office/drawing/2014/main" id="{BE3B0ED0-A78D-4F98-82C6-F05C3C5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35" y="61618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5" name="path-7576">
            <a:extLst xmlns:a="http://schemas.openxmlformats.org/drawingml/2006/main">
              <a:ext uri="{FF2B5EF4-FFF2-40B4-BE49-F238E27FC236}">
                <a16:creationId xmlns:a16="http://schemas.microsoft.com/office/drawing/2014/main" id="{B108172D-BC66-4DCA-BC99-7B71679C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902" y="61634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6" name="path-7577">
            <a:extLst xmlns:a="http://schemas.openxmlformats.org/drawingml/2006/main">
              <a:ext uri="{FF2B5EF4-FFF2-40B4-BE49-F238E27FC236}">
                <a16:creationId xmlns:a16="http://schemas.microsoft.com/office/drawing/2014/main" id="{AD17E19A-A186-4529-B477-04AA1878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0269" y="61518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7" name="path-7578">
            <a:extLst xmlns:a="http://schemas.openxmlformats.org/drawingml/2006/main">
              <a:ext uri="{FF2B5EF4-FFF2-40B4-BE49-F238E27FC236}">
                <a16:creationId xmlns:a16="http://schemas.microsoft.com/office/drawing/2014/main" id="{07BA90DB-D2DA-4D9B-84F2-5F12BF7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603" y="6130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8" name="path-7579">
            <a:extLst xmlns:a="http://schemas.openxmlformats.org/drawingml/2006/main">
              <a:ext uri="{FF2B5EF4-FFF2-40B4-BE49-F238E27FC236}">
                <a16:creationId xmlns:a16="http://schemas.microsoft.com/office/drawing/2014/main" id="{6E3D5F01-9808-417C-BB9E-637BEAAF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97" y="61306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9" name="path-7580">
            <a:extLst xmlns:a="http://schemas.openxmlformats.org/drawingml/2006/main">
              <a:ext uri="{FF2B5EF4-FFF2-40B4-BE49-F238E27FC236}">
                <a16:creationId xmlns:a16="http://schemas.microsoft.com/office/drawing/2014/main" id="{FA6637E8-2359-421D-91F4-EA35F995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317" y="615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0" name="path-7581">
            <a:extLst xmlns:a="http://schemas.openxmlformats.org/drawingml/2006/main">
              <a:ext uri="{FF2B5EF4-FFF2-40B4-BE49-F238E27FC236}">
                <a16:creationId xmlns:a16="http://schemas.microsoft.com/office/drawing/2014/main" id="{5C21B215-1356-4F71-8DAB-E13E767D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855" y="613588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1" name="path-7582">
            <a:extLst xmlns:a="http://schemas.openxmlformats.org/drawingml/2006/main">
              <a:ext uri="{FF2B5EF4-FFF2-40B4-BE49-F238E27FC236}">
                <a16:creationId xmlns:a16="http://schemas.microsoft.com/office/drawing/2014/main" id="{28696FAC-CBE3-4893-B373-A108B31F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5390" y="61477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2" name="path-7583">
            <a:extLst xmlns:a="http://schemas.openxmlformats.org/drawingml/2006/main">
              <a:ext uri="{FF2B5EF4-FFF2-40B4-BE49-F238E27FC236}">
                <a16:creationId xmlns:a16="http://schemas.microsoft.com/office/drawing/2014/main" id="{52F8062E-E33B-4A4A-AC37-FADBFAE5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406" y="6157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3" name="path-7584">
            <a:extLst xmlns:a="http://schemas.openxmlformats.org/drawingml/2006/main">
              <a:ext uri="{FF2B5EF4-FFF2-40B4-BE49-F238E27FC236}">
                <a16:creationId xmlns:a16="http://schemas.microsoft.com/office/drawing/2014/main" id="{1D61A2D1-238C-4B7E-8180-7744CAEC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714" y="61205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4" name="path-7585">
            <a:extLst xmlns:a="http://schemas.openxmlformats.org/drawingml/2006/main">
              <a:ext uri="{FF2B5EF4-FFF2-40B4-BE49-F238E27FC236}">
                <a16:creationId xmlns:a16="http://schemas.microsoft.com/office/drawing/2014/main" id="{9ECF2987-4F52-4641-B5F1-33168A6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102" y="61566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5" name="path-7586">
            <a:extLst xmlns:a="http://schemas.openxmlformats.org/drawingml/2006/main">
              <a:ext uri="{FF2B5EF4-FFF2-40B4-BE49-F238E27FC236}">
                <a16:creationId xmlns:a16="http://schemas.microsoft.com/office/drawing/2014/main" id="{7E5D49A0-1D76-4D9E-A3A9-364F45E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3710" y="6119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6" name="path-7587">
            <a:extLst xmlns:a="http://schemas.openxmlformats.org/drawingml/2006/main">
              <a:ext uri="{FF2B5EF4-FFF2-40B4-BE49-F238E27FC236}">
                <a16:creationId xmlns:a16="http://schemas.microsoft.com/office/drawing/2014/main" id="{F37417BD-B1AB-403C-9866-CB55E1B1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7289" y="61475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7" name="path-7588">
            <a:extLst xmlns:a="http://schemas.openxmlformats.org/drawingml/2006/main">
              <a:ext uri="{FF2B5EF4-FFF2-40B4-BE49-F238E27FC236}">
                <a16:creationId xmlns:a16="http://schemas.microsoft.com/office/drawing/2014/main" id="{DC7AA9D1-E100-42AB-8BA9-A2E720D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895" y="6143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8" name="path-7589">
            <a:extLst xmlns:a="http://schemas.openxmlformats.org/drawingml/2006/main">
              <a:ext uri="{FF2B5EF4-FFF2-40B4-BE49-F238E27FC236}">
                <a16:creationId xmlns:a16="http://schemas.microsoft.com/office/drawing/2014/main" id="{07A8C769-C1FB-4178-86C4-FB97E72B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6633" y="61236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9" name="path-7590">
            <a:extLst xmlns:a="http://schemas.openxmlformats.org/drawingml/2006/main">
              <a:ext uri="{FF2B5EF4-FFF2-40B4-BE49-F238E27FC236}">
                <a16:creationId xmlns:a16="http://schemas.microsoft.com/office/drawing/2014/main" id="{2B462293-0D0B-45FB-B0C6-4327D2A0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903" y="6155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0" name="path-7591">
            <a:extLst xmlns:a="http://schemas.openxmlformats.org/drawingml/2006/main">
              <a:ext uri="{FF2B5EF4-FFF2-40B4-BE49-F238E27FC236}">
                <a16:creationId xmlns:a16="http://schemas.microsoft.com/office/drawing/2014/main" id="{3208D446-5ADB-4BF1-8280-D2BF21FF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227" y="6150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1" name="path-7592">
            <a:extLst xmlns:a="http://schemas.openxmlformats.org/drawingml/2006/main">
              <a:ext uri="{FF2B5EF4-FFF2-40B4-BE49-F238E27FC236}">
                <a16:creationId xmlns:a16="http://schemas.microsoft.com/office/drawing/2014/main" id="{6B79E0D1-E5BB-4A85-8B0F-042DABB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3269" y="61106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2" name="path-7593">
            <a:extLst xmlns:a="http://schemas.openxmlformats.org/drawingml/2006/main">
              <a:ext uri="{FF2B5EF4-FFF2-40B4-BE49-F238E27FC236}">
                <a16:creationId xmlns:a16="http://schemas.microsoft.com/office/drawing/2014/main" id="{6E1166FF-AE68-498C-A384-AF67BB1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962" y="61482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3" name="path-7594">
            <a:extLst xmlns:a="http://schemas.openxmlformats.org/drawingml/2006/main">
              <a:ext uri="{FF2B5EF4-FFF2-40B4-BE49-F238E27FC236}">
                <a16:creationId xmlns:a16="http://schemas.microsoft.com/office/drawing/2014/main" id="{62AD3A71-532A-4D79-BD02-DF27446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294" y="61192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4" name="path-7595">
            <a:extLst xmlns:a="http://schemas.openxmlformats.org/drawingml/2006/main">
              <a:ext uri="{FF2B5EF4-FFF2-40B4-BE49-F238E27FC236}">
                <a16:creationId xmlns:a16="http://schemas.microsoft.com/office/drawing/2014/main" id="{80AD93BE-F5D0-4864-8D56-6C0DCABA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90" y="61380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5" name="path-7596">
            <a:extLst xmlns:a="http://schemas.openxmlformats.org/drawingml/2006/main">
              <a:ext uri="{FF2B5EF4-FFF2-40B4-BE49-F238E27FC236}">
                <a16:creationId xmlns:a16="http://schemas.microsoft.com/office/drawing/2014/main" id="{010F4CED-5B7C-4E8F-B914-3F63AE27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261" y="61795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6" name="path-7597">
            <a:extLst xmlns:a="http://schemas.openxmlformats.org/drawingml/2006/main">
              <a:ext uri="{FF2B5EF4-FFF2-40B4-BE49-F238E27FC236}">
                <a16:creationId xmlns:a16="http://schemas.microsoft.com/office/drawing/2014/main" id="{B70D7705-0EB5-4826-9A7F-91925385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1571" y="6116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7" name="path-7598">
            <a:extLst xmlns:a="http://schemas.openxmlformats.org/drawingml/2006/main">
              <a:ext uri="{FF2B5EF4-FFF2-40B4-BE49-F238E27FC236}">
                <a16:creationId xmlns:a16="http://schemas.microsoft.com/office/drawing/2014/main" id="{731E6425-CB60-4DBD-8A78-D09BC1C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472" y="6155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8" name="path-7599">
            <a:extLst xmlns:a="http://schemas.openxmlformats.org/drawingml/2006/main">
              <a:ext uri="{FF2B5EF4-FFF2-40B4-BE49-F238E27FC236}">
                <a16:creationId xmlns:a16="http://schemas.microsoft.com/office/drawing/2014/main" id="{882E8C94-2F46-40B0-9FBE-DF1A7F5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9541" y="61334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9" name="path-7600">
            <a:extLst xmlns:a="http://schemas.openxmlformats.org/drawingml/2006/main">
              <a:ext uri="{FF2B5EF4-FFF2-40B4-BE49-F238E27FC236}">
                <a16:creationId xmlns:a16="http://schemas.microsoft.com/office/drawing/2014/main" id="{B68D8A1B-9127-4F63-B93A-840570B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453" y="61338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0" name="path-7601">
            <a:extLst xmlns:a="http://schemas.openxmlformats.org/drawingml/2006/main">
              <a:ext uri="{FF2B5EF4-FFF2-40B4-BE49-F238E27FC236}">
                <a16:creationId xmlns:a16="http://schemas.microsoft.com/office/drawing/2014/main" id="{E438051C-C7E6-4950-9E02-E398EC9E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976" y="61361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1" name="path-7602">
            <a:extLst xmlns:a="http://schemas.openxmlformats.org/drawingml/2006/main">
              <a:ext uri="{FF2B5EF4-FFF2-40B4-BE49-F238E27FC236}">
                <a16:creationId xmlns:a16="http://schemas.microsoft.com/office/drawing/2014/main" id="{E0186128-EFC6-48C9-B057-B0C553A3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4421" y="61262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2" name="path-7603">
            <a:extLst xmlns:a="http://schemas.openxmlformats.org/drawingml/2006/main">
              <a:ext uri="{FF2B5EF4-FFF2-40B4-BE49-F238E27FC236}">
                <a16:creationId xmlns:a16="http://schemas.microsoft.com/office/drawing/2014/main" id="{619BE706-C5B9-4ABB-8C28-17D53E41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157" y="6129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3" name="path-7604">
            <a:extLst xmlns:a="http://schemas.openxmlformats.org/drawingml/2006/main">
              <a:ext uri="{FF2B5EF4-FFF2-40B4-BE49-F238E27FC236}">
                <a16:creationId xmlns:a16="http://schemas.microsoft.com/office/drawing/2014/main" id="{3900C671-FF04-4C22-A672-4CE2E790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581" y="6141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4" name="path-7605">
            <a:extLst xmlns:a="http://schemas.openxmlformats.org/drawingml/2006/main">
              <a:ext uri="{FF2B5EF4-FFF2-40B4-BE49-F238E27FC236}">
                <a16:creationId xmlns:a16="http://schemas.microsoft.com/office/drawing/2014/main" id="{4DD35286-D9DC-4D5F-B385-B2D5B40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204" y="61633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5" name="path-7606">
            <a:extLst xmlns:a="http://schemas.openxmlformats.org/drawingml/2006/main">
              <a:ext uri="{FF2B5EF4-FFF2-40B4-BE49-F238E27FC236}">
                <a16:creationId xmlns:a16="http://schemas.microsoft.com/office/drawing/2014/main" id="{4B2528E0-A665-4A9E-948B-871C418F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571" y="61213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6" name="path-7607">
            <a:extLst xmlns:a="http://schemas.openxmlformats.org/drawingml/2006/main">
              <a:ext uri="{FF2B5EF4-FFF2-40B4-BE49-F238E27FC236}">
                <a16:creationId xmlns:a16="http://schemas.microsoft.com/office/drawing/2014/main" id="{1C996F4F-0804-4529-BC02-4F89AE7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1030" y="61303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7" name="path-7608">
            <a:extLst xmlns:a="http://schemas.openxmlformats.org/drawingml/2006/main">
              <a:ext uri="{FF2B5EF4-FFF2-40B4-BE49-F238E27FC236}">
                <a16:creationId xmlns:a16="http://schemas.microsoft.com/office/drawing/2014/main" id="{CCE66A95-FCB3-4014-A202-C8060D6A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415" y="6149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8" name="path-7609">
            <a:extLst xmlns:a="http://schemas.openxmlformats.org/drawingml/2006/main">
              <a:ext uri="{FF2B5EF4-FFF2-40B4-BE49-F238E27FC236}">
                <a16:creationId xmlns:a16="http://schemas.microsoft.com/office/drawing/2014/main" id="{8377711C-B76D-43D2-B2DC-78D77BD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1652" y="6170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9" name="path-7610">
            <a:extLst xmlns:a="http://schemas.openxmlformats.org/drawingml/2006/main">
              <a:ext uri="{FF2B5EF4-FFF2-40B4-BE49-F238E27FC236}">
                <a16:creationId xmlns:a16="http://schemas.microsoft.com/office/drawing/2014/main" id="{5A883F42-38B0-4F01-AF69-BD270DA6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7003" y="61587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0" name="path-7611">
            <a:extLst xmlns:a="http://schemas.openxmlformats.org/drawingml/2006/main">
              <a:ext uri="{FF2B5EF4-FFF2-40B4-BE49-F238E27FC236}">
                <a16:creationId xmlns:a16="http://schemas.microsoft.com/office/drawing/2014/main" id="{3FD54051-3730-4F0D-9CF3-BF9E03D4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2120" y="61241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1" name="path-7612">
            <a:extLst xmlns:a="http://schemas.openxmlformats.org/drawingml/2006/main">
              <a:ext uri="{FF2B5EF4-FFF2-40B4-BE49-F238E27FC236}">
                <a16:creationId xmlns:a16="http://schemas.microsoft.com/office/drawing/2014/main" id="{BA1AFF02-3A2C-4ED9-A380-8CB80EED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102" y="6165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2" name="path-7613">
            <a:extLst xmlns:a="http://schemas.openxmlformats.org/drawingml/2006/main">
              <a:ext uri="{FF2B5EF4-FFF2-40B4-BE49-F238E27FC236}">
                <a16:creationId xmlns:a16="http://schemas.microsoft.com/office/drawing/2014/main" id="{937779AE-3CCD-4D47-BEC6-621DB77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827" y="61452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3" name="path-7614">
            <a:extLst xmlns:a="http://schemas.openxmlformats.org/drawingml/2006/main">
              <a:ext uri="{FF2B5EF4-FFF2-40B4-BE49-F238E27FC236}">
                <a16:creationId xmlns:a16="http://schemas.microsoft.com/office/drawing/2014/main" id="{AA0BE4FE-13CD-4D81-B502-ABC01E3A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189" y="6133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4" name="path-7615">
            <a:extLst xmlns:a="http://schemas.openxmlformats.org/drawingml/2006/main">
              <a:ext uri="{FF2B5EF4-FFF2-40B4-BE49-F238E27FC236}">
                <a16:creationId xmlns:a16="http://schemas.microsoft.com/office/drawing/2014/main" id="{76CB9137-8251-4667-83FF-176D5829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353" y="6146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5" name="path-7616">
            <a:extLst xmlns:a="http://schemas.openxmlformats.org/drawingml/2006/main">
              <a:ext uri="{FF2B5EF4-FFF2-40B4-BE49-F238E27FC236}">
                <a16:creationId xmlns:a16="http://schemas.microsoft.com/office/drawing/2014/main" id="{57A852B3-2E4F-4915-AF91-364AE622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2386" y="61312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6" name="path-7617">
            <a:extLst xmlns:a="http://schemas.openxmlformats.org/drawingml/2006/main">
              <a:ext uri="{FF2B5EF4-FFF2-40B4-BE49-F238E27FC236}">
                <a16:creationId xmlns:a16="http://schemas.microsoft.com/office/drawing/2014/main" id="{384C53B0-0B7E-424E-BC2D-A3F67E98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1737" y="61406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7" name="path-7618">
            <a:extLst xmlns:a="http://schemas.openxmlformats.org/drawingml/2006/main">
              <a:ext uri="{FF2B5EF4-FFF2-40B4-BE49-F238E27FC236}">
                <a16:creationId xmlns:a16="http://schemas.microsoft.com/office/drawing/2014/main" id="{46428E5B-AC52-4556-974E-163BD3F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5425" y="615148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8" name="path-7619">
            <a:extLst xmlns:a="http://schemas.openxmlformats.org/drawingml/2006/main">
              <a:ext uri="{FF2B5EF4-FFF2-40B4-BE49-F238E27FC236}">
                <a16:creationId xmlns:a16="http://schemas.microsoft.com/office/drawing/2014/main" id="{727E99AD-86CE-4063-8A3A-822B3776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843" y="61442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9" name="path-7620">
            <a:extLst xmlns:a="http://schemas.openxmlformats.org/drawingml/2006/main">
              <a:ext uri="{FF2B5EF4-FFF2-40B4-BE49-F238E27FC236}">
                <a16:creationId xmlns:a16="http://schemas.microsoft.com/office/drawing/2014/main" id="{097D67A8-E087-457C-B639-FE45DB6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052" y="6135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0" name="path-7621">
            <a:extLst xmlns:a="http://schemas.openxmlformats.org/drawingml/2006/main">
              <a:ext uri="{FF2B5EF4-FFF2-40B4-BE49-F238E27FC236}">
                <a16:creationId xmlns:a16="http://schemas.microsoft.com/office/drawing/2014/main" id="{039E8FB6-1C3D-4A08-B620-0E72692D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1499" y="6161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1" name="path-7622">
            <a:extLst xmlns:a="http://schemas.openxmlformats.org/drawingml/2006/main">
              <a:ext uri="{FF2B5EF4-FFF2-40B4-BE49-F238E27FC236}">
                <a16:creationId xmlns:a16="http://schemas.microsoft.com/office/drawing/2014/main" id="{B4DD0F76-EDE0-4052-8C85-BEA95CA4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876" y="61455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2" name="path-7623">
            <a:extLst xmlns:a="http://schemas.openxmlformats.org/drawingml/2006/main">
              <a:ext uri="{FF2B5EF4-FFF2-40B4-BE49-F238E27FC236}">
                <a16:creationId xmlns:a16="http://schemas.microsoft.com/office/drawing/2014/main" id="{A9EC52CF-9887-4890-ABDC-2B01357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532" y="61134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3" name="path-7624">
            <a:extLst xmlns:a="http://schemas.openxmlformats.org/drawingml/2006/main">
              <a:ext uri="{FF2B5EF4-FFF2-40B4-BE49-F238E27FC236}">
                <a16:creationId xmlns:a16="http://schemas.microsoft.com/office/drawing/2014/main" id="{961E1890-DC51-4A3D-A3C0-AE315363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179" y="6143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4" name="path-7625">
            <a:extLst xmlns:a="http://schemas.openxmlformats.org/drawingml/2006/main">
              <a:ext uri="{FF2B5EF4-FFF2-40B4-BE49-F238E27FC236}">
                <a16:creationId xmlns:a16="http://schemas.microsoft.com/office/drawing/2014/main" id="{40359CDE-8044-4C8B-9BEB-1EDDE0A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8732" y="6136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5" name="path-7626">
            <a:extLst xmlns:a="http://schemas.openxmlformats.org/drawingml/2006/main">
              <a:ext uri="{FF2B5EF4-FFF2-40B4-BE49-F238E27FC236}">
                <a16:creationId xmlns:a16="http://schemas.microsoft.com/office/drawing/2014/main" id="{DC90F491-4D77-46DF-BCC2-C30AD6B1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677" y="61052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6" name="path-7627">
            <a:extLst xmlns:a="http://schemas.openxmlformats.org/drawingml/2006/main">
              <a:ext uri="{FF2B5EF4-FFF2-40B4-BE49-F238E27FC236}">
                <a16:creationId xmlns:a16="http://schemas.microsoft.com/office/drawing/2014/main" id="{7F3B6501-13FA-4686-9D29-7734B77A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518" y="61650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7" name="path-7628">
            <a:extLst xmlns:a="http://schemas.openxmlformats.org/drawingml/2006/main">
              <a:ext uri="{FF2B5EF4-FFF2-40B4-BE49-F238E27FC236}">
                <a16:creationId xmlns:a16="http://schemas.microsoft.com/office/drawing/2014/main" id="{FC326BD6-6E5B-40F3-BBDA-A192E26F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8524" y="6138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8" name="path-7629">
            <a:extLst xmlns:a="http://schemas.openxmlformats.org/drawingml/2006/main">
              <a:ext uri="{FF2B5EF4-FFF2-40B4-BE49-F238E27FC236}">
                <a16:creationId xmlns:a16="http://schemas.microsoft.com/office/drawing/2014/main" id="{E3DDBF5F-A2B7-479E-A058-03F334E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933" y="6142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9" name="path-7630">
            <a:extLst xmlns:a="http://schemas.openxmlformats.org/drawingml/2006/main">
              <a:ext uri="{FF2B5EF4-FFF2-40B4-BE49-F238E27FC236}">
                <a16:creationId xmlns:a16="http://schemas.microsoft.com/office/drawing/2014/main" id="{29830255-EAA5-4174-83C7-C23E00BE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015" y="614139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0" name="path-7631">
            <a:extLst xmlns:a="http://schemas.openxmlformats.org/drawingml/2006/main">
              <a:ext uri="{FF2B5EF4-FFF2-40B4-BE49-F238E27FC236}">
                <a16:creationId xmlns:a16="http://schemas.microsoft.com/office/drawing/2014/main" id="{A87AE6A7-28B6-47D5-97E7-35F2748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40" y="61444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1" name="path-7632">
            <a:extLst xmlns:a="http://schemas.openxmlformats.org/drawingml/2006/main">
              <a:ext uri="{FF2B5EF4-FFF2-40B4-BE49-F238E27FC236}">
                <a16:creationId xmlns:a16="http://schemas.microsoft.com/office/drawing/2014/main" id="{BA640BBE-F972-4C4D-89D0-FBA1EA8A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983" y="61604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2" name="path-7633">
            <a:extLst xmlns:a="http://schemas.openxmlformats.org/drawingml/2006/main">
              <a:ext uri="{FF2B5EF4-FFF2-40B4-BE49-F238E27FC236}">
                <a16:creationId xmlns:a16="http://schemas.microsoft.com/office/drawing/2014/main" id="{3438FC85-20DA-493C-97E6-0A69035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1027" y="61532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3" name="path-7634">
            <a:extLst xmlns:a="http://schemas.openxmlformats.org/drawingml/2006/main">
              <a:ext uri="{FF2B5EF4-FFF2-40B4-BE49-F238E27FC236}">
                <a16:creationId xmlns:a16="http://schemas.microsoft.com/office/drawing/2014/main" id="{1BF94D14-E460-4335-9F86-DD8AB54F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7496" y="61204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4" name="path-7635">
            <a:extLst xmlns:a="http://schemas.openxmlformats.org/drawingml/2006/main">
              <a:ext uri="{FF2B5EF4-FFF2-40B4-BE49-F238E27FC236}">
                <a16:creationId xmlns:a16="http://schemas.microsoft.com/office/drawing/2014/main" id="{4FB60C55-D4AC-4223-AB30-AD2E2D13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2968" y="614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5" name="path-7636">
            <a:extLst xmlns:a="http://schemas.openxmlformats.org/drawingml/2006/main">
              <a:ext uri="{FF2B5EF4-FFF2-40B4-BE49-F238E27FC236}">
                <a16:creationId xmlns:a16="http://schemas.microsoft.com/office/drawing/2014/main" id="{25984DE9-CBC7-4AFA-B78B-A7857A40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644" y="6152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6" name="path-7637">
            <a:extLst xmlns:a="http://schemas.openxmlformats.org/drawingml/2006/main">
              <a:ext uri="{FF2B5EF4-FFF2-40B4-BE49-F238E27FC236}">
                <a16:creationId xmlns:a16="http://schemas.microsoft.com/office/drawing/2014/main" id="{07522CBB-3D77-44A2-80C9-F3487BFC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231" y="6166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7" name="path-7638">
            <a:extLst xmlns:a="http://schemas.openxmlformats.org/drawingml/2006/main">
              <a:ext uri="{FF2B5EF4-FFF2-40B4-BE49-F238E27FC236}">
                <a16:creationId xmlns:a16="http://schemas.microsoft.com/office/drawing/2014/main" id="{BB79EC01-6E9E-4075-9AE3-A7BBE3F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893" y="61520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8" name="path-7639">
            <a:extLst xmlns:a="http://schemas.openxmlformats.org/drawingml/2006/main">
              <a:ext uri="{FF2B5EF4-FFF2-40B4-BE49-F238E27FC236}">
                <a16:creationId xmlns:a16="http://schemas.microsoft.com/office/drawing/2014/main" id="{E64114A5-A0BC-4A22-8DC5-023A61F3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468" y="6118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9" name="path-7640">
            <a:extLst xmlns:a="http://schemas.openxmlformats.org/drawingml/2006/main">
              <a:ext uri="{FF2B5EF4-FFF2-40B4-BE49-F238E27FC236}">
                <a16:creationId xmlns:a16="http://schemas.microsoft.com/office/drawing/2014/main" id="{9F60B7B4-0069-4D23-BB09-BB24C2BC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377" y="61558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0" name="path-7641">
            <a:extLst xmlns:a="http://schemas.openxmlformats.org/drawingml/2006/main">
              <a:ext uri="{FF2B5EF4-FFF2-40B4-BE49-F238E27FC236}">
                <a16:creationId xmlns:a16="http://schemas.microsoft.com/office/drawing/2014/main" id="{8FF95778-FAB7-47EE-B3D2-7B44D52F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1480" y="61191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1" name="path-7642">
            <a:extLst xmlns:a="http://schemas.openxmlformats.org/drawingml/2006/main">
              <a:ext uri="{FF2B5EF4-FFF2-40B4-BE49-F238E27FC236}">
                <a16:creationId xmlns:a16="http://schemas.microsoft.com/office/drawing/2014/main" id="{789E2250-0817-4E89-AF13-79D1DF0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1400" y="6146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2" name="path-7643">
            <a:extLst xmlns:a="http://schemas.openxmlformats.org/drawingml/2006/main">
              <a:ext uri="{FF2B5EF4-FFF2-40B4-BE49-F238E27FC236}">
                <a16:creationId xmlns:a16="http://schemas.microsoft.com/office/drawing/2014/main" id="{6D6F2A0B-3E78-4347-A7DD-9A62B8B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605" y="6139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3" name="path-7644">
            <a:extLst xmlns:a="http://schemas.openxmlformats.org/drawingml/2006/main">
              <a:ext uri="{FF2B5EF4-FFF2-40B4-BE49-F238E27FC236}">
                <a16:creationId xmlns:a16="http://schemas.microsoft.com/office/drawing/2014/main" id="{8B6BEBEC-1764-4759-8517-B177886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4812" y="61513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4" name="path-7645">
            <a:extLst xmlns:a="http://schemas.openxmlformats.org/drawingml/2006/main">
              <a:ext uri="{FF2B5EF4-FFF2-40B4-BE49-F238E27FC236}">
                <a16:creationId xmlns:a16="http://schemas.microsoft.com/office/drawing/2014/main" id="{54FE6325-08F0-4947-B66A-BA937A88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852" y="61197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5" name="path-7646">
            <a:extLst xmlns:a="http://schemas.openxmlformats.org/drawingml/2006/main">
              <a:ext uri="{FF2B5EF4-FFF2-40B4-BE49-F238E27FC236}">
                <a16:creationId xmlns:a16="http://schemas.microsoft.com/office/drawing/2014/main" id="{F10ABD64-DAD4-42F8-9014-3C57AD34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742" y="6146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6" name="path-7647">
            <a:extLst xmlns:a="http://schemas.openxmlformats.org/drawingml/2006/main">
              <a:ext uri="{FF2B5EF4-FFF2-40B4-BE49-F238E27FC236}">
                <a16:creationId xmlns:a16="http://schemas.microsoft.com/office/drawing/2014/main" id="{40422CE8-DA1B-40BC-BE1B-D31CCD9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00" y="61488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7" name="path-7648">
            <a:extLst xmlns:a="http://schemas.openxmlformats.org/drawingml/2006/main">
              <a:ext uri="{FF2B5EF4-FFF2-40B4-BE49-F238E27FC236}">
                <a16:creationId xmlns:a16="http://schemas.microsoft.com/office/drawing/2014/main" id="{CF940A42-C825-46F1-A932-F4ED7E7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363" y="61387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8" name="path-7649">
            <a:extLst xmlns:a="http://schemas.openxmlformats.org/drawingml/2006/main">
              <a:ext uri="{FF2B5EF4-FFF2-40B4-BE49-F238E27FC236}">
                <a16:creationId xmlns:a16="http://schemas.microsoft.com/office/drawing/2014/main" id="{0AED1A16-7719-4ECF-82D0-264F3112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920" y="61695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9" name="path-7650">
            <a:extLst xmlns:a="http://schemas.openxmlformats.org/drawingml/2006/main">
              <a:ext uri="{FF2B5EF4-FFF2-40B4-BE49-F238E27FC236}">
                <a16:creationId xmlns:a16="http://schemas.microsoft.com/office/drawing/2014/main" id="{106D262E-F77A-41AA-9CC9-9924B52B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226" y="61307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0" name="path-7651">
            <a:extLst xmlns:a="http://schemas.openxmlformats.org/drawingml/2006/main">
              <a:ext uri="{FF2B5EF4-FFF2-40B4-BE49-F238E27FC236}">
                <a16:creationId xmlns:a16="http://schemas.microsoft.com/office/drawing/2014/main" id="{A2125930-C94C-40F7-94C7-638D16A7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7664" y="6131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1" name="path-7652">
            <a:extLst xmlns:a="http://schemas.openxmlformats.org/drawingml/2006/main">
              <a:ext uri="{FF2B5EF4-FFF2-40B4-BE49-F238E27FC236}">
                <a16:creationId xmlns:a16="http://schemas.microsoft.com/office/drawing/2014/main" id="{47A3CB1F-791C-42EC-A4E2-86341F19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779" y="61672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2" name="path-7653">
            <a:extLst xmlns:a="http://schemas.openxmlformats.org/drawingml/2006/main">
              <a:ext uri="{FF2B5EF4-FFF2-40B4-BE49-F238E27FC236}">
                <a16:creationId xmlns:a16="http://schemas.microsoft.com/office/drawing/2014/main" id="{176DCDF0-D217-46CF-AB8E-89D2A823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8" y="6171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3" name="path-7654">
            <a:extLst xmlns:a="http://schemas.openxmlformats.org/drawingml/2006/main">
              <a:ext uri="{FF2B5EF4-FFF2-40B4-BE49-F238E27FC236}">
                <a16:creationId xmlns:a16="http://schemas.microsoft.com/office/drawing/2014/main" id="{326CFEA3-5477-429A-8C33-FE751CA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414" y="61352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4" name="path-7655">
            <a:extLst xmlns:a="http://schemas.openxmlformats.org/drawingml/2006/main">
              <a:ext uri="{FF2B5EF4-FFF2-40B4-BE49-F238E27FC236}">
                <a16:creationId xmlns:a16="http://schemas.microsoft.com/office/drawing/2014/main" id="{0BD8F495-CB1B-4C2F-B72F-3D68D148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797" y="61569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5" name="path-7656">
            <a:extLst xmlns:a="http://schemas.openxmlformats.org/drawingml/2006/main">
              <a:ext uri="{FF2B5EF4-FFF2-40B4-BE49-F238E27FC236}">
                <a16:creationId xmlns:a16="http://schemas.microsoft.com/office/drawing/2014/main" id="{4D5019B2-A46C-4BFC-BE87-9869B33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096" y="61363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6" name="path-7657">
            <a:extLst xmlns:a="http://schemas.openxmlformats.org/drawingml/2006/main">
              <a:ext uri="{FF2B5EF4-FFF2-40B4-BE49-F238E27FC236}">
                <a16:creationId xmlns:a16="http://schemas.microsoft.com/office/drawing/2014/main" id="{F33991E4-1BB0-43A9-97B3-3FF8A389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339" y="61384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7" name="path-7658">
            <a:extLst xmlns:a="http://schemas.openxmlformats.org/drawingml/2006/main">
              <a:ext uri="{FF2B5EF4-FFF2-40B4-BE49-F238E27FC236}">
                <a16:creationId xmlns:a16="http://schemas.microsoft.com/office/drawing/2014/main" id="{9AD35A4D-25AE-4AA0-8954-47940CA1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8099" y="6131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8" name="path-7659">
            <a:extLst xmlns:a="http://schemas.openxmlformats.org/drawingml/2006/main">
              <a:ext uri="{FF2B5EF4-FFF2-40B4-BE49-F238E27FC236}">
                <a16:creationId xmlns:a16="http://schemas.microsoft.com/office/drawing/2014/main" id="{6C3025E3-1D28-49BB-8D5D-AF1C4896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0802" y="6150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9" name="path-7660">
            <a:extLst xmlns:a="http://schemas.openxmlformats.org/drawingml/2006/main">
              <a:ext uri="{FF2B5EF4-FFF2-40B4-BE49-F238E27FC236}">
                <a16:creationId xmlns:a16="http://schemas.microsoft.com/office/drawing/2014/main" id="{656547AD-F400-4D88-87B8-EAF307F4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8313" y="61562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0" name="path-7661">
            <a:extLst xmlns:a="http://schemas.openxmlformats.org/drawingml/2006/main">
              <a:ext uri="{FF2B5EF4-FFF2-40B4-BE49-F238E27FC236}">
                <a16:creationId xmlns:a16="http://schemas.microsoft.com/office/drawing/2014/main" id="{08BE3474-13F1-4713-B167-701D7231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924" y="61536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1" name="path-7662">
            <a:extLst xmlns:a="http://schemas.openxmlformats.org/drawingml/2006/main">
              <a:ext uri="{FF2B5EF4-FFF2-40B4-BE49-F238E27FC236}">
                <a16:creationId xmlns:a16="http://schemas.microsoft.com/office/drawing/2014/main" id="{EF9477C4-B905-4A78-8FF4-F9CD76B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376" y="6155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2" name="path-7663">
            <a:extLst xmlns:a="http://schemas.openxmlformats.org/drawingml/2006/main">
              <a:ext uri="{FF2B5EF4-FFF2-40B4-BE49-F238E27FC236}">
                <a16:creationId xmlns:a16="http://schemas.microsoft.com/office/drawing/2014/main" id="{B2FB508F-82E4-4CD7-A43F-9E8D10CA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9687" y="61512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3" name="path-7664">
            <a:extLst xmlns:a="http://schemas.openxmlformats.org/drawingml/2006/main">
              <a:ext uri="{FF2B5EF4-FFF2-40B4-BE49-F238E27FC236}">
                <a16:creationId xmlns:a16="http://schemas.microsoft.com/office/drawing/2014/main" id="{BAC12CD4-5FD7-47F3-B61B-32F20398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00" y="61736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4" name="path-7665">
            <a:extLst xmlns:a="http://schemas.openxmlformats.org/drawingml/2006/main">
              <a:ext uri="{FF2B5EF4-FFF2-40B4-BE49-F238E27FC236}">
                <a16:creationId xmlns:a16="http://schemas.microsoft.com/office/drawing/2014/main" id="{006097D4-FDD4-4AC3-A89F-0B78E67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562" y="61412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5" name="path-7666">
            <a:extLst xmlns:a="http://schemas.openxmlformats.org/drawingml/2006/main">
              <a:ext uri="{FF2B5EF4-FFF2-40B4-BE49-F238E27FC236}">
                <a16:creationId xmlns:a16="http://schemas.microsoft.com/office/drawing/2014/main" id="{F3A102D9-E12C-4467-82A1-AD2BA403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140" y="61247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6" name="path-7667">
            <a:extLst xmlns:a="http://schemas.openxmlformats.org/drawingml/2006/main">
              <a:ext uri="{FF2B5EF4-FFF2-40B4-BE49-F238E27FC236}">
                <a16:creationId xmlns:a16="http://schemas.microsoft.com/office/drawing/2014/main" id="{8DBEEB4B-A1A1-426D-9C25-CBA3517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641" y="61222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7" name="path-7668">
            <a:extLst xmlns:a="http://schemas.openxmlformats.org/drawingml/2006/main">
              <a:ext uri="{FF2B5EF4-FFF2-40B4-BE49-F238E27FC236}">
                <a16:creationId xmlns:a16="http://schemas.microsoft.com/office/drawing/2014/main" id="{3A6F223D-64D2-4325-B359-7DC92B6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137" y="6119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8" name="path-7669">
            <a:extLst xmlns:a="http://schemas.openxmlformats.org/drawingml/2006/main">
              <a:ext uri="{FF2B5EF4-FFF2-40B4-BE49-F238E27FC236}">
                <a16:creationId xmlns:a16="http://schemas.microsoft.com/office/drawing/2014/main" id="{053F356E-7FB4-43A1-8B4F-029F2E01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4974" y="61511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9" name="path-7670">
            <a:extLst xmlns:a="http://schemas.openxmlformats.org/drawingml/2006/main">
              <a:ext uri="{FF2B5EF4-FFF2-40B4-BE49-F238E27FC236}">
                <a16:creationId xmlns:a16="http://schemas.microsoft.com/office/drawing/2014/main" id="{EEA876EE-8FB4-4802-A87C-F0041FC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2586" y="61595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0" name="path-7671">
            <a:extLst xmlns:a="http://schemas.openxmlformats.org/drawingml/2006/main">
              <a:ext uri="{FF2B5EF4-FFF2-40B4-BE49-F238E27FC236}">
                <a16:creationId xmlns:a16="http://schemas.microsoft.com/office/drawing/2014/main" id="{5C86E607-11ED-4213-92B4-AC2C99E9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4210" y="61586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1" name="path-7672">
            <a:extLst xmlns:a="http://schemas.openxmlformats.org/drawingml/2006/main">
              <a:ext uri="{FF2B5EF4-FFF2-40B4-BE49-F238E27FC236}">
                <a16:creationId xmlns:a16="http://schemas.microsoft.com/office/drawing/2014/main" id="{8B971F12-B472-4902-AD51-CB9239A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97" y="6110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2" name="path-7673">
            <a:extLst xmlns:a="http://schemas.openxmlformats.org/drawingml/2006/main">
              <a:ext uri="{FF2B5EF4-FFF2-40B4-BE49-F238E27FC236}">
                <a16:creationId xmlns:a16="http://schemas.microsoft.com/office/drawing/2014/main" id="{26A78437-DA91-40FC-9720-6B7B53D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099" y="61178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3" name="path-7674">
            <a:extLst xmlns:a="http://schemas.openxmlformats.org/drawingml/2006/main">
              <a:ext uri="{FF2B5EF4-FFF2-40B4-BE49-F238E27FC236}">
                <a16:creationId xmlns:a16="http://schemas.microsoft.com/office/drawing/2014/main" id="{5C615A1C-C307-4732-BC12-B4850971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7195" y="61323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4" name="path-7675">
            <a:extLst xmlns:a="http://schemas.openxmlformats.org/drawingml/2006/main">
              <a:ext uri="{FF2B5EF4-FFF2-40B4-BE49-F238E27FC236}">
                <a16:creationId xmlns:a16="http://schemas.microsoft.com/office/drawing/2014/main" id="{09F3585D-7B4D-4457-A09A-B0140CA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6859" y="61482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5" name="path-7676">
            <a:extLst xmlns:a="http://schemas.openxmlformats.org/drawingml/2006/main">
              <a:ext uri="{FF2B5EF4-FFF2-40B4-BE49-F238E27FC236}">
                <a16:creationId xmlns:a16="http://schemas.microsoft.com/office/drawing/2014/main" id="{210805CD-DB9E-4A1C-9F91-FAA25273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365" y="61404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6" name="path-7677">
            <a:extLst xmlns:a="http://schemas.openxmlformats.org/drawingml/2006/main">
              <a:ext uri="{FF2B5EF4-FFF2-40B4-BE49-F238E27FC236}">
                <a16:creationId xmlns:a16="http://schemas.microsoft.com/office/drawing/2014/main" id="{28DEE093-1DCB-4ADE-8DDC-05F5AD9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465" y="61588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7" name="path-7678">
            <a:extLst xmlns:a="http://schemas.openxmlformats.org/drawingml/2006/main">
              <a:ext uri="{FF2B5EF4-FFF2-40B4-BE49-F238E27FC236}">
                <a16:creationId xmlns:a16="http://schemas.microsoft.com/office/drawing/2014/main" id="{BD8DF8D6-DFE1-4DC6-9A61-56E4940D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818" y="6146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8" name="path-7679">
            <a:extLst xmlns:a="http://schemas.openxmlformats.org/drawingml/2006/main">
              <a:ext uri="{FF2B5EF4-FFF2-40B4-BE49-F238E27FC236}">
                <a16:creationId xmlns:a16="http://schemas.microsoft.com/office/drawing/2014/main" id="{BFB4FD48-F091-4280-9A74-2BACF8BA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2278" y="61223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9" name="path-7680">
            <a:extLst xmlns:a="http://schemas.openxmlformats.org/drawingml/2006/main">
              <a:ext uri="{FF2B5EF4-FFF2-40B4-BE49-F238E27FC236}">
                <a16:creationId xmlns:a16="http://schemas.microsoft.com/office/drawing/2014/main" id="{7FFB613A-7FA6-4423-A7E4-11986B62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8778" y="61629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0" name="path-7681">
            <a:extLst xmlns:a="http://schemas.openxmlformats.org/drawingml/2006/main">
              <a:ext uri="{FF2B5EF4-FFF2-40B4-BE49-F238E27FC236}">
                <a16:creationId xmlns:a16="http://schemas.microsoft.com/office/drawing/2014/main" id="{BD77F73B-FF36-4014-999F-E8EF609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9217" y="61330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1" name="path-7682">
            <a:extLst xmlns:a="http://schemas.openxmlformats.org/drawingml/2006/main">
              <a:ext uri="{FF2B5EF4-FFF2-40B4-BE49-F238E27FC236}">
                <a16:creationId xmlns:a16="http://schemas.microsoft.com/office/drawing/2014/main" id="{179F1A2F-6B54-4187-A57F-A5A59C6B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087" y="61409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2" name="path-7683">
            <a:extLst xmlns:a="http://schemas.openxmlformats.org/drawingml/2006/main">
              <a:ext uri="{FF2B5EF4-FFF2-40B4-BE49-F238E27FC236}">
                <a16:creationId xmlns:a16="http://schemas.microsoft.com/office/drawing/2014/main" id="{5F2B14CD-DA6C-40C1-979B-25FC69FF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006" y="61621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3" name="path-7684">
            <a:extLst xmlns:a="http://schemas.openxmlformats.org/drawingml/2006/main">
              <a:ext uri="{FF2B5EF4-FFF2-40B4-BE49-F238E27FC236}">
                <a16:creationId xmlns:a16="http://schemas.microsoft.com/office/drawing/2014/main" id="{770B394B-605D-44DC-A92A-22252F1B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350" y="61514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4" name="path-7685">
            <a:extLst xmlns:a="http://schemas.openxmlformats.org/drawingml/2006/main">
              <a:ext uri="{FF2B5EF4-FFF2-40B4-BE49-F238E27FC236}">
                <a16:creationId xmlns:a16="http://schemas.microsoft.com/office/drawing/2014/main" id="{5E624951-B9BA-4BF9-8695-EB086CA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849" y="6132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5" name="path-7686">
            <a:extLst xmlns:a="http://schemas.openxmlformats.org/drawingml/2006/main">
              <a:ext uri="{FF2B5EF4-FFF2-40B4-BE49-F238E27FC236}">
                <a16:creationId xmlns:a16="http://schemas.microsoft.com/office/drawing/2014/main" id="{39539923-FC4F-49E6-BA29-40B99A38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059" y="6169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6" name="path-7687">
            <a:extLst xmlns:a="http://schemas.openxmlformats.org/drawingml/2006/main">
              <a:ext uri="{FF2B5EF4-FFF2-40B4-BE49-F238E27FC236}">
                <a16:creationId xmlns:a16="http://schemas.microsoft.com/office/drawing/2014/main" id="{8637F151-274C-45EB-9704-00F13F0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2699" y="6127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7" name="path-7688">
            <a:extLst xmlns:a="http://schemas.openxmlformats.org/drawingml/2006/main">
              <a:ext uri="{FF2B5EF4-FFF2-40B4-BE49-F238E27FC236}">
                <a16:creationId xmlns:a16="http://schemas.microsoft.com/office/drawing/2014/main" id="{E6B9EBD7-9D6E-40F9-8B0B-D6FD0685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578" y="61410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8" name="path-7689">
            <a:extLst xmlns:a="http://schemas.openxmlformats.org/drawingml/2006/main">
              <a:ext uri="{FF2B5EF4-FFF2-40B4-BE49-F238E27FC236}">
                <a16:creationId xmlns:a16="http://schemas.microsoft.com/office/drawing/2014/main" id="{9A1DBB25-BC24-46BA-B69C-072B7618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2001" y="61455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9" name="path-7690">
            <a:extLst xmlns:a="http://schemas.openxmlformats.org/drawingml/2006/main">
              <a:ext uri="{FF2B5EF4-FFF2-40B4-BE49-F238E27FC236}">
                <a16:creationId xmlns:a16="http://schemas.microsoft.com/office/drawing/2014/main" id="{943732A4-149A-4278-A04F-14B71D18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803" y="6128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0" name="path-7691">
            <a:extLst xmlns:a="http://schemas.openxmlformats.org/drawingml/2006/main">
              <a:ext uri="{FF2B5EF4-FFF2-40B4-BE49-F238E27FC236}">
                <a16:creationId xmlns:a16="http://schemas.microsoft.com/office/drawing/2014/main" id="{C8678085-04C3-4432-9069-5035F71A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809" y="61561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1" name="path-7692">
            <a:extLst xmlns:a="http://schemas.openxmlformats.org/drawingml/2006/main">
              <a:ext uri="{FF2B5EF4-FFF2-40B4-BE49-F238E27FC236}">
                <a16:creationId xmlns:a16="http://schemas.microsoft.com/office/drawing/2014/main" id="{4BE04F78-A1C8-4642-BB9B-A18E6DE0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7098" y="6133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2" name="path-7693">
            <a:extLst xmlns:a="http://schemas.openxmlformats.org/drawingml/2006/main">
              <a:ext uri="{FF2B5EF4-FFF2-40B4-BE49-F238E27FC236}">
                <a16:creationId xmlns:a16="http://schemas.microsoft.com/office/drawing/2014/main" id="{D2965F55-2720-48E5-BCC7-85CBC74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613" y="6159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3" name="path-7694">
            <a:extLst xmlns:a="http://schemas.openxmlformats.org/drawingml/2006/main">
              <a:ext uri="{FF2B5EF4-FFF2-40B4-BE49-F238E27FC236}">
                <a16:creationId xmlns:a16="http://schemas.microsoft.com/office/drawing/2014/main" id="{2987C1E6-5CF2-488C-B6E8-C8407CA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4570" y="61268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4" name="path-7695">
            <a:extLst xmlns:a="http://schemas.openxmlformats.org/drawingml/2006/main">
              <a:ext uri="{FF2B5EF4-FFF2-40B4-BE49-F238E27FC236}">
                <a16:creationId xmlns:a16="http://schemas.microsoft.com/office/drawing/2014/main" id="{CF59C516-2D99-4593-813B-84FA238F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9289" y="61541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5" name="path-7696">
            <a:extLst xmlns:a="http://schemas.openxmlformats.org/drawingml/2006/main">
              <a:ext uri="{FF2B5EF4-FFF2-40B4-BE49-F238E27FC236}">
                <a16:creationId xmlns:a16="http://schemas.microsoft.com/office/drawing/2014/main" id="{EFE49FFA-87AA-47C0-B97C-38B3161F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093" y="61453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6" name="path-7697">
            <a:extLst xmlns:a="http://schemas.openxmlformats.org/drawingml/2006/main">
              <a:ext uri="{FF2B5EF4-FFF2-40B4-BE49-F238E27FC236}">
                <a16:creationId xmlns:a16="http://schemas.microsoft.com/office/drawing/2014/main" id="{B6607B95-8C6A-4172-8784-C2DA0296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217" y="6149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7" name="path-7698">
            <a:extLst xmlns:a="http://schemas.openxmlformats.org/drawingml/2006/main">
              <a:ext uri="{FF2B5EF4-FFF2-40B4-BE49-F238E27FC236}">
                <a16:creationId xmlns:a16="http://schemas.microsoft.com/office/drawing/2014/main" id="{D7F4775A-E2D8-4EEA-9ED4-4FC1C41D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7890" y="6161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8" name="path-7699">
            <a:extLst xmlns:a="http://schemas.openxmlformats.org/drawingml/2006/main">
              <a:ext uri="{FF2B5EF4-FFF2-40B4-BE49-F238E27FC236}">
                <a16:creationId xmlns:a16="http://schemas.microsoft.com/office/drawing/2014/main" id="{14DBBD6F-530D-4935-9BAA-9B7F794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138" y="61401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9" name="path-7700">
            <a:extLst xmlns:a="http://schemas.openxmlformats.org/drawingml/2006/main">
              <a:ext uri="{FF2B5EF4-FFF2-40B4-BE49-F238E27FC236}">
                <a16:creationId xmlns:a16="http://schemas.microsoft.com/office/drawing/2014/main" id="{C9F3F379-9958-43E3-AE87-43F61E70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038" y="61315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0" name="path-7701">
            <a:extLst xmlns:a="http://schemas.openxmlformats.org/drawingml/2006/main">
              <a:ext uri="{FF2B5EF4-FFF2-40B4-BE49-F238E27FC236}">
                <a16:creationId xmlns:a16="http://schemas.microsoft.com/office/drawing/2014/main" id="{502F7C32-E00F-443B-80A1-C3D49D6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039" y="6126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1" name="path-7702">
            <a:extLst xmlns:a="http://schemas.openxmlformats.org/drawingml/2006/main">
              <a:ext uri="{FF2B5EF4-FFF2-40B4-BE49-F238E27FC236}">
                <a16:creationId xmlns:a16="http://schemas.microsoft.com/office/drawing/2014/main" id="{F80E9DE3-8E0D-409E-984A-0EAC23D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2026" y="61365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2" name="path-7703">
            <a:extLst xmlns:a="http://schemas.openxmlformats.org/drawingml/2006/main">
              <a:ext uri="{FF2B5EF4-FFF2-40B4-BE49-F238E27FC236}">
                <a16:creationId xmlns:a16="http://schemas.microsoft.com/office/drawing/2014/main" id="{8A130273-F4C3-4302-AE5F-BAC33582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451" y="61147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3" name="path-7704">
            <a:extLst xmlns:a="http://schemas.openxmlformats.org/drawingml/2006/main">
              <a:ext uri="{FF2B5EF4-FFF2-40B4-BE49-F238E27FC236}">
                <a16:creationId xmlns:a16="http://schemas.microsoft.com/office/drawing/2014/main" id="{0BF4004C-5719-4F51-ABB9-7754337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3736" y="6140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4" name="path-7705">
            <a:extLst xmlns:a="http://schemas.openxmlformats.org/drawingml/2006/main">
              <a:ext uri="{FF2B5EF4-FFF2-40B4-BE49-F238E27FC236}">
                <a16:creationId xmlns:a16="http://schemas.microsoft.com/office/drawing/2014/main" id="{0EF8E7D8-F9A0-4C36-A70F-39BF1822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313" y="61086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5" name="path-7706">
            <a:extLst xmlns:a="http://schemas.openxmlformats.org/drawingml/2006/main">
              <a:ext uri="{FF2B5EF4-FFF2-40B4-BE49-F238E27FC236}">
                <a16:creationId xmlns:a16="http://schemas.microsoft.com/office/drawing/2014/main" id="{C9D2EB4B-9F65-4822-A5D5-CA320DAF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64" y="61433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6" name="path-7707">
            <a:extLst xmlns:a="http://schemas.openxmlformats.org/drawingml/2006/main">
              <a:ext uri="{FF2B5EF4-FFF2-40B4-BE49-F238E27FC236}">
                <a16:creationId xmlns:a16="http://schemas.microsoft.com/office/drawing/2014/main" id="{3D25ADB3-C7C9-40DB-9951-CFBF294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772" y="61533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7" name="path-7708">
            <a:extLst xmlns:a="http://schemas.openxmlformats.org/drawingml/2006/main">
              <a:ext uri="{FF2B5EF4-FFF2-40B4-BE49-F238E27FC236}">
                <a16:creationId xmlns:a16="http://schemas.microsoft.com/office/drawing/2014/main" id="{3B8BB7F5-2D79-4C61-99AC-66C5F118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035" y="6156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8" name="path-7709">
            <a:extLst xmlns:a="http://schemas.openxmlformats.org/drawingml/2006/main">
              <a:ext uri="{FF2B5EF4-FFF2-40B4-BE49-F238E27FC236}">
                <a16:creationId xmlns:a16="http://schemas.microsoft.com/office/drawing/2014/main" id="{06731562-53B7-40D3-8092-4E68B3D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3463" y="6143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9" name="path-7710">
            <a:extLst xmlns:a="http://schemas.openxmlformats.org/drawingml/2006/main">
              <a:ext uri="{FF2B5EF4-FFF2-40B4-BE49-F238E27FC236}">
                <a16:creationId xmlns:a16="http://schemas.microsoft.com/office/drawing/2014/main" id="{0D8BD9B5-110A-4D95-875F-B294D4C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8" y="6137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0" name="path-7711">
            <a:extLst xmlns:a="http://schemas.openxmlformats.org/drawingml/2006/main">
              <a:ext uri="{FF2B5EF4-FFF2-40B4-BE49-F238E27FC236}">
                <a16:creationId xmlns:a16="http://schemas.microsoft.com/office/drawing/2014/main" id="{81A76090-1080-41DA-9848-9645FB65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22" y="61398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1" name="path-7712">
            <a:extLst xmlns:a="http://schemas.openxmlformats.org/drawingml/2006/main">
              <a:ext uri="{FF2B5EF4-FFF2-40B4-BE49-F238E27FC236}">
                <a16:creationId xmlns:a16="http://schemas.microsoft.com/office/drawing/2014/main" id="{501CCF9D-5A35-4066-A0FB-5048A333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479" y="61386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2" name="path-7713">
            <a:extLst xmlns:a="http://schemas.openxmlformats.org/drawingml/2006/main">
              <a:ext uri="{FF2B5EF4-FFF2-40B4-BE49-F238E27FC236}">
                <a16:creationId xmlns:a16="http://schemas.microsoft.com/office/drawing/2014/main" id="{0C352B64-70C4-4EA4-810B-3BDA38A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550" y="61192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3" name="path-7714">
            <a:extLst xmlns:a="http://schemas.openxmlformats.org/drawingml/2006/main">
              <a:ext uri="{FF2B5EF4-FFF2-40B4-BE49-F238E27FC236}">
                <a16:creationId xmlns:a16="http://schemas.microsoft.com/office/drawing/2014/main" id="{BB9BBC99-0FF3-4A29-864F-6650949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198" y="61306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4" name="path-7715">
            <a:extLst xmlns:a="http://schemas.openxmlformats.org/drawingml/2006/main">
              <a:ext uri="{FF2B5EF4-FFF2-40B4-BE49-F238E27FC236}">
                <a16:creationId xmlns:a16="http://schemas.microsoft.com/office/drawing/2014/main" id="{3FB22FC1-7178-461B-8B96-62EE898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131" y="61448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5" name="path-7716">
            <a:extLst xmlns:a="http://schemas.openxmlformats.org/drawingml/2006/main">
              <a:ext uri="{FF2B5EF4-FFF2-40B4-BE49-F238E27FC236}">
                <a16:creationId xmlns:a16="http://schemas.microsoft.com/office/drawing/2014/main" id="{07BF59F3-4BEB-4FFF-92EC-EE0D6A10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5778" y="61327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6" name="path-7717">
            <a:extLst xmlns:a="http://schemas.openxmlformats.org/drawingml/2006/main">
              <a:ext uri="{FF2B5EF4-FFF2-40B4-BE49-F238E27FC236}">
                <a16:creationId xmlns:a16="http://schemas.microsoft.com/office/drawing/2014/main" id="{E4EF828D-5B18-41A2-8536-D558DF5B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6809" y="6155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7" name="path-7718">
            <a:extLst xmlns:a="http://schemas.openxmlformats.org/drawingml/2006/main">
              <a:ext uri="{FF2B5EF4-FFF2-40B4-BE49-F238E27FC236}">
                <a16:creationId xmlns:a16="http://schemas.microsoft.com/office/drawing/2014/main" id="{99F30CE8-856E-4A1B-8444-52EB0019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6025" y="61641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8" name="path-7719">
            <a:extLst xmlns:a="http://schemas.openxmlformats.org/drawingml/2006/main">
              <a:ext uri="{FF2B5EF4-FFF2-40B4-BE49-F238E27FC236}">
                <a16:creationId xmlns:a16="http://schemas.microsoft.com/office/drawing/2014/main" id="{4C834FE6-0A33-433C-ACFF-7FF0FB1B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533" y="6138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9" name="path-7720">
            <a:extLst xmlns:a="http://schemas.openxmlformats.org/drawingml/2006/main">
              <a:ext uri="{FF2B5EF4-FFF2-40B4-BE49-F238E27FC236}">
                <a16:creationId xmlns:a16="http://schemas.microsoft.com/office/drawing/2014/main" id="{A37FFCA0-F168-4595-AD2F-D33ED352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6783" y="6122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0" name="path-7721">
            <a:extLst xmlns:a="http://schemas.openxmlformats.org/drawingml/2006/main">
              <a:ext uri="{FF2B5EF4-FFF2-40B4-BE49-F238E27FC236}">
                <a16:creationId xmlns:a16="http://schemas.microsoft.com/office/drawing/2014/main" id="{9B5C7222-91B8-4D73-80D0-98F81FF8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45" y="61535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1" name="path-7722">
            <a:extLst xmlns:a="http://schemas.openxmlformats.org/drawingml/2006/main">
              <a:ext uri="{FF2B5EF4-FFF2-40B4-BE49-F238E27FC236}">
                <a16:creationId xmlns:a16="http://schemas.microsoft.com/office/drawing/2014/main" id="{27C13F31-A4D1-4F3C-A470-701DEEED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721" y="6146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2" name="path-7723">
            <a:extLst xmlns:a="http://schemas.openxmlformats.org/drawingml/2006/main">
              <a:ext uri="{FF2B5EF4-FFF2-40B4-BE49-F238E27FC236}">
                <a16:creationId xmlns:a16="http://schemas.microsoft.com/office/drawing/2014/main" id="{CB785EA2-F83D-49F2-B21D-60DCEC6B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602" y="61444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3" name="path-7724">
            <a:extLst xmlns:a="http://schemas.openxmlformats.org/drawingml/2006/main">
              <a:ext uri="{FF2B5EF4-FFF2-40B4-BE49-F238E27FC236}">
                <a16:creationId xmlns:a16="http://schemas.microsoft.com/office/drawing/2014/main" id="{EEA59AE9-93CC-4353-BBFF-66DC4C4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8953" y="6141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4" name="path-7725">
            <a:extLst xmlns:a="http://schemas.openxmlformats.org/drawingml/2006/main">
              <a:ext uri="{FF2B5EF4-FFF2-40B4-BE49-F238E27FC236}">
                <a16:creationId xmlns:a16="http://schemas.microsoft.com/office/drawing/2014/main" id="{AFB326DC-BA69-45A9-A231-5D36FB91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841" y="612892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5" name="path-7726">
            <a:extLst xmlns:a="http://schemas.openxmlformats.org/drawingml/2006/main">
              <a:ext uri="{FF2B5EF4-FFF2-40B4-BE49-F238E27FC236}">
                <a16:creationId xmlns:a16="http://schemas.microsoft.com/office/drawing/2014/main" id="{8057A11A-9FD5-4FED-A4C6-E4B37D3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0166" y="61338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6" name="path-7727">
            <a:extLst xmlns:a="http://schemas.openxmlformats.org/drawingml/2006/main">
              <a:ext uri="{FF2B5EF4-FFF2-40B4-BE49-F238E27FC236}">
                <a16:creationId xmlns:a16="http://schemas.microsoft.com/office/drawing/2014/main" id="{FC8935A5-C0BB-482D-9CC3-896DD16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666" y="61640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7" name="path-7728">
            <a:extLst xmlns:a="http://schemas.openxmlformats.org/drawingml/2006/main">
              <a:ext uri="{FF2B5EF4-FFF2-40B4-BE49-F238E27FC236}">
                <a16:creationId xmlns:a16="http://schemas.microsoft.com/office/drawing/2014/main" id="{110F656D-6AEC-482F-B841-E9024173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945" y="61409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8" name="path-7729">
            <a:extLst xmlns:a="http://schemas.openxmlformats.org/drawingml/2006/main">
              <a:ext uri="{FF2B5EF4-FFF2-40B4-BE49-F238E27FC236}">
                <a16:creationId xmlns:a16="http://schemas.microsoft.com/office/drawing/2014/main" id="{AF98330D-4467-4053-BE7A-3CE9C798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073" y="61328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9" name="path-7730">
            <a:extLst xmlns:a="http://schemas.openxmlformats.org/drawingml/2006/main">
              <a:ext uri="{FF2B5EF4-FFF2-40B4-BE49-F238E27FC236}">
                <a16:creationId xmlns:a16="http://schemas.microsoft.com/office/drawing/2014/main" id="{9AE5CC84-7ACB-4449-8BC1-46493772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115" y="61518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0" name="path-7731">
            <a:extLst xmlns:a="http://schemas.openxmlformats.org/drawingml/2006/main">
              <a:ext uri="{FF2B5EF4-FFF2-40B4-BE49-F238E27FC236}">
                <a16:creationId xmlns:a16="http://schemas.microsoft.com/office/drawing/2014/main" id="{42885BBE-2F59-4C7C-9E4C-C9AD0D77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838" y="613541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1" name="path-7732">
            <a:extLst xmlns:a="http://schemas.openxmlformats.org/drawingml/2006/main">
              <a:ext uri="{FF2B5EF4-FFF2-40B4-BE49-F238E27FC236}">
                <a16:creationId xmlns:a16="http://schemas.microsoft.com/office/drawing/2014/main" id="{206B0566-BBA6-48B6-8EA0-6D20FCB0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382" y="615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2" name="path-7733">
            <a:extLst xmlns:a="http://schemas.openxmlformats.org/drawingml/2006/main">
              <a:ext uri="{FF2B5EF4-FFF2-40B4-BE49-F238E27FC236}">
                <a16:creationId xmlns:a16="http://schemas.microsoft.com/office/drawing/2014/main" id="{04CC1740-9A0B-4A20-9564-D121B650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504" y="61446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3" name="path-7734">
            <a:extLst xmlns:a="http://schemas.openxmlformats.org/drawingml/2006/main">
              <a:ext uri="{FF2B5EF4-FFF2-40B4-BE49-F238E27FC236}">
                <a16:creationId xmlns:a16="http://schemas.microsoft.com/office/drawing/2014/main" id="{7508422C-6EEB-4AA0-B44F-B5B813EC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640" y="61430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4" name="path-7735">
            <a:extLst xmlns:a="http://schemas.openxmlformats.org/drawingml/2006/main">
              <a:ext uri="{FF2B5EF4-FFF2-40B4-BE49-F238E27FC236}">
                <a16:creationId xmlns:a16="http://schemas.microsoft.com/office/drawing/2014/main" id="{377C78F5-5620-4AE2-806A-CF5493CC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374" y="613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5" name="path-7736">
            <a:extLst xmlns:a="http://schemas.openxmlformats.org/drawingml/2006/main">
              <a:ext uri="{FF2B5EF4-FFF2-40B4-BE49-F238E27FC236}">
                <a16:creationId xmlns:a16="http://schemas.microsoft.com/office/drawing/2014/main" id="{F0E4BF92-D84C-4747-A9B2-C434F75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051" y="61705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6" name="path-7737">
            <a:extLst xmlns:a="http://schemas.openxmlformats.org/drawingml/2006/main">
              <a:ext uri="{FF2B5EF4-FFF2-40B4-BE49-F238E27FC236}">
                <a16:creationId xmlns:a16="http://schemas.microsoft.com/office/drawing/2014/main" id="{D1B35DBF-9894-43FD-BD41-6838FC60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411" y="61305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7" name="path-7738">
            <a:extLst xmlns:a="http://schemas.openxmlformats.org/drawingml/2006/main">
              <a:ext uri="{FF2B5EF4-FFF2-40B4-BE49-F238E27FC236}">
                <a16:creationId xmlns:a16="http://schemas.microsoft.com/office/drawing/2014/main" id="{15DC67C3-5422-4DE3-A747-FB6F8BB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9407" y="61149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8" name="path-7739">
            <a:extLst xmlns:a="http://schemas.openxmlformats.org/drawingml/2006/main">
              <a:ext uri="{FF2B5EF4-FFF2-40B4-BE49-F238E27FC236}">
                <a16:creationId xmlns:a16="http://schemas.microsoft.com/office/drawing/2014/main" id="{0BAF545C-677A-425B-8F89-028E0F66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706" y="61603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9" name="path-7740">
            <a:extLst xmlns:a="http://schemas.openxmlformats.org/drawingml/2006/main">
              <a:ext uri="{FF2B5EF4-FFF2-40B4-BE49-F238E27FC236}">
                <a16:creationId xmlns:a16="http://schemas.microsoft.com/office/drawing/2014/main" id="{5150E9EA-D265-4A00-8B77-035292F5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244" y="61733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0" name="path-7741">
            <a:extLst xmlns:a="http://schemas.openxmlformats.org/drawingml/2006/main">
              <a:ext uri="{FF2B5EF4-FFF2-40B4-BE49-F238E27FC236}">
                <a16:creationId xmlns:a16="http://schemas.microsoft.com/office/drawing/2014/main" id="{40EB6996-0F61-4FC7-876A-C7CEE803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345" y="61558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1" name="path-7742">
            <a:extLst xmlns:a="http://schemas.openxmlformats.org/drawingml/2006/main">
              <a:ext uri="{FF2B5EF4-FFF2-40B4-BE49-F238E27FC236}">
                <a16:creationId xmlns:a16="http://schemas.microsoft.com/office/drawing/2014/main" id="{7594E819-3C66-4C84-8DB8-0659EB84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023" y="6157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2" name="path-7743">
            <a:extLst xmlns:a="http://schemas.openxmlformats.org/drawingml/2006/main">
              <a:ext uri="{FF2B5EF4-FFF2-40B4-BE49-F238E27FC236}">
                <a16:creationId xmlns:a16="http://schemas.microsoft.com/office/drawing/2014/main" id="{33F3DEEF-6FA6-494B-AF2C-3A82C245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8018" y="61547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3" name="path-7744">
            <a:extLst xmlns:a="http://schemas.openxmlformats.org/drawingml/2006/main">
              <a:ext uri="{FF2B5EF4-FFF2-40B4-BE49-F238E27FC236}">
                <a16:creationId xmlns:a16="http://schemas.microsoft.com/office/drawing/2014/main" id="{36467CCE-5903-431E-A2F4-2A02BBD8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1009" y="61232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4" name="path-7745">
            <a:extLst xmlns:a="http://schemas.openxmlformats.org/drawingml/2006/main">
              <a:ext uri="{FF2B5EF4-FFF2-40B4-BE49-F238E27FC236}">
                <a16:creationId xmlns:a16="http://schemas.microsoft.com/office/drawing/2014/main" id="{4826B7F0-0CDB-46C9-AF4A-D1D1C9A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602" y="61390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5" name="path-7746">
            <a:extLst xmlns:a="http://schemas.openxmlformats.org/drawingml/2006/main">
              <a:ext uri="{FF2B5EF4-FFF2-40B4-BE49-F238E27FC236}">
                <a16:creationId xmlns:a16="http://schemas.microsoft.com/office/drawing/2014/main" id="{ADE4BC44-DC75-40D3-BD6B-1D7B3D0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2563" y="612970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6" name="path-7747">
            <a:extLst xmlns:a="http://schemas.openxmlformats.org/drawingml/2006/main">
              <a:ext uri="{FF2B5EF4-FFF2-40B4-BE49-F238E27FC236}">
                <a16:creationId xmlns:a16="http://schemas.microsoft.com/office/drawing/2014/main" id="{1931885F-817D-4D41-AFCA-1529D78A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640" y="61256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7" name="path-7748">
            <a:extLst xmlns:a="http://schemas.openxmlformats.org/drawingml/2006/main">
              <a:ext uri="{FF2B5EF4-FFF2-40B4-BE49-F238E27FC236}">
                <a16:creationId xmlns:a16="http://schemas.microsoft.com/office/drawing/2014/main" id="{0ABE8BAE-F349-4894-A51A-1198BF88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5607" y="61364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8" name="path-7749">
            <a:extLst xmlns:a="http://schemas.openxmlformats.org/drawingml/2006/main">
              <a:ext uri="{FF2B5EF4-FFF2-40B4-BE49-F238E27FC236}">
                <a16:creationId xmlns:a16="http://schemas.microsoft.com/office/drawing/2014/main" id="{E01F3AB4-1BC6-4C78-B9D3-E05982D4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124" y="61617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9" name="path-7750">
            <a:extLst xmlns:a="http://schemas.openxmlformats.org/drawingml/2006/main">
              <a:ext uri="{FF2B5EF4-FFF2-40B4-BE49-F238E27FC236}">
                <a16:creationId xmlns:a16="http://schemas.microsoft.com/office/drawing/2014/main" id="{6419C95B-6DBB-431A-8818-B17DF850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12" y="61541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0" name="path-7751">
            <a:extLst xmlns:a="http://schemas.openxmlformats.org/drawingml/2006/main">
              <a:ext uri="{FF2B5EF4-FFF2-40B4-BE49-F238E27FC236}">
                <a16:creationId xmlns:a16="http://schemas.microsoft.com/office/drawing/2014/main" id="{905874C8-FC95-4586-AD35-C3774636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942" y="61473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1" name="path-7752">
            <a:extLst xmlns:a="http://schemas.openxmlformats.org/drawingml/2006/main">
              <a:ext uri="{FF2B5EF4-FFF2-40B4-BE49-F238E27FC236}">
                <a16:creationId xmlns:a16="http://schemas.microsoft.com/office/drawing/2014/main" id="{0C91A968-CBDC-4CE6-80BC-337C60EB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395" y="61477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2" name="path-7753">
            <a:extLst xmlns:a="http://schemas.openxmlformats.org/drawingml/2006/main">
              <a:ext uri="{FF2B5EF4-FFF2-40B4-BE49-F238E27FC236}">
                <a16:creationId xmlns:a16="http://schemas.microsoft.com/office/drawing/2014/main" id="{4F3760E0-A612-4A28-8E86-B8D7BFA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9365" y="6135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3" name="path-7754">
            <a:extLst xmlns:a="http://schemas.openxmlformats.org/drawingml/2006/main">
              <a:ext uri="{FF2B5EF4-FFF2-40B4-BE49-F238E27FC236}">
                <a16:creationId xmlns:a16="http://schemas.microsoft.com/office/drawing/2014/main" id="{0C14906A-93DA-41DB-A3FA-7A6B66EB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321" y="61423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4" name="path-7755">
            <a:extLst xmlns:a="http://schemas.openxmlformats.org/drawingml/2006/main">
              <a:ext uri="{FF2B5EF4-FFF2-40B4-BE49-F238E27FC236}">
                <a16:creationId xmlns:a16="http://schemas.microsoft.com/office/drawing/2014/main" id="{28BA1D3D-7549-4706-B385-6CB1194B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307" y="61315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5" name="path-7756">
            <a:extLst xmlns:a="http://schemas.openxmlformats.org/drawingml/2006/main">
              <a:ext uri="{FF2B5EF4-FFF2-40B4-BE49-F238E27FC236}">
                <a16:creationId xmlns:a16="http://schemas.microsoft.com/office/drawing/2014/main" id="{C12EB495-5BC0-4D02-AF69-4D3E2F9F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393" y="6160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6" name="path-7757">
            <a:extLst xmlns:a="http://schemas.openxmlformats.org/drawingml/2006/main">
              <a:ext uri="{FF2B5EF4-FFF2-40B4-BE49-F238E27FC236}">
                <a16:creationId xmlns:a16="http://schemas.microsoft.com/office/drawing/2014/main" id="{556BFF65-D583-4002-92BF-B83DE6C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8440" y="61574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7" name="path-7758">
            <a:extLst xmlns:a="http://schemas.openxmlformats.org/drawingml/2006/main">
              <a:ext uri="{FF2B5EF4-FFF2-40B4-BE49-F238E27FC236}">
                <a16:creationId xmlns:a16="http://schemas.microsoft.com/office/drawing/2014/main" id="{0EF77641-3425-43EE-B42D-F2936F2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0548" y="61265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8" name="path-7759">
            <a:extLst xmlns:a="http://schemas.openxmlformats.org/drawingml/2006/main">
              <a:ext uri="{FF2B5EF4-FFF2-40B4-BE49-F238E27FC236}">
                <a16:creationId xmlns:a16="http://schemas.microsoft.com/office/drawing/2014/main" id="{00DC1390-C7B8-4C9D-8C86-5C34013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0216" y="61229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9" name="path-7760">
            <a:extLst xmlns:a="http://schemas.openxmlformats.org/drawingml/2006/main">
              <a:ext uri="{FF2B5EF4-FFF2-40B4-BE49-F238E27FC236}">
                <a16:creationId xmlns:a16="http://schemas.microsoft.com/office/drawing/2014/main" id="{3CDB3F4A-A25F-45AD-AC66-84C173D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928" y="6144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0" name="path-7761">
            <a:extLst xmlns:a="http://schemas.openxmlformats.org/drawingml/2006/main">
              <a:ext uri="{FF2B5EF4-FFF2-40B4-BE49-F238E27FC236}">
                <a16:creationId xmlns:a16="http://schemas.microsoft.com/office/drawing/2014/main" id="{7E399B10-3D26-4CE6-BC45-81D23B6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336" y="61211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1" name="path-7762">
            <a:extLst xmlns:a="http://schemas.openxmlformats.org/drawingml/2006/main">
              <a:ext uri="{FF2B5EF4-FFF2-40B4-BE49-F238E27FC236}">
                <a16:creationId xmlns:a16="http://schemas.microsoft.com/office/drawing/2014/main" id="{EBB610AB-B6DF-492D-B961-8D674A4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519" y="61439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2" name="path-7763">
            <a:extLst xmlns:a="http://schemas.openxmlformats.org/drawingml/2006/main">
              <a:ext uri="{FF2B5EF4-FFF2-40B4-BE49-F238E27FC236}">
                <a16:creationId xmlns:a16="http://schemas.microsoft.com/office/drawing/2014/main" id="{878915EF-392E-4496-A42B-050514C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686" y="6146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3" name="path-7764">
            <a:extLst xmlns:a="http://schemas.openxmlformats.org/drawingml/2006/main">
              <a:ext uri="{FF2B5EF4-FFF2-40B4-BE49-F238E27FC236}">
                <a16:creationId xmlns:a16="http://schemas.microsoft.com/office/drawing/2014/main" id="{32A6EB6A-8FED-4ECE-B758-2ABEC4F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238" y="6149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4" name="path-7765">
            <a:extLst xmlns:a="http://schemas.openxmlformats.org/drawingml/2006/main">
              <a:ext uri="{FF2B5EF4-FFF2-40B4-BE49-F238E27FC236}">
                <a16:creationId xmlns:a16="http://schemas.microsoft.com/office/drawing/2014/main" id="{1A63E78B-CCD8-45B7-B5F9-987E991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4622" y="61270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5" name="path-7766">
            <a:extLst xmlns:a="http://schemas.openxmlformats.org/drawingml/2006/main">
              <a:ext uri="{FF2B5EF4-FFF2-40B4-BE49-F238E27FC236}">
                <a16:creationId xmlns:a16="http://schemas.microsoft.com/office/drawing/2014/main" id="{D537BE84-5887-4CA2-AA52-305D6CE2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527" y="61133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6" name="path-7767">
            <a:extLst xmlns:a="http://schemas.openxmlformats.org/drawingml/2006/main">
              <a:ext uri="{FF2B5EF4-FFF2-40B4-BE49-F238E27FC236}">
                <a16:creationId xmlns:a16="http://schemas.microsoft.com/office/drawing/2014/main" id="{24554CE4-E7E9-437C-A60E-C558066A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184" y="616119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7" name="path-7768">
            <a:extLst xmlns:a="http://schemas.openxmlformats.org/drawingml/2006/main">
              <a:ext uri="{FF2B5EF4-FFF2-40B4-BE49-F238E27FC236}">
                <a16:creationId xmlns:a16="http://schemas.microsoft.com/office/drawing/2014/main" id="{A80A2957-570B-42FE-A866-D875A98B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425" y="61444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8" name="path-7769">
            <a:extLst xmlns:a="http://schemas.openxmlformats.org/drawingml/2006/main">
              <a:ext uri="{FF2B5EF4-FFF2-40B4-BE49-F238E27FC236}">
                <a16:creationId xmlns:a16="http://schemas.microsoft.com/office/drawing/2014/main" id="{DEB9B524-8E85-4E30-8D67-E7F4378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405" y="61537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9" name="path-7770">
            <a:extLst xmlns:a="http://schemas.openxmlformats.org/drawingml/2006/main">
              <a:ext uri="{FF2B5EF4-FFF2-40B4-BE49-F238E27FC236}">
                <a16:creationId xmlns:a16="http://schemas.microsoft.com/office/drawing/2014/main" id="{C9C0C85F-37E3-448B-AA92-BFA98C75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793" y="61607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0" name="path-7771">
            <a:extLst xmlns:a="http://schemas.openxmlformats.org/drawingml/2006/main">
              <a:ext uri="{FF2B5EF4-FFF2-40B4-BE49-F238E27FC236}">
                <a16:creationId xmlns:a16="http://schemas.microsoft.com/office/drawing/2014/main" id="{36BA8BD7-0F9E-4AAE-9293-42829832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249" y="61485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1" name="path-7772">
            <a:extLst xmlns:a="http://schemas.openxmlformats.org/drawingml/2006/main">
              <a:ext uri="{FF2B5EF4-FFF2-40B4-BE49-F238E27FC236}">
                <a16:creationId xmlns:a16="http://schemas.microsoft.com/office/drawing/2014/main" id="{17A37AD9-0775-4345-9B71-73801BCF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666" y="61339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2" name="path-7773">
            <a:extLst xmlns:a="http://schemas.openxmlformats.org/drawingml/2006/main">
              <a:ext uri="{FF2B5EF4-FFF2-40B4-BE49-F238E27FC236}">
                <a16:creationId xmlns:a16="http://schemas.microsoft.com/office/drawing/2014/main" id="{E2CB1F54-4B0A-4E4E-9F6B-1A122BA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0766" y="6157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3" name="path-7774">
            <a:extLst xmlns:a="http://schemas.openxmlformats.org/drawingml/2006/main">
              <a:ext uri="{FF2B5EF4-FFF2-40B4-BE49-F238E27FC236}">
                <a16:creationId xmlns:a16="http://schemas.microsoft.com/office/drawing/2014/main" id="{924E4875-EE1C-4C21-B026-2ED5DDC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821" y="61483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4" name="path-7775">
            <a:extLst xmlns:a="http://schemas.openxmlformats.org/drawingml/2006/main">
              <a:ext uri="{FF2B5EF4-FFF2-40B4-BE49-F238E27FC236}">
                <a16:creationId xmlns:a16="http://schemas.microsoft.com/office/drawing/2014/main" id="{711DC3F4-AAAD-4E78-A800-1BF6001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4633" y="61477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5" name="path-7776">
            <a:extLst xmlns:a="http://schemas.openxmlformats.org/drawingml/2006/main">
              <a:ext uri="{FF2B5EF4-FFF2-40B4-BE49-F238E27FC236}">
                <a16:creationId xmlns:a16="http://schemas.microsoft.com/office/drawing/2014/main" id="{043EE8E5-0A9A-4358-9C12-1A4B60B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648" y="61723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6" name="path-7777">
            <a:extLst xmlns:a="http://schemas.openxmlformats.org/drawingml/2006/main">
              <a:ext uri="{FF2B5EF4-FFF2-40B4-BE49-F238E27FC236}">
                <a16:creationId xmlns:a16="http://schemas.microsoft.com/office/drawing/2014/main" id="{0D26DD2D-E1D6-4D63-864D-EB67EC03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360" y="61440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7" name="path-7778">
            <a:extLst xmlns:a="http://schemas.openxmlformats.org/drawingml/2006/main">
              <a:ext uri="{FF2B5EF4-FFF2-40B4-BE49-F238E27FC236}">
                <a16:creationId xmlns:a16="http://schemas.microsoft.com/office/drawing/2014/main" id="{37ADB35A-88DA-43F8-A4EF-CF121659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158" y="61287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8" name="path-7779">
            <a:extLst xmlns:a="http://schemas.openxmlformats.org/drawingml/2006/main">
              <a:ext uri="{FF2B5EF4-FFF2-40B4-BE49-F238E27FC236}">
                <a16:creationId xmlns:a16="http://schemas.microsoft.com/office/drawing/2014/main" id="{2CB6C114-11F3-4AF8-B62B-D733C9DE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878" y="61379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9" name="path-7780">
            <a:extLst xmlns:a="http://schemas.openxmlformats.org/drawingml/2006/main">
              <a:ext uri="{FF2B5EF4-FFF2-40B4-BE49-F238E27FC236}">
                <a16:creationId xmlns:a16="http://schemas.microsoft.com/office/drawing/2014/main" id="{7F11DF06-85E6-47EA-8BBD-C8483EFD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431" y="61443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0" name="path-7781">
            <a:extLst xmlns:a="http://schemas.openxmlformats.org/drawingml/2006/main">
              <a:ext uri="{FF2B5EF4-FFF2-40B4-BE49-F238E27FC236}">
                <a16:creationId xmlns:a16="http://schemas.microsoft.com/office/drawing/2014/main" id="{92480999-1E3C-41AC-AF3D-525BC50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624" y="61690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1" name="path-7782">
            <a:extLst xmlns:a="http://schemas.openxmlformats.org/drawingml/2006/main">
              <a:ext uri="{FF2B5EF4-FFF2-40B4-BE49-F238E27FC236}">
                <a16:creationId xmlns:a16="http://schemas.microsoft.com/office/drawing/2014/main" id="{B24BD6A6-A90A-4059-86D5-21A5F698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4424" y="61374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2" name="path-7783">
            <a:extLst xmlns:a="http://schemas.openxmlformats.org/drawingml/2006/main">
              <a:ext uri="{FF2B5EF4-FFF2-40B4-BE49-F238E27FC236}">
                <a16:creationId xmlns:a16="http://schemas.microsoft.com/office/drawing/2014/main" id="{C00C61B2-5ECE-481B-9FCE-69A4A30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9591" y="61688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3" name="path-7784">
            <a:extLst xmlns:a="http://schemas.openxmlformats.org/drawingml/2006/main">
              <a:ext uri="{FF2B5EF4-FFF2-40B4-BE49-F238E27FC236}">
                <a16:creationId xmlns:a16="http://schemas.microsoft.com/office/drawing/2014/main" id="{CB7B51F5-956F-4502-9562-025143A7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291" y="61266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4" name="path-7785">
            <a:extLst xmlns:a="http://schemas.openxmlformats.org/drawingml/2006/main">
              <a:ext uri="{FF2B5EF4-FFF2-40B4-BE49-F238E27FC236}">
                <a16:creationId xmlns:a16="http://schemas.microsoft.com/office/drawing/2014/main" id="{C5E21733-A93E-44FF-9A9B-69C29286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504" y="6110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5" name="path-7786">
            <a:extLst xmlns:a="http://schemas.openxmlformats.org/drawingml/2006/main">
              <a:ext uri="{FF2B5EF4-FFF2-40B4-BE49-F238E27FC236}">
                <a16:creationId xmlns:a16="http://schemas.microsoft.com/office/drawing/2014/main" id="{E40199DB-1F4D-4F6F-ADEA-4F4DFF3B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8483" y="61710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6" name="path-7787">
            <a:extLst xmlns:a="http://schemas.openxmlformats.org/drawingml/2006/main">
              <a:ext uri="{FF2B5EF4-FFF2-40B4-BE49-F238E27FC236}">
                <a16:creationId xmlns:a16="http://schemas.microsoft.com/office/drawing/2014/main" id="{55ED0AF2-9C82-4E2B-8DB2-9373232D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790" y="614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7" name="path-7788">
            <a:extLst xmlns:a="http://schemas.openxmlformats.org/drawingml/2006/main">
              <a:ext uri="{FF2B5EF4-FFF2-40B4-BE49-F238E27FC236}">
                <a16:creationId xmlns:a16="http://schemas.microsoft.com/office/drawing/2014/main" id="{E3A46828-AD52-41A4-92A2-F50F8A25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335" y="61418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8" name="path-7789">
            <a:extLst xmlns:a="http://schemas.openxmlformats.org/drawingml/2006/main">
              <a:ext uri="{FF2B5EF4-FFF2-40B4-BE49-F238E27FC236}">
                <a16:creationId xmlns:a16="http://schemas.microsoft.com/office/drawing/2014/main" id="{C1775E6E-4723-4186-81F0-B683E703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214" y="61313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9" name="path-7790">
            <a:extLst xmlns:a="http://schemas.openxmlformats.org/drawingml/2006/main">
              <a:ext uri="{FF2B5EF4-FFF2-40B4-BE49-F238E27FC236}">
                <a16:creationId xmlns:a16="http://schemas.microsoft.com/office/drawing/2014/main" id="{98475DFC-6961-43C2-BFFB-58DBD22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321" y="61344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0" name="path-7791">
            <a:extLst xmlns:a="http://schemas.openxmlformats.org/drawingml/2006/main">
              <a:ext uri="{FF2B5EF4-FFF2-40B4-BE49-F238E27FC236}">
                <a16:creationId xmlns:a16="http://schemas.microsoft.com/office/drawing/2014/main" id="{2F3969F6-1891-4CF1-9133-14EBBFD1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93" y="6125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1" name="path-7792">
            <a:extLst xmlns:a="http://schemas.openxmlformats.org/drawingml/2006/main">
              <a:ext uri="{FF2B5EF4-FFF2-40B4-BE49-F238E27FC236}">
                <a16:creationId xmlns:a16="http://schemas.microsoft.com/office/drawing/2014/main" id="{8338F505-67E8-4493-9E44-3E4A1BC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866" y="6121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2" name="path-7793">
            <a:extLst xmlns:a="http://schemas.openxmlformats.org/drawingml/2006/main">
              <a:ext uri="{FF2B5EF4-FFF2-40B4-BE49-F238E27FC236}">
                <a16:creationId xmlns:a16="http://schemas.microsoft.com/office/drawing/2014/main" id="{3EA124F5-D137-4A49-9419-58D9D8C6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366" y="61405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3" name="path-7794">
            <a:extLst xmlns:a="http://schemas.openxmlformats.org/drawingml/2006/main">
              <a:ext uri="{FF2B5EF4-FFF2-40B4-BE49-F238E27FC236}">
                <a16:creationId xmlns:a16="http://schemas.microsoft.com/office/drawing/2014/main" id="{737864B4-93DF-4301-AE1F-65FDE7AF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212" y="6117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4" name="path-7795">
            <a:extLst xmlns:a="http://schemas.openxmlformats.org/drawingml/2006/main">
              <a:ext uri="{FF2B5EF4-FFF2-40B4-BE49-F238E27FC236}">
                <a16:creationId xmlns:a16="http://schemas.microsoft.com/office/drawing/2014/main" id="{D25E9C6F-D6AA-4F0D-9A58-7100CCD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3560" y="6159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5" name="path-7796">
            <a:extLst xmlns:a="http://schemas.openxmlformats.org/drawingml/2006/main">
              <a:ext uri="{FF2B5EF4-FFF2-40B4-BE49-F238E27FC236}">
                <a16:creationId xmlns:a16="http://schemas.microsoft.com/office/drawing/2014/main" id="{CE96D563-F8DE-481F-9A00-B6FC55C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794" y="61281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6" name="path-7797">
            <a:extLst xmlns:a="http://schemas.openxmlformats.org/drawingml/2006/main">
              <a:ext uri="{FF2B5EF4-FFF2-40B4-BE49-F238E27FC236}">
                <a16:creationId xmlns:a16="http://schemas.microsoft.com/office/drawing/2014/main" id="{C3F8A7D7-1646-4FF1-B06D-9DC8DFA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8538" y="61279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7" name="path-7798">
            <a:extLst xmlns:a="http://schemas.openxmlformats.org/drawingml/2006/main">
              <a:ext uri="{FF2B5EF4-FFF2-40B4-BE49-F238E27FC236}">
                <a16:creationId xmlns:a16="http://schemas.microsoft.com/office/drawing/2014/main" id="{75E50302-D534-47A1-84FB-9185B565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453" y="6124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8" name="path-7799">
            <a:extLst xmlns:a="http://schemas.openxmlformats.org/drawingml/2006/main">
              <a:ext uri="{FF2B5EF4-FFF2-40B4-BE49-F238E27FC236}">
                <a16:creationId xmlns:a16="http://schemas.microsoft.com/office/drawing/2014/main" id="{BF578430-DBB3-41B7-A708-2EB4EE15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0811" y="61335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9" name="path-7800">
            <a:extLst xmlns:a="http://schemas.openxmlformats.org/drawingml/2006/main">
              <a:ext uri="{FF2B5EF4-FFF2-40B4-BE49-F238E27FC236}">
                <a16:creationId xmlns:a16="http://schemas.microsoft.com/office/drawing/2014/main" id="{DFB96146-4ACD-4682-9532-E4E6F476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6582" y="6128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0" name="path-7801">
            <a:extLst xmlns:a="http://schemas.openxmlformats.org/drawingml/2006/main">
              <a:ext uri="{FF2B5EF4-FFF2-40B4-BE49-F238E27FC236}">
                <a16:creationId xmlns:a16="http://schemas.microsoft.com/office/drawing/2014/main" id="{D34E30DA-D880-4C30-8CC0-4E698B1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481" y="61484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1" name="path-7802">
            <a:extLst xmlns:a="http://schemas.openxmlformats.org/drawingml/2006/main">
              <a:ext uri="{FF2B5EF4-FFF2-40B4-BE49-F238E27FC236}">
                <a16:creationId xmlns:a16="http://schemas.microsoft.com/office/drawing/2014/main" id="{BF89DD77-46D4-4AF3-86BB-FE5D63C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669" y="615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2" name="path-7803">
            <a:extLst xmlns:a="http://schemas.openxmlformats.org/drawingml/2006/main">
              <a:ext uri="{FF2B5EF4-FFF2-40B4-BE49-F238E27FC236}">
                <a16:creationId xmlns:a16="http://schemas.microsoft.com/office/drawing/2014/main" id="{22819262-2308-4303-A74E-F2BCBC1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1861" y="61580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3" name="path-7804">
            <a:extLst xmlns:a="http://schemas.openxmlformats.org/drawingml/2006/main">
              <a:ext uri="{FF2B5EF4-FFF2-40B4-BE49-F238E27FC236}">
                <a16:creationId xmlns:a16="http://schemas.microsoft.com/office/drawing/2014/main" id="{E672B21A-D7E4-44F8-B203-D2AC6F56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448" y="61353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4" name="path-7805">
            <a:extLst xmlns:a="http://schemas.openxmlformats.org/drawingml/2006/main">
              <a:ext uri="{FF2B5EF4-FFF2-40B4-BE49-F238E27FC236}">
                <a16:creationId xmlns:a16="http://schemas.microsoft.com/office/drawing/2014/main" id="{E30A198F-D9C4-4B1B-BBF2-7A3698FE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554" y="61519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5" name="path-7806">
            <a:extLst xmlns:a="http://schemas.openxmlformats.org/drawingml/2006/main">
              <a:ext uri="{FF2B5EF4-FFF2-40B4-BE49-F238E27FC236}">
                <a16:creationId xmlns:a16="http://schemas.microsoft.com/office/drawing/2014/main" id="{6BDDF979-A08E-4429-A745-CB85FC1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6705" y="61502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6" name="path-7807">
            <a:extLst xmlns:a="http://schemas.openxmlformats.org/drawingml/2006/main">
              <a:ext uri="{FF2B5EF4-FFF2-40B4-BE49-F238E27FC236}">
                <a16:creationId xmlns:a16="http://schemas.microsoft.com/office/drawing/2014/main" id="{DD648E09-B969-47D8-899D-FABE9846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078" y="61515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7" name="path-7808">
            <a:extLst xmlns:a="http://schemas.openxmlformats.org/drawingml/2006/main">
              <a:ext uri="{FF2B5EF4-FFF2-40B4-BE49-F238E27FC236}">
                <a16:creationId xmlns:a16="http://schemas.microsoft.com/office/drawing/2014/main" id="{3E7975D7-3D4C-442B-85AD-8878E7C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4009" y="61330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8" name="path-7809">
            <a:extLst xmlns:a="http://schemas.openxmlformats.org/drawingml/2006/main">
              <a:ext uri="{FF2B5EF4-FFF2-40B4-BE49-F238E27FC236}">
                <a16:creationId xmlns:a16="http://schemas.microsoft.com/office/drawing/2014/main" id="{87F76B50-39AD-497B-B0F5-94192810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064" y="61119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9" name="path-7810">
            <a:extLst xmlns:a="http://schemas.openxmlformats.org/drawingml/2006/main">
              <a:ext uri="{FF2B5EF4-FFF2-40B4-BE49-F238E27FC236}">
                <a16:creationId xmlns:a16="http://schemas.microsoft.com/office/drawing/2014/main" id="{5124B734-F383-4999-984B-D7AC2C6D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3681" y="610406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0" name="path-7811">
            <a:extLst xmlns:a="http://schemas.openxmlformats.org/drawingml/2006/main">
              <a:ext uri="{FF2B5EF4-FFF2-40B4-BE49-F238E27FC236}">
                <a16:creationId xmlns:a16="http://schemas.microsoft.com/office/drawing/2014/main" id="{7967878D-48AD-4C85-916A-AC473A5B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9305" y="61477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1" name="path-7812">
            <a:extLst xmlns:a="http://schemas.openxmlformats.org/drawingml/2006/main">
              <a:ext uri="{FF2B5EF4-FFF2-40B4-BE49-F238E27FC236}">
                <a16:creationId xmlns:a16="http://schemas.microsoft.com/office/drawing/2014/main" id="{5338A501-3412-4176-85BE-FDE3679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2830" y="6141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2" name="path-7813">
            <a:extLst xmlns:a="http://schemas.openxmlformats.org/drawingml/2006/main">
              <a:ext uri="{FF2B5EF4-FFF2-40B4-BE49-F238E27FC236}">
                <a16:creationId xmlns:a16="http://schemas.microsoft.com/office/drawing/2014/main" id="{31FF54F1-463E-4F46-8247-EBC9D6FD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688" y="61390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3" name="path-7814">
            <a:extLst xmlns:a="http://schemas.openxmlformats.org/drawingml/2006/main">
              <a:ext uri="{FF2B5EF4-FFF2-40B4-BE49-F238E27FC236}">
                <a16:creationId xmlns:a16="http://schemas.microsoft.com/office/drawing/2014/main" id="{ECF4C106-21E4-489D-874B-188E794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4552" y="61363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4" name="path-7815">
            <a:extLst xmlns:a="http://schemas.openxmlformats.org/drawingml/2006/main">
              <a:ext uri="{FF2B5EF4-FFF2-40B4-BE49-F238E27FC236}">
                <a16:creationId xmlns:a16="http://schemas.microsoft.com/office/drawing/2014/main" id="{34B076D0-7096-4E99-AD1B-694C5F54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821" y="61253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5" name="path-7816">
            <a:extLst xmlns:a="http://schemas.openxmlformats.org/drawingml/2006/main">
              <a:ext uri="{FF2B5EF4-FFF2-40B4-BE49-F238E27FC236}">
                <a16:creationId xmlns:a16="http://schemas.microsoft.com/office/drawing/2014/main" id="{21D7F902-EA94-4596-B1C9-A82E988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101" y="615693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6" name="path-7817">
            <a:extLst xmlns:a="http://schemas.openxmlformats.org/drawingml/2006/main">
              <a:ext uri="{FF2B5EF4-FFF2-40B4-BE49-F238E27FC236}">
                <a16:creationId xmlns:a16="http://schemas.microsoft.com/office/drawing/2014/main" id="{FD621D27-5F0D-42B0-9805-0FEFB9F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905" y="6134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7" name="path-7818">
            <a:extLst xmlns:a="http://schemas.openxmlformats.org/drawingml/2006/main">
              <a:ext uri="{FF2B5EF4-FFF2-40B4-BE49-F238E27FC236}">
                <a16:creationId xmlns:a16="http://schemas.microsoft.com/office/drawing/2014/main" id="{840C1BAC-FA86-472B-9F63-E29AD63B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543" y="61331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8" name="path-7819">
            <a:extLst xmlns:a="http://schemas.openxmlformats.org/drawingml/2006/main">
              <a:ext uri="{FF2B5EF4-FFF2-40B4-BE49-F238E27FC236}">
                <a16:creationId xmlns:a16="http://schemas.microsoft.com/office/drawing/2014/main" id="{EA84FC16-2332-4206-BBE3-2CAB59C7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295" y="61632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9" name="path-7820">
            <a:extLst xmlns:a="http://schemas.openxmlformats.org/drawingml/2006/main">
              <a:ext uri="{FF2B5EF4-FFF2-40B4-BE49-F238E27FC236}">
                <a16:creationId xmlns:a16="http://schemas.microsoft.com/office/drawing/2014/main" id="{00BE0229-C1F4-4AE9-B7BC-18EEDD7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773" y="61481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0" name="path-7821">
            <a:extLst xmlns:a="http://schemas.openxmlformats.org/drawingml/2006/main">
              <a:ext uri="{FF2B5EF4-FFF2-40B4-BE49-F238E27FC236}">
                <a16:creationId xmlns:a16="http://schemas.microsoft.com/office/drawing/2014/main" id="{BFA364B3-D6F1-4BFE-AC08-8ABC92F8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810" y="61671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1" name="path-7822">
            <a:extLst xmlns:a="http://schemas.openxmlformats.org/drawingml/2006/main">
              <a:ext uri="{FF2B5EF4-FFF2-40B4-BE49-F238E27FC236}">
                <a16:creationId xmlns:a16="http://schemas.microsoft.com/office/drawing/2014/main" id="{D241904B-BF19-44F9-9637-890F3ED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0956" y="61192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2" name="path-7823">
            <a:extLst xmlns:a="http://schemas.openxmlformats.org/drawingml/2006/main">
              <a:ext uri="{FF2B5EF4-FFF2-40B4-BE49-F238E27FC236}">
                <a16:creationId xmlns:a16="http://schemas.microsoft.com/office/drawing/2014/main" id="{FD8D7CDB-C0A1-40B4-8383-A2D8A348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510" y="61640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3" name="path-7824">
            <a:extLst xmlns:a="http://schemas.openxmlformats.org/drawingml/2006/main">
              <a:ext uri="{FF2B5EF4-FFF2-40B4-BE49-F238E27FC236}">
                <a16:creationId xmlns:a16="http://schemas.microsoft.com/office/drawing/2014/main" id="{A1EF61D9-55C6-47DC-A46D-3269FB7F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701" y="611956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4" name="path-7825">
            <a:extLst xmlns:a="http://schemas.openxmlformats.org/drawingml/2006/main">
              <a:ext uri="{FF2B5EF4-FFF2-40B4-BE49-F238E27FC236}">
                <a16:creationId xmlns:a16="http://schemas.microsoft.com/office/drawing/2014/main" id="{5586DB1E-F994-4FCC-9819-53F3FECA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0161" y="6142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5" name="path-7826">
            <a:extLst xmlns:a="http://schemas.openxmlformats.org/drawingml/2006/main">
              <a:ext uri="{FF2B5EF4-FFF2-40B4-BE49-F238E27FC236}">
                <a16:creationId xmlns:a16="http://schemas.microsoft.com/office/drawing/2014/main" id="{147335E9-2A85-44F8-AAB6-86593A02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471" y="616208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6" name="path-7827">
            <a:extLst xmlns:a="http://schemas.openxmlformats.org/drawingml/2006/main">
              <a:ext uri="{FF2B5EF4-FFF2-40B4-BE49-F238E27FC236}">
                <a16:creationId xmlns:a16="http://schemas.microsoft.com/office/drawing/2014/main" id="{E5302FF4-30D8-4C90-9F9A-4AEA7EE4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788" y="61460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7" name="path-7828">
            <a:extLst xmlns:a="http://schemas.openxmlformats.org/drawingml/2006/main">
              <a:ext uri="{FF2B5EF4-FFF2-40B4-BE49-F238E27FC236}">
                <a16:creationId xmlns:a16="http://schemas.microsoft.com/office/drawing/2014/main" id="{48C3E577-FB59-4F72-9E13-5B31AB1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948" y="614732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8" name="path-7829">
            <a:extLst xmlns:a="http://schemas.openxmlformats.org/drawingml/2006/main">
              <a:ext uri="{FF2B5EF4-FFF2-40B4-BE49-F238E27FC236}">
                <a16:creationId xmlns:a16="http://schemas.microsoft.com/office/drawing/2014/main" id="{E8AA6D4B-3BCE-41FE-9C30-745E941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926" y="61543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9" name="path-7830">
            <a:extLst xmlns:a="http://schemas.openxmlformats.org/drawingml/2006/main">
              <a:ext uri="{FF2B5EF4-FFF2-40B4-BE49-F238E27FC236}">
                <a16:creationId xmlns:a16="http://schemas.microsoft.com/office/drawing/2014/main" id="{463882BA-FD13-44EC-BC95-43E653C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945" y="61350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0" name="path-7831">
            <a:extLst xmlns:a="http://schemas.openxmlformats.org/drawingml/2006/main">
              <a:ext uri="{FF2B5EF4-FFF2-40B4-BE49-F238E27FC236}">
                <a16:creationId xmlns:a16="http://schemas.microsoft.com/office/drawing/2014/main" id="{19AAE6D4-E6F0-48BA-A290-3209B9F2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5863" y="61509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1" name="path-7832">
            <a:extLst xmlns:a="http://schemas.openxmlformats.org/drawingml/2006/main">
              <a:ext uri="{FF2B5EF4-FFF2-40B4-BE49-F238E27FC236}">
                <a16:creationId xmlns:a16="http://schemas.microsoft.com/office/drawing/2014/main" id="{A040BDBD-D9C5-41E7-85C4-088DEA25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724" y="61566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2" name="path-7833">
            <a:extLst xmlns:a="http://schemas.openxmlformats.org/drawingml/2006/main">
              <a:ext uri="{FF2B5EF4-FFF2-40B4-BE49-F238E27FC236}">
                <a16:creationId xmlns:a16="http://schemas.microsoft.com/office/drawing/2014/main" id="{29C3584C-612A-4D64-BA2D-B967DF7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9473" y="61259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3" name="path-7834">
            <a:extLst xmlns:a="http://schemas.openxmlformats.org/drawingml/2006/main">
              <a:ext uri="{FF2B5EF4-FFF2-40B4-BE49-F238E27FC236}">
                <a16:creationId xmlns:a16="http://schemas.microsoft.com/office/drawing/2014/main" id="{4F63ED05-DE3D-43EA-AFEA-721B429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6748" y="61512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4" name="path-7835">
            <a:extLst xmlns:a="http://schemas.openxmlformats.org/drawingml/2006/main">
              <a:ext uri="{FF2B5EF4-FFF2-40B4-BE49-F238E27FC236}">
                <a16:creationId xmlns:a16="http://schemas.microsoft.com/office/drawing/2014/main" id="{40636B47-3D8F-4845-A3DB-BA4359E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912" y="61588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5" name="path-7836">
            <a:extLst xmlns:a="http://schemas.openxmlformats.org/drawingml/2006/main">
              <a:ext uri="{FF2B5EF4-FFF2-40B4-BE49-F238E27FC236}">
                <a16:creationId xmlns:a16="http://schemas.microsoft.com/office/drawing/2014/main" id="{8B5610D8-76F3-4851-8D9F-0CA3E15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7834" y="6139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6" name="path-7837">
            <a:extLst xmlns:a="http://schemas.openxmlformats.org/drawingml/2006/main">
              <a:ext uri="{FF2B5EF4-FFF2-40B4-BE49-F238E27FC236}">
                <a16:creationId xmlns:a16="http://schemas.microsoft.com/office/drawing/2014/main" id="{C92DA85E-0D2D-456E-99CF-8EB7F19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202" y="61262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7" name="path-7838">
            <a:extLst xmlns:a="http://schemas.openxmlformats.org/drawingml/2006/main">
              <a:ext uri="{FF2B5EF4-FFF2-40B4-BE49-F238E27FC236}">
                <a16:creationId xmlns:a16="http://schemas.microsoft.com/office/drawing/2014/main" id="{8B8CB767-958E-476D-B4D0-4EB8542D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275" y="61378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8" name="path-7839">
            <a:extLst xmlns:a="http://schemas.openxmlformats.org/drawingml/2006/main">
              <a:ext uri="{FF2B5EF4-FFF2-40B4-BE49-F238E27FC236}">
                <a16:creationId xmlns:a16="http://schemas.microsoft.com/office/drawing/2014/main" id="{C48C514A-D697-4CA2-8399-EFAB5757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704" y="60996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9" name="path-7840">
            <a:extLst xmlns:a="http://schemas.openxmlformats.org/drawingml/2006/main">
              <a:ext uri="{FF2B5EF4-FFF2-40B4-BE49-F238E27FC236}">
                <a16:creationId xmlns:a16="http://schemas.microsoft.com/office/drawing/2014/main" id="{ECEB6202-2E63-4BFE-B7BF-7121CED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120" y="61195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0" name="path-7841">
            <a:extLst xmlns:a="http://schemas.openxmlformats.org/drawingml/2006/main">
              <a:ext uri="{FF2B5EF4-FFF2-40B4-BE49-F238E27FC236}">
                <a16:creationId xmlns:a16="http://schemas.microsoft.com/office/drawing/2014/main" id="{1C1D0DB9-F715-4169-8FEF-8DF0B6E3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555" y="61524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1" name="path-7842">
            <a:extLst xmlns:a="http://schemas.openxmlformats.org/drawingml/2006/main">
              <a:ext uri="{FF2B5EF4-FFF2-40B4-BE49-F238E27FC236}">
                <a16:creationId xmlns:a16="http://schemas.microsoft.com/office/drawing/2014/main" id="{55AAC16E-2CBF-4969-A130-4721DFA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6793" y="6151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2" name="path-7843">
            <a:extLst xmlns:a="http://schemas.openxmlformats.org/drawingml/2006/main">
              <a:ext uri="{FF2B5EF4-FFF2-40B4-BE49-F238E27FC236}">
                <a16:creationId xmlns:a16="http://schemas.microsoft.com/office/drawing/2014/main" id="{5E729E1F-CA7F-4376-9A67-A9175B2E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384" y="61284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3" name="path-7844">
            <a:extLst xmlns:a="http://schemas.openxmlformats.org/drawingml/2006/main">
              <a:ext uri="{FF2B5EF4-FFF2-40B4-BE49-F238E27FC236}">
                <a16:creationId xmlns:a16="http://schemas.microsoft.com/office/drawing/2014/main" id="{7024F06D-0127-42DB-8FDA-B0A126D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1607" y="61421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4" name="path-7845">
            <a:extLst xmlns:a="http://schemas.openxmlformats.org/drawingml/2006/main">
              <a:ext uri="{FF2B5EF4-FFF2-40B4-BE49-F238E27FC236}">
                <a16:creationId xmlns:a16="http://schemas.microsoft.com/office/drawing/2014/main" id="{27205A5A-D6A3-4385-9DC4-5122F65B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1526" y="61429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5" name="path-7846">
            <a:extLst xmlns:a="http://schemas.openxmlformats.org/drawingml/2006/main">
              <a:ext uri="{FF2B5EF4-FFF2-40B4-BE49-F238E27FC236}">
                <a16:creationId xmlns:a16="http://schemas.microsoft.com/office/drawing/2014/main" id="{B303313B-FC26-4210-9728-C3C058CC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7724" y="61460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6" name="path-7847">
            <a:extLst xmlns:a="http://schemas.openxmlformats.org/drawingml/2006/main">
              <a:ext uri="{FF2B5EF4-FFF2-40B4-BE49-F238E27FC236}">
                <a16:creationId xmlns:a16="http://schemas.microsoft.com/office/drawing/2014/main" id="{652D244F-0881-439F-9639-A265D47B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451" y="612301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7" name="path-7848">
            <a:extLst xmlns:a="http://schemas.openxmlformats.org/drawingml/2006/main">
              <a:ext uri="{FF2B5EF4-FFF2-40B4-BE49-F238E27FC236}">
                <a16:creationId xmlns:a16="http://schemas.microsoft.com/office/drawing/2014/main" id="{BB8854EF-D8A4-48F2-BF5D-B739E4A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627" y="61173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8" name="path-7849">
            <a:extLst xmlns:a="http://schemas.openxmlformats.org/drawingml/2006/main">
              <a:ext uri="{FF2B5EF4-FFF2-40B4-BE49-F238E27FC236}">
                <a16:creationId xmlns:a16="http://schemas.microsoft.com/office/drawing/2014/main" id="{0F05D6CB-697E-49BE-B261-F9EA8EBE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492" y="61293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9" name="path-7850">
            <a:extLst xmlns:a="http://schemas.openxmlformats.org/drawingml/2006/main">
              <a:ext uri="{FF2B5EF4-FFF2-40B4-BE49-F238E27FC236}">
                <a16:creationId xmlns:a16="http://schemas.microsoft.com/office/drawing/2014/main" id="{1038BF4B-EEA5-4743-BDD0-36341373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036" y="61502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0" name="path-7851">
            <a:extLst xmlns:a="http://schemas.openxmlformats.org/drawingml/2006/main">
              <a:ext uri="{FF2B5EF4-FFF2-40B4-BE49-F238E27FC236}">
                <a16:creationId xmlns:a16="http://schemas.microsoft.com/office/drawing/2014/main" id="{3A0E38DC-B2C8-489D-A36B-C420719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403" y="611955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1" name="path-7852">
            <a:extLst xmlns:a="http://schemas.openxmlformats.org/drawingml/2006/main">
              <a:ext uri="{FF2B5EF4-FFF2-40B4-BE49-F238E27FC236}">
                <a16:creationId xmlns:a16="http://schemas.microsoft.com/office/drawing/2014/main" id="{2B78EBB4-B319-4E90-A716-F2D3B30C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4595" y="6145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2" name="path-7853">
            <a:extLst xmlns:a="http://schemas.openxmlformats.org/drawingml/2006/main">
              <a:ext uri="{FF2B5EF4-FFF2-40B4-BE49-F238E27FC236}">
                <a16:creationId xmlns:a16="http://schemas.microsoft.com/office/drawing/2014/main" id="{CADACECB-765A-4C50-A7FB-17012F8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8395" y="613645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3" name="path-7854">
            <a:extLst xmlns:a="http://schemas.openxmlformats.org/drawingml/2006/main">
              <a:ext uri="{FF2B5EF4-FFF2-40B4-BE49-F238E27FC236}">
                <a16:creationId xmlns:a16="http://schemas.microsoft.com/office/drawing/2014/main" id="{E43CE07F-868A-43DC-9105-0C062A9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658" y="6132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4" name="path-7855">
            <a:extLst xmlns:a="http://schemas.openxmlformats.org/drawingml/2006/main">
              <a:ext uri="{FF2B5EF4-FFF2-40B4-BE49-F238E27FC236}">
                <a16:creationId xmlns:a16="http://schemas.microsoft.com/office/drawing/2014/main" id="{607606FE-7358-461E-A82C-9F33E34C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363" y="61649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5" name="path-7856">
            <a:extLst xmlns:a="http://schemas.openxmlformats.org/drawingml/2006/main">
              <a:ext uri="{FF2B5EF4-FFF2-40B4-BE49-F238E27FC236}">
                <a16:creationId xmlns:a16="http://schemas.microsoft.com/office/drawing/2014/main" id="{48E0D3BE-388B-4373-9A0D-850F4AFF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632" y="6142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6" name="path-7857">
            <a:extLst xmlns:a="http://schemas.openxmlformats.org/drawingml/2006/main">
              <a:ext uri="{FF2B5EF4-FFF2-40B4-BE49-F238E27FC236}">
                <a16:creationId xmlns:a16="http://schemas.microsoft.com/office/drawing/2014/main" id="{CB32D069-27CD-4842-B55F-5AC5837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737" y="61098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7" name="path-7858">
            <a:extLst xmlns:a="http://schemas.openxmlformats.org/drawingml/2006/main">
              <a:ext uri="{FF2B5EF4-FFF2-40B4-BE49-F238E27FC236}">
                <a16:creationId xmlns:a16="http://schemas.microsoft.com/office/drawing/2014/main" id="{D9C178FE-FC7B-4902-BC39-068D734E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959" y="6143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8" name="path-7859">
            <a:extLst xmlns:a="http://schemas.openxmlformats.org/drawingml/2006/main">
              <a:ext uri="{FF2B5EF4-FFF2-40B4-BE49-F238E27FC236}">
                <a16:creationId xmlns:a16="http://schemas.microsoft.com/office/drawing/2014/main" id="{BAECDDE7-544F-4B51-9F11-936CBC3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578" y="61464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9" name="path-7860">
            <a:extLst xmlns:a="http://schemas.openxmlformats.org/drawingml/2006/main">
              <a:ext uri="{FF2B5EF4-FFF2-40B4-BE49-F238E27FC236}">
                <a16:creationId xmlns:a16="http://schemas.microsoft.com/office/drawing/2014/main" id="{43D9516B-CDCD-4167-ABC9-29C7A274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09" y="6135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0" name="path-7861">
            <a:extLst xmlns:a="http://schemas.openxmlformats.org/drawingml/2006/main">
              <a:ext uri="{FF2B5EF4-FFF2-40B4-BE49-F238E27FC236}">
                <a16:creationId xmlns:a16="http://schemas.microsoft.com/office/drawing/2014/main" id="{DBED8031-25D5-4BE7-8300-52E879BF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474" y="61440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1" name="path-7862">
            <a:extLst xmlns:a="http://schemas.openxmlformats.org/drawingml/2006/main">
              <a:ext uri="{FF2B5EF4-FFF2-40B4-BE49-F238E27FC236}">
                <a16:creationId xmlns:a16="http://schemas.microsoft.com/office/drawing/2014/main" id="{4D036C0C-87ED-4639-BD4F-07E3CD68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495" y="61267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2" name="path-7863">
            <a:extLst xmlns:a="http://schemas.openxmlformats.org/drawingml/2006/main">
              <a:ext uri="{FF2B5EF4-FFF2-40B4-BE49-F238E27FC236}">
                <a16:creationId xmlns:a16="http://schemas.microsoft.com/office/drawing/2014/main" id="{F444C9EB-C145-4604-8FFE-8A5ABCA4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081" y="6152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3" name="path-7864">
            <a:extLst xmlns:a="http://schemas.openxmlformats.org/drawingml/2006/main">
              <a:ext uri="{FF2B5EF4-FFF2-40B4-BE49-F238E27FC236}">
                <a16:creationId xmlns:a16="http://schemas.microsoft.com/office/drawing/2014/main" id="{4722B065-FF8E-4BBA-971F-965991D0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7150" y="613089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4" name="path-7865">
            <a:extLst xmlns:a="http://schemas.openxmlformats.org/drawingml/2006/main">
              <a:ext uri="{FF2B5EF4-FFF2-40B4-BE49-F238E27FC236}">
                <a16:creationId xmlns:a16="http://schemas.microsoft.com/office/drawing/2014/main" id="{6B150D0F-13AF-43F6-912C-096764E2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346" y="61626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5" name="path-7866">
            <a:extLst xmlns:a="http://schemas.openxmlformats.org/drawingml/2006/main">
              <a:ext uri="{FF2B5EF4-FFF2-40B4-BE49-F238E27FC236}">
                <a16:creationId xmlns:a16="http://schemas.microsoft.com/office/drawing/2014/main" id="{AF59725F-2E10-4A83-8D76-E3510B4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1139" y="614243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6" name="path-7867">
            <a:extLst xmlns:a="http://schemas.openxmlformats.org/drawingml/2006/main">
              <a:ext uri="{FF2B5EF4-FFF2-40B4-BE49-F238E27FC236}">
                <a16:creationId xmlns:a16="http://schemas.microsoft.com/office/drawing/2014/main" id="{5990F65C-CA4E-409B-A81A-5A576F6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412" y="61458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7" name="path-7868">
            <a:extLst xmlns:a="http://schemas.openxmlformats.org/drawingml/2006/main">
              <a:ext uri="{FF2B5EF4-FFF2-40B4-BE49-F238E27FC236}">
                <a16:creationId xmlns:a16="http://schemas.microsoft.com/office/drawing/2014/main" id="{4FDC512F-F76C-4CD6-8B53-32DF89DE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237" y="6153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8" name="path-7869">
            <a:extLst xmlns:a="http://schemas.openxmlformats.org/drawingml/2006/main">
              <a:ext uri="{FF2B5EF4-FFF2-40B4-BE49-F238E27FC236}">
                <a16:creationId xmlns:a16="http://schemas.microsoft.com/office/drawing/2014/main" id="{F73575A7-669D-4F77-A725-0FBF7C95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330" y="613113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9" name="path-7870">
            <a:extLst xmlns:a="http://schemas.openxmlformats.org/drawingml/2006/main">
              <a:ext uri="{FF2B5EF4-FFF2-40B4-BE49-F238E27FC236}">
                <a16:creationId xmlns:a16="http://schemas.microsoft.com/office/drawing/2014/main" id="{54B91C9D-65CC-4944-83C1-9F2C073F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1103" y="61457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0" name="path-7871">
            <a:extLst xmlns:a="http://schemas.openxmlformats.org/drawingml/2006/main">
              <a:ext uri="{FF2B5EF4-FFF2-40B4-BE49-F238E27FC236}">
                <a16:creationId xmlns:a16="http://schemas.microsoft.com/office/drawing/2014/main" id="{C41EA501-CE38-45DD-A45A-70D90AD3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951" y="614741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1" name="path-7872">
            <a:extLst xmlns:a="http://schemas.openxmlformats.org/drawingml/2006/main">
              <a:ext uri="{FF2B5EF4-FFF2-40B4-BE49-F238E27FC236}">
                <a16:creationId xmlns:a16="http://schemas.microsoft.com/office/drawing/2014/main" id="{B0EF8831-9D84-4E53-AE2F-A4809D24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5789" y="6146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2" name="path-7873">
            <a:extLst xmlns:a="http://schemas.openxmlformats.org/drawingml/2006/main">
              <a:ext uri="{FF2B5EF4-FFF2-40B4-BE49-F238E27FC236}">
                <a16:creationId xmlns:a16="http://schemas.microsoft.com/office/drawing/2014/main" id="{5025F803-6D61-4918-94D1-40AE4B2B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3526" y="6142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3" name="path-7874">
            <a:extLst xmlns:a="http://schemas.openxmlformats.org/drawingml/2006/main">
              <a:ext uri="{FF2B5EF4-FFF2-40B4-BE49-F238E27FC236}">
                <a16:creationId xmlns:a16="http://schemas.microsoft.com/office/drawing/2014/main" id="{917E8570-B66A-40A1-9BEA-457AC3A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185" y="61370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4" name="path-7875">
            <a:extLst xmlns:a="http://schemas.openxmlformats.org/drawingml/2006/main">
              <a:ext uri="{FF2B5EF4-FFF2-40B4-BE49-F238E27FC236}">
                <a16:creationId xmlns:a16="http://schemas.microsoft.com/office/drawing/2014/main" id="{09C46F08-A005-4A5E-81D3-18BC5B56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766" y="611988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5" name="path-7876">
            <a:extLst xmlns:a="http://schemas.openxmlformats.org/drawingml/2006/main">
              <a:ext uri="{FF2B5EF4-FFF2-40B4-BE49-F238E27FC236}">
                <a16:creationId xmlns:a16="http://schemas.microsoft.com/office/drawing/2014/main" id="{493B5595-F230-4C90-905F-8BB0C54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6" y="61301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6" name="path-7877">
            <a:extLst xmlns:a="http://schemas.openxmlformats.org/drawingml/2006/main">
              <a:ext uri="{FF2B5EF4-FFF2-40B4-BE49-F238E27FC236}">
                <a16:creationId xmlns:a16="http://schemas.microsoft.com/office/drawing/2014/main" id="{39A5C614-45ED-4634-B9B2-D186013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5929" y="61677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7" name="path-7878">
            <a:extLst xmlns:a="http://schemas.openxmlformats.org/drawingml/2006/main">
              <a:ext uri="{FF2B5EF4-FFF2-40B4-BE49-F238E27FC236}">
                <a16:creationId xmlns:a16="http://schemas.microsoft.com/office/drawing/2014/main" id="{74910B73-97FA-4961-809F-CDFC3D4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464" y="61399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8" name="path-7879">
            <a:extLst xmlns:a="http://schemas.openxmlformats.org/drawingml/2006/main">
              <a:ext uri="{FF2B5EF4-FFF2-40B4-BE49-F238E27FC236}">
                <a16:creationId xmlns:a16="http://schemas.microsoft.com/office/drawing/2014/main" id="{0BC46115-B47E-4662-A9B0-62784C7A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7035" y="614733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9" name="path-7880">
            <a:extLst xmlns:a="http://schemas.openxmlformats.org/drawingml/2006/main">
              <a:ext uri="{FF2B5EF4-FFF2-40B4-BE49-F238E27FC236}">
                <a16:creationId xmlns:a16="http://schemas.microsoft.com/office/drawing/2014/main" id="{3640F599-1DAF-4697-B9CA-3241048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1907" y="61493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0" name="path-7881">
            <a:extLst xmlns:a="http://schemas.openxmlformats.org/drawingml/2006/main">
              <a:ext uri="{FF2B5EF4-FFF2-40B4-BE49-F238E27FC236}">
                <a16:creationId xmlns:a16="http://schemas.microsoft.com/office/drawing/2014/main" id="{A722F9F0-85E1-499D-8FCB-E4C4107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774" y="61387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1" name="path-7882">
            <a:extLst xmlns:a="http://schemas.openxmlformats.org/drawingml/2006/main">
              <a:ext uri="{FF2B5EF4-FFF2-40B4-BE49-F238E27FC236}">
                <a16:creationId xmlns:a16="http://schemas.microsoft.com/office/drawing/2014/main" id="{D3A6B529-A4A1-420C-A004-E8AF635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114" y="61557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2" name="path-7883">
            <a:extLst xmlns:a="http://schemas.openxmlformats.org/drawingml/2006/main">
              <a:ext uri="{FF2B5EF4-FFF2-40B4-BE49-F238E27FC236}">
                <a16:creationId xmlns:a16="http://schemas.microsoft.com/office/drawing/2014/main" id="{AB95D0A2-9D1E-4780-93A4-8293F48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7278" y="61396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3" name="path-7884">
            <a:extLst xmlns:a="http://schemas.openxmlformats.org/drawingml/2006/main">
              <a:ext uri="{FF2B5EF4-FFF2-40B4-BE49-F238E27FC236}">
                <a16:creationId xmlns:a16="http://schemas.microsoft.com/office/drawing/2014/main" id="{AE5BBAB1-1935-45AB-A300-5CB2792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1515" y="61412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4" name="path-7885">
            <a:extLst xmlns:a="http://schemas.openxmlformats.org/drawingml/2006/main">
              <a:ext uri="{FF2B5EF4-FFF2-40B4-BE49-F238E27FC236}">
                <a16:creationId xmlns:a16="http://schemas.microsoft.com/office/drawing/2014/main" id="{566A45A5-D87E-43E0-B917-1838BD5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7920" y="615927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5" name="path-7886">
            <a:extLst xmlns:a="http://schemas.openxmlformats.org/drawingml/2006/main">
              <a:ext uri="{FF2B5EF4-FFF2-40B4-BE49-F238E27FC236}">
                <a16:creationId xmlns:a16="http://schemas.microsoft.com/office/drawing/2014/main" id="{05B4B5B9-3279-4749-BCB9-35D908B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632" y="614006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6" name="path-7887">
            <a:extLst xmlns:a="http://schemas.openxmlformats.org/drawingml/2006/main">
              <a:ext uri="{FF2B5EF4-FFF2-40B4-BE49-F238E27FC236}">
                <a16:creationId xmlns:a16="http://schemas.microsoft.com/office/drawing/2014/main" id="{E728074F-D7C2-4FF8-9F11-8B078CAA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891" y="61407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7" name="path-7888">
            <a:extLst xmlns:a="http://schemas.openxmlformats.org/drawingml/2006/main">
              <a:ext uri="{FF2B5EF4-FFF2-40B4-BE49-F238E27FC236}">
                <a16:creationId xmlns:a16="http://schemas.microsoft.com/office/drawing/2014/main" id="{68FCF894-1599-45A8-9B01-E922E24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819" y="61347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8" name="path-7889">
            <a:extLst xmlns:a="http://schemas.openxmlformats.org/drawingml/2006/main">
              <a:ext uri="{FF2B5EF4-FFF2-40B4-BE49-F238E27FC236}">
                <a16:creationId xmlns:a16="http://schemas.microsoft.com/office/drawing/2014/main" id="{EB7CDB5F-7529-4422-9690-426629BA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350" y="61396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9" name="path-7890">
            <a:extLst xmlns:a="http://schemas.openxmlformats.org/drawingml/2006/main">
              <a:ext uri="{FF2B5EF4-FFF2-40B4-BE49-F238E27FC236}">
                <a16:creationId xmlns:a16="http://schemas.microsoft.com/office/drawing/2014/main" id="{6111711F-258A-420C-80E5-CBEB3E1E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859" y="612858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0" name="path-7891">
            <a:extLst xmlns:a="http://schemas.openxmlformats.org/drawingml/2006/main">
              <a:ext uri="{FF2B5EF4-FFF2-40B4-BE49-F238E27FC236}">
                <a16:creationId xmlns:a16="http://schemas.microsoft.com/office/drawing/2014/main" id="{680DDB96-B215-4105-ADE4-38E5B1C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761" y="61419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1" name="path-7892">
            <a:extLst xmlns:a="http://schemas.openxmlformats.org/drawingml/2006/main">
              <a:ext uri="{FF2B5EF4-FFF2-40B4-BE49-F238E27FC236}">
                <a16:creationId xmlns:a16="http://schemas.microsoft.com/office/drawing/2014/main" id="{509D0E09-ED14-4E51-A1AB-2CBE7F0C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930" y="61563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2" name="path-7893">
            <a:extLst xmlns:a="http://schemas.openxmlformats.org/drawingml/2006/main">
              <a:ext uri="{FF2B5EF4-FFF2-40B4-BE49-F238E27FC236}">
                <a16:creationId xmlns:a16="http://schemas.microsoft.com/office/drawing/2014/main" id="{BDB73B1C-377C-4A0C-B62A-CCDA2471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9256" y="6133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3" name="path-7894">
            <a:extLst xmlns:a="http://schemas.openxmlformats.org/drawingml/2006/main">
              <a:ext uri="{FF2B5EF4-FFF2-40B4-BE49-F238E27FC236}">
                <a16:creationId xmlns:a16="http://schemas.microsoft.com/office/drawing/2014/main" id="{16C6BEC4-D616-4EF0-ADA7-C8BE50F2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6693" y="611999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4" name="path-7895">
            <a:extLst xmlns:a="http://schemas.openxmlformats.org/drawingml/2006/main">
              <a:ext uri="{FF2B5EF4-FFF2-40B4-BE49-F238E27FC236}">
                <a16:creationId xmlns:a16="http://schemas.microsoft.com/office/drawing/2014/main" id="{D3ACF021-F181-4C67-851A-D5A76A08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803" y="61430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5" name="path-7896">
            <a:extLst xmlns:a="http://schemas.openxmlformats.org/drawingml/2006/main">
              <a:ext uri="{FF2B5EF4-FFF2-40B4-BE49-F238E27FC236}">
                <a16:creationId xmlns:a16="http://schemas.microsoft.com/office/drawing/2014/main" id="{D98C0329-7854-42B8-8174-6177D592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922" y="613735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6" name="path-7897">
            <a:extLst xmlns:a="http://schemas.openxmlformats.org/drawingml/2006/main">
              <a:ext uri="{FF2B5EF4-FFF2-40B4-BE49-F238E27FC236}">
                <a16:creationId xmlns:a16="http://schemas.microsoft.com/office/drawing/2014/main" id="{AAFC0E77-35D7-49A7-9D5D-B42DC03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3998" y="61327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7" name="path-7898">
            <a:extLst xmlns:a="http://schemas.openxmlformats.org/drawingml/2006/main">
              <a:ext uri="{FF2B5EF4-FFF2-40B4-BE49-F238E27FC236}">
                <a16:creationId xmlns:a16="http://schemas.microsoft.com/office/drawing/2014/main" id="{A5956CB6-E4D0-418D-BC86-A9DE34F3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741" y="612053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8" name="path-7899">
            <a:extLst xmlns:a="http://schemas.openxmlformats.org/drawingml/2006/main">
              <a:ext uri="{FF2B5EF4-FFF2-40B4-BE49-F238E27FC236}">
                <a16:creationId xmlns:a16="http://schemas.microsoft.com/office/drawing/2014/main" id="{A3776F1B-298F-47D6-9854-053BF3D6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963" y="612622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9" name="path-7900">
            <a:extLst xmlns:a="http://schemas.openxmlformats.org/drawingml/2006/main">
              <a:ext uri="{FF2B5EF4-FFF2-40B4-BE49-F238E27FC236}">
                <a16:creationId xmlns:a16="http://schemas.microsoft.com/office/drawing/2014/main" id="{BF830773-280D-4C85-A082-473DA23D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278" y="61445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0" name="path-7901">
            <a:extLst xmlns:a="http://schemas.openxmlformats.org/drawingml/2006/main">
              <a:ext uri="{FF2B5EF4-FFF2-40B4-BE49-F238E27FC236}">
                <a16:creationId xmlns:a16="http://schemas.microsoft.com/office/drawing/2014/main" id="{DB5A58CB-2075-4CC3-B971-9F978C9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6725" y="61198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1" name="path-7902">
            <a:extLst xmlns:a="http://schemas.openxmlformats.org/drawingml/2006/main">
              <a:ext uri="{FF2B5EF4-FFF2-40B4-BE49-F238E27FC236}">
                <a16:creationId xmlns:a16="http://schemas.microsoft.com/office/drawing/2014/main" id="{5FF940FC-F17B-4771-8E98-CB703E1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533" y="61382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2" name="path-7903">
            <a:extLst xmlns:a="http://schemas.openxmlformats.org/drawingml/2006/main">
              <a:ext uri="{FF2B5EF4-FFF2-40B4-BE49-F238E27FC236}">
                <a16:creationId xmlns:a16="http://schemas.microsoft.com/office/drawing/2014/main" id="{0D5C5073-468C-4468-80C1-39BDF2EB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580" y="61271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3" name="path-7904">
            <a:extLst xmlns:a="http://schemas.openxmlformats.org/drawingml/2006/main">
              <a:ext uri="{FF2B5EF4-FFF2-40B4-BE49-F238E27FC236}">
                <a16:creationId xmlns:a16="http://schemas.microsoft.com/office/drawing/2014/main" id="{6F7B01C7-FDA9-42EF-A814-D38578DD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828" y="61325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4" name="path-7905">
            <a:extLst xmlns:a="http://schemas.openxmlformats.org/drawingml/2006/main">
              <a:ext uri="{FF2B5EF4-FFF2-40B4-BE49-F238E27FC236}">
                <a16:creationId xmlns:a16="http://schemas.microsoft.com/office/drawing/2014/main" id="{4C993C35-2ADA-4909-A73C-204CE137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573" y="61491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5" name="path-7906">
            <a:extLst xmlns:a="http://schemas.openxmlformats.org/drawingml/2006/main">
              <a:ext uri="{FF2B5EF4-FFF2-40B4-BE49-F238E27FC236}">
                <a16:creationId xmlns:a16="http://schemas.microsoft.com/office/drawing/2014/main" id="{6F695C1D-D4D2-418A-BE6A-847A0A69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788" y="61318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6" name="path-7907">
            <a:extLst xmlns:a="http://schemas.openxmlformats.org/drawingml/2006/main">
              <a:ext uri="{FF2B5EF4-FFF2-40B4-BE49-F238E27FC236}">
                <a16:creationId xmlns:a16="http://schemas.microsoft.com/office/drawing/2014/main" id="{A1F67908-EDC6-4D67-BBE8-54F0D75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968" y="614014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7" name="path-7908">
            <a:extLst xmlns:a="http://schemas.openxmlformats.org/drawingml/2006/main">
              <a:ext uri="{FF2B5EF4-FFF2-40B4-BE49-F238E27FC236}">
                <a16:creationId xmlns:a16="http://schemas.microsoft.com/office/drawing/2014/main" id="{F804D6C6-ADA8-4E92-A96B-6DA0FF6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791" y="614947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8" name="path-7909">
            <a:extLst xmlns:a="http://schemas.openxmlformats.org/drawingml/2006/main">
              <a:ext uri="{FF2B5EF4-FFF2-40B4-BE49-F238E27FC236}">
                <a16:creationId xmlns:a16="http://schemas.microsoft.com/office/drawing/2014/main" id="{681D71A7-1324-4FC0-B0D9-0026942D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557" y="61284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9" name="path-7910">
            <a:extLst xmlns:a="http://schemas.openxmlformats.org/drawingml/2006/main">
              <a:ext uri="{FF2B5EF4-FFF2-40B4-BE49-F238E27FC236}">
                <a16:creationId xmlns:a16="http://schemas.microsoft.com/office/drawing/2014/main" id="{32A63416-D4FA-49F1-B182-86777171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679" y="6165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0" name="path-7911">
            <a:extLst xmlns:a="http://schemas.openxmlformats.org/drawingml/2006/main">
              <a:ext uri="{FF2B5EF4-FFF2-40B4-BE49-F238E27FC236}">
                <a16:creationId xmlns:a16="http://schemas.microsoft.com/office/drawing/2014/main" id="{D0266ABB-7443-4945-8E1D-49F61E90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757" y="61426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1" name="path-7912">
            <a:extLst xmlns:a="http://schemas.openxmlformats.org/drawingml/2006/main">
              <a:ext uri="{FF2B5EF4-FFF2-40B4-BE49-F238E27FC236}">
                <a16:creationId xmlns:a16="http://schemas.microsoft.com/office/drawing/2014/main" id="{914A28E7-73A9-4458-9FBC-F162DC24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8626" y="61343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2" name="path-7913">
            <a:extLst xmlns:a="http://schemas.openxmlformats.org/drawingml/2006/main">
              <a:ext uri="{FF2B5EF4-FFF2-40B4-BE49-F238E27FC236}">
                <a16:creationId xmlns:a16="http://schemas.microsoft.com/office/drawing/2014/main" id="{ECC921E5-86D8-48DD-A8A9-36F8BC6C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2523" y="613181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3" name="path-7914">
            <a:extLst xmlns:a="http://schemas.openxmlformats.org/drawingml/2006/main">
              <a:ext uri="{FF2B5EF4-FFF2-40B4-BE49-F238E27FC236}">
                <a16:creationId xmlns:a16="http://schemas.microsoft.com/office/drawing/2014/main" id="{AF692FEC-380A-457C-9E86-8051BD49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2730" y="61577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4" name="path-7915">
            <a:extLst xmlns:a="http://schemas.openxmlformats.org/drawingml/2006/main">
              <a:ext uri="{FF2B5EF4-FFF2-40B4-BE49-F238E27FC236}">
                <a16:creationId xmlns:a16="http://schemas.microsoft.com/office/drawing/2014/main" id="{0589D844-D692-4561-B85F-FFFA5C9B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848" y="61593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5" name="path-7916">
            <a:extLst xmlns:a="http://schemas.openxmlformats.org/drawingml/2006/main">
              <a:ext uri="{FF2B5EF4-FFF2-40B4-BE49-F238E27FC236}">
                <a16:creationId xmlns:a16="http://schemas.microsoft.com/office/drawing/2014/main" id="{746D78C2-D00E-433C-9D07-DAD7AB1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98" y="613309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6" name="path-7917">
            <a:extLst xmlns:a="http://schemas.openxmlformats.org/drawingml/2006/main">
              <a:ext uri="{FF2B5EF4-FFF2-40B4-BE49-F238E27FC236}">
                <a16:creationId xmlns:a16="http://schemas.microsoft.com/office/drawing/2014/main" id="{C78AC747-61C9-482D-8775-6C86B604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850" y="61413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7" name="path-7918">
            <a:extLst xmlns:a="http://schemas.openxmlformats.org/drawingml/2006/main">
              <a:ext uri="{FF2B5EF4-FFF2-40B4-BE49-F238E27FC236}">
                <a16:creationId xmlns:a16="http://schemas.microsoft.com/office/drawing/2014/main" id="{5999AB0F-D6B2-41F5-9EF7-2EF2256C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330" y="616820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8" name="path-7919">
            <a:extLst xmlns:a="http://schemas.openxmlformats.org/drawingml/2006/main">
              <a:ext uri="{FF2B5EF4-FFF2-40B4-BE49-F238E27FC236}">
                <a16:creationId xmlns:a16="http://schemas.microsoft.com/office/drawing/2014/main" id="{5F9A18D3-E703-4AF6-8296-77003CE9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828" y="61173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9" name="path-7920">
            <a:extLst xmlns:a="http://schemas.openxmlformats.org/drawingml/2006/main">
              <a:ext uri="{FF2B5EF4-FFF2-40B4-BE49-F238E27FC236}">
                <a16:creationId xmlns:a16="http://schemas.microsoft.com/office/drawing/2014/main" id="{30724CCF-47C7-43F2-B96A-B138905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940" y="61178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0" name="path-7921">
            <a:extLst xmlns:a="http://schemas.openxmlformats.org/drawingml/2006/main">
              <a:ext uri="{FF2B5EF4-FFF2-40B4-BE49-F238E27FC236}">
                <a16:creationId xmlns:a16="http://schemas.microsoft.com/office/drawing/2014/main" id="{EC3252C3-012B-48B7-94E8-6D5B76F3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764" y="613172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1" name="path-7922">
            <a:extLst xmlns:a="http://schemas.openxmlformats.org/drawingml/2006/main">
              <a:ext uri="{FF2B5EF4-FFF2-40B4-BE49-F238E27FC236}">
                <a16:creationId xmlns:a16="http://schemas.microsoft.com/office/drawing/2014/main" id="{3CD4F047-FDA6-4609-833D-928CD4D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577" y="61369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2" name="path-7923">
            <a:extLst xmlns:a="http://schemas.openxmlformats.org/drawingml/2006/main">
              <a:ext uri="{FF2B5EF4-FFF2-40B4-BE49-F238E27FC236}">
                <a16:creationId xmlns:a16="http://schemas.microsoft.com/office/drawing/2014/main" id="{3AB5F0FC-9D5B-403B-91FA-AC5776ED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176" y="61152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3" name="path-7924">
            <a:extLst xmlns:a="http://schemas.openxmlformats.org/drawingml/2006/main">
              <a:ext uri="{FF2B5EF4-FFF2-40B4-BE49-F238E27FC236}">
                <a16:creationId xmlns:a16="http://schemas.microsoft.com/office/drawing/2014/main" id="{D9D9C071-F13F-4FE2-8395-6C20332C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9253" y="61308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4" name="path-7925">
            <a:extLst xmlns:a="http://schemas.openxmlformats.org/drawingml/2006/main">
              <a:ext uri="{FF2B5EF4-FFF2-40B4-BE49-F238E27FC236}">
                <a16:creationId xmlns:a16="http://schemas.microsoft.com/office/drawing/2014/main" id="{40F94B15-6554-4B4B-946D-62511A77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2324" y="61331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5" name="path-7926">
            <a:extLst xmlns:a="http://schemas.openxmlformats.org/drawingml/2006/main">
              <a:ext uri="{FF2B5EF4-FFF2-40B4-BE49-F238E27FC236}">
                <a16:creationId xmlns:a16="http://schemas.microsoft.com/office/drawing/2014/main" id="{C4684131-EBC8-42E4-89B0-B9C3DEE3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955" y="61502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6" name="path-7927">
            <a:extLst xmlns:a="http://schemas.openxmlformats.org/drawingml/2006/main">
              <a:ext uri="{FF2B5EF4-FFF2-40B4-BE49-F238E27FC236}">
                <a16:creationId xmlns:a16="http://schemas.microsoft.com/office/drawing/2014/main" id="{0D0DD279-5CF6-4B72-ACEF-85EFE4F7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2824" y="614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7" name="path-7928">
            <a:extLst xmlns:a="http://schemas.openxmlformats.org/drawingml/2006/main">
              <a:ext uri="{FF2B5EF4-FFF2-40B4-BE49-F238E27FC236}">
                <a16:creationId xmlns:a16="http://schemas.microsoft.com/office/drawing/2014/main" id="{3ADD913B-DC18-40E3-9795-6B2DD337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9991" y="613804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8" name="path-7929">
            <a:extLst xmlns:a="http://schemas.openxmlformats.org/drawingml/2006/main">
              <a:ext uri="{FF2B5EF4-FFF2-40B4-BE49-F238E27FC236}">
                <a16:creationId xmlns:a16="http://schemas.microsoft.com/office/drawing/2014/main" id="{5584EEF3-2CE3-4A3A-8394-608DD83C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771" y="61484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9" name="path-7930">
            <a:extLst xmlns:a="http://schemas.openxmlformats.org/drawingml/2006/main">
              <a:ext uri="{FF2B5EF4-FFF2-40B4-BE49-F238E27FC236}">
                <a16:creationId xmlns:a16="http://schemas.microsoft.com/office/drawing/2014/main" id="{40885044-DECA-46BC-92B0-4D19844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148" y="61662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0" name="path-7931">
            <a:extLst xmlns:a="http://schemas.openxmlformats.org/drawingml/2006/main">
              <a:ext uri="{FF2B5EF4-FFF2-40B4-BE49-F238E27FC236}">
                <a16:creationId xmlns:a16="http://schemas.microsoft.com/office/drawing/2014/main" id="{6DCFEEE9-1B78-4627-9D59-D9331B69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9762" y="61279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1" name="path-7932">
            <a:extLst xmlns:a="http://schemas.openxmlformats.org/drawingml/2006/main">
              <a:ext uri="{FF2B5EF4-FFF2-40B4-BE49-F238E27FC236}">
                <a16:creationId xmlns:a16="http://schemas.microsoft.com/office/drawing/2014/main" id="{B28D5E11-4A07-41AD-B27F-1577AF23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330" y="61393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2" name="path-7933">
            <a:extLst xmlns:a="http://schemas.openxmlformats.org/drawingml/2006/main">
              <a:ext uri="{FF2B5EF4-FFF2-40B4-BE49-F238E27FC236}">
                <a16:creationId xmlns:a16="http://schemas.microsoft.com/office/drawing/2014/main" id="{2135B5A3-A15E-442C-B84E-39AD783E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8263" y="61351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3" name="path-7934">
            <a:extLst xmlns:a="http://schemas.openxmlformats.org/drawingml/2006/main">
              <a:ext uri="{FF2B5EF4-FFF2-40B4-BE49-F238E27FC236}">
                <a16:creationId xmlns:a16="http://schemas.microsoft.com/office/drawing/2014/main" id="{2280AAAB-1D55-4895-817D-E586CC0C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42" y="61180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4" name="path-7935">
            <a:extLst xmlns:a="http://schemas.openxmlformats.org/drawingml/2006/main">
              <a:ext uri="{FF2B5EF4-FFF2-40B4-BE49-F238E27FC236}">
                <a16:creationId xmlns:a16="http://schemas.microsoft.com/office/drawing/2014/main" id="{D07EB77E-7A64-4EB0-9CA5-24B1C2C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452" y="6171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5" name="path-7936">
            <a:extLst xmlns:a="http://schemas.openxmlformats.org/drawingml/2006/main">
              <a:ext uri="{FF2B5EF4-FFF2-40B4-BE49-F238E27FC236}">
                <a16:creationId xmlns:a16="http://schemas.microsoft.com/office/drawing/2014/main" id="{F23FA63D-511C-4115-983B-1CB1CD5C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9509" y="610218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6" name="path-7937">
            <a:extLst xmlns:a="http://schemas.openxmlformats.org/drawingml/2006/main">
              <a:ext uri="{FF2B5EF4-FFF2-40B4-BE49-F238E27FC236}">
                <a16:creationId xmlns:a16="http://schemas.microsoft.com/office/drawing/2014/main" id="{DA6458A4-2AC7-4CC5-9C69-6DB4F313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397" y="61261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7" name="path-7938">
            <a:extLst xmlns:a="http://schemas.openxmlformats.org/drawingml/2006/main">
              <a:ext uri="{FF2B5EF4-FFF2-40B4-BE49-F238E27FC236}">
                <a16:creationId xmlns:a16="http://schemas.microsoft.com/office/drawing/2014/main" id="{FD083C6E-B06B-414F-B8D2-4D5EA52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797" y="61301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8" name="path-7939">
            <a:extLst xmlns:a="http://schemas.openxmlformats.org/drawingml/2006/main">
              <a:ext uri="{FF2B5EF4-FFF2-40B4-BE49-F238E27FC236}">
                <a16:creationId xmlns:a16="http://schemas.microsoft.com/office/drawing/2014/main" id="{D4FEFF86-FDD1-4962-8DBC-E44BC41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4702" y="61446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9" name="path-7940">
            <a:extLst xmlns:a="http://schemas.openxmlformats.org/drawingml/2006/main">
              <a:ext uri="{FF2B5EF4-FFF2-40B4-BE49-F238E27FC236}">
                <a16:creationId xmlns:a16="http://schemas.microsoft.com/office/drawing/2014/main" id="{3B4C6649-062B-42A6-B48E-EBB6DF0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180" y="617782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0" name="path-7941">
            <a:extLst xmlns:a="http://schemas.openxmlformats.org/drawingml/2006/main">
              <a:ext uri="{FF2B5EF4-FFF2-40B4-BE49-F238E27FC236}">
                <a16:creationId xmlns:a16="http://schemas.microsoft.com/office/drawing/2014/main" id="{2177406F-64BE-497C-972D-F1C7C6D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799" y="615721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1" name="path-7942">
            <a:extLst xmlns:a="http://schemas.openxmlformats.org/drawingml/2006/main">
              <a:ext uri="{FF2B5EF4-FFF2-40B4-BE49-F238E27FC236}">
                <a16:creationId xmlns:a16="http://schemas.microsoft.com/office/drawing/2014/main" id="{145E6658-92DE-4F25-B6C1-8C9675A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427" y="612231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2" name="path-7943">
            <a:extLst xmlns:a="http://schemas.openxmlformats.org/drawingml/2006/main">
              <a:ext uri="{FF2B5EF4-FFF2-40B4-BE49-F238E27FC236}">
                <a16:creationId xmlns:a16="http://schemas.microsoft.com/office/drawing/2014/main" id="{0284729F-90EB-4304-B820-7355921D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95" y="61193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3" name="path-7944">
            <a:extLst xmlns:a="http://schemas.openxmlformats.org/drawingml/2006/main">
              <a:ext uri="{FF2B5EF4-FFF2-40B4-BE49-F238E27FC236}">
                <a16:creationId xmlns:a16="http://schemas.microsoft.com/office/drawing/2014/main" id="{D0A17287-7167-4960-8A5E-483D3014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897" y="61544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4" name="path-7945">
            <a:extLst xmlns:a="http://schemas.openxmlformats.org/drawingml/2006/main">
              <a:ext uri="{FF2B5EF4-FFF2-40B4-BE49-F238E27FC236}">
                <a16:creationId xmlns:a16="http://schemas.microsoft.com/office/drawing/2014/main" id="{0A8736CF-8174-4C47-AAF0-F56E151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976" y="61540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5" name="path-7946">
            <a:extLst xmlns:a="http://schemas.openxmlformats.org/drawingml/2006/main">
              <a:ext uri="{FF2B5EF4-FFF2-40B4-BE49-F238E27FC236}">
                <a16:creationId xmlns:a16="http://schemas.microsoft.com/office/drawing/2014/main" id="{F23A2B8F-10D4-4C17-951F-AE318F9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781" y="61406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6" name="path-7947">
            <a:extLst xmlns:a="http://schemas.openxmlformats.org/drawingml/2006/main">
              <a:ext uri="{FF2B5EF4-FFF2-40B4-BE49-F238E27FC236}">
                <a16:creationId xmlns:a16="http://schemas.microsoft.com/office/drawing/2014/main" id="{538438CE-C4C1-42E1-9FC5-16D5AAA5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1219" y="61441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7" name="path-7948">
            <a:extLst xmlns:a="http://schemas.openxmlformats.org/drawingml/2006/main">
              <a:ext uri="{FF2B5EF4-FFF2-40B4-BE49-F238E27FC236}">
                <a16:creationId xmlns:a16="http://schemas.microsoft.com/office/drawing/2014/main" id="{4BF410CC-A074-497C-9845-C4F988F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729" y="61387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8" name="path-7949">
            <a:extLst xmlns:a="http://schemas.openxmlformats.org/drawingml/2006/main">
              <a:ext uri="{FF2B5EF4-FFF2-40B4-BE49-F238E27FC236}">
                <a16:creationId xmlns:a16="http://schemas.microsoft.com/office/drawing/2014/main" id="{C36997F9-C23C-4503-A7B8-EFDB8789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873" y="614069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9" name="path-7950">
            <a:extLst xmlns:a="http://schemas.openxmlformats.org/drawingml/2006/main">
              <a:ext uri="{FF2B5EF4-FFF2-40B4-BE49-F238E27FC236}">
                <a16:creationId xmlns:a16="http://schemas.microsoft.com/office/drawing/2014/main" id="{6652D96E-481F-4842-8FE9-DF1222F7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0057" y="61256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0" name="path-7951">
            <a:extLst xmlns:a="http://schemas.openxmlformats.org/drawingml/2006/main">
              <a:ext uri="{FF2B5EF4-FFF2-40B4-BE49-F238E27FC236}">
                <a16:creationId xmlns:a16="http://schemas.microsoft.com/office/drawing/2014/main" id="{D4D295CB-F01F-4120-9A27-755EB1F4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33" y="61516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1" name="path-7952">
            <a:extLst xmlns:a="http://schemas.openxmlformats.org/drawingml/2006/main">
              <a:ext uri="{FF2B5EF4-FFF2-40B4-BE49-F238E27FC236}">
                <a16:creationId xmlns:a16="http://schemas.microsoft.com/office/drawing/2014/main" id="{C64BBBF3-60E1-42E8-A6E5-0807D4A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4427" y="61376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2" name="path-7953">
            <a:extLst xmlns:a="http://schemas.openxmlformats.org/drawingml/2006/main">
              <a:ext uri="{FF2B5EF4-FFF2-40B4-BE49-F238E27FC236}">
                <a16:creationId xmlns:a16="http://schemas.microsoft.com/office/drawing/2014/main" id="{4B732C76-E69C-46EE-A405-DE3ED0AC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193" y="61177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3" name="path-7954">
            <a:extLst xmlns:a="http://schemas.openxmlformats.org/drawingml/2006/main">
              <a:ext uri="{FF2B5EF4-FFF2-40B4-BE49-F238E27FC236}">
                <a16:creationId xmlns:a16="http://schemas.microsoft.com/office/drawing/2014/main" id="{8B2427D4-13E8-4521-89C7-0C929973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139" y="611607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4" name="path-7955">
            <a:extLst xmlns:a="http://schemas.openxmlformats.org/drawingml/2006/main">
              <a:ext uri="{FF2B5EF4-FFF2-40B4-BE49-F238E27FC236}">
                <a16:creationId xmlns:a16="http://schemas.microsoft.com/office/drawing/2014/main" id="{AF6C4B3D-C5BE-41BD-B140-9B99065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1843" y="612420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5" name="path-7956">
            <a:extLst xmlns:a="http://schemas.openxmlformats.org/drawingml/2006/main">
              <a:ext uri="{FF2B5EF4-FFF2-40B4-BE49-F238E27FC236}">
                <a16:creationId xmlns:a16="http://schemas.microsoft.com/office/drawing/2014/main" id="{865EEFF4-E6FD-4C4C-99BE-B7A06D91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502" y="61737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6" name="path-7957">
            <a:extLst xmlns:a="http://schemas.openxmlformats.org/drawingml/2006/main">
              <a:ext uri="{FF2B5EF4-FFF2-40B4-BE49-F238E27FC236}">
                <a16:creationId xmlns:a16="http://schemas.microsoft.com/office/drawing/2014/main" id="{EF396A47-96FF-4BED-ABE5-AEECEDDE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892" y="61679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7" name="path-7958">
            <a:extLst xmlns:a="http://schemas.openxmlformats.org/drawingml/2006/main">
              <a:ext uri="{FF2B5EF4-FFF2-40B4-BE49-F238E27FC236}">
                <a16:creationId xmlns:a16="http://schemas.microsoft.com/office/drawing/2014/main" id="{C23315B0-FCA5-4AEA-B502-719C2D3F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950" y="61550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8" name="path-7959">
            <a:extLst xmlns:a="http://schemas.openxmlformats.org/drawingml/2006/main">
              <a:ext uri="{FF2B5EF4-FFF2-40B4-BE49-F238E27FC236}">
                <a16:creationId xmlns:a16="http://schemas.microsoft.com/office/drawing/2014/main" id="{5B52A806-54E6-484F-803B-AFC49A0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245" y="614543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9" name="path-7960">
            <a:extLst xmlns:a="http://schemas.openxmlformats.org/drawingml/2006/main">
              <a:ext uri="{FF2B5EF4-FFF2-40B4-BE49-F238E27FC236}">
                <a16:creationId xmlns:a16="http://schemas.microsoft.com/office/drawing/2014/main" id="{3BD8BEC7-508C-4E8A-B1E3-78137F33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295" y="6133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0" name="path-7961">
            <a:extLst xmlns:a="http://schemas.openxmlformats.org/drawingml/2006/main">
              <a:ext uri="{FF2B5EF4-FFF2-40B4-BE49-F238E27FC236}">
                <a16:creationId xmlns:a16="http://schemas.microsoft.com/office/drawing/2014/main" id="{2F3ACA1E-483A-4EC2-9A38-B322DAF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561" y="615292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1" name="path-7962">
            <a:extLst xmlns:a="http://schemas.openxmlformats.org/drawingml/2006/main">
              <a:ext uri="{FF2B5EF4-FFF2-40B4-BE49-F238E27FC236}">
                <a16:creationId xmlns:a16="http://schemas.microsoft.com/office/drawing/2014/main" id="{9481D710-4FF9-4848-B4E8-174D45B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749" y="61258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2" name="path-7963">
            <a:extLst xmlns:a="http://schemas.openxmlformats.org/drawingml/2006/main">
              <a:ext uri="{FF2B5EF4-FFF2-40B4-BE49-F238E27FC236}">
                <a16:creationId xmlns:a16="http://schemas.microsoft.com/office/drawing/2014/main" id="{5BA9A079-44D8-414A-94FE-8F7A0F28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658" y="613935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3" name="path-7964">
            <a:extLst xmlns:a="http://schemas.openxmlformats.org/drawingml/2006/main">
              <a:ext uri="{FF2B5EF4-FFF2-40B4-BE49-F238E27FC236}">
                <a16:creationId xmlns:a16="http://schemas.microsoft.com/office/drawing/2014/main" id="{35965DD6-B3A7-47D6-9BF5-9798B71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6284" y="61285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4" name="path-7965">
            <a:extLst xmlns:a="http://schemas.openxmlformats.org/drawingml/2006/main">
              <a:ext uri="{FF2B5EF4-FFF2-40B4-BE49-F238E27FC236}">
                <a16:creationId xmlns:a16="http://schemas.microsoft.com/office/drawing/2014/main" id="{645A1E0A-DC2F-4FB6-B676-08EBA5C8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254" y="61531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5" name="path-7966">
            <a:extLst xmlns:a="http://schemas.openxmlformats.org/drawingml/2006/main">
              <a:ext uri="{FF2B5EF4-FFF2-40B4-BE49-F238E27FC236}">
                <a16:creationId xmlns:a16="http://schemas.microsoft.com/office/drawing/2014/main" id="{02F7A76B-597F-4CDB-93D9-4EEEC31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8971" y="613191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6" name="path-7967">
            <a:extLst xmlns:a="http://schemas.openxmlformats.org/drawingml/2006/main">
              <a:ext uri="{FF2B5EF4-FFF2-40B4-BE49-F238E27FC236}">
                <a16:creationId xmlns:a16="http://schemas.microsoft.com/office/drawing/2014/main" id="{DFA402D0-BCF7-42CA-971C-CBBDB2F4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1247" y="6144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7" name="path-7968">
            <a:extLst xmlns:a="http://schemas.openxmlformats.org/drawingml/2006/main">
              <a:ext uri="{FF2B5EF4-FFF2-40B4-BE49-F238E27FC236}">
                <a16:creationId xmlns:a16="http://schemas.microsoft.com/office/drawing/2014/main" id="{7521E84E-A396-42C9-95CC-9516DB7E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740" y="6126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8" name="path-7969">
            <a:extLst xmlns:a="http://schemas.openxmlformats.org/drawingml/2006/main">
              <a:ext uri="{FF2B5EF4-FFF2-40B4-BE49-F238E27FC236}">
                <a16:creationId xmlns:a16="http://schemas.microsoft.com/office/drawing/2014/main" id="{3025B5E1-8674-41E9-AD29-6CCBDEF8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6093" y="61330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9" name="path-7970">
            <a:extLst xmlns:a="http://schemas.openxmlformats.org/drawingml/2006/main">
              <a:ext uri="{FF2B5EF4-FFF2-40B4-BE49-F238E27FC236}">
                <a16:creationId xmlns:a16="http://schemas.microsoft.com/office/drawing/2014/main" id="{097D971F-3135-4859-B5D9-4BDF82A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187" y="614146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0" name="path-7971">
            <a:extLst xmlns:a="http://schemas.openxmlformats.org/drawingml/2006/main">
              <a:ext uri="{FF2B5EF4-FFF2-40B4-BE49-F238E27FC236}">
                <a16:creationId xmlns:a16="http://schemas.microsoft.com/office/drawing/2014/main" id="{866D780F-DC24-459D-9394-D680D945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352" y="615334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1" name="path-7972">
            <a:extLst xmlns:a="http://schemas.openxmlformats.org/drawingml/2006/main">
              <a:ext uri="{FF2B5EF4-FFF2-40B4-BE49-F238E27FC236}">
                <a16:creationId xmlns:a16="http://schemas.microsoft.com/office/drawing/2014/main" id="{BC29426C-530A-495F-B7E6-28BF5C6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2404" y="61466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2" name="path-7973">
            <a:extLst xmlns:a="http://schemas.openxmlformats.org/drawingml/2006/main">
              <a:ext uri="{FF2B5EF4-FFF2-40B4-BE49-F238E27FC236}">
                <a16:creationId xmlns:a16="http://schemas.microsoft.com/office/drawing/2014/main" id="{D515FD41-EF84-4F8D-B225-EA77216F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668" y="612831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3" name="path-7974">
            <a:extLst xmlns:a="http://schemas.openxmlformats.org/drawingml/2006/main">
              <a:ext uri="{FF2B5EF4-FFF2-40B4-BE49-F238E27FC236}">
                <a16:creationId xmlns:a16="http://schemas.microsoft.com/office/drawing/2014/main" id="{AA7A573A-7D6F-41B2-9648-4FBB76C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191" y="616087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4" name="path-7975">
            <a:extLst xmlns:a="http://schemas.openxmlformats.org/drawingml/2006/main">
              <a:ext uri="{FF2B5EF4-FFF2-40B4-BE49-F238E27FC236}">
                <a16:creationId xmlns:a16="http://schemas.microsoft.com/office/drawing/2014/main" id="{74ED0747-9373-4534-B773-1E085DCF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067" y="615536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5" name="path-7976">
            <a:extLst xmlns:a="http://schemas.openxmlformats.org/drawingml/2006/main">
              <a:ext uri="{FF2B5EF4-FFF2-40B4-BE49-F238E27FC236}">
                <a16:creationId xmlns:a16="http://schemas.microsoft.com/office/drawing/2014/main" id="{8F1E2A24-06F9-43E5-B388-5423FE5E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911" y="614034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6" name="path-7977">
            <a:extLst xmlns:a="http://schemas.openxmlformats.org/drawingml/2006/main">
              <a:ext uri="{FF2B5EF4-FFF2-40B4-BE49-F238E27FC236}">
                <a16:creationId xmlns:a16="http://schemas.microsoft.com/office/drawing/2014/main" id="{1C96031F-1D66-4925-A29C-2284FD2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460" y="61611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7" name="path-7978">
            <a:extLst xmlns:a="http://schemas.openxmlformats.org/drawingml/2006/main">
              <a:ext uri="{FF2B5EF4-FFF2-40B4-BE49-F238E27FC236}">
                <a16:creationId xmlns:a16="http://schemas.microsoft.com/office/drawing/2014/main" id="{449386D2-F432-4542-8BD8-88D6E3F7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427" y="61076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8" name="path-7979">
            <a:extLst xmlns:a="http://schemas.openxmlformats.org/drawingml/2006/main">
              <a:ext uri="{FF2B5EF4-FFF2-40B4-BE49-F238E27FC236}">
                <a16:creationId xmlns:a16="http://schemas.microsoft.com/office/drawing/2014/main" id="{46C5A9FA-E9E4-4D06-98C4-A93C205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9035" y="610817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9" name="path-7980">
            <a:extLst xmlns:a="http://schemas.openxmlformats.org/drawingml/2006/main">
              <a:ext uri="{FF2B5EF4-FFF2-40B4-BE49-F238E27FC236}">
                <a16:creationId xmlns:a16="http://schemas.microsoft.com/office/drawing/2014/main" id="{D86C0939-CD3F-4E29-AD6E-ED43DE27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283" y="61369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0" name="path-7981">
            <a:extLst xmlns:a="http://schemas.openxmlformats.org/drawingml/2006/main">
              <a:ext uri="{FF2B5EF4-FFF2-40B4-BE49-F238E27FC236}">
                <a16:creationId xmlns:a16="http://schemas.microsoft.com/office/drawing/2014/main" id="{2BA0A827-36D9-4996-80C5-9B738D40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197" y="61719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1" name="path-7982">
            <a:extLst xmlns:a="http://schemas.openxmlformats.org/drawingml/2006/main">
              <a:ext uri="{FF2B5EF4-FFF2-40B4-BE49-F238E27FC236}">
                <a16:creationId xmlns:a16="http://schemas.microsoft.com/office/drawing/2014/main" id="{053E8498-F3AB-4ECF-A427-2AC5ACB6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794" y="61399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2" name="path-7983">
            <a:extLst xmlns:a="http://schemas.openxmlformats.org/drawingml/2006/main">
              <a:ext uri="{FF2B5EF4-FFF2-40B4-BE49-F238E27FC236}">
                <a16:creationId xmlns:a16="http://schemas.microsoft.com/office/drawing/2014/main" id="{DC82A281-3B7F-4896-ABC2-5EDCB079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4041" y="615300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3" name="path-7984">
            <a:extLst xmlns:a="http://schemas.openxmlformats.org/drawingml/2006/main">
              <a:ext uri="{FF2B5EF4-FFF2-40B4-BE49-F238E27FC236}">
                <a16:creationId xmlns:a16="http://schemas.microsoft.com/office/drawing/2014/main" id="{A8402967-F255-4635-98FE-18EEBEBE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527" y="61532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4" name="path-7985">
            <a:extLst xmlns:a="http://schemas.openxmlformats.org/drawingml/2006/main">
              <a:ext uri="{FF2B5EF4-FFF2-40B4-BE49-F238E27FC236}">
                <a16:creationId xmlns:a16="http://schemas.microsoft.com/office/drawing/2014/main" id="{A0BDB0FF-B9B6-46AB-87B3-5202BDA3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992" y="613513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5" name="path-7986">
            <a:extLst xmlns:a="http://schemas.openxmlformats.org/drawingml/2006/main">
              <a:ext uri="{FF2B5EF4-FFF2-40B4-BE49-F238E27FC236}">
                <a16:creationId xmlns:a16="http://schemas.microsoft.com/office/drawing/2014/main" id="{06B3FE53-732A-40CF-8841-143F45EE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349" y="61212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6" name="path-7987">
            <a:extLst xmlns:a="http://schemas.openxmlformats.org/drawingml/2006/main">
              <a:ext uri="{FF2B5EF4-FFF2-40B4-BE49-F238E27FC236}">
                <a16:creationId xmlns:a16="http://schemas.microsoft.com/office/drawing/2014/main" id="{9D955D8D-35AC-45D8-9D3A-30494B8C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061" y="614520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7" name="path-7988">
            <a:extLst xmlns:a="http://schemas.openxmlformats.org/drawingml/2006/main">
              <a:ext uri="{FF2B5EF4-FFF2-40B4-BE49-F238E27FC236}">
                <a16:creationId xmlns:a16="http://schemas.microsoft.com/office/drawing/2014/main" id="{7FA4F2DD-1B33-4FCA-A993-87535D8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144" y="614574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8" name="path-7989">
            <a:extLst xmlns:a="http://schemas.openxmlformats.org/drawingml/2006/main">
              <a:ext uri="{FF2B5EF4-FFF2-40B4-BE49-F238E27FC236}">
                <a16:creationId xmlns:a16="http://schemas.microsoft.com/office/drawing/2014/main" id="{6F2BEA30-F12A-4C26-90F2-BEF160E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428" y="613920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9" name="path-7990">
            <a:extLst xmlns:a="http://schemas.openxmlformats.org/drawingml/2006/main">
              <a:ext uri="{FF2B5EF4-FFF2-40B4-BE49-F238E27FC236}">
                <a16:creationId xmlns:a16="http://schemas.microsoft.com/office/drawing/2014/main" id="{5E23BFBC-9FCC-4E37-BB3C-EFE54D31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956" y="614314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0" name="path-7991">
            <a:extLst xmlns:a="http://schemas.openxmlformats.org/drawingml/2006/main">
              <a:ext uri="{FF2B5EF4-FFF2-40B4-BE49-F238E27FC236}">
                <a16:creationId xmlns:a16="http://schemas.microsoft.com/office/drawing/2014/main" id="{36681723-4D00-4576-8EBE-C0D6AD83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991" y="613213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1" name="path-7992">
            <a:extLst xmlns:a="http://schemas.openxmlformats.org/drawingml/2006/main">
              <a:ext uri="{FF2B5EF4-FFF2-40B4-BE49-F238E27FC236}">
                <a16:creationId xmlns:a16="http://schemas.microsoft.com/office/drawing/2014/main" id="{9B5329A2-D1D3-4519-B799-610626DA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3994" y="613879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2" name="path-7993">
            <a:extLst xmlns:a="http://schemas.openxmlformats.org/drawingml/2006/main">
              <a:ext uri="{FF2B5EF4-FFF2-40B4-BE49-F238E27FC236}">
                <a16:creationId xmlns:a16="http://schemas.microsoft.com/office/drawing/2014/main" id="{1FFF4470-81F8-4FD7-AE1B-236BC6A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9476" y="613977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3" name="path-7994">
            <a:extLst xmlns:a="http://schemas.openxmlformats.org/drawingml/2006/main">
              <a:ext uri="{FF2B5EF4-FFF2-40B4-BE49-F238E27FC236}">
                <a16:creationId xmlns:a16="http://schemas.microsoft.com/office/drawing/2014/main" id="{DFAB78E7-8DD5-40D2-B990-F3569B2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789" y="613137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4" name="path-7995">
            <a:extLst xmlns:a="http://schemas.openxmlformats.org/drawingml/2006/main">
              <a:ext uri="{FF2B5EF4-FFF2-40B4-BE49-F238E27FC236}">
                <a16:creationId xmlns:a16="http://schemas.microsoft.com/office/drawing/2014/main" id="{80E791E0-1D09-4016-9FD0-804EE76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553" y="616852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5" name="path-7996">
            <a:extLst xmlns:a="http://schemas.openxmlformats.org/drawingml/2006/main">
              <a:ext uri="{FF2B5EF4-FFF2-40B4-BE49-F238E27FC236}">
                <a16:creationId xmlns:a16="http://schemas.microsoft.com/office/drawing/2014/main" id="{9A564030-E474-4363-90C4-4F69F0D4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600" y="61366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6" name="path-7997">
            <a:extLst xmlns:a="http://schemas.openxmlformats.org/drawingml/2006/main">
              <a:ext uri="{FF2B5EF4-FFF2-40B4-BE49-F238E27FC236}">
                <a16:creationId xmlns:a16="http://schemas.microsoft.com/office/drawing/2014/main" id="{1128412D-F83A-4009-8090-3FBC4B53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774" y="61419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7" name="path-7998">
            <a:extLst xmlns:a="http://schemas.openxmlformats.org/drawingml/2006/main">
              <a:ext uri="{FF2B5EF4-FFF2-40B4-BE49-F238E27FC236}">
                <a16:creationId xmlns:a16="http://schemas.microsoft.com/office/drawing/2014/main" id="{BBF0102D-D735-40AA-AFE7-340073F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002" y="60960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8" name="path-7999">
            <a:extLst xmlns:a="http://schemas.openxmlformats.org/drawingml/2006/main">
              <a:ext uri="{FF2B5EF4-FFF2-40B4-BE49-F238E27FC236}">
                <a16:creationId xmlns:a16="http://schemas.microsoft.com/office/drawing/2014/main" id="{96BC08B6-E1C7-4224-9955-E0AC07B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192" y="6128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9" name="path-8000">
            <a:extLst xmlns:a="http://schemas.openxmlformats.org/drawingml/2006/main">
              <a:ext uri="{FF2B5EF4-FFF2-40B4-BE49-F238E27FC236}">
                <a16:creationId xmlns:a16="http://schemas.microsoft.com/office/drawing/2014/main" id="{535FACEF-13EA-43A3-A027-BC5E4343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9455" y="615754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0" name="path-8001">
            <a:extLst xmlns:a="http://schemas.openxmlformats.org/drawingml/2006/main">
              <a:ext uri="{FF2B5EF4-FFF2-40B4-BE49-F238E27FC236}">
                <a16:creationId xmlns:a16="http://schemas.microsoft.com/office/drawing/2014/main" id="{31940C3C-60E6-4BE3-AC75-C1F0B5F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515" y="6104286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1" name="path-8002">
            <a:extLst xmlns:a="http://schemas.openxmlformats.org/drawingml/2006/main">
              <a:ext uri="{FF2B5EF4-FFF2-40B4-BE49-F238E27FC236}">
                <a16:creationId xmlns:a16="http://schemas.microsoft.com/office/drawing/2014/main" id="{10F23D76-F54A-4D7D-A443-C2CE1DF3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828" y="612845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2" name="path-8003">
            <a:extLst xmlns:a="http://schemas.openxmlformats.org/drawingml/2006/main">
              <a:ext uri="{FF2B5EF4-FFF2-40B4-BE49-F238E27FC236}">
                <a16:creationId xmlns:a16="http://schemas.microsoft.com/office/drawing/2014/main" id="{4057CBDB-E015-4A87-A769-0F6439D0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235" y="61229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3" name="path-8004">
            <a:extLst xmlns:a="http://schemas.openxmlformats.org/drawingml/2006/main">
              <a:ext uri="{FF2B5EF4-FFF2-40B4-BE49-F238E27FC236}">
                <a16:creationId xmlns:a16="http://schemas.microsoft.com/office/drawing/2014/main" id="{1E1AFDE0-8194-470D-8115-548A9CB7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736" y="615135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4" name="path-8005">
            <a:extLst xmlns:a="http://schemas.openxmlformats.org/drawingml/2006/main">
              <a:ext uri="{FF2B5EF4-FFF2-40B4-BE49-F238E27FC236}">
                <a16:creationId xmlns:a16="http://schemas.microsoft.com/office/drawing/2014/main" id="{BAA41905-D424-4ABB-B54E-AF0A4B31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400" y="614187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5" name="path-8006">
            <a:extLst xmlns:a="http://schemas.openxmlformats.org/drawingml/2006/main">
              <a:ext uri="{FF2B5EF4-FFF2-40B4-BE49-F238E27FC236}">
                <a16:creationId xmlns:a16="http://schemas.microsoft.com/office/drawing/2014/main" id="{0C4B4130-0C91-48C8-A839-126E8934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714" y="6156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6" name="path-8007">
            <a:extLst xmlns:a="http://schemas.openxmlformats.org/drawingml/2006/main">
              <a:ext uri="{FF2B5EF4-FFF2-40B4-BE49-F238E27FC236}">
                <a16:creationId xmlns:a16="http://schemas.microsoft.com/office/drawing/2014/main" id="{8C083123-E954-46BF-ABDC-8808D2A9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738" y="614346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7" name="path-8008">
            <a:extLst xmlns:a="http://schemas.openxmlformats.org/drawingml/2006/main">
              <a:ext uri="{FF2B5EF4-FFF2-40B4-BE49-F238E27FC236}">
                <a16:creationId xmlns:a16="http://schemas.microsoft.com/office/drawing/2014/main" id="{75298244-A8AA-49B8-BA4A-501501ED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725" y="61370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8" name="path-8009">
            <a:extLst xmlns:a="http://schemas.openxmlformats.org/drawingml/2006/main">
              <a:ext uri="{FF2B5EF4-FFF2-40B4-BE49-F238E27FC236}">
                <a16:creationId xmlns:a16="http://schemas.microsoft.com/office/drawing/2014/main" id="{4287AF9A-9878-41C5-8915-147B1911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33" y="612995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9" name="path-8010">
            <a:extLst xmlns:a="http://schemas.openxmlformats.org/drawingml/2006/main">
              <a:ext uri="{FF2B5EF4-FFF2-40B4-BE49-F238E27FC236}">
                <a16:creationId xmlns:a16="http://schemas.microsoft.com/office/drawing/2014/main" id="{897A63A5-1A8C-433F-B1E1-0F3B6DF9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693" y="612747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0" name="path-8011">
            <a:extLst xmlns:a="http://schemas.openxmlformats.org/drawingml/2006/main">
              <a:ext uri="{FF2B5EF4-FFF2-40B4-BE49-F238E27FC236}">
                <a16:creationId xmlns:a16="http://schemas.microsoft.com/office/drawing/2014/main" id="{D5A0DA18-70FB-4CA7-8E14-371B1D75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5804" y="616710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1" name="path-8012">
            <a:extLst xmlns:a="http://schemas.openxmlformats.org/drawingml/2006/main">
              <a:ext uri="{FF2B5EF4-FFF2-40B4-BE49-F238E27FC236}">
                <a16:creationId xmlns:a16="http://schemas.microsoft.com/office/drawing/2014/main" id="{5D9B7C15-1739-445D-92E3-5CF3DDB1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127" y="616532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2" name="path-8013">
            <a:extLst xmlns:a="http://schemas.openxmlformats.org/drawingml/2006/main">
              <a:ext uri="{FF2B5EF4-FFF2-40B4-BE49-F238E27FC236}">
                <a16:creationId xmlns:a16="http://schemas.microsoft.com/office/drawing/2014/main" id="{B8B28760-5737-4534-858D-1CEB6B8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602" y="613105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3" name="path-8014">
            <a:extLst xmlns:a="http://schemas.openxmlformats.org/drawingml/2006/main">
              <a:ext uri="{FF2B5EF4-FFF2-40B4-BE49-F238E27FC236}">
                <a16:creationId xmlns:a16="http://schemas.microsoft.com/office/drawing/2014/main" id="{7622755B-6119-45EB-B72F-7F1168D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106" y="6140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4" name="path-8015">
            <a:extLst xmlns:a="http://schemas.openxmlformats.org/drawingml/2006/main">
              <a:ext uri="{FF2B5EF4-FFF2-40B4-BE49-F238E27FC236}">
                <a16:creationId xmlns:a16="http://schemas.microsoft.com/office/drawing/2014/main" id="{A7E1ED1F-1B91-4DDB-B6C1-5B0ECC9E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834" y="61275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5" name="path-8016">
            <a:extLst xmlns:a="http://schemas.openxmlformats.org/drawingml/2006/main">
              <a:ext uri="{FF2B5EF4-FFF2-40B4-BE49-F238E27FC236}">
                <a16:creationId xmlns:a16="http://schemas.microsoft.com/office/drawing/2014/main" id="{4CAEE208-F630-4B66-8DC6-F5C3708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919" y="614890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6" name="path-8017">
            <a:extLst xmlns:a="http://schemas.openxmlformats.org/drawingml/2006/main">
              <a:ext uri="{FF2B5EF4-FFF2-40B4-BE49-F238E27FC236}">
                <a16:creationId xmlns:a16="http://schemas.microsoft.com/office/drawing/2014/main" id="{D31DBB3E-916B-4894-89F8-2F03319B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142" y="61411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7" name="path-8018">
            <a:extLst xmlns:a="http://schemas.openxmlformats.org/drawingml/2006/main">
              <a:ext uri="{FF2B5EF4-FFF2-40B4-BE49-F238E27FC236}">
                <a16:creationId xmlns:a16="http://schemas.microsoft.com/office/drawing/2014/main" id="{FB4504C0-E814-4DA7-BF95-144FA04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739" y="615359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8" name="path-8019">
            <a:extLst xmlns:a="http://schemas.openxmlformats.org/drawingml/2006/main">
              <a:ext uri="{FF2B5EF4-FFF2-40B4-BE49-F238E27FC236}">
                <a16:creationId xmlns:a16="http://schemas.microsoft.com/office/drawing/2014/main" id="{4552CF3F-7DA4-476B-A38F-E23FAF96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706" y="614886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9" name="path-8020">
            <a:extLst xmlns:a="http://schemas.openxmlformats.org/drawingml/2006/main">
              <a:ext uri="{FF2B5EF4-FFF2-40B4-BE49-F238E27FC236}">
                <a16:creationId xmlns:a16="http://schemas.microsoft.com/office/drawing/2014/main" id="{F77C6D7A-0BDD-4260-85F2-2AE52C93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8476" y="6148451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0" name="path-8021">
            <a:extLst xmlns:a="http://schemas.openxmlformats.org/drawingml/2006/main">
              <a:ext uri="{FF2B5EF4-FFF2-40B4-BE49-F238E27FC236}">
                <a16:creationId xmlns:a16="http://schemas.microsoft.com/office/drawing/2014/main" id="{F820F8A7-8634-4C2A-87B9-706C5C1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4480" y="613547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1" name="path-8022">
            <a:extLst xmlns:a="http://schemas.openxmlformats.org/drawingml/2006/main">
              <a:ext uri="{FF2B5EF4-FFF2-40B4-BE49-F238E27FC236}">
                <a16:creationId xmlns:a16="http://schemas.microsoft.com/office/drawing/2014/main" id="{2BC76C5D-0C64-4E23-A49C-A39BB88B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300" y="61405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2" name="path-8023">
            <a:extLst xmlns:a="http://schemas.openxmlformats.org/drawingml/2006/main">
              <a:ext uri="{FF2B5EF4-FFF2-40B4-BE49-F238E27FC236}">
                <a16:creationId xmlns:a16="http://schemas.microsoft.com/office/drawing/2014/main" id="{686A3FB4-2F9B-48BB-BF6C-FF0C858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86" y="614588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3" name="path-8024">
            <a:extLst xmlns:a="http://schemas.openxmlformats.org/drawingml/2006/main">
              <a:ext uri="{FF2B5EF4-FFF2-40B4-BE49-F238E27FC236}">
                <a16:creationId xmlns:a16="http://schemas.microsoft.com/office/drawing/2014/main" id="{CD748AB9-B2CC-491A-AFF6-EF1C04A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513" y="612541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4" name="path-8025">
            <a:extLst xmlns:a="http://schemas.openxmlformats.org/drawingml/2006/main">
              <a:ext uri="{FF2B5EF4-FFF2-40B4-BE49-F238E27FC236}">
                <a16:creationId xmlns:a16="http://schemas.microsoft.com/office/drawing/2014/main" id="{F5B459A7-9F5F-47D0-89C6-12D4E290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20" y="613940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5" name="path-8026">
            <a:extLst xmlns:a="http://schemas.openxmlformats.org/drawingml/2006/main">
              <a:ext uri="{FF2B5EF4-FFF2-40B4-BE49-F238E27FC236}">
                <a16:creationId xmlns:a16="http://schemas.microsoft.com/office/drawing/2014/main" id="{84D3E0A2-7BCA-4447-888D-008B950D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3636" y="6151094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6" name="path-8027">
            <a:extLst xmlns:a="http://schemas.openxmlformats.org/drawingml/2006/main">
              <a:ext uri="{FF2B5EF4-FFF2-40B4-BE49-F238E27FC236}">
                <a16:creationId xmlns:a16="http://schemas.microsoft.com/office/drawing/2014/main" id="{55D14D84-D4EA-49B6-B0FE-3E4DFE4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178" y="612193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7" name="path-8028">
            <a:extLst xmlns:a="http://schemas.openxmlformats.org/drawingml/2006/main">
              <a:ext uri="{FF2B5EF4-FFF2-40B4-BE49-F238E27FC236}">
                <a16:creationId xmlns:a16="http://schemas.microsoft.com/office/drawing/2014/main" id="{3FA62E47-39F4-4D92-BB8C-B74B842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549" y="6179062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8" name="path-8029">
            <a:extLst xmlns:a="http://schemas.openxmlformats.org/drawingml/2006/main">
              <a:ext uri="{FF2B5EF4-FFF2-40B4-BE49-F238E27FC236}">
                <a16:creationId xmlns:a16="http://schemas.microsoft.com/office/drawing/2014/main" id="{DC02774A-E194-4A98-B4A6-6EE7D10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800" y="6126049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9" name="path-8030">
            <a:extLst xmlns:a="http://schemas.openxmlformats.org/drawingml/2006/main">
              <a:ext uri="{FF2B5EF4-FFF2-40B4-BE49-F238E27FC236}">
                <a16:creationId xmlns:a16="http://schemas.microsoft.com/office/drawing/2014/main" id="{BE2C2189-8949-42EC-9C02-67B11E7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479" y="613431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0" name="path-8031">
            <a:extLst xmlns:a="http://schemas.openxmlformats.org/drawingml/2006/main">
              <a:ext uri="{FF2B5EF4-FFF2-40B4-BE49-F238E27FC236}">
                <a16:creationId xmlns:a16="http://schemas.microsoft.com/office/drawing/2014/main" id="{ACD7CE10-861A-4797-BE63-48F9BE38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4583" y="614462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1" name="path-8032">
            <a:extLst xmlns:a="http://schemas.openxmlformats.org/drawingml/2006/main">
              <a:ext uri="{FF2B5EF4-FFF2-40B4-BE49-F238E27FC236}">
                <a16:creationId xmlns:a16="http://schemas.microsoft.com/office/drawing/2014/main" id="{E90E58E1-8E07-4A81-BAEF-AE5C1D9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326" y="614738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2" name="path-8033">
            <a:extLst xmlns:a="http://schemas.openxmlformats.org/drawingml/2006/main">
              <a:ext uri="{FF2B5EF4-FFF2-40B4-BE49-F238E27FC236}">
                <a16:creationId xmlns:a16="http://schemas.microsoft.com/office/drawing/2014/main" id="{81729852-6BE8-48E6-A4F2-AB875552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003" y="6119925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3" name="path-8034">
            <a:extLst xmlns:a="http://schemas.openxmlformats.org/drawingml/2006/main">
              <a:ext uri="{FF2B5EF4-FFF2-40B4-BE49-F238E27FC236}">
                <a16:creationId xmlns:a16="http://schemas.microsoft.com/office/drawing/2014/main" id="{2A8D29C8-F5A3-4BCF-9E59-6BD6958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409" y="61385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4" name="path-8035">
            <a:extLst xmlns:a="http://schemas.openxmlformats.org/drawingml/2006/main">
              <a:ext uri="{FF2B5EF4-FFF2-40B4-BE49-F238E27FC236}">
                <a16:creationId xmlns:a16="http://schemas.microsoft.com/office/drawing/2014/main" id="{BBC8FE2D-6DC4-4F69-A45C-6180CCB6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6807" y="615455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5" name="path-8036">
            <a:extLst xmlns:a="http://schemas.openxmlformats.org/drawingml/2006/main">
              <a:ext uri="{FF2B5EF4-FFF2-40B4-BE49-F238E27FC236}">
                <a16:creationId xmlns:a16="http://schemas.microsoft.com/office/drawing/2014/main" id="{34D341F9-88F8-4179-8D3B-579CB03C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119" y="612526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6" name="path-8037">
            <a:extLst xmlns:a="http://schemas.openxmlformats.org/drawingml/2006/main">
              <a:ext uri="{FF2B5EF4-FFF2-40B4-BE49-F238E27FC236}">
                <a16:creationId xmlns:a16="http://schemas.microsoft.com/office/drawing/2014/main" id="{ECEAF85E-41FD-4B79-B20F-4C7DB7EB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734" y="6125383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7" name="path-8038">
            <a:extLst xmlns:a="http://schemas.openxmlformats.org/drawingml/2006/main">
              <a:ext uri="{FF2B5EF4-FFF2-40B4-BE49-F238E27FC236}">
                <a16:creationId xmlns:a16="http://schemas.microsoft.com/office/drawing/2014/main" id="{B23DAC96-FBCB-43DA-9976-969A00A1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529" y="613176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8" name="path-8039">
            <a:extLst xmlns:a="http://schemas.openxmlformats.org/drawingml/2006/main">
              <a:ext uri="{FF2B5EF4-FFF2-40B4-BE49-F238E27FC236}">
                <a16:creationId xmlns:a16="http://schemas.microsoft.com/office/drawing/2014/main" id="{0B4E4028-017B-4EAF-B2D9-A14B3C1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480" y="6125240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9" name="path-8040">
            <a:extLst xmlns:a="http://schemas.openxmlformats.org/drawingml/2006/main">
              <a:ext uri="{FF2B5EF4-FFF2-40B4-BE49-F238E27FC236}">
                <a16:creationId xmlns:a16="http://schemas.microsoft.com/office/drawing/2014/main" id="{45DBE25A-4845-41FB-B26C-2EC6D0F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254" y="6131607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0" name="path-8041">
            <a:extLst xmlns:a="http://schemas.openxmlformats.org/drawingml/2006/main">
              <a:ext uri="{FF2B5EF4-FFF2-40B4-BE49-F238E27FC236}">
                <a16:creationId xmlns:a16="http://schemas.microsoft.com/office/drawing/2014/main" id="{0DA06042-E445-4659-8D0B-7A67810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863" y="6158298"/>
            <a:ext cx="77656" cy="77655"/>
          </a:xfrm>
          <a:custGeom xmlns:a="http://schemas.openxmlformats.org/drawingml/2006/main">
            <a:pathLst>
              <a:path w="77656" h="77655">
                <a:moveTo>
                  <a:pt x="38827" y="77655"/>
                </a:moveTo>
                <a:cubicBezTo>
                  <a:pt x="49125" y="77655"/>
                  <a:pt x="59002" y="73564"/>
                  <a:pt x="66283" y="66283"/>
                </a:cubicBezTo>
                <a:cubicBezTo>
                  <a:pt x="73565" y="59002"/>
                  <a:pt x="77656" y="49125"/>
                  <a:pt x="77656" y="38827"/>
                </a:cubicBezTo>
                <a:cubicBezTo>
                  <a:pt x="77656" y="28531"/>
                  <a:pt x="73565" y="18654"/>
                  <a:pt x="66283" y="11373"/>
                </a:cubicBezTo>
                <a:cubicBezTo>
                  <a:pt x="59002" y="4091"/>
                  <a:pt x="49125" y="0"/>
                  <a:pt x="38827" y="0"/>
                </a:cubicBezTo>
                <a:cubicBezTo>
                  <a:pt x="28530" y="0"/>
                  <a:pt x="18654" y="4091"/>
                  <a:pt x="11373" y="11373"/>
                </a:cubicBezTo>
                <a:cubicBezTo>
                  <a:pt x="4091" y="18654"/>
                  <a:pt x="0" y="28531"/>
                  <a:pt x="0" y="38827"/>
                </a:cubicBezTo>
                <a:cubicBezTo>
                  <a:pt x="0" y="49125"/>
                  <a:pt x="4091" y="59002"/>
                  <a:pt x="11373" y="66283"/>
                </a:cubicBezTo>
                <a:cubicBezTo>
                  <a:pt x="18654" y="73564"/>
                  <a:pt x="28530" y="77655"/>
                  <a:pt x="38827" y="77655"/>
                </a:cubicBezTo>
              </a:path>
            </a:pathLst>
          </a:custGeom>
          <a:solidFill xmlns:a="http://schemas.openxmlformats.org/drawingml/2006/main">
            <a:srgbClr val="009F8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1" name="path-8042">
            <a:extLst xmlns:a="http://schemas.openxmlformats.org/drawingml/2006/main">
              <a:ext uri="{FF2B5EF4-FFF2-40B4-BE49-F238E27FC236}">
                <a16:creationId xmlns:a16="http://schemas.microsoft.com/office/drawing/2014/main" id="{D016CDEF-E5AB-42A7-9279-97698452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168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2" name="path-8043">
            <a:extLst xmlns:a="http://schemas.openxmlformats.org/drawingml/2006/main">
              <a:ext uri="{FF2B5EF4-FFF2-40B4-BE49-F238E27FC236}">
                <a16:creationId xmlns:a16="http://schemas.microsoft.com/office/drawing/2014/main" id="{8935C47C-D274-4801-BCB9-053BD29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889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3" name="path-8044">
            <a:extLst xmlns:a="http://schemas.openxmlformats.org/drawingml/2006/main">
              <a:ext uri="{FF2B5EF4-FFF2-40B4-BE49-F238E27FC236}">
                <a16:creationId xmlns:a16="http://schemas.microsoft.com/office/drawing/2014/main" id="{0318E30C-8902-4F8D-ADE7-1E1A095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895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0" y="186212"/>
                </a:moveTo>
                <a:lnTo>
                  <a:pt x="186211" y="186212"/>
                </a:lnTo>
                <a:lnTo>
                  <a:pt x="186211" y="0"/>
                </a:lnTo>
                <a:lnTo>
                  <a:pt x="0" y="0"/>
                </a:lnTo>
                <a:lnTo>
                  <a:pt x="0" y="186212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4" name="path-8045">
            <a:extLst xmlns:a="http://schemas.openxmlformats.org/drawingml/2006/main">
              <a:ext uri="{FF2B5EF4-FFF2-40B4-BE49-F238E27FC236}">
                <a16:creationId xmlns:a16="http://schemas.microsoft.com/office/drawing/2014/main" id="{95A3A829-3E48-4350-A5F8-612906BA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1616" y="6074489"/>
            <a:ext cx="210768" cy="210768"/>
          </a:xfrm>
          <a:custGeom xmlns:a="http://schemas.openxmlformats.org/drawingml/2006/main">
            <a:pathLst>
              <a:path w="210768" h="210768">
                <a:moveTo>
                  <a:pt x="12279" y="198490"/>
                </a:moveTo>
                <a:lnTo>
                  <a:pt x="0" y="198490"/>
                </a:lnTo>
                <a:lnTo>
                  <a:pt x="0" y="210768"/>
                </a:lnTo>
                <a:lnTo>
                  <a:pt x="12279" y="210768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198490" y="210768"/>
                </a:lnTo>
                <a:lnTo>
                  <a:pt x="210768" y="210768"/>
                </a:lnTo>
                <a:lnTo>
                  <a:pt x="210768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210768" y="12279"/>
                </a:lnTo>
                <a:lnTo>
                  <a:pt x="210768" y="0"/>
                </a:lnTo>
                <a:lnTo>
                  <a:pt x="198490" y="0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12279" y="0"/>
                </a:lnTo>
                <a:lnTo>
                  <a:pt x="0" y="0"/>
                </a:lnTo>
                <a:lnTo>
                  <a:pt x="0" y="12279"/>
                </a:lnTo>
                <a:lnTo>
                  <a:pt x="12279" y="12279"/>
                </a:lnTo>
                <a:moveTo>
                  <a:pt x="12279" y="198490"/>
                </a:moveTo>
                <a:lnTo>
                  <a:pt x="12279" y="210768"/>
                </a:lnTo>
                <a:lnTo>
                  <a:pt x="198490" y="210768"/>
                </a:lnTo>
                <a:lnTo>
                  <a:pt x="198490" y="198490"/>
                </a:lnTo>
                <a:lnTo>
                  <a:pt x="198490" y="186211"/>
                </a:lnTo>
                <a:lnTo>
                  <a:pt x="12279" y="186211"/>
                </a:lnTo>
                <a:lnTo>
                  <a:pt x="12279" y="198490"/>
                </a:lnTo>
                <a:moveTo>
                  <a:pt x="198490" y="198490"/>
                </a:moveTo>
                <a:lnTo>
                  <a:pt x="210768" y="198490"/>
                </a:lnTo>
                <a:lnTo>
                  <a:pt x="210768" y="12279"/>
                </a:lnTo>
                <a:lnTo>
                  <a:pt x="198490" y="12279"/>
                </a:lnTo>
                <a:lnTo>
                  <a:pt x="186211" y="12279"/>
                </a:lnTo>
                <a:lnTo>
                  <a:pt x="186211" y="198490"/>
                </a:lnTo>
                <a:lnTo>
                  <a:pt x="198490" y="198490"/>
                </a:lnTo>
                <a:moveTo>
                  <a:pt x="198490" y="12279"/>
                </a:moveTo>
                <a:lnTo>
                  <a:pt x="198490" y="0"/>
                </a:lnTo>
                <a:lnTo>
                  <a:pt x="12279" y="0"/>
                </a:lnTo>
                <a:lnTo>
                  <a:pt x="12279" y="12279"/>
                </a:lnTo>
                <a:lnTo>
                  <a:pt x="12279" y="24556"/>
                </a:lnTo>
                <a:lnTo>
                  <a:pt x="198490" y="24556"/>
                </a:lnTo>
                <a:lnTo>
                  <a:pt x="198490" y="12279"/>
                </a:lnTo>
                <a:moveTo>
                  <a:pt x="12279" y="12279"/>
                </a:moveTo>
                <a:lnTo>
                  <a:pt x="0" y="12279"/>
                </a:lnTo>
                <a:lnTo>
                  <a:pt x="0" y="198490"/>
                </a:lnTo>
                <a:lnTo>
                  <a:pt x="12279" y="198490"/>
                </a:lnTo>
                <a:lnTo>
                  <a:pt x="24557" y="198490"/>
                </a:lnTo>
                <a:lnTo>
                  <a:pt x="24557" y="12279"/>
                </a:lnTo>
                <a:lnTo>
                  <a:pt x="12279" y="12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5" name="path-8046">
            <a:extLst xmlns:a="http://schemas.openxmlformats.org/drawingml/2006/main">
              <a:ext uri="{FF2B5EF4-FFF2-40B4-BE49-F238E27FC236}">
                <a16:creationId xmlns:a16="http://schemas.microsoft.com/office/drawing/2014/main" id="{AB01B640-C3C4-4122-9596-CAFCDE2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805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6" name="path-8047">
            <a:extLst xmlns:a="http://schemas.openxmlformats.org/drawingml/2006/main">
              <a:ext uri="{FF2B5EF4-FFF2-40B4-BE49-F238E27FC236}">
                <a16:creationId xmlns:a16="http://schemas.microsoft.com/office/drawing/2014/main" id="{169E3918-C6F7-4993-B74A-74A2029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37" y="6059312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7" name="path-8048">
            <a:extLst xmlns:a="http://schemas.openxmlformats.org/drawingml/2006/main">
              <a:ext uri="{FF2B5EF4-FFF2-40B4-BE49-F238E27FC236}">
                <a16:creationId xmlns:a16="http://schemas.microsoft.com/office/drawing/2014/main" id="{6B910C9A-974C-4D56-BF45-7413481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077" y="6086768"/>
            <a:ext cx="186211" cy="186212"/>
          </a:xfrm>
          <a:custGeom xmlns:a="http://schemas.openxmlformats.org/drawingml/2006/main">
            <a:pathLst>
              <a:path w="186211" h="186212">
                <a:moveTo>
                  <a:pt x="93105" y="0"/>
                </a:moveTo>
                <a:lnTo>
                  <a:pt x="0" y="186212"/>
                </a:lnTo>
                <a:lnTo>
                  <a:pt x="186211" y="186212"/>
                </a:lnTo>
                <a:lnTo>
                  <a:pt x="93105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8" name="path-8049">
            <a:extLst xmlns:a="http://schemas.openxmlformats.org/drawingml/2006/main">
              <a:ext uri="{FF2B5EF4-FFF2-40B4-BE49-F238E27FC236}">
                <a16:creationId xmlns:a16="http://schemas.microsoft.com/office/drawing/2014/main" id="{03E9ED25-7AED-43B7-94E9-5055F6A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210" y="6059312"/>
            <a:ext cx="225946" cy="225945"/>
          </a:xfrm>
          <a:custGeom xmlns:a="http://schemas.openxmlformats.org/drawingml/2006/main">
            <a:pathLst>
              <a:path w="225946" h="225945">
                <a:moveTo>
                  <a:pt x="112973" y="27455"/>
                </a:moveTo>
                <a:lnTo>
                  <a:pt x="123955" y="21964"/>
                </a:lnTo>
                <a:lnTo>
                  <a:pt x="112973" y="0"/>
                </a:lnTo>
                <a:lnTo>
                  <a:pt x="101991" y="21964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8885" y="208176"/>
                </a:lnTo>
                <a:lnTo>
                  <a:pt x="0" y="225945"/>
                </a:lnTo>
                <a:lnTo>
                  <a:pt x="19867" y="225945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06078" y="225945"/>
                </a:lnTo>
                <a:lnTo>
                  <a:pt x="225946" y="225945"/>
                </a:lnTo>
                <a:lnTo>
                  <a:pt x="217060" y="208176"/>
                </a:lnTo>
                <a:lnTo>
                  <a:pt x="206078" y="213667"/>
                </a:lnTo>
                <a:moveTo>
                  <a:pt x="112973" y="27455"/>
                </a:moveTo>
                <a:lnTo>
                  <a:pt x="101991" y="21964"/>
                </a:lnTo>
                <a:lnTo>
                  <a:pt x="8885" y="208176"/>
                </a:lnTo>
                <a:lnTo>
                  <a:pt x="19867" y="213667"/>
                </a:lnTo>
                <a:lnTo>
                  <a:pt x="30849" y="219158"/>
                </a:lnTo>
                <a:lnTo>
                  <a:pt x="123955" y="32947"/>
                </a:lnTo>
                <a:lnTo>
                  <a:pt x="112973" y="27455"/>
                </a:lnTo>
                <a:moveTo>
                  <a:pt x="19867" y="213667"/>
                </a:moveTo>
                <a:lnTo>
                  <a:pt x="19867" y="225945"/>
                </a:lnTo>
                <a:lnTo>
                  <a:pt x="206078" y="225945"/>
                </a:lnTo>
                <a:lnTo>
                  <a:pt x="206078" y="213667"/>
                </a:lnTo>
                <a:lnTo>
                  <a:pt x="206078" y="201389"/>
                </a:lnTo>
                <a:lnTo>
                  <a:pt x="19867" y="201389"/>
                </a:lnTo>
                <a:lnTo>
                  <a:pt x="19867" y="213667"/>
                </a:lnTo>
                <a:moveTo>
                  <a:pt x="206078" y="213667"/>
                </a:moveTo>
                <a:lnTo>
                  <a:pt x="217060" y="208176"/>
                </a:lnTo>
                <a:lnTo>
                  <a:pt x="123955" y="21964"/>
                </a:lnTo>
                <a:lnTo>
                  <a:pt x="112973" y="27455"/>
                </a:lnTo>
                <a:lnTo>
                  <a:pt x="101991" y="32947"/>
                </a:lnTo>
                <a:lnTo>
                  <a:pt x="195096" y="219158"/>
                </a:lnTo>
                <a:lnTo>
                  <a:pt x="206078" y="2136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9" name="path-8050">
            <a:extLst xmlns:a="http://schemas.openxmlformats.org/drawingml/2006/main">
              <a:ext uri="{FF2B5EF4-FFF2-40B4-BE49-F238E27FC236}">
                <a16:creationId xmlns:a16="http://schemas.microsoft.com/office/drawing/2014/main" id="{A7ECA24E-86AE-4313-9AEF-391A0AFD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90937" y="92088"/>
                </a:moveTo>
                <a:lnTo>
                  <a:pt x="90937" y="82879"/>
                </a:lnTo>
                <a:lnTo>
                  <a:pt x="36836" y="82879"/>
                </a:lnTo>
                <a:lnTo>
                  <a:pt x="27540" y="80365"/>
                </a:lnTo>
                <a:lnTo>
                  <a:pt x="20932" y="73757"/>
                </a:lnTo>
                <a:lnTo>
                  <a:pt x="18417" y="64462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64462"/>
                </a:lnTo>
                <a:lnTo>
                  <a:pt x="2895" y="78800"/>
                </a:lnTo>
                <a:lnTo>
                  <a:pt x="10788" y="90508"/>
                </a:lnTo>
                <a:lnTo>
                  <a:pt x="22496" y="98402"/>
                </a:lnTo>
                <a:lnTo>
                  <a:pt x="36834" y="101297"/>
                </a:lnTo>
                <a:lnTo>
                  <a:pt x="90937" y="101297"/>
                </a:lnTo>
                <a:lnTo>
                  <a:pt x="90937" y="9208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0" name="path-8051">
            <a:extLst xmlns:a="http://schemas.openxmlformats.org/drawingml/2006/main">
              <a:ext uri="{FF2B5EF4-FFF2-40B4-BE49-F238E27FC236}">
                <a16:creationId xmlns:a16="http://schemas.microsoft.com/office/drawing/2014/main" id="{F531C1F3-8B8E-4D80-9C40-0BAD26DB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6115410"/>
            <a:ext cx="18417" cy="128923"/>
          </a:xfrm>
          <a:custGeom xmlns:a="http://schemas.openxmlformats.org/drawingml/2006/main">
            <a:pathLst>
              <a:path w="18417" h="128923">
                <a:moveTo>
                  <a:pt x="9209" y="128923"/>
                </a:moveTo>
                <a:lnTo>
                  <a:pt x="18417" y="128923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1" name="path-8052">
            <a:extLst xmlns:a="http://schemas.openxmlformats.org/drawingml/2006/main">
              <a:ext uri="{FF2B5EF4-FFF2-40B4-BE49-F238E27FC236}">
                <a16:creationId xmlns:a16="http://schemas.microsoft.com/office/drawing/2014/main" id="{C29AFE2F-97B7-4F86-8574-781705D6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9209" y="101297"/>
                </a:moveTo>
                <a:lnTo>
                  <a:pt x="18417" y="101297"/>
                </a:lnTo>
                <a:lnTo>
                  <a:pt x="18417" y="36836"/>
                </a:lnTo>
                <a:lnTo>
                  <a:pt x="20932" y="27540"/>
                </a:lnTo>
                <a:lnTo>
                  <a:pt x="27540" y="20932"/>
                </a:lnTo>
                <a:lnTo>
                  <a:pt x="36836" y="18418"/>
                </a:lnTo>
                <a:lnTo>
                  <a:pt x="90937" y="18418"/>
                </a:lnTo>
                <a:lnTo>
                  <a:pt x="90937" y="9209"/>
                </a:lnTo>
                <a:lnTo>
                  <a:pt x="90937" y="0"/>
                </a:lnTo>
                <a:lnTo>
                  <a:pt x="36834" y="0"/>
                </a:lnTo>
                <a:lnTo>
                  <a:pt x="22496" y="2895"/>
                </a:lnTo>
                <a:lnTo>
                  <a:pt x="10788" y="10789"/>
                </a:lnTo>
                <a:lnTo>
                  <a:pt x="2895" y="22498"/>
                </a:lnTo>
                <a:lnTo>
                  <a:pt x="0" y="36836"/>
                </a:lnTo>
                <a:lnTo>
                  <a:pt x="0" y="101297"/>
                </a:lnTo>
                <a:lnTo>
                  <a:pt x="9209" y="101297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2" name="path-8053">
            <a:extLst xmlns:a="http://schemas.openxmlformats.org/drawingml/2006/main">
              <a:ext uri="{FF2B5EF4-FFF2-40B4-BE49-F238E27FC236}">
                <a16:creationId xmlns:a16="http://schemas.microsoft.com/office/drawing/2014/main" id="{1067D033-D38D-448B-A975-F01A687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642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3" name="path-8054">
            <a:extLst xmlns:a="http://schemas.openxmlformats.org/drawingml/2006/main">
              <a:ext uri="{FF2B5EF4-FFF2-40B4-BE49-F238E27FC236}">
                <a16:creationId xmlns:a16="http://schemas.microsoft.com/office/drawing/2014/main" id="{A6864EA9-DF38-446B-83D6-849AC56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050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4" name="path-8055">
            <a:extLst xmlns:a="http://schemas.openxmlformats.org/drawingml/2006/main">
              <a:ext uri="{FF2B5EF4-FFF2-40B4-BE49-F238E27FC236}">
                <a16:creationId xmlns:a16="http://schemas.microsoft.com/office/drawing/2014/main" id="{60FDD351-368F-4D45-8D5A-5F8EEC7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456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5" name="path-8056">
            <a:extLst xmlns:a="http://schemas.openxmlformats.org/drawingml/2006/main">
              <a:ext uri="{FF2B5EF4-FFF2-40B4-BE49-F238E27FC236}">
                <a16:creationId xmlns:a16="http://schemas.microsoft.com/office/drawing/2014/main" id="{279F152A-8A2C-466D-889D-1DC239BD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864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9209"/>
                </a:move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6" name="path-8057">
            <a:extLst xmlns:a="http://schemas.openxmlformats.org/drawingml/2006/main">
              <a:ext uri="{FF2B5EF4-FFF2-40B4-BE49-F238E27FC236}">
                <a16:creationId xmlns:a16="http://schemas.microsoft.com/office/drawing/2014/main" id="{8C91F8CA-A215-4F36-B086-4E197B1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270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7" name="path-8058">
            <a:extLst xmlns:a="http://schemas.openxmlformats.org/drawingml/2006/main">
              <a:ext uri="{FF2B5EF4-FFF2-40B4-BE49-F238E27FC236}">
                <a16:creationId xmlns:a16="http://schemas.microsoft.com/office/drawing/2014/main" id="{A3638AB8-AC0D-4DBF-B5D5-9E4265F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676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8" name="path-8059">
            <a:extLst xmlns:a="http://schemas.openxmlformats.org/drawingml/2006/main">
              <a:ext uri="{FF2B5EF4-FFF2-40B4-BE49-F238E27FC236}">
                <a16:creationId xmlns:a16="http://schemas.microsoft.com/office/drawing/2014/main" id="{F3DE8C0E-8CD0-4C43-9E80-5CEAEF2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084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18418"/>
                </a:move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9" name="path-8060">
            <a:extLst xmlns:a="http://schemas.openxmlformats.org/drawingml/2006/main">
              <a:ext uri="{FF2B5EF4-FFF2-40B4-BE49-F238E27FC236}">
                <a16:creationId xmlns:a16="http://schemas.microsoft.com/office/drawing/2014/main" id="{860E35BB-913D-4606-B019-1BC2201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490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0" name="path-8061">
            <a:extLst xmlns:a="http://schemas.openxmlformats.org/drawingml/2006/main">
              <a:ext uri="{FF2B5EF4-FFF2-40B4-BE49-F238E27FC236}">
                <a16:creationId xmlns:a16="http://schemas.microsoft.com/office/drawing/2014/main" id="{EEF42311-B3B8-4760-BA43-F60E3299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897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1" name="path-8062">
            <a:extLst xmlns:a="http://schemas.openxmlformats.org/drawingml/2006/main">
              <a:ext uri="{FF2B5EF4-FFF2-40B4-BE49-F238E27FC236}">
                <a16:creationId xmlns:a16="http://schemas.microsoft.com/office/drawing/2014/main" id="{7458D4AF-0316-4797-A9E1-A03A70BC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304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2" name="path-8063">
            <a:extLst xmlns:a="http://schemas.openxmlformats.org/drawingml/2006/main">
              <a:ext uri="{FF2B5EF4-FFF2-40B4-BE49-F238E27FC236}">
                <a16:creationId xmlns:a16="http://schemas.microsoft.com/office/drawing/2014/main" id="{3AEDC481-46B5-4840-9E07-6B4D8C7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711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18418"/>
                </a:move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3" name="path-8064">
            <a:extLst xmlns:a="http://schemas.openxmlformats.org/drawingml/2006/main">
              <a:ext uri="{FF2B5EF4-FFF2-40B4-BE49-F238E27FC236}">
                <a16:creationId xmlns:a16="http://schemas.microsoft.com/office/drawing/2014/main" id="{E9B057E6-375A-484D-BEA0-2EBB6136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18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18418"/>
                </a:move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4" name="path-8065">
            <a:extLst xmlns:a="http://schemas.openxmlformats.org/drawingml/2006/main">
              <a:ext uri="{FF2B5EF4-FFF2-40B4-BE49-F238E27FC236}">
                <a16:creationId xmlns:a16="http://schemas.microsoft.com/office/drawing/2014/main" id="{6DA21217-EEEE-44B0-83BD-4D48225D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525" y="5885190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5" name="path-8066">
            <a:extLst xmlns:a="http://schemas.openxmlformats.org/drawingml/2006/main">
              <a:ext uri="{FF2B5EF4-FFF2-40B4-BE49-F238E27FC236}">
                <a16:creationId xmlns:a16="http://schemas.microsoft.com/office/drawing/2014/main" id="{04EFA59F-C4B3-4C09-8BFC-939F7182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932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6" name="path-8067">
            <a:extLst xmlns:a="http://schemas.openxmlformats.org/drawingml/2006/main">
              <a:ext uri="{FF2B5EF4-FFF2-40B4-BE49-F238E27FC236}">
                <a16:creationId xmlns:a16="http://schemas.microsoft.com/office/drawing/2014/main" id="{9C972F74-5F88-4824-BF39-4A4AD7E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338" y="5885190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7" name="path-8068">
            <a:extLst xmlns:a="http://schemas.openxmlformats.org/drawingml/2006/main">
              <a:ext uri="{FF2B5EF4-FFF2-40B4-BE49-F238E27FC236}">
                <a16:creationId xmlns:a16="http://schemas.microsoft.com/office/drawing/2014/main" id="{72146E7E-2D03-499A-963A-406685F9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0745" y="5885190"/>
            <a:ext cx="90937" cy="101297"/>
          </a:xfrm>
          <a:custGeom xmlns:a="http://schemas.openxmlformats.org/drawingml/2006/main">
            <a:pathLst>
              <a:path w="90937" h="101297">
                <a:moveTo>
                  <a:pt x="0" y="9209"/>
                </a:moveTo>
                <a:lnTo>
                  <a:pt x="0" y="18418"/>
                </a:lnTo>
                <a:lnTo>
                  <a:pt x="54102" y="18418"/>
                </a:lnTo>
                <a:lnTo>
                  <a:pt x="63398" y="20932"/>
                </a:lnTo>
                <a:lnTo>
                  <a:pt x="70005" y="27540"/>
                </a:lnTo>
                <a:lnTo>
                  <a:pt x="72519" y="36836"/>
                </a:lnTo>
                <a:lnTo>
                  <a:pt x="72519" y="101297"/>
                </a:lnTo>
                <a:lnTo>
                  <a:pt x="81728" y="101297"/>
                </a:lnTo>
                <a:lnTo>
                  <a:pt x="90937" y="101297"/>
                </a:lnTo>
                <a:lnTo>
                  <a:pt x="90937" y="36836"/>
                </a:lnTo>
                <a:lnTo>
                  <a:pt x="88043" y="22498"/>
                </a:lnTo>
                <a:lnTo>
                  <a:pt x="80148" y="10789"/>
                </a:lnTo>
                <a:lnTo>
                  <a:pt x="68439" y="2895"/>
                </a:lnTo>
                <a:lnTo>
                  <a:pt x="54101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8" name="path-8069">
            <a:extLst xmlns:a="http://schemas.openxmlformats.org/drawingml/2006/main">
              <a:ext uri="{FF2B5EF4-FFF2-40B4-BE49-F238E27FC236}">
                <a16:creationId xmlns:a16="http://schemas.microsoft.com/office/drawing/2014/main" id="{C15B644F-7F07-42CA-9FF8-99EDF75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3264" y="6115410"/>
            <a:ext cx="18418" cy="128923"/>
          </a:xfrm>
          <a:custGeom xmlns:a="http://schemas.openxmlformats.org/drawingml/2006/main">
            <a:pathLst>
              <a:path w="18418" h="128923">
                <a:moveTo>
                  <a:pt x="18418" y="128923"/>
                </a:move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lnTo>
                  <a:pt x="0" y="128923"/>
                </a:lnTo>
                <a:lnTo>
                  <a:pt x="9209" y="128923"/>
                </a:lnTo>
                <a:lnTo>
                  <a:pt x="18418" y="128923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9" name="path-8070">
            <a:extLst xmlns:a="http://schemas.openxmlformats.org/drawingml/2006/main">
              <a:ext uri="{FF2B5EF4-FFF2-40B4-BE49-F238E27FC236}">
                <a16:creationId xmlns:a16="http://schemas.microsoft.com/office/drawing/2014/main" id="{DC8EABA9-6346-4FE3-BB62-098BDFD0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0745" y="6373257"/>
            <a:ext cx="90937" cy="101297"/>
          </a:xfrm>
          <a:custGeom xmlns:a="http://schemas.openxmlformats.org/drawingml/2006/main">
            <a:pathLst>
              <a:path w="90937" h="101297">
                <a:moveTo>
                  <a:pt x="81728" y="0"/>
                </a:moveTo>
                <a:lnTo>
                  <a:pt x="72519" y="0"/>
                </a:lnTo>
                <a:lnTo>
                  <a:pt x="72519" y="64462"/>
                </a:lnTo>
                <a:lnTo>
                  <a:pt x="70005" y="73757"/>
                </a:lnTo>
                <a:lnTo>
                  <a:pt x="63398" y="80365"/>
                </a:lnTo>
                <a:lnTo>
                  <a:pt x="54102" y="82879"/>
                </a:lnTo>
                <a:lnTo>
                  <a:pt x="0" y="82879"/>
                </a:lnTo>
                <a:lnTo>
                  <a:pt x="0" y="92088"/>
                </a:lnTo>
                <a:lnTo>
                  <a:pt x="0" y="101297"/>
                </a:lnTo>
                <a:lnTo>
                  <a:pt x="54101" y="101297"/>
                </a:lnTo>
                <a:lnTo>
                  <a:pt x="68439" y="98402"/>
                </a:lnTo>
                <a:lnTo>
                  <a:pt x="80148" y="90508"/>
                </a:lnTo>
                <a:lnTo>
                  <a:pt x="88043" y="78800"/>
                </a:lnTo>
                <a:lnTo>
                  <a:pt x="90937" y="64462"/>
                </a:lnTo>
                <a:lnTo>
                  <a:pt x="90937" y="0"/>
                </a:lnTo>
                <a:lnTo>
                  <a:pt x="81728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0" name="path-8071">
            <a:extLst xmlns:a="http://schemas.openxmlformats.org/drawingml/2006/main">
              <a:ext uri="{FF2B5EF4-FFF2-40B4-BE49-F238E27FC236}">
                <a16:creationId xmlns:a16="http://schemas.microsoft.com/office/drawing/2014/main" id="{C5A3EA9B-B6F5-4665-AD25-450458C0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338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1" name="path-8072">
            <a:extLst xmlns:a="http://schemas.openxmlformats.org/drawingml/2006/main">
              <a:ext uri="{FF2B5EF4-FFF2-40B4-BE49-F238E27FC236}">
                <a16:creationId xmlns:a16="http://schemas.microsoft.com/office/drawing/2014/main" id="{E585E2A2-1F39-4A03-9E21-8807731B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932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2" name="path-8073">
            <a:extLst xmlns:a="http://schemas.openxmlformats.org/drawingml/2006/main">
              <a:ext uri="{FF2B5EF4-FFF2-40B4-BE49-F238E27FC236}">
                <a16:creationId xmlns:a16="http://schemas.microsoft.com/office/drawing/2014/main" id="{62B6DCD5-160E-4666-A761-D896F9A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525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3" name="path-8074">
            <a:extLst xmlns:a="http://schemas.openxmlformats.org/drawingml/2006/main">
              <a:ext uri="{FF2B5EF4-FFF2-40B4-BE49-F238E27FC236}">
                <a16:creationId xmlns:a16="http://schemas.microsoft.com/office/drawing/2014/main" id="{5E0AF1FB-89F9-42F3-A60B-8934421F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18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4" name="path-8075">
            <a:extLst xmlns:a="http://schemas.openxmlformats.org/drawingml/2006/main">
              <a:ext uri="{FF2B5EF4-FFF2-40B4-BE49-F238E27FC236}">
                <a16:creationId xmlns:a16="http://schemas.microsoft.com/office/drawing/2014/main" id="{BDF86093-1CF3-44AD-87F3-AA19E5B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711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5" name="path-8076">
            <a:extLst xmlns:a="http://schemas.openxmlformats.org/drawingml/2006/main">
              <a:ext uri="{FF2B5EF4-FFF2-40B4-BE49-F238E27FC236}">
                <a16:creationId xmlns:a16="http://schemas.microsoft.com/office/drawing/2014/main" id="{40036E3F-D0AD-4090-8FFE-1E123A3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304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6" name="path-8077">
            <a:extLst xmlns:a="http://schemas.openxmlformats.org/drawingml/2006/main">
              <a:ext uri="{FF2B5EF4-FFF2-40B4-BE49-F238E27FC236}">
                <a16:creationId xmlns:a16="http://schemas.microsoft.com/office/drawing/2014/main" id="{811CCEED-34CE-4B4A-B485-A493950A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897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18418"/>
                </a:move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7" name="path-8078">
            <a:extLst xmlns:a="http://schemas.openxmlformats.org/drawingml/2006/main">
              <a:ext uri="{FF2B5EF4-FFF2-40B4-BE49-F238E27FC236}">
                <a16:creationId xmlns:a16="http://schemas.microsoft.com/office/drawing/2014/main" id="{FE3A9105-500A-4505-870D-F4AA7E18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490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0" y="9209"/>
                </a:move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8" name="path-8079">
            <a:extLst xmlns:a="http://schemas.openxmlformats.org/drawingml/2006/main">
              <a:ext uri="{FF2B5EF4-FFF2-40B4-BE49-F238E27FC236}">
                <a16:creationId xmlns:a16="http://schemas.microsoft.com/office/drawing/2014/main" id="{B14CE481-905E-48A8-91D4-DAE2940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084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0" y="0"/>
                </a:move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lnTo>
                  <a:pt x="1082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9" name="path-8080">
            <a:extLst xmlns:a="http://schemas.openxmlformats.org/drawingml/2006/main">
              <a:ext uri="{FF2B5EF4-FFF2-40B4-BE49-F238E27FC236}">
                <a16:creationId xmlns:a16="http://schemas.microsoft.com/office/drawing/2014/main" id="{FEFA8F4E-9908-432B-9E02-437C44E9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676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0"/>
                </a:move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lnTo>
                  <a:pt x="108204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0" name="path-8081">
            <a:extLst xmlns:a="http://schemas.openxmlformats.org/drawingml/2006/main">
              <a:ext uri="{FF2B5EF4-FFF2-40B4-BE49-F238E27FC236}">
                <a16:creationId xmlns:a16="http://schemas.microsoft.com/office/drawing/2014/main" id="{794D099A-8F8C-42FD-9169-C8AAC43F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270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1" name="path-8082">
            <a:extLst xmlns:a="http://schemas.openxmlformats.org/drawingml/2006/main">
              <a:ext uri="{FF2B5EF4-FFF2-40B4-BE49-F238E27FC236}">
                <a16:creationId xmlns:a16="http://schemas.microsoft.com/office/drawing/2014/main" id="{924CA02F-BFE5-4016-98D1-E013A2B2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864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2" name="path-8083">
            <a:extLst xmlns:a="http://schemas.openxmlformats.org/drawingml/2006/main">
              <a:ext uri="{FF2B5EF4-FFF2-40B4-BE49-F238E27FC236}">
                <a16:creationId xmlns:a16="http://schemas.microsoft.com/office/drawing/2014/main" id="{17B0F106-1D75-44BA-A4EE-70190CCC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456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3" name="path-8084">
            <a:extLst xmlns:a="http://schemas.openxmlformats.org/drawingml/2006/main">
              <a:ext uri="{FF2B5EF4-FFF2-40B4-BE49-F238E27FC236}">
                <a16:creationId xmlns:a16="http://schemas.microsoft.com/office/drawing/2014/main" id="{4B34704D-364F-43CD-81C4-673CE8A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050" y="6456136"/>
            <a:ext cx="108203" cy="18418"/>
          </a:xfrm>
          <a:custGeom xmlns:a="http://schemas.openxmlformats.org/drawingml/2006/main">
            <a:pathLst>
              <a:path w="108203" h="18418">
                <a:moveTo>
                  <a:pt x="108203" y="9209"/>
                </a:moveTo>
                <a:lnTo>
                  <a:pt x="108203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3" y="18418"/>
                </a:lnTo>
                <a:lnTo>
                  <a:pt x="108203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4" name="path-8085">
            <a:extLst xmlns:a="http://schemas.openxmlformats.org/drawingml/2006/main">
              <a:ext uri="{FF2B5EF4-FFF2-40B4-BE49-F238E27FC236}">
                <a16:creationId xmlns:a16="http://schemas.microsoft.com/office/drawing/2014/main" id="{8C8DC14F-B1B0-4A94-92A1-5CFC4A8B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642" y="6456136"/>
            <a:ext cx="108204" cy="18418"/>
          </a:xfrm>
          <a:custGeom xmlns:a="http://schemas.openxmlformats.org/drawingml/2006/main">
            <a:pathLst>
              <a:path w="108204" h="18418">
                <a:moveTo>
                  <a:pt x="108204" y="9209"/>
                </a:moveTo>
                <a:lnTo>
                  <a:pt x="10820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108204" y="18418"/>
                </a:lnTo>
                <a:lnTo>
                  <a:pt x="108204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5" name="path-8086">
            <a:extLst xmlns:a="http://schemas.openxmlformats.org/drawingml/2006/main">
              <a:ext uri="{FF2B5EF4-FFF2-40B4-BE49-F238E27FC236}">
                <a16:creationId xmlns:a16="http://schemas.microsoft.com/office/drawing/2014/main" id="{BA6B6229-E337-4607-AEAC-29EE255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60" y="3797230"/>
            <a:ext cx="3154024" cy="312514"/>
          </a:xfrm>
          <a:custGeom xmlns:a="http://schemas.openxmlformats.org/drawingml/2006/main">
            <a:pathLst>
              <a:path w="3154024" h="312514">
                <a:moveTo>
                  <a:pt x="211875" y="0"/>
                </a:moveTo>
                <a:lnTo>
                  <a:pt x="192567" y="78598"/>
                </a:lnTo>
                <a:lnTo>
                  <a:pt x="186928" y="78598"/>
                </a:lnTo>
                <a:cubicBezTo>
                  <a:pt x="185675" y="66296"/>
                  <a:pt x="183454" y="56443"/>
                  <a:pt x="180264" y="49038"/>
                </a:cubicBezTo>
                <a:cubicBezTo>
                  <a:pt x="175481" y="38331"/>
                  <a:pt x="169101" y="30072"/>
                  <a:pt x="161128" y="24263"/>
                </a:cubicBezTo>
                <a:cubicBezTo>
                  <a:pt x="153268" y="18453"/>
                  <a:pt x="144725" y="15548"/>
                  <a:pt x="135498" y="15548"/>
                </a:cubicBezTo>
                <a:cubicBezTo>
                  <a:pt x="126613" y="15548"/>
                  <a:pt x="118810" y="18966"/>
                  <a:pt x="112089" y="25801"/>
                </a:cubicBezTo>
                <a:cubicBezTo>
                  <a:pt x="105482" y="32521"/>
                  <a:pt x="102179" y="40153"/>
                  <a:pt x="102179" y="48697"/>
                </a:cubicBezTo>
                <a:cubicBezTo>
                  <a:pt x="102179" y="57126"/>
                  <a:pt x="104457" y="65441"/>
                  <a:pt x="109013" y="73643"/>
                </a:cubicBezTo>
                <a:cubicBezTo>
                  <a:pt x="113684" y="81731"/>
                  <a:pt x="124619" y="93976"/>
                  <a:pt x="141820" y="110380"/>
                </a:cubicBezTo>
                <a:cubicBezTo>
                  <a:pt x="155603" y="123479"/>
                  <a:pt x="164830" y="134756"/>
                  <a:pt x="169499" y="144211"/>
                </a:cubicBezTo>
                <a:cubicBezTo>
                  <a:pt x="174284" y="153665"/>
                  <a:pt x="176677" y="163918"/>
                  <a:pt x="176677" y="174967"/>
                </a:cubicBezTo>
                <a:cubicBezTo>
                  <a:pt x="176677" y="187383"/>
                  <a:pt x="173373" y="198831"/>
                  <a:pt x="166766" y="209311"/>
                </a:cubicBezTo>
                <a:cubicBezTo>
                  <a:pt x="160159" y="219791"/>
                  <a:pt x="150533" y="227936"/>
                  <a:pt x="137889" y="233745"/>
                </a:cubicBezTo>
                <a:cubicBezTo>
                  <a:pt x="125359" y="239441"/>
                  <a:pt x="111121" y="242288"/>
                  <a:pt x="95173" y="242288"/>
                </a:cubicBezTo>
                <a:cubicBezTo>
                  <a:pt x="85377" y="242288"/>
                  <a:pt x="73017" y="240807"/>
                  <a:pt x="58095" y="237846"/>
                </a:cubicBezTo>
                <a:cubicBezTo>
                  <a:pt x="43286" y="234998"/>
                  <a:pt x="33433" y="233574"/>
                  <a:pt x="28535" y="233574"/>
                </a:cubicBezTo>
                <a:cubicBezTo>
                  <a:pt x="24662" y="233574"/>
                  <a:pt x="21187" y="234201"/>
                  <a:pt x="18112" y="235453"/>
                </a:cubicBezTo>
                <a:cubicBezTo>
                  <a:pt x="15037" y="236593"/>
                  <a:pt x="11221" y="238871"/>
                  <a:pt x="6664" y="242288"/>
                </a:cubicBezTo>
                <a:lnTo>
                  <a:pt x="0" y="242288"/>
                </a:lnTo>
                <a:lnTo>
                  <a:pt x="20675" y="153950"/>
                </a:lnTo>
                <a:lnTo>
                  <a:pt x="27169" y="153950"/>
                </a:lnTo>
                <a:cubicBezTo>
                  <a:pt x="28649" y="169442"/>
                  <a:pt x="31782" y="182656"/>
                  <a:pt x="36566" y="193592"/>
                </a:cubicBezTo>
                <a:cubicBezTo>
                  <a:pt x="41350" y="204413"/>
                  <a:pt x="48184" y="212899"/>
                  <a:pt x="57070" y="219051"/>
                </a:cubicBezTo>
                <a:cubicBezTo>
                  <a:pt x="65955" y="225088"/>
                  <a:pt x="76093" y="228107"/>
                  <a:pt x="87484" y="228107"/>
                </a:cubicBezTo>
                <a:cubicBezTo>
                  <a:pt x="98762" y="228107"/>
                  <a:pt x="108159" y="224404"/>
                  <a:pt x="115677" y="217000"/>
                </a:cubicBezTo>
                <a:cubicBezTo>
                  <a:pt x="123309" y="209482"/>
                  <a:pt x="127125" y="200711"/>
                  <a:pt x="127125" y="190687"/>
                </a:cubicBezTo>
                <a:cubicBezTo>
                  <a:pt x="127125" y="182143"/>
                  <a:pt x="124960" y="173942"/>
                  <a:pt x="120633" y="166082"/>
                </a:cubicBezTo>
                <a:cubicBezTo>
                  <a:pt x="116417" y="158222"/>
                  <a:pt x="106678" y="146774"/>
                  <a:pt x="91414" y="131738"/>
                </a:cubicBezTo>
                <a:cubicBezTo>
                  <a:pt x="76264" y="116702"/>
                  <a:pt x="65784" y="103260"/>
                  <a:pt x="59974" y="91414"/>
                </a:cubicBezTo>
                <a:cubicBezTo>
                  <a:pt x="55760" y="82642"/>
                  <a:pt x="53652" y="73301"/>
                  <a:pt x="53652" y="63391"/>
                </a:cubicBezTo>
                <a:cubicBezTo>
                  <a:pt x="53652" y="46191"/>
                  <a:pt x="60430" y="31325"/>
                  <a:pt x="73986" y="18795"/>
                </a:cubicBezTo>
                <a:cubicBezTo>
                  <a:pt x="87540" y="6265"/>
                  <a:pt x="105254" y="0"/>
                  <a:pt x="127125" y="0"/>
                </a:cubicBezTo>
                <a:cubicBezTo>
                  <a:pt x="137035" y="0"/>
                  <a:pt x="150078" y="2221"/>
                  <a:pt x="166254" y="6663"/>
                </a:cubicBezTo>
                <a:cubicBezTo>
                  <a:pt x="175708" y="9284"/>
                  <a:pt x="182372" y="10594"/>
                  <a:pt x="186245" y="10594"/>
                </a:cubicBezTo>
                <a:cubicBezTo>
                  <a:pt x="189549" y="10594"/>
                  <a:pt x="192511" y="9910"/>
                  <a:pt x="195130" y="8543"/>
                </a:cubicBezTo>
                <a:cubicBezTo>
                  <a:pt x="197750" y="7062"/>
                  <a:pt x="200826" y="4214"/>
                  <a:pt x="204356" y="0"/>
                </a:cubicBezTo>
                <a:lnTo>
                  <a:pt x="211875" y="0"/>
                </a:lnTo>
                <a:moveTo>
                  <a:pt x="302776" y="36907"/>
                </a:moveTo>
                <a:lnTo>
                  <a:pt x="289106" y="83382"/>
                </a:lnTo>
                <a:lnTo>
                  <a:pt x="311490" y="83382"/>
                </a:lnTo>
                <a:lnTo>
                  <a:pt x="305509" y="103032"/>
                </a:lnTo>
                <a:lnTo>
                  <a:pt x="283468" y="103032"/>
                </a:lnTo>
                <a:lnTo>
                  <a:pt x="254933" y="202135"/>
                </a:lnTo>
                <a:cubicBezTo>
                  <a:pt x="253111" y="208286"/>
                  <a:pt x="252199" y="212956"/>
                  <a:pt x="252199" y="216146"/>
                </a:cubicBezTo>
                <a:cubicBezTo>
                  <a:pt x="252199" y="217626"/>
                  <a:pt x="252712" y="218936"/>
                  <a:pt x="253738" y="220076"/>
                </a:cubicBezTo>
                <a:cubicBezTo>
                  <a:pt x="254762" y="221101"/>
                  <a:pt x="255901" y="221614"/>
                  <a:pt x="257155" y="221614"/>
                </a:cubicBezTo>
                <a:cubicBezTo>
                  <a:pt x="259091" y="221614"/>
                  <a:pt x="261084" y="220816"/>
                  <a:pt x="263135" y="219221"/>
                </a:cubicBezTo>
                <a:cubicBezTo>
                  <a:pt x="268375" y="215234"/>
                  <a:pt x="274469" y="208286"/>
                  <a:pt x="281417" y="198375"/>
                </a:cubicBezTo>
                <a:lnTo>
                  <a:pt x="287397" y="202135"/>
                </a:lnTo>
                <a:cubicBezTo>
                  <a:pt x="279538" y="215804"/>
                  <a:pt x="270881" y="225828"/>
                  <a:pt x="261426" y="232207"/>
                </a:cubicBezTo>
                <a:cubicBezTo>
                  <a:pt x="251972" y="238586"/>
                  <a:pt x="242688" y="241776"/>
                  <a:pt x="233575" y="241776"/>
                </a:cubicBezTo>
                <a:cubicBezTo>
                  <a:pt x="225828" y="241776"/>
                  <a:pt x="219792" y="239839"/>
                  <a:pt x="215463" y="235966"/>
                </a:cubicBezTo>
                <a:cubicBezTo>
                  <a:pt x="211248" y="231980"/>
                  <a:pt x="209141" y="226967"/>
                  <a:pt x="209141" y="220930"/>
                </a:cubicBezTo>
                <a:cubicBezTo>
                  <a:pt x="209141" y="214323"/>
                  <a:pt x="210621" y="205837"/>
                  <a:pt x="213583" y="195471"/>
                </a:cubicBezTo>
                <a:lnTo>
                  <a:pt x="240580" y="103032"/>
                </a:lnTo>
                <a:lnTo>
                  <a:pt x="217342" y="103032"/>
                </a:lnTo>
                <a:lnTo>
                  <a:pt x="220760" y="90388"/>
                </a:lnTo>
                <a:cubicBezTo>
                  <a:pt x="235340" y="85034"/>
                  <a:pt x="247643" y="78769"/>
                  <a:pt x="257667" y="71593"/>
                </a:cubicBezTo>
                <a:cubicBezTo>
                  <a:pt x="267691" y="64416"/>
                  <a:pt x="279766" y="52855"/>
                  <a:pt x="293891" y="36907"/>
                </a:cubicBezTo>
                <a:lnTo>
                  <a:pt x="302776" y="36907"/>
                </a:lnTo>
                <a:moveTo>
                  <a:pt x="382742" y="78598"/>
                </a:moveTo>
                <a:lnTo>
                  <a:pt x="356940" y="174625"/>
                </a:lnTo>
                <a:cubicBezTo>
                  <a:pt x="378128" y="127808"/>
                  <a:pt x="394075" y="98988"/>
                  <a:pt x="404783" y="88167"/>
                </a:cubicBezTo>
                <a:cubicBezTo>
                  <a:pt x="411048" y="81788"/>
                  <a:pt x="417655" y="78598"/>
                  <a:pt x="424603" y="78598"/>
                </a:cubicBezTo>
                <a:cubicBezTo>
                  <a:pt x="429387" y="78598"/>
                  <a:pt x="433261" y="80364"/>
                  <a:pt x="436223" y="83895"/>
                </a:cubicBezTo>
                <a:cubicBezTo>
                  <a:pt x="439184" y="87312"/>
                  <a:pt x="440665" y="92211"/>
                  <a:pt x="440665" y="98589"/>
                </a:cubicBezTo>
                <a:cubicBezTo>
                  <a:pt x="440665" y="109639"/>
                  <a:pt x="437989" y="118923"/>
                  <a:pt x="432634" y="126441"/>
                </a:cubicBezTo>
                <a:cubicBezTo>
                  <a:pt x="429217" y="131225"/>
                  <a:pt x="425401" y="133617"/>
                  <a:pt x="421186" y="133617"/>
                </a:cubicBezTo>
                <a:cubicBezTo>
                  <a:pt x="416630" y="133617"/>
                  <a:pt x="413213" y="131510"/>
                  <a:pt x="410935" y="127295"/>
                </a:cubicBezTo>
                <a:cubicBezTo>
                  <a:pt x="408656" y="123080"/>
                  <a:pt x="407061" y="120631"/>
                  <a:pt x="406150" y="119948"/>
                </a:cubicBezTo>
                <a:cubicBezTo>
                  <a:pt x="405238" y="119150"/>
                  <a:pt x="404271" y="118752"/>
                  <a:pt x="403245" y="118752"/>
                </a:cubicBezTo>
                <a:cubicBezTo>
                  <a:pt x="402106" y="118752"/>
                  <a:pt x="400911" y="119094"/>
                  <a:pt x="399657" y="119777"/>
                </a:cubicBezTo>
                <a:cubicBezTo>
                  <a:pt x="397151" y="121144"/>
                  <a:pt x="393847" y="124504"/>
                  <a:pt x="389746" y="129858"/>
                </a:cubicBezTo>
                <a:cubicBezTo>
                  <a:pt x="385760" y="135098"/>
                  <a:pt x="380804" y="143926"/>
                  <a:pt x="374881" y="156343"/>
                </a:cubicBezTo>
                <a:cubicBezTo>
                  <a:pt x="368958" y="168759"/>
                  <a:pt x="364345" y="179296"/>
                  <a:pt x="361041" y="187953"/>
                </a:cubicBezTo>
                <a:cubicBezTo>
                  <a:pt x="357738" y="196496"/>
                  <a:pt x="353125" y="212843"/>
                  <a:pt x="347201" y="236992"/>
                </a:cubicBezTo>
                <a:lnTo>
                  <a:pt x="305851" y="236992"/>
                </a:lnTo>
                <a:lnTo>
                  <a:pt x="334044" y="123707"/>
                </a:lnTo>
                <a:cubicBezTo>
                  <a:pt x="336095" y="115277"/>
                  <a:pt x="337121" y="109696"/>
                  <a:pt x="337121" y="106962"/>
                </a:cubicBezTo>
                <a:cubicBezTo>
                  <a:pt x="337121" y="103887"/>
                  <a:pt x="336550" y="101494"/>
                  <a:pt x="335411" y="99786"/>
                </a:cubicBezTo>
                <a:cubicBezTo>
                  <a:pt x="334386" y="98077"/>
                  <a:pt x="332905" y="96824"/>
                  <a:pt x="330969" y="96026"/>
                </a:cubicBezTo>
                <a:cubicBezTo>
                  <a:pt x="329146" y="95229"/>
                  <a:pt x="325274" y="94831"/>
                  <a:pt x="319350" y="94831"/>
                </a:cubicBezTo>
                <a:lnTo>
                  <a:pt x="320888" y="89875"/>
                </a:lnTo>
                <a:lnTo>
                  <a:pt x="372489" y="78598"/>
                </a:lnTo>
                <a:lnTo>
                  <a:pt x="382742" y="78598"/>
                </a:lnTo>
                <a:moveTo>
                  <a:pt x="551216" y="78598"/>
                </a:moveTo>
                <a:cubicBezTo>
                  <a:pt x="560214" y="78598"/>
                  <a:pt x="568644" y="80706"/>
                  <a:pt x="576504" y="84921"/>
                </a:cubicBezTo>
                <a:cubicBezTo>
                  <a:pt x="584478" y="89021"/>
                  <a:pt x="590458" y="94774"/>
                  <a:pt x="594444" y="102178"/>
                </a:cubicBezTo>
                <a:cubicBezTo>
                  <a:pt x="598545" y="109582"/>
                  <a:pt x="600596" y="117784"/>
                  <a:pt x="600596" y="126782"/>
                </a:cubicBezTo>
                <a:cubicBezTo>
                  <a:pt x="600596" y="145236"/>
                  <a:pt x="595413" y="163690"/>
                  <a:pt x="585047" y="182143"/>
                </a:cubicBezTo>
                <a:cubicBezTo>
                  <a:pt x="574795" y="200597"/>
                  <a:pt x="561240" y="215177"/>
                  <a:pt x="544380" y="225885"/>
                </a:cubicBezTo>
                <a:cubicBezTo>
                  <a:pt x="527522" y="236479"/>
                  <a:pt x="510549" y="241776"/>
                  <a:pt x="493463" y="241776"/>
                </a:cubicBezTo>
                <a:cubicBezTo>
                  <a:pt x="477970" y="241776"/>
                  <a:pt x="465953" y="237163"/>
                  <a:pt x="457410" y="227936"/>
                </a:cubicBezTo>
                <a:cubicBezTo>
                  <a:pt x="448980" y="218709"/>
                  <a:pt x="444766" y="207431"/>
                  <a:pt x="444766" y="194104"/>
                </a:cubicBezTo>
                <a:cubicBezTo>
                  <a:pt x="444766" y="178270"/>
                  <a:pt x="447898" y="163462"/>
                  <a:pt x="454163" y="149679"/>
                </a:cubicBezTo>
                <a:cubicBezTo>
                  <a:pt x="460542" y="135782"/>
                  <a:pt x="468573" y="123707"/>
                  <a:pt x="478255" y="113455"/>
                </a:cubicBezTo>
                <a:cubicBezTo>
                  <a:pt x="488052" y="103089"/>
                  <a:pt x="499272" y="94716"/>
                  <a:pt x="511916" y="88338"/>
                </a:cubicBezTo>
                <a:cubicBezTo>
                  <a:pt x="524560" y="81845"/>
                  <a:pt x="537660" y="78598"/>
                  <a:pt x="551216" y="78598"/>
                </a:cubicBezTo>
                <a:moveTo>
                  <a:pt x="544210" y="87654"/>
                </a:moveTo>
                <a:cubicBezTo>
                  <a:pt x="538173" y="87654"/>
                  <a:pt x="533160" y="89420"/>
                  <a:pt x="529173" y="92951"/>
                </a:cubicBezTo>
                <a:cubicBezTo>
                  <a:pt x="521200" y="100128"/>
                  <a:pt x="512201" y="116929"/>
                  <a:pt x="502177" y="143357"/>
                </a:cubicBezTo>
                <a:cubicBezTo>
                  <a:pt x="492153" y="169670"/>
                  <a:pt x="487141" y="193421"/>
                  <a:pt x="487141" y="214608"/>
                </a:cubicBezTo>
                <a:cubicBezTo>
                  <a:pt x="487141" y="219848"/>
                  <a:pt x="488735" y="224177"/>
                  <a:pt x="491925" y="227594"/>
                </a:cubicBezTo>
                <a:cubicBezTo>
                  <a:pt x="495115" y="231011"/>
                  <a:pt x="498874" y="232720"/>
                  <a:pt x="503202" y="232720"/>
                </a:cubicBezTo>
                <a:cubicBezTo>
                  <a:pt x="507644" y="232720"/>
                  <a:pt x="511575" y="231353"/>
                  <a:pt x="514992" y="228619"/>
                </a:cubicBezTo>
                <a:cubicBezTo>
                  <a:pt x="520004" y="224518"/>
                  <a:pt x="526155" y="215348"/>
                  <a:pt x="533446" y="201109"/>
                </a:cubicBezTo>
                <a:cubicBezTo>
                  <a:pt x="540736" y="186757"/>
                  <a:pt x="546716" y="170980"/>
                  <a:pt x="551386" y="153780"/>
                </a:cubicBezTo>
                <a:cubicBezTo>
                  <a:pt x="556057" y="136465"/>
                  <a:pt x="558392" y="120631"/>
                  <a:pt x="558392" y="106279"/>
                </a:cubicBezTo>
                <a:cubicBezTo>
                  <a:pt x="558392" y="100355"/>
                  <a:pt x="556968" y="95799"/>
                  <a:pt x="554121" y="92609"/>
                </a:cubicBezTo>
                <a:cubicBezTo>
                  <a:pt x="551272" y="89306"/>
                  <a:pt x="547969" y="87654"/>
                  <a:pt x="544210" y="87654"/>
                </a:cubicBezTo>
                <a:moveTo>
                  <a:pt x="704654" y="78598"/>
                </a:moveTo>
                <a:lnTo>
                  <a:pt x="683467" y="151900"/>
                </a:lnTo>
                <a:cubicBezTo>
                  <a:pt x="697705" y="130485"/>
                  <a:pt x="708356" y="115847"/>
                  <a:pt x="715419" y="107987"/>
                </a:cubicBezTo>
                <a:cubicBezTo>
                  <a:pt x="725785" y="96596"/>
                  <a:pt x="734726" y="88850"/>
                  <a:pt x="742244" y="84750"/>
                </a:cubicBezTo>
                <a:cubicBezTo>
                  <a:pt x="749762" y="80649"/>
                  <a:pt x="756824" y="78598"/>
                  <a:pt x="763431" y="78598"/>
                </a:cubicBezTo>
                <a:cubicBezTo>
                  <a:pt x="769355" y="78598"/>
                  <a:pt x="774424" y="80819"/>
                  <a:pt x="778639" y="85262"/>
                </a:cubicBezTo>
                <a:cubicBezTo>
                  <a:pt x="782854" y="89591"/>
                  <a:pt x="784961" y="95286"/>
                  <a:pt x="784961" y="102349"/>
                </a:cubicBezTo>
                <a:cubicBezTo>
                  <a:pt x="784961" y="108728"/>
                  <a:pt x="783594" y="116474"/>
                  <a:pt x="780860" y="125587"/>
                </a:cubicBezTo>
                <a:lnTo>
                  <a:pt x="758989" y="198546"/>
                </a:lnTo>
                <a:cubicBezTo>
                  <a:pt x="757166" y="204926"/>
                  <a:pt x="756256" y="209083"/>
                  <a:pt x="756256" y="211020"/>
                </a:cubicBezTo>
                <a:cubicBezTo>
                  <a:pt x="756256" y="212159"/>
                  <a:pt x="756654" y="213184"/>
                  <a:pt x="757451" y="214095"/>
                </a:cubicBezTo>
                <a:cubicBezTo>
                  <a:pt x="758363" y="215007"/>
                  <a:pt x="759274" y="215463"/>
                  <a:pt x="760185" y="215463"/>
                </a:cubicBezTo>
                <a:cubicBezTo>
                  <a:pt x="761325" y="215463"/>
                  <a:pt x="762521" y="215007"/>
                  <a:pt x="763773" y="214095"/>
                </a:cubicBezTo>
                <a:cubicBezTo>
                  <a:pt x="767760" y="210792"/>
                  <a:pt x="771804" y="206121"/>
                  <a:pt x="775905" y="200085"/>
                </a:cubicBezTo>
                <a:cubicBezTo>
                  <a:pt x="776931" y="198490"/>
                  <a:pt x="778582" y="196097"/>
                  <a:pt x="780860" y="192908"/>
                </a:cubicBezTo>
                <a:lnTo>
                  <a:pt x="787353" y="196838"/>
                </a:lnTo>
                <a:cubicBezTo>
                  <a:pt x="770609" y="224974"/>
                  <a:pt x="753009" y="239042"/>
                  <a:pt x="734555" y="239042"/>
                </a:cubicBezTo>
                <a:cubicBezTo>
                  <a:pt x="727492" y="239042"/>
                  <a:pt x="721968" y="237219"/>
                  <a:pt x="717982" y="233574"/>
                </a:cubicBezTo>
                <a:cubicBezTo>
                  <a:pt x="713995" y="229929"/>
                  <a:pt x="712000" y="225373"/>
                  <a:pt x="712000" y="219905"/>
                </a:cubicBezTo>
                <a:cubicBezTo>
                  <a:pt x="712000" y="215121"/>
                  <a:pt x="713368" y="208001"/>
                  <a:pt x="716102" y="198546"/>
                </a:cubicBezTo>
                <a:lnTo>
                  <a:pt x="737460" y="125587"/>
                </a:lnTo>
                <a:cubicBezTo>
                  <a:pt x="738941" y="120802"/>
                  <a:pt x="739681" y="117271"/>
                  <a:pt x="739681" y="114993"/>
                </a:cubicBezTo>
                <a:cubicBezTo>
                  <a:pt x="739681" y="113740"/>
                  <a:pt x="739169" y="112658"/>
                  <a:pt x="738143" y="111746"/>
                </a:cubicBezTo>
                <a:cubicBezTo>
                  <a:pt x="737118" y="110721"/>
                  <a:pt x="735922" y="110209"/>
                  <a:pt x="734555" y="110209"/>
                </a:cubicBezTo>
                <a:cubicBezTo>
                  <a:pt x="730227" y="110209"/>
                  <a:pt x="724987" y="113170"/>
                  <a:pt x="718836" y="119094"/>
                </a:cubicBezTo>
                <a:cubicBezTo>
                  <a:pt x="703115" y="134130"/>
                  <a:pt x="687909" y="156514"/>
                  <a:pt x="673214" y="186244"/>
                </a:cubicBezTo>
                <a:lnTo>
                  <a:pt x="659203" y="236992"/>
                </a:lnTo>
                <a:lnTo>
                  <a:pt x="615633" y="236992"/>
                </a:lnTo>
                <a:lnTo>
                  <a:pt x="647585" y="127295"/>
                </a:lnTo>
                <a:cubicBezTo>
                  <a:pt x="650660" y="116474"/>
                  <a:pt x="652197" y="108785"/>
                  <a:pt x="652197" y="104228"/>
                </a:cubicBezTo>
                <a:cubicBezTo>
                  <a:pt x="652197" y="102292"/>
                  <a:pt x="651742" y="100697"/>
                  <a:pt x="650831" y="99444"/>
                </a:cubicBezTo>
                <a:cubicBezTo>
                  <a:pt x="649919" y="98077"/>
                  <a:pt x="648439" y="97052"/>
                  <a:pt x="646389" y="96368"/>
                </a:cubicBezTo>
                <a:cubicBezTo>
                  <a:pt x="644338" y="95571"/>
                  <a:pt x="640465" y="95172"/>
                  <a:pt x="634769" y="95172"/>
                </a:cubicBezTo>
                <a:lnTo>
                  <a:pt x="636648" y="88680"/>
                </a:lnTo>
                <a:lnTo>
                  <a:pt x="694231" y="78598"/>
                </a:lnTo>
                <a:lnTo>
                  <a:pt x="704654" y="78598"/>
                </a:lnTo>
                <a:moveTo>
                  <a:pt x="941304" y="89021"/>
                </a:moveTo>
                <a:lnTo>
                  <a:pt x="986754" y="89021"/>
                </a:lnTo>
                <a:lnTo>
                  <a:pt x="981287" y="107816"/>
                </a:lnTo>
                <a:lnTo>
                  <a:pt x="957707" y="107816"/>
                </a:lnTo>
                <a:cubicBezTo>
                  <a:pt x="961352" y="114537"/>
                  <a:pt x="963175" y="120916"/>
                  <a:pt x="963175" y="126953"/>
                </a:cubicBezTo>
                <a:cubicBezTo>
                  <a:pt x="963175" y="137319"/>
                  <a:pt x="960327" y="146888"/>
                  <a:pt x="954631" y="155659"/>
                </a:cubicBezTo>
                <a:cubicBezTo>
                  <a:pt x="949050" y="164430"/>
                  <a:pt x="940734" y="171436"/>
                  <a:pt x="929685" y="176675"/>
                </a:cubicBezTo>
                <a:cubicBezTo>
                  <a:pt x="918749" y="181916"/>
                  <a:pt x="906561" y="184536"/>
                  <a:pt x="893119" y="184536"/>
                </a:cubicBezTo>
                <a:cubicBezTo>
                  <a:pt x="889588" y="184536"/>
                  <a:pt x="885658" y="184308"/>
                  <a:pt x="881329" y="183852"/>
                </a:cubicBezTo>
                <a:cubicBezTo>
                  <a:pt x="877115" y="183282"/>
                  <a:pt x="872501" y="182542"/>
                  <a:pt x="867490" y="181631"/>
                </a:cubicBezTo>
                <a:cubicBezTo>
                  <a:pt x="859972" y="185504"/>
                  <a:pt x="855244" y="188580"/>
                  <a:pt x="853308" y="190858"/>
                </a:cubicBezTo>
                <a:cubicBezTo>
                  <a:pt x="851941" y="192453"/>
                  <a:pt x="851257" y="194104"/>
                  <a:pt x="851257" y="195813"/>
                </a:cubicBezTo>
                <a:cubicBezTo>
                  <a:pt x="851257" y="197863"/>
                  <a:pt x="852111" y="199629"/>
                  <a:pt x="853820" y="201109"/>
                </a:cubicBezTo>
                <a:cubicBezTo>
                  <a:pt x="856782" y="203729"/>
                  <a:pt x="861168" y="205666"/>
                  <a:pt x="866976" y="206919"/>
                </a:cubicBezTo>
                <a:cubicBezTo>
                  <a:pt x="890215" y="211931"/>
                  <a:pt x="905535" y="215975"/>
                  <a:pt x="912939" y="219051"/>
                </a:cubicBezTo>
                <a:cubicBezTo>
                  <a:pt x="923078" y="223265"/>
                  <a:pt x="930710" y="228676"/>
                  <a:pt x="935836" y="235283"/>
                </a:cubicBezTo>
                <a:cubicBezTo>
                  <a:pt x="941076" y="241890"/>
                  <a:pt x="943695" y="249863"/>
                  <a:pt x="943695" y="259204"/>
                </a:cubicBezTo>
                <a:cubicBezTo>
                  <a:pt x="943695" y="273443"/>
                  <a:pt x="937146" y="285859"/>
                  <a:pt x="924046" y="296453"/>
                </a:cubicBezTo>
                <a:cubicBezTo>
                  <a:pt x="910946" y="307160"/>
                  <a:pt x="890670" y="312514"/>
                  <a:pt x="863217" y="312514"/>
                </a:cubicBezTo>
                <a:cubicBezTo>
                  <a:pt x="835538" y="312514"/>
                  <a:pt x="815148" y="307958"/>
                  <a:pt x="802047" y="298845"/>
                </a:cubicBezTo>
                <a:cubicBezTo>
                  <a:pt x="792593" y="292238"/>
                  <a:pt x="787866" y="284378"/>
                  <a:pt x="787866" y="275265"/>
                </a:cubicBezTo>
                <a:cubicBezTo>
                  <a:pt x="787866" y="268317"/>
                  <a:pt x="790999" y="261881"/>
                  <a:pt x="797263" y="255958"/>
                </a:cubicBezTo>
                <a:cubicBezTo>
                  <a:pt x="803414" y="250034"/>
                  <a:pt x="816685" y="244794"/>
                  <a:pt x="837075" y="240238"/>
                </a:cubicBezTo>
                <a:cubicBezTo>
                  <a:pt x="830127" y="236365"/>
                  <a:pt x="825456" y="232834"/>
                  <a:pt x="823064" y="229644"/>
                </a:cubicBezTo>
                <a:cubicBezTo>
                  <a:pt x="819761" y="225316"/>
                  <a:pt x="818109" y="220816"/>
                  <a:pt x="818109" y="216146"/>
                </a:cubicBezTo>
                <a:cubicBezTo>
                  <a:pt x="818109" y="208514"/>
                  <a:pt x="821128" y="201793"/>
                  <a:pt x="827165" y="195984"/>
                </a:cubicBezTo>
                <a:cubicBezTo>
                  <a:pt x="833317" y="190174"/>
                  <a:pt x="843568" y="184421"/>
                  <a:pt x="857921" y="178726"/>
                </a:cubicBezTo>
                <a:cubicBezTo>
                  <a:pt x="846758" y="174284"/>
                  <a:pt x="838670" y="168588"/>
                  <a:pt x="833658" y="161639"/>
                </a:cubicBezTo>
                <a:cubicBezTo>
                  <a:pt x="828759" y="154577"/>
                  <a:pt x="826311" y="146375"/>
                  <a:pt x="826311" y="137035"/>
                </a:cubicBezTo>
                <a:cubicBezTo>
                  <a:pt x="826311" y="127124"/>
                  <a:pt x="829273" y="117726"/>
                  <a:pt x="835196" y="108842"/>
                </a:cubicBezTo>
                <a:cubicBezTo>
                  <a:pt x="841233" y="99843"/>
                  <a:pt x="850061" y="92553"/>
                  <a:pt x="861680" y="86971"/>
                </a:cubicBezTo>
                <a:cubicBezTo>
                  <a:pt x="873413" y="81389"/>
                  <a:pt x="886854" y="78598"/>
                  <a:pt x="902005" y="78598"/>
                </a:cubicBezTo>
                <a:cubicBezTo>
                  <a:pt x="911687" y="78598"/>
                  <a:pt x="920287" y="79680"/>
                  <a:pt x="927805" y="81845"/>
                </a:cubicBezTo>
                <a:cubicBezTo>
                  <a:pt x="931678" y="82984"/>
                  <a:pt x="936178" y="85376"/>
                  <a:pt x="941304" y="89021"/>
                </a:cubicBezTo>
                <a:moveTo>
                  <a:pt x="905593" y="86971"/>
                </a:moveTo>
                <a:cubicBezTo>
                  <a:pt x="900012" y="86971"/>
                  <a:pt x="895284" y="88793"/>
                  <a:pt x="891410" y="92438"/>
                </a:cubicBezTo>
                <a:cubicBezTo>
                  <a:pt x="885260" y="98020"/>
                  <a:pt x="879849" y="107361"/>
                  <a:pt x="875179" y="120460"/>
                </a:cubicBezTo>
                <a:cubicBezTo>
                  <a:pt x="870622" y="133560"/>
                  <a:pt x="868344" y="145977"/>
                  <a:pt x="868344" y="157709"/>
                </a:cubicBezTo>
                <a:cubicBezTo>
                  <a:pt x="868344" y="163291"/>
                  <a:pt x="869938" y="167733"/>
                  <a:pt x="873128" y="171037"/>
                </a:cubicBezTo>
                <a:cubicBezTo>
                  <a:pt x="876431" y="174226"/>
                  <a:pt x="880475" y="175821"/>
                  <a:pt x="885260" y="175821"/>
                </a:cubicBezTo>
                <a:cubicBezTo>
                  <a:pt x="889929" y="175821"/>
                  <a:pt x="893973" y="174226"/>
                  <a:pt x="897390" y="171037"/>
                </a:cubicBezTo>
                <a:cubicBezTo>
                  <a:pt x="903884" y="164772"/>
                  <a:pt x="909522" y="154804"/>
                  <a:pt x="914307" y="141136"/>
                </a:cubicBezTo>
                <a:cubicBezTo>
                  <a:pt x="919091" y="127352"/>
                  <a:pt x="921483" y="114879"/>
                  <a:pt x="921483" y="103716"/>
                </a:cubicBezTo>
                <a:cubicBezTo>
                  <a:pt x="921483" y="98704"/>
                  <a:pt x="919945" y="94660"/>
                  <a:pt x="916870" y="91584"/>
                </a:cubicBezTo>
                <a:cubicBezTo>
                  <a:pt x="913795" y="88509"/>
                  <a:pt x="910036" y="86971"/>
                  <a:pt x="905593" y="86971"/>
                </a:cubicBezTo>
                <a:moveTo>
                  <a:pt x="846644" y="244168"/>
                </a:moveTo>
                <a:cubicBezTo>
                  <a:pt x="835822" y="248382"/>
                  <a:pt x="828417" y="252939"/>
                  <a:pt x="824431" y="257837"/>
                </a:cubicBezTo>
                <a:cubicBezTo>
                  <a:pt x="820558" y="262736"/>
                  <a:pt x="818622" y="268032"/>
                  <a:pt x="818622" y="273728"/>
                </a:cubicBezTo>
                <a:cubicBezTo>
                  <a:pt x="818622" y="281132"/>
                  <a:pt x="822494" y="287796"/>
                  <a:pt x="830240" y="293719"/>
                </a:cubicBezTo>
                <a:cubicBezTo>
                  <a:pt x="838101" y="299756"/>
                  <a:pt x="850573" y="302775"/>
                  <a:pt x="867660" y="302775"/>
                </a:cubicBezTo>
                <a:cubicBezTo>
                  <a:pt x="881900" y="302775"/>
                  <a:pt x="892207" y="300155"/>
                  <a:pt x="898587" y="294915"/>
                </a:cubicBezTo>
                <a:cubicBezTo>
                  <a:pt x="904966" y="289789"/>
                  <a:pt x="908156" y="283752"/>
                  <a:pt x="908156" y="276804"/>
                </a:cubicBezTo>
                <a:cubicBezTo>
                  <a:pt x="908156" y="270652"/>
                  <a:pt x="905195" y="265640"/>
                  <a:pt x="899271" y="261767"/>
                </a:cubicBezTo>
                <a:cubicBezTo>
                  <a:pt x="893461" y="257894"/>
                  <a:pt x="882241" y="253850"/>
                  <a:pt x="865610" y="249636"/>
                </a:cubicBezTo>
                <a:cubicBezTo>
                  <a:pt x="857864" y="247585"/>
                  <a:pt x="851542" y="245763"/>
                  <a:pt x="846644" y="244168"/>
                </a:cubicBezTo>
                <a:moveTo>
                  <a:pt x="1116783" y="11619"/>
                </a:moveTo>
                <a:lnTo>
                  <a:pt x="1118663" y="5297"/>
                </a:lnTo>
                <a:lnTo>
                  <a:pt x="1231776" y="5297"/>
                </a:lnTo>
                <a:lnTo>
                  <a:pt x="1229555" y="11619"/>
                </a:lnTo>
                <a:cubicBezTo>
                  <a:pt x="1219304" y="11619"/>
                  <a:pt x="1211443" y="13897"/>
                  <a:pt x="1205976" y="18453"/>
                </a:cubicBezTo>
                <a:cubicBezTo>
                  <a:pt x="1200622" y="23010"/>
                  <a:pt x="1195895" y="32521"/>
                  <a:pt x="1191793" y="46988"/>
                </a:cubicBezTo>
                <a:lnTo>
                  <a:pt x="1149419" y="195300"/>
                </a:lnTo>
                <a:cubicBezTo>
                  <a:pt x="1146344" y="205780"/>
                  <a:pt x="1144806" y="212785"/>
                  <a:pt x="1144806" y="216316"/>
                </a:cubicBezTo>
                <a:cubicBezTo>
                  <a:pt x="1144806" y="220417"/>
                  <a:pt x="1146400" y="223607"/>
                  <a:pt x="1149590" y="225885"/>
                </a:cubicBezTo>
                <a:cubicBezTo>
                  <a:pt x="1153691" y="228847"/>
                  <a:pt x="1161436" y="230441"/>
                  <a:pt x="1172827" y="230670"/>
                </a:cubicBezTo>
                <a:lnTo>
                  <a:pt x="1171119" y="236992"/>
                </a:lnTo>
                <a:lnTo>
                  <a:pt x="1056125" y="236992"/>
                </a:lnTo>
                <a:lnTo>
                  <a:pt x="1058006" y="230670"/>
                </a:lnTo>
                <a:cubicBezTo>
                  <a:pt x="1069511" y="230670"/>
                  <a:pt x="1077939" y="228505"/>
                  <a:pt x="1083294" y="224177"/>
                </a:cubicBezTo>
                <a:cubicBezTo>
                  <a:pt x="1088647" y="219734"/>
                  <a:pt x="1093488" y="210109"/>
                  <a:pt x="1097817" y="195300"/>
                </a:cubicBezTo>
                <a:lnTo>
                  <a:pt x="1140534" y="46988"/>
                </a:lnTo>
                <a:cubicBezTo>
                  <a:pt x="1143154" y="37875"/>
                  <a:pt x="1144464" y="30984"/>
                  <a:pt x="1144464" y="26313"/>
                </a:cubicBezTo>
                <a:cubicBezTo>
                  <a:pt x="1144464" y="22099"/>
                  <a:pt x="1142869" y="18795"/>
                  <a:pt x="1139680" y="16403"/>
                </a:cubicBezTo>
                <a:cubicBezTo>
                  <a:pt x="1136490" y="14011"/>
                  <a:pt x="1128858" y="12416"/>
                  <a:pt x="1116783" y="11619"/>
                </a:cubicBezTo>
                <a:moveTo>
                  <a:pt x="1298244" y="78598"/>
                </a:moveTo>
                <a:lnTo>
                  <a:pt x="1277056" y="151900"/>
                </a:lnTo>
                <a:cubicBezTo>
                  <a:pt x="1291295" y="130485"/>
                  <a:pt x="1301946" y="115847"/>
                  <a:pt x="1309008" y="107987"/>
                </a:cubicBezTo>
                <a:cubicBezTo>
                  <a:pt x="1319374" y="96596"/>
                  <a:pt x="1328317" y="88850"/>
                  <a:pt x="1335834" y="84750"/>
                </a:cubicBezTo>
                <a:cubicBezTo>
                  <a:pt x="1343352" y="80649"/>
                  <a:pt x="1350415" y="78598"/>
                  <a:pt x="1357022" y="78598"/>
                </a:cubicBezTo>
                <a:cubicBezTo>
                  <a:pt x="1362945" y="78598"/>
                  <a:pt x="1368015" y="80819"/>
                  <a:pt x="1372229" y="85262"/>
                </a:cubicBezTo>
                <a:cubicBezTo>
                  <a:pt x="1376443" y="89591"/>
                  <a:pt x="1378551" y="95286"/>
                  <a:pt x="1378551" y="102349"/>
                </a:cubicBezTo>
                <a:cubicBezTo>
                  <a:pt x="1378551" y="108728"/>
                  <a:pt x="1377184" y="116474"/>
                  <a:pt x="1374450" y="125587"/>
                </a:cubicBezTo>
                <a:lnTo>
                  <a:pt x="1352579" y="198546"/>
                </a:lnTo>
                <a:cubicBezTo>
                  <a:pt x="1350757" y="204926"/>
                  <a:pt x="1349846" y="209083"/>
                  <a:pt x="1349846" y="211020"/>
                </a:cubicBezTo>
                <a:cubicBezTo>
                  <a:pt x="1349846" y="212159"/>
                  <a:pt x="1350244" y="213184"/>
                  <a:pt x="1351042" y="214095"/>
                </a:cubicBezTo>
                <a:cubicBezTo>
                  <a:pt x="1351952" y="215007"/>
                  <a:pt x="1352864" y="215463"/>
                  <a:pt x="1353775" y="215463"/>
                </a:cubicBezTo>
                <a:cubicBezTo>
                  <a:pt x="1354914" y="215463"/>
                  <a:pt x="1356111" y="215007"/>
                  <a:pt x="1357364" y="214095"/>
                </a:cubicBezTo>
                <a:cubicBezTo>
                  <a:pt x="1361351" y="210792"/>
                  <a:pt x="1365395" y="206121"/>
                  <a:pt x="1369495" y="200085"/>
                </a:cubicBezTo>
                <a:cubicBezTo>
                  <a:pt x="1370520" y="198490"/>
                  <a:pt x="1372172" y="196097"/>
                  <a:pt x="1374450" y="192908"/>
                </a:cubicBezTo>
                <a:lnTo>
                  <a:pt x="1380942" y="196838"/>
                </a:lnTo>
                <a:cubicBezTo>
                  <a:pt x="1364198" y="224974"/>
                  <a:pt x="1346599" y="239042"/>
                  <a:pt x="1328145" y="239042"/>
                </a:cubicBezTo>
                <a:cubicBezTo>
                  <a:pt x="1321083" y="239042"/>
                  <a:pt x="1315558" y="237219"/>
                  <a:pt x="1311571" y="233574"/>
                </a:cubicBezTo>
                <a:cubicBezTo>
                  <a:pt x="1307585" y="229929"/>
                  <a:pt x="1305591" y="225373"/>
                  <a:pt x="1305591" y="219905"/>
                </a:cubicBezTo>
                <a:cubicBezTo>
                  <a:pt x="1305591" y="215121"/>
                  <a:pt x="1306958" y="208001"/>
                  <a:pt x="1309691" y="198546"/>
                </a:cubicBezTo>
                <a:lnTo>
                  <a:pt x="1331050" y="125587"/>
                </a:lnTo>
                <a:cubicBezTo>
                  <a:pt x="1332531" y="120802"/>
                  <a:pt x="1333271" y="117271"/>
                  <a:pt x="1333271" y="114993"/>
                </a:cubicBezTo>
                <a:cubicBezTo>
                  <a:pt x="1333271" y="113740"/>
                  <a:pt x="1332759" y="112658"/>
                  <a:pt x="1331734" y="111746"/>
                </a:cubicBezTo>
                <a:cubicBezTo>
                  <a:pt x="1330708" y="110721"/>
                  <a:pt x="1329512" y="110209"/>
                  <a:pt x="1328145" y="110209"/>
                </a:cubicBezTo>
                <a:cubicBezTo>
                  <a:pt x="1323816" y="110209"/>
                  <a:pt x="1318576" y="113170"/>
                  <a:pt x="1312426" y="119094"/>
                </a:cubicBezTo>
                <a:cubicBezTo>
                  <a:pt x="1296706" y="134130"/>
                  <a:pt x="1281498" y="156514"/>
                  <a:pt x="1266805" y="186244"/>
                </a:cubicBezTo>
                <a:lnTo>
                  <a:pt x="1252793" y="236992"/>
                </a:lnTo>
                <a:lnTo>
                  <a:pt x="1209222" y="236992"/>
                </a:lnTo>
                <a:lnTo>
                  <a:pt x="1241175" y="127295"/>
                </a:lnTo>
                <a:cubicBezTo>
                  <a:pt x="1244250" y="116474"/>
                  <a:pt x="1245788" y="108785"/>
                  <a:pt x="1245788" y="104228"/>
                </a:cubicBezTo>
                <a:cubicBezTo>
                  <a:pt x="1245788" y="102292"/>
                  <a:pt x="1245332" y="100697"/>
                  <a:pt x="1244420" y="99444"/>
                </a:cubicBezTo>
                <a:cubicBezTo>
                  <a:pt x="1243510" y="98077"/>
                  <a:pt x="1242029" y="97052"/>
                  <a:pt x="1239978" y="96368"/>
                </a:cubicBezTo>
                <a:cubicBezTo>
                  <a:pt x="1237928" y="95571"/>
                  <a:pt x="1234054" y="95172"/>
                  <a:pt x="1228359" y="95172"/>
                </a:cubicBezTo>
                <a:lnTo>
                  <a:pt x="1230239" y="88680"/>
                </a:lnTo>
                <a:lnTo>
                  <a:pt x="1287820" y="78598"/>
                </a:lnTo>
                <a:lnTo>
                  <a:pt x="1298244" y="78598"/>
                </a:lnTo>
                <a:moveTo>
                  <a:pt x="1590426" y="0"/>
                </a:moveTo>
                <a:lnTo>
                  <a:pt x="1534894" y="191199"/>
                </a:lnTo>
                <a:cubicBezTo>
                  <a:pt x="1531362" y="203160"/>
                  <a:pt x="1529596" y="210393"/>
                  <a:pt x="1529596" y="212899"/>
                </a:cubicBezTo>
                <a:cubicBezTo>
                  <a:pt x="1529596" y="214153"/>
                  <a:pt x="1530053" y="215234"/>
                  <a:pt x="1530964" y="216146"/>
                </a:cubicBezTo>
                <a:cubicBezTo>
                  <a:pt x="1531876" y="217057"/>
                  <a:pt x="1532843" y="217513"/>
                  <a:pt x="1533869" y="217513"/>
                </a:cubicBezTo>
                <a:cubicBezTo>
                  <a:pt x="1535805" y="217513"/>
                  <a:pt x="1538026" y="216544"/>
                  <a:pt x="1540532" y="214608"/>
                </a:cubicBezTo>
                <a:cubicBezTo>
                  <a:pt x="1544747" y="211419"/>
                  <a:pt x="1549873" y="205381"/>
                  <a:pt x="1555910" y="196496"/>
                </a:cubicBezTo>
                <a:lnTo>
                  <a:pt x="1562062" y="199743"/>
                </a:lnTo>
                <a:cubicBezTo>
                  <a:pt x="1546000" y="227765"/>
                  <a:pt x="1528344" y="241776"/>
                  <a:pt x="1509093" y="241776"/>
                </a:cubicBezTo>
                <a:cubicBezTo>
                  <a:pt x="1502259" y="241776"/>
                  <a:pt x="1496961" y="240010"/>
                  <a:pt x="1493202" y="236479"/>
                </a:cubicBezTo>
                <a:cubicBezTo>
                  <a:pt x="1489558" y="232834"/>
                  <a:pt x="1487734" y="228220"/>
                  <a:pt x="1487734" y="222638"/>
                </a:cubicBezTo>
                <a:cubicBezTo>
                  <a:pt x="1487734" y="217285"/>
                  <a:pt x="1489215" y="209653"/>
                  <a:pt x="1492177" y="199743"/>
                </a:cubicBezTo>
                <a:lnTo>
                  <a:pt x="1497303" y="182314"/>
                </a:lnTo>
                <a:cubicBezTo>
                  <a:pt x="1483064" y="207489"/>
                  <a:pt x="1470704" y="224233"/>
                  <a:pt x="1460225" y="232549"/>
                </a:cubicBezTo>
                <a:cubicBezTo>
                  <a:pt x="1452252" y="238700"/>
                  <a:pt x="1444505" y="241776"/>
                  <a:pt x="1436988" y="241776"/>
                </a:cubicBezTo>
                <a:cubicBezTo>
                  <a:pt x="1428444" y="241776"/>
                  <a:pt x="1421210" y="238302"/>
                  <a:pt x="1415287" y="231353"/>
                </a:cubicBezTo>
                <a:cubicBezTo>
                  <a:pt x="1409478" y="224404"/>
                  <a:pt x="1406573" y="214266"/>
                  <a:pt x="1406573" y="200938"/>
                </a:cubicBezTo>
                <a:cubicBezTo>
                  <a:pt x="1406573" y="183966"/>
                  <a:pt x="1410332" y="167221"/>
                  <a:pt x="1417850" y="150704"/>
                </a:cubicBezTo>
                <a:cubicBezTo>
                  <a:pt x="1425368" y="134187"/>
                  <a:pt x="1434026" y="120404"/>
                  <a:pt x="1443822" y="109354"/>
                </a:cubicBezTo>
                <a:cubicBezTo>
                  <a:pt x="1453732" y="98305"/>
                  <a:pt x="1463130" y="90445"/>
                  <a:pt x="1472015" y="85775"/>
                </a:cubicBezTo>
                <a:cubicBezTo>
                  <a:pt x="1481013" y="80990"/>
                  <a:pt x="1489842" y="78598"/>
                  <a:pt x="1498500" y="78598"/>
                </a:cubicBezTo>
                <a:cubicBezTo>
                  <a:pt x="1502942" y="78598"/>
                  <a:pt x="1506872" y="79509"/>
                  <a:pt x="1510289" y="81332"/>
                </a:cubicBezTo>
                <a:cubicBezTo>
                  <a:pt x="1513820" y="83155"/>
                  <a:pt x="1517808" y="86572"/>
                  <a:pt x="1522250" y="91584"/>
                </a:cubicBezTo>
                <a:lnTo>
                  <a:pt x="1534894" y="49038"/>
                </a:lnTo>
                <a:cubicBezTo>
                  <a:pt x="1537969" y="38559"/>
                  <a:pt x="1539507" y="31040"/>
                  <a:pt x="1539507" y="26484"/>
                </a:cubicBezTo>
                <a:cubicBezTo>
                  <a:pt x="1539507" y="23750"/>
                  <a:pt x="1538482" y="21415"/>
                  <a:pt x="1536432" y="19479"/>
                </a:cubicBezTo>
                <a:cubicBezTo>
                  <a:pt x="1534381" y="17542"/>
                  <a:pt x="1531647" y="16574"/>
                  <a:pt x="1528230" y="16574"/>
                </a:cubicBezTo>
                <a:cubicBezTo>
                  <a:pt x="1526636" y="16574"/>
                  <a:pt x="1524642" y="16745"/>
                  <a:pt x="1522250" y="17087"/>
                </a:cubicBezTo>
                <a:lnTo>
                  <a:pt x="1523958" y="10423"/>
                </a:lnTo>
                <a:lnTo>
                  <a:pt x="1580174" y="0"/>
                </a:lnTo>
                <a:lnTo>
                  <a:pt x="1590426" y="0"/>
                </a:lnTo>
                <a:moveTo>
                  <a:pt x="1515244" y="108329"/>
                </a:moveTo>
                <a:cubicBezTo>
                  <a:pt x="1515244" y="101380"/>
                  <a:pt x="1513877" y="96311"/>
                  <a:pt x="1511144" y="93122"/>
                </a:cubicBezTo>
                <a:cubicBezTo>
                  <a:pt x="1508409" y="89933"/>
                  <a:pt x="1505220" y="88338"/>
                  <a:pt x="1501575" y="88338"/>
                </a:cubicBezTo>
                <a:cubicBezTo>
                  <a:pt x="1497930" y="88338"/>
                  <a:pt x="1494000" y="90217"/>
                  <a:pt x="1489785" y="93976"/>
                </a:cubicBezTo>
                <a:cubicBezTo>
                  <a:pt x="1481697" y="101267"/>
                  <a:pt x="1473211" y="115961"/>
                  <a:pt x="1464325" y="138060"/>
                </a:cubicBezTo>
                <a:cubicBezTo>
                  <a:pt x="1455555" y="160045"/>
                  <a:pt x="1451169" y="178555"/>
                  <a:pt x="1451169" y="193592"/>
                </a:cubicBezTo>
                <a:cubicBezTo>
                  <a:pt x="1451169" y="199059"/>
                  <a:pt x="1452137" y="203103"/>
                  <a:pt x="1454074" y="205723"/>
                </a:cubicBezTo>
                <a:cubicBezTo>
                  <a:pt x="1456010" y="208343"/>
                  <a:pt x="1458175" y="209653"/>
                  <a:pt x="1460567" y="209653"/>
                </a:cubicBezTo>
                <a:cubicBezTo>
                  <a:pt x="1464554" y="209653"/>
                  <a:pt x="1468541" y="207830"/>
                  <a:pt x="1472528" y="204185"/>
                </a:cubicBezTo>
                <a:cubicBezTo>
                  <a:pt x="1482210" y="195528"/>
                  <a:pt x="1491721" y="180663"/>
                  <a:pt x="1501062" y="159589"/>
                </a:cubicBezTo>
                <a:cubicBezTo>
                  <a:pt x="1510517" y="138402"/>
                  <a:pt x="1515244" y="121315"/>
                  <a:pt x="1515244" y="108329"/>
                </a:cubicBezTo>
                <a:moveTo>
                  <a:pt x="1667486" y="78598"/>
                </a:moveTo>
                <a:lnTo>
                  <a:pt x="1634338" y="194787"/>
                </a:lnTo>
                <a:cubicBezTo>
                  <a:pt x="1632744" y="200141"/>
                  <a:pt x="1631945" y="203843"/>
                  <a:pt x="1631945" y="205894"/>
                </a:cubicBezTo>
                <a:cubicBezTo>
                  <a:pt x="1631945" y="206919"/>
                  <a:pt x="1632344" y="207716"/>
                  <a:pt x="1633142" y="208286"/>
                </a:cubicBezTo>
                <a:cubicBezTo>
                  <a:pt x="1634053" y="209197"/>
                  <a:pt x="1635135" y="209653"/>
                  <a:pt x="1636388" y="209653"/>
                </a:cubicBezTo>
                <a:cubicBezTo>
                  <a:pt x="1641629" y="209653"/>
                  <a:pt x="1648633" y="204982"/>
                  <a:pt x="1657405" y="195642"/>
                </a:cubicBezTo>
                <a:cubicBezTo>
                  <a:pt x="1669935" y="182087"/>
                  <a:pt x="1683091" y="162608"/>
                  <a:pt x="1696875" y="137206"/>
                </a:cubicBezTo>
                <a:lnTo>
                  <a:pt x="1712423" y="84921"/>
                </a:lnTo>
                <a:lnTo>
                  <a:pt x="1755653" y="83382"/>
                </a:lnTo>
                <a:lnTo>
                  <a:pt x="1722847" y="196155"/>
                </a:lnTo>
                <a:cubicBezTo>
                  <a:pt x="1720113" y="205723"/>
                  <a:pt x="1718747" y="211191"/>
                  <a:pt x="1718747" y="212558"/>
                </a:cubicBezTo>
                <a:cubicBezTo>
                  <a:pt x="1718747" y="213469"/>
                  <a:pt x="1719144" y="214437"/>
                  <a:pt x="1719942" y="215463"/>
                </a:cubicBezTo>
                <a:cubicBezTo>
                  <a:pt x="1720853" y="216374"/>
                  <a:pt x="1721765" y="216829"/>
                  <a:pt x="1722676" y="216829"/>
                </a:cubicBezTo>
                <a:cubicBezTo>
                  <a:pt x="1724270" y="216829"/>
                  <a:pt x="1725808" y="216146"/>
                  <a:pt x="1727289" y="214779"/>
                </a:cubicBezTo>
                <a:cubicBezTo>
                  <a:pt x="1731391" y="211475"/>
                  <a:pt x="1736801" y="204812"/>
                  <a:pt x="1743521" y="194787"/>
                </a:cubicBezTo>
                <a:lnTo>
                  <a:pt x="1749331" y="198888"/>
                </a:lnTo>
                <a:cubicBezTo>
                  <a:pt x="1733497" y="227480"/>
                  <a:pt x="1716069" y="241776"/>
                  <a:pt x="1697046" y="241776"/>
                </a:cubicBezTo>
                <a:cubicBezTo>
                  <a:pt x="1689984" y="241776"/>
                  <a:pt x="1684402" y="240010"/>
                  <a:pt x="1680301" y="236479"/>
                </a:cubicBezTo>
                <a:cubicBezTo>
                  <a:pt x="1676314" y="232834"/>
                  <a:pt x="1674321" y="228107"/>
                  <a:pt x="1674321" y="222297"/>
                </a:cubicBezTo>
                <a:cubicBezTo>
                  <a:pt x="1674321" y="216146"/>
                  <a:pt x="1675745" y="208343"/>
                  <a:pt x="1678592" y="198888"/>
                </a:cubicBezTo>
                <a:lnTo>
                  <a:pt x="1686965" y="170012"/>
                </a:lnTo>
                <a:cubicBezTo>
                  <a:pt x="1672157" y="191541"/>
                  <a:pt x="1661392" y="206065"/>
                  <a:pt x="1654671" y="213583"/>
                </a:cubicBezTo>
                <a:cubicBezTo>
                  <a:pt x="1644419" y="224860"/>
                  <a:pt x="1635762" y="232378"/>
                  <a:pt x="1628700" y="236137"/>
                </a:cubicBezTo>
                <a:cubicBezTo>
                  <a:pt x="1621751" y="239896"/>
                  <a:pt x="1615087" y="241776"/>
                  <a:pt x="1608708" y="241776"/>
                </a:cubicBezTo>
                <a:cubicBezTo>
                  <a:pt x="1602670" y="241776"/>
                  <a:pt x="1597430" y="239555"/>
                  <a:pt x="1592988" y="235112"/>
                </a:cubicBezTo>
                <a:cubicBezTo>
                  <a:pt x="1588660" y="230670"/>
                  <a:pt x="1586496" y="225031"/>
                  <a:pt x="1586496" y="218196"/>
                </a:cubicBezTo>
                <a:cubicBezTo>
                  <a:pt x="1586496" y="212387"/>
                  <a:pt x="1587920" y="204584"/>
                  <a:pt x="1590767" y="194787"/>
                </a:cubicBezTo>
                <a:lnTo>
                  <a:pt x="1610074" y="126441"/>
                </a:lnTo>
                <a:cubicBezTo>
                  <a:pt x="1613264" y="115277"/>
                  <a:pt x="1614859" y="107760"/>
                  <a:pt x="1614859" y="103887"/>
                </a:cubicBezTo>
                <a:cubicBezTo>
                  <a:pt x="1614859" y="102178"/>
                  <a:pt x="1614403" y="100697"/>
                  <a:pt x="1613493" y="99444"/>
                </a:cubicBezTo>
                <a:cubicBezTo>
                  <a:pt x="1612581" y="98077"/>
                  <a:pt x="1611043" y="97052"/>
                  <a:pt x="1608879" y="96368"/>
                </a:cubicBezTo>
                <a:cubicBezTo>
                  <a:pt x="1606829" y="95571"/>
                  <a:pt x="1602955" y="95172"/>
                  <a:pt x="1597260" y="95172"/>
                </a:cubicBezTo>
                <a:lnTo>
                  <a:pt x="1598968" y="88680"/>
                </a:lnTo>
                <a:lnTo>
                  <a:pt x="1657235" y="78598"/>
                </a:lnTo>
                <a:lnTo>
                  <a:pt x="1667486" y="78598"/>
                </a:lnTo>
                <a:moveTo>
                  <a:pt x="1900719" y="195813"/>
                </a:moveTo>
                <a:lnTo>
                  <a:pt x="1905845" y="200426"/>
                </a:lnTo>
                <a:cubicBezTo>
                  <a:pt x="1894795" y="213640"/>
                  <a:pt x="1883917" y="223322"/>
                  <a:pt x="1873209" y="229473"/>
                </a:cubicBezTo>
                <a:cubicBezTo>
                  <a:pt x="1858971" y="237675"/>
                  <a:pt x="1844219" y="241776"/>
                  <a:pt x="1828955" y="241776"/>
                </a:cubicBezTo>
                <a:cubicBezTo>
                  <a:pt x="1818703" y="241776"/>
                  <a:pt x="1809589" y="239611"/>
                  <a:pt x="1801616" y="235283"/>
                </a:cubicBezTo>
                <a:cubicBezTo>
                  <a:pt x="1793757" y="230841"/>
                  <a:pt x="1787947" y="224689"/>
                  <a:pt x="1784188" y="216829"/>
                </a:cubicBezTo>
                <a:cubicBezTo>
                  <a:pt x="1780429" y="208855"/>
                  <a:pt x="1778550" y="200711"/>
                  <a:pt x="1778550" y="192395"/>
                </a:cubicBezTo>
                <a:cubicBezTo>
                  <a:pt x="1778550" y="173714"/>
                  <a:pt x="1783618" y="155375"/>
                  <a:pt x="1793757" y="137376"/>
                </a:cubicBezTo>
                <a:cubicBezTo>
                  <a:pt x="1803894" y="119265"/>
                  <a:pt x="1817279" y="104969"/>
                  <a:pt x="1833910" y="94489"/>
                </a:cubicBezTo>
                <a:cubicBezTo>
                  <a:pt x="1850541" y="83895"/>
                  <a:pt x="1866887" y="78598"/>
                  <a:pt x="1882948" y="78598"/>
                </a:cubicBezTo>
                <a:cubicBezTo>
                  <a:pt x="1895821" y="78598"/>
                  <a:pt x="1905503" y="81446"/>
                  <a:pt x="1911996" y="87142"/>
                </a:cubicBezTo>
                <a:cubicBezTo>
                  <a:pt x="1918489" y="92837"/>
                  <a:pt x="1921735" y="99899"/>
                  <a:pt x="1921735" y="108329"/>
                </a:cubicBezTo>
                <a:cubicBezTo>
                  <a:pt x="1921735" y="115961"/>
                  <a:pt x="1919286" y="122454"/>
                  <a:pt x="1914388" y="127808"/>
                </a:cubicBezTo>
                <a:cubicBezTo>
                  <a:pt x="1909490" y="133162"/>
                  <a:pt x="1904022" y="135838"/>
                  <a:pt x="1897985" y="135838"/>
                </a:cubicBezTo>
                <a:cubicBezTo>
                  <a:pt x="1892745" y="135838"/>
                  <a:pt x="1888360" y="134130"/>
                  <a:pt x="1884828" y="130713"/>
                </a:cubicBezTo>
                <a:cubicBezTo>
                  <a:pt x="1881411" y="127295"/>
                  <a:pt x="1879703" y="123251"/>
                  <a:pt x="1879703" y="118581"/>
                </a:cubicBezTo>
                <a:cubicBezTo>
                  <a:pt x="1879703" y="112430"/>
                  <a:pt x="1882778" y="107076"/>
                  <a:pt x="1888928" y="102519"/>
                </a:cubicBezTo>
                <a:cubicBezTo>
                  <a:pt x="1893144" y="99330"/>
                  <a:pt x="1895252" y="96539"/>
                  <a:pt x="1895252" y="94147"/>
                </a:cubicBezTo>
                <a:cubicBezTo>
                  <a:pt x="1895252" y="92097"/>
                  <a:pt x="1894397" y="90445"/>
                  <a:pt x="1892689" y="89192"/>
                </a:cubicBezTo>
                <a:cubicBezTo>
                  <a:pt x="1890409" y="87370"/>
                  <a:pt x="1887448" y="86458"/>
                  <a:pt x="1883803" y="86458"/>
                </a:cubicBezTo>
                <a:cubicBezTo>
                  <a:pt x="1874235" y="86458"/>
                  <a:pt x="1865235" y="90331"/>
                  <a:pt x="1856806" y="98077"/>
                </a:cubicBezTo>
                <a:cubicBezTo>
                  <a:pt x="1845643" y="108329"/>
                  <a:pt x="1837100" y="121315"/>
                  <a:pt x="1831177" y="137035"/>
                </a:cubicBezTo>
                <a:cubicBezTo>
                  <a:pt x="1825253" y="152754"/>
                  <a:pt x="1822291" y="167677"/>
                  <a:pt x="1822291" y="181802"/>
                </a:cubicBezTo>
                <a:cubicBezTo>
                  <a:pt x="1822291" y="192965"/>
                  <a:pt x="1825310" y="201907"/>
                  <a:pt x="1831347" y="208628"/>
                </a:cubicBezTo>
                <a:cubicBezTo>
                  <a:pt x="1837384" y="215234"/>
                  <a:pt x="1844561" y="218538"/>
                  <a:pt x="1852876" y="218538"/>
                </a:cubicBezTo>
                <a:cubicBezTo>
                  <a:pt x="1860167" y="218538"/>
                  <a:pt x="1868026" y="216658"/>
                  <a:pt x="1876456" y="212899"/>
                </a:cubicBezTo>
                <a:cubicBezTo>
                  <a:pt x="1884999" y="209141"/>
                  <a:pt x="1893087" y="203445"/>
                  <a:pt x="1900719" y="195813"/>
                </a:cubicBezTo>
                <a:moveTo>
                  <a:pt x="2025110" y="36907"/>
                </a:moveTo>
                <a:lnTo>
                  <a:pt x="2011440" y="83382"/>
                </a:lnTo>
                <a:lnTo>
                  <a:pt x="2033824" y="83382"/>
                </a:lnTo>
                <a:lnTo>
                  <a:pt x="2027843" y="103032"/>
                </a:lnTo>
                <a:lnTo>
                  <a:pt x="2005802" y="103032"/>
                </a:lnTo>
                <a:lnTo>
                  <a:pt x="1977267" y="202135"/>
                </a:lnTo>
                <a:cubicBezTo>
                  <a:pt x="1975445" y="208286"/>
                  <a:pt x="1974533" y="212956"/>
                  <a:pt x="1974533" y="216146"/>
                </a:cubicBezTo>
                <a:cubicBezTo>
                  <a:pt x="1974533" y="217626"/>
                  <a:pt x="1975046" y="218936"/>
                  <a:pt x="1976072" y="220076"/>
                </a:cubicBezTo>
                <a:cubicBezTo>
                  <a:pt x="1977096" y="221101"/>
                  <a:pt x="1978235" y="221614"/>
                  <a:pt x="1979489" y="221614"/>
                </a:cubicBezTo>
                <a:cubicBezTo>
                  <a:pt x="1981425" y="221614"/>
                  <a:pt x="1983418" y="220816"/>
                  <a:pt x="1985469" y="219221"/>
                </a:cubicBezTo>
                <a:cubicBezTo>
                  <a:pt x="1990709" y="215234"/>
                  <a:pt x="1996802" y="208286"/>
                  <a:pt x="2003751" y="198375"/>
                </a:cubicBezTo>
                <a:lnTo>
                  <a:pt x="2009731" y="202135"/>
                </a:lnTo>
                <a:cubicBezTo>
                  <a:pt x="2001872" y="215804"/>
                  <a:pt x="1993215" y="225828"/>
                  <a:pt x="1983760" y="232207"/>
                </a:cubicBezTo>
                <a:cubicBezTo>
                  <a:pt x="1974306" y="238586"/>
                  <a:pt x="1965022" y="241776"/>
                  <a:pt x="1955909" y="241776"/>
                </a:cubicBezTo>
                <a:cubicBezTo>
                  <a:pt x="1948162" y="241776"/>
                  <a:pt x="1942126" y="239839"/>
                  <a:pt x="1937797" y="235966"/>
                </a:cubicBezTo>
                <a:cubicBezTo>
                  <a:pt x="1933582" y="231980"/>
                  <a:pt x="1931475" y="226967"/>
                  <a:pt x="1931475" y="220930"/>
                </a:cubicBezTo>
                <a:cubicBezTo>
                  <a:pt x="1931475" y="214323"/>
                  <a:pt x="1932955" y="205837"/>
                  <a:pt x="1935917" y="195471"/>
                </a:cubicBezTo>
                <a:lnTo>
                  <a:pt x="1962914" y="103032"/>
                </a:lnTo>
                <a:lnTo>
                  <a:pt x="1939676" y="103032"/>
                </a:lnTo>
                <a:lnTo>
                  <a:pt x="1943093" y="90388"/>
                </a:lnTo>
                <a:cubicBezTo>
                  <a:pt x="1957674" y="85034"/>
                  <a:pt x="1969977" y="78769"/>
                  <a:pt x="1980001" y="71593"/>
                </a:cubicBezTo>
                <a:cubicBezTo>
                  <a:pt x="1990025" y="64416"/>
                  <a:pt x="2002100" y="52855"/>
                  <a:pt x="2016225" y="36907"/>
                </a:cubicBezTo>
                <a:lnTo>
                  <a:pt x="2025110" y="36907"/>
                </a:lnTo>
                <a:moveTo>
                  <a:pt x="2100804" y="0"/>
                </a:moveTo>
                <a:cubicBezTo>
                  <a:pt x="2107866" y="0"/>
                  <a:pt x="2113789" y="2449"/>
                  <a:pt x="2118574" y="7347"/>
                </a:cubicBezTo>
                <a:cubicBezTo>
                  <a:pt x="2123472" y="12245"/>
                  <a:pt x="2125921" y="18169"/>
                  <a:pt x="2125921" y="25117"/>
                </a:cubicBezTo>
                <a:cubicBezTo>
                  <a:pt x="2125921" y="32065"/>
                  <a:pt x="2123472" y="37989"/>
                  <a:pt x="2118574" y="42887"/>
                </a:cubicBezTo>
                <a:cubicBezTo>
                  <a:pt x="2113675" y="47785"/>
                  <a:pt x="2107752" y="50234"/>
                  <a:pt x="2100804" y="50234"/>
                </a:cubicBezTo>
                <a:cubicBezTo>
                  <a:pt x="2093968" y="50234"/>
                  <a:pt x="2088103" y="47785"/>
                  <a:pt x="2083204" y="42887"/>
                </a:cubicBezTo>
                <a:cubicBezTo>
                  <a:pt x="2078306" y="37989"/>
                  <a:pt x="2075857" y="32065"/>
                  <a:pt x="2075857" y="25117"/>
                </a:cubicBezTo>
                <a:cubicBezTo>
                  <a:pt x="2075857" y="18169"/>
                  <a:pt x="2078249" y="12245"/>
                  <a:pt x="2083033" y="7347"/>
                </a:cubicBezTo>
                <a:cubicBezTo>
                  <a:pt x="2087931" y="2449"/>
                  <a:pt x="2093855" y="0"/>
                  <a:pt x="2100804" y="0"/>
                </a:cubicBezTo>
                <a:moveTo>
                  <a:pt x="2111397" y="78598"/>
                </a:moveTo>
                <a:lnTo>
                  <a:pt x="2076370" y="200085"/>
                </a:lnTo>
                <a:cubicBezTo>
                  <a:pt x="2074433" y="207033"/>
                  <a:pt x="2073465" y="211589"/>
                  <a:pt x="2073465" y="213753"/>
                </a:cubicBezTo>
                <a:cubicBezTo>
                  <a:pt x="2073465" y="215007"/>
                  <a:pt x="2073978" y="216203"/>
                  <a:pt x="2075002" y="217342"/>
                </a:cubicBezTo>
                <a:cubicBezTo>
                  <a:pt x="2076028" y="218367"/>
                  <a:pt x="2077110" y="218880"/>
                  <a:pt x="2078249" y="218880"/>
                </a:cubicBezTo>
                <a:cubicBezTo>
                  <a:pt x="2080185" y="218880"/>
                  <a:pt x="2082123" y="218025"/>
                  <a:pt x="2084059" y="216316"/>
                </a:cubicBezTo>
                <a:cubicBezTo>
                  <a:pt x="2089184" y="212102"/>
                  <a:pt x="2095336" y="204470"/>
                  <a:pt x="2102512" y="193421"/>
                </a:cubicBezTo>
                <a:lnTo>
                  <a:pt x="2108321" y="196838"/>
                </a:lnTo>
                <a:cubicBezTo>
                  <a:pt x="2091121" y="226797"/>
                  <a:pt x="2072838" y="241776"/>
                  <a:pt x="2053473" y="241776"/>
                </a:cubicBezTo>
                <a:cubicBezTo>
                  <a:pt x="2046069" y="241776"/>
                  <a:pt x="2040146" y="239726"/>
                  <a:pt x="2035703" y="235624"/>
                </a:cubicBezTo>
                <a:cubicBezTo>
                  <a:pt x="2031375" y="231410"/>
                  <a:pt x="2029211" y="226113"/>
                  <a:pt x="2029211" y="219734"/>
                </a:cubicBezTo>
                <a:cubicBezTo>
                  <a:pt x="2029211" y="215519"/>
                  <a:pt x="2030178" y="210165"/>
                  <a:pt x="2032116" y="203672"/>
                </a:cubicBezTo>
                <a:lnTo>
                  <a:pt x="2055866" y="121999"/>
                </a:lnTo>
                <a:cubicBezTo>
                  <a:pt x="2058144" y="114138"/>
                  <a:pt x="2059283" y="108215"/>
                  <a:pt x="2059283" y="104228"/>
                </a:cubicBezTo>
                <a:cubicBezTo>
                  <a:pt x="2059283" y="101722"/>
                  <a:pt x="2058201" y="99501"/>
                  <a:pt x="2056036" y="97565"/>
                </a:cubicBezTo>
                <a:cubicBezTo>
                  <a:pt x="2053872" y="95628"/>
                  <a:pt x="2050910" y="94660"/>
                  <a:pt x="2047151" y="94660"/>
                </a:cubicBezTo>
                <a:cubicBezTo>
                  <a:pt x="2045442" y="94660"/>
                  <a:pt x="2043392" y="94716"/>
                  <a:pt x="2041001" y="94831"/>
                </a:cubicBezTo>
                <a:lnTo>
                  <a:pt x="2043222" y="87996"/>
                </a:lnTo>
                <a:lnTo>
                  <a:pt x="2101145" y="78598"/>
                </a:lnTo>
                <a:lnTo>
                  <a:pt x="2111397" y="78598"/>
                </a:lnTo>
                <a:moveTo>
                  <a:pt x="2167783" y="241776"/>
                </a:moveTo>
                <a:lnTo>
                  <a:pt x="2161632" y="241776"/>
                </a:lnTo>
                <a:cubicBezTo>
                  <a:pt x="2161974" y="232435"/>
                  <a:pt x="2162144" y="225373"/>
                  <a:pt x="2162144" y="220588"/>
                </a:cubicBezTo>
                <a:cubicBezTo>
                  <a:pt x="2162144" y="207602"/>
                  <a:pt x="2161119" y="188864"/>
                  <a:pt x="2159069" y="164373"/>
                </a:cubicBezTo>
                <a:cubicBezTo>
                  <a:pt x="2157133" y="139768"/>
                  <a:pt x="2154911" y="123365"/>
                  <a:pt x="2152405" y="115164"/>
                </a:cubicBezTo>
                <a:cubicBezTo>
                  <a:pt x="2150469" y="109126"/>
                  <a:pt x="2147906" y="104741"/>
                  <a:pt x="2144716" y="102007"/>
                </a:cubicBezTo>
                <a:cubicBezTo>
                  <a:pt x="2142551" y="100184"/>
                  <a:pt x="2139761" y="99273"/>
                  <a:pt x="2136344" y="99273"/>
                </a:cubicBezTo>
                <a:cubicBezTo>
                  <a:pt x="2134407" y="99273"/>
                  <a:pt x="2132072" y="99501"/>
                  <a:pt x="2129338" y="99957"/>
                </a:cubicBezTo>
                <a:lnTo>
                  <a:pt x="2129338" y="93805"/>
                </a:lnTo>
                <a:lnTo>
                  <a:pt x="2186236" y="78598"/>
                </a:lnTo>
                <a:cubicBezTo>
                  <a:pt x="2197628" y="109696"/>
                  <a:pt x="2203153" y="149508"/>
                  <a:pt x="2202811" y="198034"/>
                </a:cubicBezTo>
                <a:cubicBezTo>
                  <a:pt x="2219555" y="182087"/>
                  <a:pt x="2231060" y="169158"/>
                  <a:pt x="2237326" y="159247"/>
                </a:cubicBezTo>
                <a:cubicBezTo>
                  <a:pt x="2243704" y="149337"/>
                  <a:pt x="2246894" y="141078"/>
                  <a:pt x="2246894" y="134472"/>
                </a:cubicBezTo>
                <a:cubicBezTo>
                  <a:pt x="2246894" y="129232"/>
                  <a:pt x="2244900" y="123935"/>
                  <a:pt x="2240914" y="118581"/>
                </a:cubicBezTo>
                <a:cubicBezTo>
                  <a:pt x="2237041" y="113114"/>
                  <a:pt x="2234592" y="109240"/>
                  <a:pt x="2233567" y="106962"/>
                </a:cubicBezTo>
                <a:cubicBezTo>
                  <a:pt x="2232655" y="104684"/>
                  <a:pt x="2232199" y="102178"/>
                  <a:pt x="2232199" y="99444"/>
                </a:cubicBezTo>
                <a:cubicBezTo>
                  <a:pt x="2232199" y="93521"/>
                  <a:pt x="2234137" y="88565"/>
                  <a:pt x="2238009" y="84579"/>
                </a:cubicBezTo>
                <a:cubicBezTo>
                  <a:pt x="2241882" y="80592"/>
                  <a:pt x="2246781" y="78598"/>
                  <a:pt x="2252704" y="78598"/>
                </a:cubicBezTo>
                <a:cubicBezTo>
                  <a:pt x="2258968" y="78598"/>
                  <a:pt x="2263811" y="80592"/>
                  <a:pt x="2267228" y="84579"/>
                </a:cubicBezTo>
                <a:cubicBezTo>
                  <a:pt x="2272012" y="90160"/>
                  <a:pt x="2274404" y="96767"/>
                  <a:pt x="2274404" y="104399"/>
                </a:cubicBezTo>
                <a:cubicBezTo>
                  <a:pt x="2274404" y="112259"/>
                  <a:pt x="2272980" y="120005"/>
                  <a:pt x="2270131" y="127637"/>
                </a:cubicBezTo>
                <a:cubicBezTo>
                  <a:pt x="2267398" y="135155"/>
                  <a:pt x="2262614" y="144097"/>
                  <a:pt x="2255780" y="154463"/>
                </a:cubicBezTo>
                <a:cubicBezTo>
                  <a:pt x="2249059" y="164715"/>
                  <a:pt x="2241540" y="174055"/>
                  <a:pt x="2233225" y="182485"/>
                </a:cubicBezTo>
                <a:cubicBezTo>
                  <a:pt x="2217961" y="197977"/>
                  <a:pt x="2196147" y="217741"/>
                  <a:pt x="2167783" y="241776"/>
                </a:cubicBezTo>
                <a:moveTo>
                  <a:pt x="2329764" y="172916"/>
                </a:moveTo>
                <a:cubicBezTo>
                  <a:pt x="2328739" y="180321"/>
                  <a:pt x="2328226" y="186415"/>
                  <a:pt x="2328226" y="191199"/>
                </a:cubicBezTo>
                <a:cubicBezTo>
                  <a:pt x="2328226" y="199743"/>
                  <a:pt x="2330676" y="206577"/>
                  <a:pt x="2335574" y="211703"/>
                </a:cubicBezTo>
                <a:cubicBezTo>
                  <a:pt x="2340585" y="216829"/>
                  <a:pt x="2347249" y="219392"/>
                  <a:pt x="2355565" y="219392"/>
                </a:cubicBezTo>
                <a:cubicBezTo>
                  <a:pt x="2363539" y="219392"/>
                  <a:pt x="2371513" y="217456"/>
                  <a:pt x="2379487" y="213583"/>
                </a:cubicBezTo>
                <a:cubicBezTo>
                  <a:pt x="2387574" y="209710"/>
                  <a:pt x="2396915" y="202932"/>
                  <a:pt x="2407509" y="193250"/>
                </a:cubicBezTo>
                <a:lnTo>
                  <a:pt x="2412635" y="197863"/>
                </a:lnTo>
                <a:cubicBezTo>
                  <a:pt x="2399536" y="213697"/>
                  <a:pt x="2386777" y="224974"/>
                  <a:pt x="2374361" y="231695"/>
                </a:cubicBezTo>
                <a:cubicBezTo>
                  <a:pt x="2361944" y="238415"/>
                  <a:pt x="2348218" y="241776"/>
                  <a:pt x="2333181" y="241776"/>
                </a:cubicBezTo>
                <a:cubicBezTo>
                  <a:pt x="2314158" y="241776"/>
                  <a:pt x="2301002" y="237219"/>
                  <a:pt x="2293712" y="228107"/>
                </a:cubicBezTo>
                <a:cubicBezTo>
                  <a:pt x="2286421" y="218994"/>
                  <a:pt x="2282777" y="208457"/>
                  <a:pt x="2282777" y="196496"/>
                </a:cubicBezTo>
                <a:cubicBezTo>
                  <a:pt x="2282777" y="177815"/>
                  <a:pt x="2288187" y="159133"/>
                  <a:pt x="2299008" y="140452"/>
                </a:cubicBezTo>
                <a:cubicBezTo>
                  <a:pt x="2309944" y="121770"/>
                  <a:pt x="2324753" y="106792"/>
                  <a:pt x="2343434" y="95514"/>
                </a:cubicBezTo>
                <a:cubicBezTo>
                  <a:pt x="2362229" y="84237"/>
                  <a:pt x="2381082" y="78598"/>
                  <a:pt x="2399991" y="78598"/>
                </a:cubicBezTo>
                <a:cubicBezTo>
                  <a:pt x="2409559" y="78598"/>
                  <a:pt x="2416792" y="80877"/>
                  <a:pt x="2421690" y="85433"/>
                </a:cubicBezTo>
                <a:cubicBezTo>
                  <a:pt x="2426588" y="89989"/>
                  <a:pt x="2429038" y="95742"/>
                  <a:pt x="2429038" y="102690"/>
                </a:cubicBezTo>
                <a:cubicBezTo>
                  <a:pt x="2429038" y="111006"/>
                  <a:pt x="2426645" y="119094"/>
                  <a:pt x="2421862" y="126953"/>
                </a:cubicBezTo>
                <a:cubicBezTo>
                  <a:pt x="2415255" y="137661"/>
                  <a:pt x="2406939" y="146319"/>
                  <a:pt x="2396915" y="152925"/>
                </a:cubicBezTo>
                <a:cubicBezTo>
                  <a:pt x="2386892" y="159418"/>
                  <a:pt x="2375670" y="164373"/>
                  <a:pt x="2363255" y="167791"/>
                </a:cubicBezTo>
                <a:cubicBezTo>
                  <a:pt x="2354939" y="170069"/>
                  <a:pt x="2343775" y="171777"/>
                  <a:pt x="2329764" y="172916"/>
                </a:cubicBezTo>
                <a:moveTo>
                  <a:pt x="2331303" y="164031"/>
                </a:moveTo>
                <a:cubicBezTo>
                  <a:pt x="2341326" y="162551"/>
                  <a:pt x="2349073" y="160558"/>
                  <a:pt x="2354540" y="158051"/>
                </a:cubicBezTo>
                <a:cubicBezTo>
                  <a:pt x="2360122" y="155431"/>
                  <a:pt x="2365533" y="151331"/>
                  <a:pt x="2370773" y="145749"/>
                </a:cubicBezTo>
                <a:cubicBezTo>
                  <a:pt x="2376126" y="140053"/>
                  <a:pt x="2380740" y="132934"/>
                  <a:pt x="2384612" y="124390"/>
                </a:cubicBezTo>
                <a:cubicBezTo>
                  <a:pt x="2388486" y="115733"/>
                  <a:pt x="2390422" y="107646"/>
                  <a:pt x="2390422" y="100128"/>
                </a:cubicBezTo>
                <a:cubicBezTo>
                  <a:pt x="2390422" y="96938"/>
                  <a:pt x="2389510" y="94432"/>
                  <a:pt x="2387689" y="92609"/>
                </a:cubicBezTo>
                <a:cubicBezTo>
                  <a:pt x="2385980" y="90787"/>
                  <a:pt x="2383758" y="89875"/>
                  <a:pt x="2381025" y="89875"/>
                </a:cubicBezTo>
                <a:cubicBezTo>
                  <a:pt x="2375557" y="89875"/>
                  <a:pt x="2369405" y="93692"/>
                  <a:pt x="2362571" y="101324"/>
                </a:cubicBezTo>
                <a:cubicBezTo>
                  <a:pt x="2350041" y="115221"/>
                  <a:pt x="2339618" y="136123"/>
                  <a:pt x="2331303" y="164031"/>
                </a:cubicBezTo>
                <a:moveTo>
                  <a:pt x="2572224" y="5297"/>
                </a:moveTo>
                <a:lnTo>
                  <a:pt x="2663808" y="5297"/>
                </a:lnTo>
                <a:cubicBezTo>
                  <a:pt x="2684198" y="5297"/>
                  <a:pt x="2698778" y="6379"/>
                  <a:pt x="2707550" y="8543"/>
                </a:cubicBezTo>
                <a:cubicBezTo>
                  <a:pt x="2719055" y="11277"/>
                  <a:pt x="2727940" y="16631"/>
                  <a:pt x="2734205" y="24604"/>
                </a:cubicBezTo>
                <a:cubicBezTo>
                  <a:pt x="2740584" y="32465"/>
                  <a:pt x="2743774" y="41406"/>
                  <a:pt x="2743774" y="51431"/>
                </a:cubicBezTo>
                <a:cubicBezTo>
                  <a:pt x="2743774" y="59632"/>
                  <a:pt x="2741268" y="68004"/>
                  <a:pt x="2736256" y="76548"/>
                </a:cubicBezTo>
                <a:cubicBezTo>
                  <a:pt x="2731244" y="85091"/>
                  <a:pt x="2723726" y="92154"/>
                  <a:pt x="2713702" y="97736"/>
                </a:cubicBezTo>
                <a:cubicBezTo>
                  <a:pt x="2703791" y="103203"/>
                  <a:pt x="2688527" y="108272"/>
                  <a:pt x="2667909" y="112943"/>
                </a:cubicBezTo>
                <a:cubicBezTo>
                  <a:pt x="2689324" y="118980"/>
                  <a:pt x="2704190" y="126726"/>
                  <a:pt x="2712506" y="136180"/>
                </a:cubicBezTo>
                <a:cubicBezTo>
                  <a:pt x="2720821" y="145635"/>
                  <a:pt x="2724978" y="156627"/>
                  <a:pt x="2724978" y="169158"/>
                </a:cubicBezTo>
                <a:cubicBezTo>
                  <a:pt x="2724978" y="180890"/>
                  <a:pt x="2720878" y="192509"/>
                  <a:pt x="2712676" y="204014"/>
                </a:cubicBezTo>
                <a:cubicBezTo>
                  <a:pt x="2704475" y="215405"/>
                  <a:pt x="2693596" y="223778"/>
                  <a:pt x="2680041" y="229131"/>
                </a:cubicBezTo>
                <a:cubicBezTo>
                  <a:pt x="2666485" y="234372"/>
                  <a:pt x="2641652" y="236992"/>
                  <a:pt x="2605543" y="236992"/>
                </a:cubicBezTo>
                <a:lnTo>
                  <a:pt x="2509174" y="236992"/>
                </a:lnTo>
                <a:lnTo>
                  <a:pt x="2511395" y="230670"/>
                </a:lnTo>
                <a:cubicBezTo>
                  <a:pt x="2520736" y="230670"/>
                  <a:pt x="2527400" y="229815"/>
                  <a:pt x="2531387" y="228107"/>
                </a:cubicBezTo>
                <a:cubicBezTo>
                  <a:pt x="2535488" y="226398"/>
                  <a:pt x="2538734" y="223778"/>
                  <a:pt x="2541126" y="220246"/>
                </a:cubicBezTo>
                <a:cubicBezTo>
                  <a:pt x="2543632" y="216602"/>
                  <a:pt x="2546537" y="209083"/>
                  <a:pt x="2549841" y="197692"/>
                </a:cubicBezTo>
                <a:lnTo>
                  <a:pt x="2591190" y="55189"/>
                </a:lnTo>
                <a:cubicBezTo>
                  <a:pt x="2595405" y="40723"/>
                  <a:pt x="2597513" y="31040"/>
                  <a:pt x="2597513" y="26143"/>
                </a:cubicBezTo>
                <a:cubicBezTo>
                  <a:pt x="2597513" y="22155"/>
                  <a:pt x="2595804" y="18852"/>
                  <a:pt x="2592387" y="16232"/>
                </a:cubicBezTo>
                <a:cubicBezTo>
                  <a:pt x="2589082" y="13612"/>
                  <a:pt x="2581792" y="12074"/>
                  <a:pt x="2570515" y="11619"/>
                </a:cubicBezTo>
                <a:lnTo>
                  <a:pt x="2572224" y="5297"/>
                </a:lnTo>
                <a:moveTo>
                  <a:pt x="2624680" y="107646"/>
                </a:moveTo>
                <a:cubicBezTo>
                  <a:pt x="2640171" y="107418"/>
                  <a:pt x="2652360" y="104969"/>
                  <a:pt x="2661245" y="100298"/>
                </a:cubicBezTo>
                <a:cubicBezTo>
                  <a:pt x="2670245" y="95628"/>
                  <a:pt x="2677421" y="87996"/>
                  <a:pt x="2682774" y="77402"/>
                </a:cubicBezTo>
                <a:cubicBezTo>
                  <a:pt x="2688242" y="66694"/>
                  <a:pt x="2690977" y="56614"/>
                  <a:pt x="2690977" y="47159"/>
                </a:cubicBezTo>
                <a:cubicBezTo>
                  <a:pt x="2690977" y="38274"/>
                  <a:pt x="2688185" y="31040"/>
                  <a:pt x="2682604" y="25459"/>
                </a:cubicBezTo>
                <a:cubicBezTo>
                  <a:pt x="2677022" y="19877"/>
                  <a:pt x="2669561" y="17200"/>
                  <a:pt x="2660220" y="17428"/>
                </a:cubicBezTo>
                <a:lnTo>
                  <a:pt x="2650822" y="17770"/>
                </a:lnTo>
                <a:lnTo>
                  <a:pt x="2624680" y="107646"/>
                </a:lnTo>
                <a:moveTo>
                  <a:pt x="2620580" y="120460"/>
                </a:moveTo>
                <a:lnTo>
                  <a:pt x="2591019" y="223493"/>
                </a:lnTo>
                <a:cubicBezTo>
                  <a:pt x="2596715" y="223721"/>
                  <a:pt x="2600987" y="223835"/>
                  <a:pt x="2603834" y="223835"/>
                </a:cubicBezTo>
                <a:cubicBezTo>
                  <a:pt x="2629236" y="223835"/>
                  <a:pt x="2646892" y="216772"/>
                  <a:pt x="2656803" y="202648"/>
                </a:cubicBezTo>
                <a:cubicBezTo>
                  <a:pt x="2666713" y="188409"/>
                  <a:pt x="2671669" y="173202"/>
                  <a:pt x="2671669" y="157026"/>
                </a:cubicBezTo>
                <a:cubicBezTo>
                  <a:pt x="2671669" y="149280"/>
                  <a:pt x="2669732" y="142445"/>
                  <a:pt x="2665859" y="136522"/>
                </a:cubicBezTo>
                <a:cubicBezTo>
                  <a:pt x="2662100" y="130485"/>
                  <a:pt x="2657201" y="126327"/>
                  <a:pt x="2651164" y="124049"/>
                </a:cubicBezTo>
                <a:cubicBezTo>
                  <a:pt x="2645127" y="121657"/>
                  <a:pt x="2634932" y="120460"/>
                  <a:pt x="2620580" y="120460"/>
                </a:cubicBezTo>
                <a:moveTo>
                  <a:pt x="2830061" y="0"/>
                </a:moveTo>
                <a:cubicBezTo>
                  <a:pt x="2837124" y="0"/>
                  <a:pt x="2843048" y="2449"/>
                  <a:pt x="2847831" y="7347"/>
                </a:cubicBezTo>
                <a:cubicBezTo>
                  <a:pt x="2852730" y="12245"/>
                  <a:pt x="2855178" y="18169"/>
                  <a:pt x="2855178" y="25117"/>
                </a:cubicBezTo>
                <a:cubicBezTo>
                  <a:pt x="2855178" y="32065"/>
                  <a:pt x="2852730" y="37989"/>
                  <a:pt x="2847831" y="42887"/>
                </a:cubicBezTo>
                <a:cubicBezTo>
                  <a:pt x="2842933" y="47785"/>
                  <a:pt x="2837010" y="50234"/>
                  <a:pt x="2830061" y="50234"/>
                </a:cubicBezTo>
                <a:cubicBezTo>
                  <a:pt x="2823227" y="50234"/>
                  <a:pt x="2817360" y="47785"/>
                  <a:pt x="2812462" y="42887"/>
                </a:cubicBezTo>
                <a:cubicBezTo>
                  <a:pt x="2807564" y="37989"/>
                  <a:pt x="2805115" y="32065"/>
                  <a:pt x="2805115" y="25117"/>
                </a:cubicBezTo>
                <a:cubicBezTo>
                  <a:pt x="2805115" y="18169"/>
                  <a:pt x="2807507" y="12245"/>
                  <a:pt x="2812291" y="7347"/>
                </a:cubicBezTo>
                <a:cubicBezTo>
                  <a:pt x="2817190" y="2449"/>
                  <a:pt x="2823113" y="0"/>
                  <a:pt x="2830061" y="0"/>
                </a:cubicBezTo>
                <a:moveTo>
                  <a:pt x="2840655" y="78598"/>
                </a:moveTo>
                <a:lnTo>
                  <a:pt x="2805628" y="200085"/>
                </a:lnTo>
                <a:cubicBezTo>
                  <a:pt x="2803691" y="207033"/>
                  <a:pt x="2802723" y="211589"/>
                  <a:pt x="2802723" y="213753"/>
                </a:cubicBezTo>
                <a:cubicBezTo>
                  <a:pt x="2802723" y="215007"/>
                  <a:pt x="2803235" y="216203"/>
                  <a:pt x="2804261" y="217342"/>
                </a:cubicBezTo>
                <a:cubicBezTo>
                  <a:pt x="2805286" y="218367"/>
                  <a:pt x="2806368" y="218880"/>
                  <a:pt x="2807507" y="218880"/>
                </a:cubicBezTo>
                <a:cubicBezTo>
                  <a:pt x="2809444" y="218880"/>
                  <a:pt x="2811380" y="218025"/>
                  <a:pt x="2813317" y="216316"/>
                </a:cubicBezTo>
                <a:cubicBezTo>
                  <a:pt x="2818442" y="212102"/>
                  <a:pt x="2824594" y="204470"/>
                  <a:pt x="2831770" y="193421"/>
                </a:cubicBezTo>
                <a:lnTo>
                  <a:pt x="2837580" y="196838"/>
                </a:lnTo>
                <a:cubicBezTo>
                  <a:pt x="2820379" y="226797"/>
                  <a:pt x="2802096" y="241776"/>
                  <a:pt x="2782732" y="241776"/>
                </a:cubicBezTo>
                <a:cubicBezTo>
                  <a:pt x="2775327" y="241776"/>
                  <a:pt x="2769404" y="239726"/>
                  <a:pt x="2764961" y="235624"/>
                </a:cubicBezTo>
                <a:cubicBezTo>
                  <a:pt x="2760632" y="231410"/>
                  <a:pt x="2758469" y="226113"/>
                  <a:pt x="2758469" y="219734"/>
                </a:cubicBezTo>
                <a:cubicBezTo>
                  <a:pt x="2758469" y="215519"/>
                  <a:pt x="2759437" y="210165"/>
                  <a:pt x="2761373" y="203672"/>
                </a:cubicBezTo>
                <a:lnTo>
                  <a:pt x="2785123" y="121999"/>
                </a:lnTo>
                <a:cubicBezTo>
                  <a:pt x="2787402" y="114138"/>
                  <a:pt x="2788540" y="108215"/>
                  <a:pt x="2788540" y="104228"/>
                </a:cubicBezTo>
                <a:cubicBezTo>
                  <a:pt x="2788540" y="101722"/>
                  <a:pt x="2787459" y="99501"/>
                  <a:pt x="2785295" y="97565"/>
                </a:cubicBezTo>
                <a:cubicBezTo>
                  <a:pt x="2783130" y="95628"/>
                  <a:pt x="2780168" y="94660"/>
                  <a:pt x="2776410" y="94660"/>
                </a:cubicBezTo>
                <a:cubicBezTo>
                  <a:pt x="2774700" y="94660"/>
                  <a:pt x="2772651" y="94716"/>
                  <a:pt x="2770258" y="94831"/>
                </a:cubicBezTo>
                <a:lnTo>
                  <a:pt x="2772479" y="87996"/>
                </a:lnTo>
                <a:lnTo>
                  <a:pt x="2830404" y="78598"/>
                </a:lnTo>
                <a:lnTo>
                  <a:pt x="2840655" y="78598"/>
                </a:lnTo>
                <a:moveTo>
                  <a:pt x="3016476" y="80990"/>
                </a:moveTo>
                <a:lnTo>
                  <a:pt x="2983329" y="194616"/>
                </a:lnTo>
                <a:lnTo>
                  <a:pt x="2979912" y="208457"/>
                </a:lnTo>
                <a:cubicBezTo>
                  <a:pt x="2979570" y="210165"/>
                  <a:pt x="2979398" y="211419"/>
                  <a:pt x="2979398" y="212216"/>
                </a:cubicBezTo>
                <a:cubicBezTo>
                  <a:pt x="2979398" y="213583"/>
                  <a:pt x="2979854" y="214779"/>
                  <a:pt x="2980766" y="215804"/>
                </a:cubicBezTo>
                <a:cubicBezTo>
                  <a:pt x="2981791" y="216829"/>
                  <a:pt x="2982815" y="217342"/>
                  <a:pt x="2983841" y="217342"/>
                </a:cubicBezTo>
                <a:cubicBezTo>
                  <a:pt x="2986234" y="217342"/>
                  <a:pt x="2989537" y="215519"/>
                  <a:pt x="2993752" y="211874"/>
                </a:cubicBezTo>
                <a:cubicBezTo>
                  <a:pt x="2995459" y="210393"/>
                  <a:pt x="2999561" y="205153"/>
                  <a:pt x="3006054" y="196155"/>
                </a:cubicBezTo>
                <a:lnTo>
                  <a:pt x="3012034" y="199230"/>
                </a:lnTo>
                <a:cubicBezTo>
                  <a:pt x="3003947" y="214038"/>
                  <a:pt x="2995289" y="224860"/>
                  <a:pt x="2986062" y="231695"/>
                </a:cubicBezTo>
                <a:cubicBezTo>
                  <a:pt x="2976949" y="238415"/>
                  <a:pt x="2967096" y="241776"/>
                  <a:pt x="2956503" y="241776"/>
                </a:cubicBezTo>
                <a:cubicBezTo>
                  <a:pt x="2950010" y="241776"/>
                  <a:pt x="2945055" y="240124"/>
                  <a:pt x="2941638" y="236821"/>
                </a:cubicBezTo>
                <a:cubicBezTo>
                  <a:pt x="2938220" y="233403"/>
                  <a:pt x="2936512" y="229131"/>
                  <a:pt x="2936512" y="224006"/>
                </a:cubicBezTo>
                <a:cubicBezTo>
                  <a:pt x="2936512" y="219563"/>
                  <a:pt x="2938333" y="211304"/>
                  <a:pt x="2941979" y="199230"/>
                </a:cubicBezTo>
                <a:lnTo>
                  <a:pt x="2946080" y="185390"/>
                </a:lnTo>
                <a:cubicBezTo>
                  <a:pt x="2932866" y="208058"/>
                  <a:pt x="2920166" y="224119"/>
                  <a:pt x="2907977" y="233574"/>
                </a:cubicBezTo>
                <a:cubicBezTo>
                  <a:pt x="2900915" y="239042"/>
                  <a:pt x="2893396" y="241776"/>
                  <a:pt x="2885422" y="241776"/>
                </a:cubicBezTo>
                <a:cubicBezTo>
                  <a:pt x="2874943" y="241776"/>
                  <a:pt x="2867367" y="237504"/>
                  <a:pt x="2862696" y="228960"/>
                </a:cubicBezTo>
                <a:cubicBezTo>
                  <a:pt x="2858027" y="220304"/>
                  <a:pt x="2855692" y="210564"/>
                  <a:pt x="2855692" y="199743"/>
                </a:cubicBezTo>
                <a:cubicBezTo>
                  <a:pt x="2855692" y="183681"/>
                  <a:pt x="2860590" y="165285"/>
                  <a:pt x="2870386" y="144553"/>
                </a:cubicBezTo>
                <a:cubicBezTo>
                  <a:pt x="2880183" y="123707"/>
                  <a:pt x="2893054" y="106962"/>
                  <a:pt x="2909002" y="94318"/>
                </a:cubicBezTo>
                <a:cubicBezTo>
                  <a:pt x="2922102" y="83838"/>
                  <a:pt x="2934404" y="78598"/>
                  <a:pt x="2945909" y="78598"/>
                </a:cubicBezTo>
                <a:cubicBezTo>
                  <a:pt x="2952288" y="78598"/>
                  <a:pt x="2957414" y="80478"/>
                  <a:pt x="2961286" y="84237"/>
                </a:cubicBezTo>
                <a:cubicBezTo>
                  <a:pt x="2965160" y="87882"/>
                  <a:pt x="2968008" y="94603"/>
                  <a:pt x="2969831" y="104399"/>
                </a:cubicBezTo>
                <a:lnTo>
                  <a:pt x="2975981" y="83382"/>
                </a:lnTo>
                <a:lnTo>
                  <a:pt x="3016476" y="80990"/>
                </a:lnTo>
                <a:moveTo>
                  <a:pt x="2961800" y="113455"/>
                </a:moveTo>
                <a:cubicBezTo>
                  <a:pt x="2961800" y="104228"/>
                  <a:pt x="2960376" y="97565"/>
                  <a:pt x="2957527" y="93464"/>
                </a:cubicBezTo>
                <a:cubicBezTo>
                  <a:pt x="2955478" y="90616"/>
                  <a:pt x="2952686" y="89192"/>
                  <a:pt x="2949156" y="89192"/>
                </a:cubicBezTo>
                <a:cubicBezTo>
                  <a:pt x="2945624" y="89192"/>
                  <a:pt x="2941979" y="90901"/>
                  <a:pt x="2938220" y="94318"/>
                </a:cubicBezTo>
                <a:cubicBezTo>
                  <a:pt x="2930588" y="101380"/>
                  <a:pt x="2922330" y="115733"/>
                  <a:pt x="2913445" y="137376"/>
                </a:cubicBezTo>
                <a:cubicBezTo>
                  <a:pt x="2904673" y="158906"/>
                  <a:pt x="2900288" y="177530"/>
                  <a:pt x="2900288" y="193250"/>
                </a:cubicBezTo>
                <a:cubicBezTo>
                  <a:pt x="2900288" y="199287"/>
                  <a:pt x="2901255" y="203672"/>
                  <a:pt x="2903193" y="206407"/>
                </a:cubicBezTo>
                <a:cubicBezTo>
                  <a:pt x="2905242" y="209026"/>
                  <a:pt x="2907464" y="210336"/>
                  <a:pt x="2909856" y="210336"/>
                </a:cubicBezTo>
                <a:cubicBezTo>
                  <a:pt x="2914983" y="210336"/>
                  <a:pt x="2920166" y="207375"/>
                  <a:pt x="2925405" y="201451"/>
                </a:cubicBezTo>
                <a:cubicBezTo>
                  <a:pt x="2932923" y="193022"/>
                  <a:pt x="2939701" y="182713"/>
                  <a:pt x="2945737" y="170524"/>
                </a:cubicBezTo>
                <a:cubicBezTo>
                  <a:pt x="2956445" y="149109"/>
                  <a:pt x="2961800" y="130086"/>
                  <a:pt x="2961800" y="113455"/>
                </a:cubicBezTo>
                <a:moveTo>
                  <a:pt x="3154024" y="78598"/>
                </a:moveTo>
                <a:lnTo>
                  <a:pt x="3146506" y="131396"/>
                </a:lnTo>
                <a:lnTo>
                  <a:pt x="3140184" y="131396"/>
                </a:lnTo>
                <a:cubicBezTo>
                  <a:pt x="3139272" y="117726"/>
                  <a:pt x="3135058" y="106962"/>
                  <a:pt x="3127540" y="99102"/>
                </a:cubicBezTo>
                <a:cubicBezTo>
                  <a:pt x="3120136" y="91243"/>
                  <a:pt x="3112162" y="87312"/>
                  <a:pt x="3103618" y="87312"/>
                </a:cubicBezTo>
                <a:cubicBezTo>
                  <a:pt x="3098379" y="87312"/>
                  <a:pt x="3094050" y="88850"/>
                  <a:pt x="3090632" y="91926"/>
                </a:cubicBezTo>
                <a:cubicBezTo>
                  <a:pt x="3087215" y="95002"/>
                  <a:pt x="3085507" y="98704"/>
                  <a:pt x="3085507" y="103032"/>
                </a:cubicBezTo>
                <a:cubicBezTo>
                  <a:pt x="3085507" y="106677"/>
                  <a:pt x="3086248" y="110094"/>
                  <a:pt x="3087729" y="113284"/>
                </a:cubicBezTo>
                <a:cubicBezTo>
                  <a:pt x="3089208" y="116474"/>
                  <a:pt x="3092512" y="120802"/>
                  <a:pt x="3097638" y="126270"/>
                </a:cubicBezTo>
                <a:cubicBezTo>
                  <a:pt x="3115637" y="145635"/>
                  <a:pt x="3126571" y="158963"/>
                  <a:pt x="3130445" y="166253"/>
                </a:cubicBezTo>
                <a:cubicBezTo>
                  <a:pt x="3134318" y="173543"/>
                  <a:pt x="3136254" y="181346"/>
                  <a:pt x="3136254" y="189661"/>
                </a:cubicBezTo>
                <a:cubicBezTo>
                  <a:pt x="3136254" y="198660"/>
                  <a:pt x="3133976" y="207204"/>
                  <a:pt x="3129420" y="215292"/>
                </a:cubicBezTo>
                <a:cubicBezTo>
                  <a:pt x="3124864" y="223265"/>
                  <a:pt x="3118028" y="229701"/>
                  <a:pt x="3108915" y="234599"/>
                </a:cubicBezTo>
                <a:cubicBezTo>
                  <a:pt x="3099916" y="239384"/>
                  <a:pt x="3090519" y="241776"/>
                  <a:pt x="3080722" y="241776"/>
                </a:cubicBezTo>
                <a:cubicBezTo>
                  <a:pt x="3074116" y="241776"/>
                  <a:pt x="3065971" y="240465"/>
                  <a:pt x="3056289" y="237846"/>
                </a:cubicBezTo>
                <a:cubicBezTo>
                  <a:pt x="3049909" y="236024"/>
                  <a:pt x="3045125" y="235112"/>
                  <a:pt x="3041936" y="235112"/>
                </a:cubicBezTo>
                <a:cubicBezTo>
                  <a:pt x="3039088" y="235112"/>
                  <a:pt x="3036867" y="235568"/>
                  <a:pt x="3035272" y="236479"/>
                </a:cubicBezTo>
                <a:cubicBezTo>
                  <a:pt x="3033678" y="237276"/>
                  <a:pt x="3031912" y="239042"/>
                  <a:pt x="3029976" y="241776"/>
                </a:cubicBezTo>
                <a:lnTo>
                  <a:pt x="3023654" y="241776"/>
                </a:lnTo>
                <a:lnTo>
                  <a:pt x="3032025" y="184877"/>
                </a:lnTo>
                <a:lnTo>
                  <a:pt x="3037493" y="184877"/>
                </a:lnTo>
                <a:cubicBezTo>
                  <a:pt x="3041481" y="198660"/>
                  <a:pt x="3045183" y="208514"/>
                  <a:pt x="3048600" y="214437"/>
                </a:cubicBezTo>
                <a:cubicBezTo>
                  <a:pt x="3052130" y="220246"/>
                  <a:pt x="3056801" y="224917"/>
                  <a:pt x="3062611" y="228448"/>
                </a:cubicBezTo>
                <a:cubicBezTo>
                  <a:pt x="3068420" y="231865"/>
                  <a:pt x="3074001" y="233574"/>
                  <a:pt x="3079356" y="233574"/>
                </a:cubicBezTo>
                <a:cubicBezTo>
                  <a:pt x="3085621" y="233574"/>
                  <a:pt x="3090804" y="231638"/>
                  <a:pt x="3094905" y="227765"/>
                </a:cubicBezTo>
                <a:cubicBezTo>
                  <a:pt x="3099005" y="223778"/>
                  <a:pt x="3101055" y="219051"/>
                  <a:pt x="3101055" y="213583"/>
                </a:cubicBezTo>
                <a:cubicBezTo>
                  <a:pt x="3101055" y="208229"/>
                  <a:pt x="3099689" y="203046"/>
                  <a:pt x="3096954" y="198034"/>
                </a:cubicBezTo>
                <a:cubicBezTo>
                  <a:pt x="3094335" y="193022"/>
                  <a:pt x="3088183" y="185219"/>
                  <a:pt x="3078501" y="174625"/>
                </a:cubicBezTo>
                <a:cubicBezTo>
                  <a:pt x="3065173" y="160158"/>
                  <a:pt x="3056403" y="148995"/>
                  <a:pt x="3052188" y="141136"/>
                </a:cubicBezTo>
                <a:cubicBezTo>
                  <a:pt x="3049227" y="135440"/>
                  <a:pt x="3047746" y="128947"/>
                  <a:pt x="3047746" y="121657"/>
                </a:cubicBezTo>
                <a:cubicBezTo>
                  <a:pt x="3047746" y="109354"/>
                  <a:pt x="3052188" y="99102"/>
                  <a:pt x="3061073" y="90901"/>
                </a:cubicBezTo>
                <a:cubicBezTo>
                  <a:pt x="3070072" y="82699"/>
                  <a:pt x="3082659" y="78598"/>
                  <a:pt x="3098835" y="78598"/>
                </a:cubicBezTo>
                <a:cubicBezTo>
                  <a:pt x="3105896" y="78598"/>
                  <a:pt x="3114554" y="79851"/>
                  <a:pt x="3124807" y="82358"/>
                </a:cubicBezTo>
                <a:cubicBezTo>
                  <a:pt x="3129932" y="83610"/>
                  <a:pt x="3134033" y="84237"/>
                  <a:pt x="3137108" y="84237"/>
                </a:cubicBezTo>
                <a:cubicBezTo>
                  <a:pt x="3141550" y="84237"/>
                  <a:pt x="3145139" y="82358"/>
                  <a:pt x="3147873" y="78598"/>
                </a:cubicBezTo>
                <a:lnTo>
                  <a:pt x="3154024" y="78598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6" name="path-8088">
            <a:extLst xmlns:a="http://schemas.openxmlformats.org/drawingml/2006/main">
              <a:ext uri="{FF2B5EF4-FFF2-40B4-BE49-F238E27FC236}">
                <a16:creationId xmlns:a16="http://schemas.microsoft.com/office/drawing/2014/main" id="{A3691D77-2A2D-4CE9-9E85-7A322802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786" y="4688824"/>
            <a:ext cx="633611" cy="560179"/>
          </a:xfrm>
          <a:custGeom xmlns:a="http://schemas.openxmlformats.org/drawingml/2006/main">
            <a:pathLst>
              <a:path w="633611" h="560179">
                <a:moveTo>
                  <a:pt x="3707" y="8430"/>
                </a:moveTo>
                <a:lnTo>
                  <a:pt x="0" y="16860"/>
                </a:lnTo>
                <a:lnTo>
                  <a:pt x="26091" y="39498"/>
                </a:lnTo>
                <a:lnTo>
                  <a:pt x="29798" y="31068"/>
                </a:lnTo>
                <a:lnTo>
                  <a:pt x="33505" y="22639"/>
                </a:lnTo>
                <a:lnTo>
                  <a:pt x="7413" y="0"/>
                </a:lnTo>
                <a:lnTo>
                  <a:pt x="3707" y="8430"/>
                </a:lnTo>
                <a:moveTo>
                  <a:pt x="81981" y="76345"/>
                </a:moveTo>
                <a:lnTo>
                  <a:pt x="78275" y="84775"/>
                </a:lnTo>
                <a:lnTo>
                  <a:pt x="130458" y="130051"/>
                </a:lnTo>
                <a:lnTo>
                  <a:pt x="134165" y="121621"/>
                </a:lnTo>
                <a:lnTo>
                  <a:pt x="137870" y="113192"/>
                </a:lnTo>
                <a:lnTo>
                  <a:pt x="85687" y="67915"/>
                </a:lnTo>
                <a:lnTo>
                  <a:pt x="81981" y="76345"/>
                </a:lnTo>
                <a:moveTo>
                  <a:pt x="186347" y="166898"/>
                </a:moveTo>
                <a:lnTo>
                  <a:pt x="182641" y="175328"/>
                </a:lnTo>
                <a:lnTo>
                  <a:pt x="234825" y="220605"/>
                </a:lnTo>
                <a:lnTo>
                  <a:pt x="238530" y="212174"/>
                </a:lnTo>
                <a:lnTo>
                  <a:pt x="242237" y="203745"/>
                </a:lnTo>
                <a:lnTo>
                  <a:pt x="190054" y="158468"/>
                </a:lnTo>
                <a:lnTo>
                  <a:pt x="186347" y="166898"/>
                </a:lnTo>
                <a:moveTo>
                  <a:pt x="290714" y="257451"/>
                </a:moveTo>
                <a:lnTo>
                  <a:pt x="287007" y="265881"/>
                </a:lnTo>
                <a:lnTo>
                  <a:pt x="339190" y="311158"/>
                </a:lnTo>
                <a:lnTo>
                  <a:pt x="342897" y="302728"/>
                </a:lnTo>
                <a:lnTo>
                  <a:pt x="346604" y="294298"/>
                </a:lnTo>
                <a:lnTo>
                  <a:pt x="294421" y="249021"/>
                </a:lnTo>
                <a:lnTo>
                  <a:pt x="290714" y="257451"/>
                </a:lnTo>
                <a:moveTo>
                  <a:pt x="395081" y="348005"/>
                </a:moveTo>
                <a:lnTo>
                  <a:pt x="391374" y="356434"/>
                </a:lnTo>
                <a:lnTo>
                  <a:pt x="443557" y="401711"/>
                </a:lnTo>
                <a:lnTo>
                  <a:pt x="447263" y="393281"/>
                </a:lnTo>
                <a:lnTo>
                  <a:pt x="450970" y="384851"/>
                </a:lnTo>
                <a:lnTo>
                  <a:pt x="398786" y="339574"/>
                </a:lnTo>
                <a:lnTo>
                  <a:pt x="395081" y="348005"/>
                </a:lnTo>
                <a:moveTo>
                  <a:pt x="499446" y="438558"/>
                </a:moveTo>
                <a:lnTo>
                  <a:pt x="495741" y="446988"/>
                </a:lnTo>
                <a:lnTo>
                  <a:pt x="547923" y="492264"/>
                </a:lnTo>
                <a:lnTo>
                  <a:pt x="551630" y="483834"/>
                </a:lnTo>
                <a:lnTo>
                  <a:pt x="555337" y="475404"/>
                </a:lnTo>
                <a:lnTo>
                  <a:pt x="503153" y="430128"/>
                </a:lnTo>
                <a:lnTo>
                  <a:pt x="499446" y="438558"/>
                </a:lnTo>
                <a:moveTo>
                  <a:pt x="603813" y="529111"/>
                </a:moveTo>
                <a:lnTo>
                  <a:pt x="600106" y="537541"/>
                </a:lnTo>
                <a:lnTo>
                  <a:pt x="626199" y="560179"/>
                </a:lnTo>
                <a:lnTo>
                  <a:pt x="629904" y="551749"/>
                </a:lnTo>
                <a:lnTo>
                  <a:pt x="633611" y="543319"/>
                </a:lnTo>
                <a:lnTo>
                  <a:pt x="607520" y="520681"/>
                </a:lnTo>
                <a:lnTo>
                  <a:pt x="603813" y="529111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7" name="path-8089">
            <a:extLst xmlns:a="http://schemas.openxmlformats.org/drawingml/2006/main">
              <a:ext uri="{FF2B5EF4-FFF2-40B4-BE49-F238E27FC236}">
                <a16:creationId xmlns:a16="http://schemas.microsoft.com/office/drawing/2014/main" id="{C0E7303D-DB3D-4168-9686-F6F84AD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940" y="4688845"/>
            <a:ext cx="624494" cy="560138"/>
          </a:xfrm>
          <a:custGeom xmlns:a="http://schemas.openxmlformats.org/drawingml/2006/main">
            <a:pathLst>
              <a:path w="624494" h="560138">
                <a:moveTo>
                  <a:pt x="620742" y="8409"/>
                </a:moveTo>
                <a:lnTo>
                  <a:pt x="616989" y="0"/>
                </a:lnTo>
                <a:lnTo>
                  <a:pt x="591281" y="22638"/>
                </a:lnTo>
                <a:lnTo>
                  <a:pt x="595034" y="31048"/>
                </a:lnTo>
                <a:lnTo>
                  <a:pt x="598786" y="39457"/>
                </a:lnTo>
                <a:lnTo>
                  <a:pt x="624494" y="16819"/>
                </a:lnTo>
                <a:lnTo>
                  <a:pt x="620742" y="8409"/>
                </a:lnTo>
                <a:moveTo>
                  <a:pt x="543619" y="76324"/>
                </a:moveTo>
                <a:lnTo>
                  <a:pt x="539866" y="67914"/>
                </a:lnTo>
                <a:lnTo>
                  <a:pt x="488450" y="113192"/>
                </a:lnTo>
                <a:lnTo>
                  <a:pt x="492203" y="121601"/>
                </a:lnTo>
                <a:lnTo>
                  <a:pt x="495955" y="130010"/>
                </a:lnTo>
                <a:lnTo>
                  <a:pt x="547370" y="84734"/>
                </a:lnTo>
                <a:lnTo>
                  <a:pt x="543619" y="76324"/>
                </a:lnTo>
                <a:moveTo>
                  <a:pt x="440787" y="166877"/>
                </a:moveTo>
                <a:lnTo>
                  <a:pt x="437034" y="158468"/>
                </a:lnTo>
                <a:lnTo>
                  <a:pt x="385618" y="203745"/>
                </a:lnTo>
                <a:lnTo>
                  <a:pt x="389371" y="212154"/>
                </a:lnTo>
                <a:lnTo>
                  <a:pt x="393123" y="220563"/>
                </a:lnTo>
                <a:lnTo>
                  <a:pt x="444539" y="175287"/>
                </a:lnTo>
                <a:lnTo>
                  <a:pt x="440787" y="166877"/>
                </a:lnTo>
                <a:moveTo>
                  <a:pt x="337956" y="257431"/>
                </a:moveTo>
                <a:lnTo>
                  <a:pt x="334203" y="249021"/>
                </a:lnTo>
                <a:lnTo>
                  <a:pt x="282787" y="294298"/>
                </a:lnTo>
                <a:lnTo>
                  <a:pt x="286540" y="302707"/>
                </a:lnTo>
                <a:lnTo>
                  <a:pt x="290292" y="311116"/>
                </a:lnTo>
                <a:lnTo>
                  <a:pt x="341707" y="265840"/>
                </a:lnTo>
                <a:lnTo>
                  <a:pt x="337956" y="257431"/>
                </a:lnTo>
                <a:moveTo>
                  <a:pt x="235124" y="347984"/>
                </a:moveTo>
                <a:lnTo>
                  <a:pt x="231371" y="339574"/>
                </a:lnTo>
                <a:lnTo>
                  <a:pt x="179955" y="384851"/>
                </a:lnTo>
                <a:lnTo>
                  <a:pt x="183708" y="393260"/>
                </a:lnTo>
                <a:lnTo>
                  <a:pt x="187460" y="401670"/>
                </a:lnTo>
                <a:lnTo>
                  <a:pt x="238876" y="356393"/>
                </a:lnTo>
                <a:lnTo>
                  <a:pt x="235124" y="347984"/>
                </a:lnTo>
                <a:moveTo>
                  <a:pt x="132292" y="438537"/>
                </a:moveTo>
                <a:lnTo>
                  <a:pt x="128539" y="430127"/>
                </a:lnTo>
                <a:lnTo>
                  <a:pt x="77124" y="475404"/>
                </a:lnTo>
                <a:lnTo>
                  <a:pt x="80875" y="483813"/>
                </a:lnTo>
                <a:lnTo>
                  <a:pt x="84628" y="492223"/>
                </a:lnTo>
                <a:lnTo>
                  <a:pt x="136044" y="446946"/>
                </a:lnTo>
                <a:lnTo>
                  <a:pt x="132292" y="438537"/>
                </a:lnTo>
                <a:moveTo>
                  <a:pt x="29460" y="529090"/>
                </a:moveTo>
                <a:lnTo>
                  <a:pt x="25708" y="520681"/>
                </a:lnTo>
                <a:lnTo>
                  <a:pt x="0" y="543319"/>
                </a:lnTo>
                <a:lnTo>
                  <a:pt x="3753" y="551728"/>
                </a:lnTo>
                <a:lnTo>
                  <a:pt x="7505" y="560138"/>
                </a:lnTo>
                <a:lnTo>
                  <a:pt x="33213" y="537500"/>
                </a:lnTo>
                <a:lnTo>
                  <a:pt x="29460" y="52909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8" name="path-8090">
            <a:extLst xmlns:a="http://schemas.openxmlformats.org/drawingml/2006/main">
              <a:ext uri="{FF2B5EF4-FFF2-40B4-BE49-F238E27FC236}">
                <a16:creationId xmlns:a16="http://schemas.microsoft.com/office/drawing/2014/main" id="{EF54004F-67E8-4AB5-81EB-C26CE02A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7482" y="4697255"/>
            <a:ext cx="18418" cy="543319"/>
          </a:xfrm>
          <a:custGeom xmlns:a="http://schemas.openxmlformats.org/drawingml/2006/main">
            <a:pathLst>
              <a:path w="18418" h="543319">
                <a:moveTo>
                  <a:pt x="9209" y="0"/>
                </a:moveTo>
                <a:lnTo>
                  <a:pt x="0" y="0"/>
                </a:lnTo>
                <a:lnTo>
                  <a:pt x="0" y="33957"/>
                </a:lnTo>
                <a:lnTo>
                  <a:pt x="9209" y="33957"/>
                </a:lnTo>
                <a:lnTo>
                  <a:pt x="18418" y="33957"/>
                </a:lnTo>
                <a:lnTo>
                  <a:pt x="18418" y="0"/>
                </a:lnTo>
                <a:lnTo>
                  <a:pt x="9209" y="0"/>
                </a:lnTo>
                <a:moveTo>
                  <a:pt x="9209" y="101872"/>
                </a:moveTo>
                <a:lnTo>
                  <a:pt x="0" y="101872"/>
                </a:lnTo>
                <a:lnTo>
                  <a:pt x="0" y="169787"/>
                </a:lnTo>
                <a:lnTo>
                  <a:pt x="9209" y="169787"/>
                </a:lnTo>
                <a:lnTo>
                  <a:pt x="18418" y="169787"/>
                </a:lnTo>
                <a:lnTo>
                  <a:pt x="18418" y="101872"/>
                </a:lnTo>
                <a:lnTo>
                  <a:pt x="9209" y="101872"/>
                </a:lnTo>
                <a:moveTo>
                  <a:pt x="9209" y="237702"/>
                </a:moveTo>
                <a:lnTo>
                  <a:pt x="0" y="237702"/>
                </a:lnTo>
                <a:lnTo>
                  <a:pt x="0" y="305617"/>
                </a:lnTo>
                <a:lnTo>
                  <a:pt x="9209" y="305617"/>
                </a:lnTo>
                <a:lnTo>
                  <a:pt x="18418" y="305617"/>
                </a:lnTo>
                <a:lnTo>
                  <a:pt x="18418" y="237702"/>
                </a:lnTo>
                <a:lnTo>
                  <a:pt x="9209" y="237702"/>
                </a:lnTo>
                <a:moveTo>
                  <a:pt x="9209" y="373532"/>
                </a:moveTo>
                <a:lnTo>
                  <a:pt x="0" y="373532"/>
                </a:lnTo>
                <a:lnTo>
                  <a:pt x="0" y="441447"/>
                </a:lnTo>
                <a:lnTo>
                  <a:pt x="9209" y="441447"/>
                </a:lnTo>
                <a:lnTo>
                  <a:pt x="18418" y="441447"/>
                </a:lnTo>
                <a:lnTo>
                  <a:pt x="18418" y="373532"/>
                </a:lnTo>
                <a:lnTo>
                  <a:pt x="9209" y="373532"/>
                </a:lnTo>
                <a:moveTo>
                  <a:pt x="9209" y="509362"/>
                </a:moveTo>
                <a:lnTo>
                  <a:pt x="0" y="509362"/>
                </a:lnTo>
                <a:lnTo>
                  <a:pt x="0" y="543319"/>
                </a:lnTo>
                <a:lnTo>
                  <a:pt x="9209" y="543319"/>
                </a:lnTo>
                <a:lnTo>
                  <a:pt x="18418" y="543319"/>
                </a:lnTo>
                <a:lnTo>
                  <a:pt x="18418" y="509362"/>
                </a:lnTo>
                <a:lnTo>
                  <a:pt x="9209" y="509362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9" name="path-8091">
            <a:extLst xmlns:a="http://schemas.openxmlformats.org/drawingml/2006/main">
              <a:ext uri="{FF2B5EF4-FFF2-40B4-BE49-F238E27FC236}">
                <a16:creationId xmlns:a16="http://schemas.microsoft.com/office/drawing/2014/main" id="{B130D585-FB25-477F-BAFA-2A9DD390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0" name="path-8092">
            <a:extLst xmlns:a="http://schemas.openxmlformats.org/drawingml/2006/main">
              <a:ext uri="{FF2B5EF4-FFF2-40B4-BE49-F238E27FC236}">
                <a16:creationId xmlns:a16="http://schemas.microsoft.com/office/drawing/2014/main" id="{F58830CE-CC7F-4846-B198-9E85790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115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1" name="path-8093">
            <a:extLst xmlns:a="http://schemas.openxmlformats.org/drawingml/2006/main">
              <a:ext uri="{FF2B5EF4-FFF2-40B4-BE49-F238E27FC236}">
                <a16:creationId xmlns:a16="http://schemas.microsoft.com/office/drawing/2014/main" id="{6E98528F-720A-469B-BA95-A5BE5DE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2" name="path-8094">
            <a:extLst xmlns:a="http://schemas.openxmlformats.org/drawingml/2006/main">
              <a:ext uri="{FF2B5EF4-FFF2-40B4-BE49-F238E27FC236}">
                <a16:creationId xmlns:a16="http://schemas.microsoft.com/office/drawing/2014/main" id="{5AC1360F-5DD5-4F45-8CBF-EC635D0F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3" name="path-8095">
            <a:extLst xmlns:a="http://schemas.openxmlformats.org/drawingml/2006/main">
              <a:ext uri="{FF2B5EF4-FFF2-40B4-BE49-F238E27FC236}">
                <a16:creationId xmlns:a16="http://schemas.microsoft.com/office/drawing/2014/main" id="{C3B6E7FB-ACF4-4BB4-8821-303F5DD5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4" name="path-8096">
            <a:extLst xmlns:a="http://schemas.openxmlformats.org/drawingml/2006/main">
              <a:ext uri="{FF2B5EF4-FFF2-40B4-BE49-F238E27FC236}">
                <a16:creationId xmlns:a16="http://schemas.microsoft.com/office/drawing/2014/main" id="{49AB029C-9477-4061-A6B7-A4684112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115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5" name="path-8097">
            <a:extLst xmlns:a="http://schemas.openxmlformats.org/drawingml/2006/main">
              <a:ext uri="{FF2B5EF4-FFF2-40B4-BE49-F238E27FC236}">
                <a16:creationId xmlns:a16="http://schemas.microsoft.com/office/drawing/2014/main" id="{1BFA0BDF-5B08-4D60-8530-165E7C4D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79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6" name="path-8098">
            <a:extLst xmlns:a="http://schemas.openxmlformats.org/drawingml/2006/main">
              <a:ext uri="{FF2B5EF4-FFF2-40B4-BE49-F238E27FC236}">
                <a16:creationId xmlns:a16="http://schemas.microsoft.com/office/drawing/2014/main" id="{0509A75C-3CFD-4560-B020-F4ED07F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018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7" name="path-8099">
            <a:extLst xmlns:a="http://schemas.openxmlformats.org/drawingml/2006/main">
              <a:ext uri="{FF2B5EF4-FFF2-40B4-BE49-F238E27FC236}">
                <a16:creationId xmlns:a16="http://schemas.microsoft.com/office/drawing/2014/main" id="{AF2850EB-7195-4E6B-8792-922FECB6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922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8" name="path-8100">
            <a:extLst xmlns:a="http://schemas.openxmlformats.org/drawingml/2006/main">
              <a:ext uri="{FF2B5EF4-FFF2-40B4-BE49-F238E27FC236}">
                <a16:creationId xmlns:a16="http://schemas.microsoft.com/office/drawing/2014/main" id="{2A38615F-783A-46BD-B454-399E268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107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9" name="path-8101">
            <a:extLst xmlns:a="http://schemas.openxmlformats.org/drawingml/2006/main">
              <a:ext uri="{FF2B5EF4-FFF2-40B4-BE49-F238E27FC236}">
                <a16:creationId xmlns:a16="http://schemas.microsoft.com/office/drawing/2014/main" id="{AC2A3CD4-269C-4245-B4D9-7A3DF343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922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0" name="path-8102">
            <a:extLst xmlns:a="http://schemas.openxmlformats.org/drawingml/2006/main">
              <a:ext uri="{FF2B5EF4-FFF2-40B4-BE49-F238E27FC236}">
                <a16:creationId xmlns:a16="http://schemas.microsoft.com/office/drawing/2014/main" id="{950B53B6-2B19-426C-BF0C-A85877A5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018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1" name="path-8103">
            <a:extLst xmlns:a="http://schemas.openxmlformats.org/drawingml/2006/main">
              <a:ext uri="{FF2B5EF4-FFF2-40B4-BE49-F238E27FC236}">
                <a16:creationId xmlns:a16="http://schemas.microsoft.com/office/drawing/2014/main" id="{CB567624-1A71-4AE0-93DE-FEE8E8B2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79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2" name="path-8104">
            <a:extLst xmlns:a="http://schemas.openxmlformats.org/drawingml/2006/main">
              <a:ext uri="{FF2B5EF4-FFF2-40B4-BE49-F238E27FC236}">
                <a16:creationId xmlns:a16="http://schemas.microsoft.com/office/drawing/2014/main" id="{FFDC8109-886A-4ACF-8B5B-39197506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4264441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3" name="path-8105">
            <a:extLst xmlns:a="http://schemas.openxmlformats.org/drawingml/2006/main">
              <a:ext uri="{FF2B5EF4-FFF2-40B4-BE49-F238E27FC236}">
                <a16:creationId xmlns:a16="http://schemas.microsoft.com/office/drawing/2014/main" id="{08D6FD6A-B987-4CCB-A300-4DF5E6D9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946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4" name="path-8106">
            <a:extLst xmlns:a="http://schemas.openxmlformats.org/drawingml/2006/main">
              <a:ext uri="{FF2B5EF4-FFF2-40B4-BE49-F238E27FC236}">
                <a16:creationId xmlns:a16="http://schemas.microsoft.com/office/drawing/2014/main" id="{283B3622-5CB0-4BB5-B2D2-F631F44D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5" name="path-8107">
            <a:extLst xmlns:a="http://schemas.openxmlformats.org/drawingml/2006/main">
              <a:ext uri="{FF2B5EF4-FFF2-40B4-BE49-F238E27FC236}">
                <a16:creationId xmlns:a16="http://schemas.microsoft.com/office/drawing/2014/main" id="{C42E9E57-DE87-4D50-A562-99108B08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6" name="path-8108">
            <a:extLst xmlns:a="http://schemas.openxmlformats.org/drawingml/2006/main">
              <a:ext uri="{FF2B5EF4-FFF2-40B4-BE49-F238E27FC236}">
                <a16:creationId xmlns:a16="http://schemas.microsoft.com/office/drawing/2014/main" id="{CF67A43A-A1B4-4F3D-A8F2-04EA839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7" name="path-8109">
            <a:extLst xmlns:a="http://schemas.openxmlformats.org/drawingml/2006/main">
              <a:ext uri="{FF2B5EF4-FFF2-40B4-BE49-F238E27FC236}">
                <a16:creationId xmlns:a16="http://schemas.microsoft.com/office/drawing/2014/main" id="{94CDB8CE-BBBB-4FE4-9EA3-B1ECE83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946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8" name="path-8110">
            <a:extLst xmlns:a="http://schemas.openxmlformats.org/drawingml/2006/main">
              <a:ext uri="{FF2B5EF4-FFF2-40B4-BE49-F238E27FC236}">
                <a16:creationId xmlns:a16="http://schemas.microsoft.com/office/drawing/2014/main" id="{C9EBCF84-156D-4F9D-BA4D-FAB93F53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510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9" name="path-8111">
            <a:extLst xmlns:a="http://schemas.openxmlformats.org/drawingml/2006/main">
              <a:ext uri="{FF2B5EF4-FFF2-40B4-BE49-F238E27FC236}">
                <a16:creationId xmlns:a16="http://schemas.microsoft.com/office/drawing/2014/main" id="{D9B3A1F7-3563-4D8F-8FD7-F1ABCBD7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849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0" name="path-8112">
            <a:extLst xmlns:a="http://schemas.openxmlformats.org/drawingml/2006/main">
              <a:ext uri="{FF2B5EF4-FFF2-40B4-BE49-F238E27FC236}">
                <a16:creationId xmlns:a16="http://schemas.microsoft.com/office/drawing/2014/main" id="{3C025D28-6BCA-4BD9-8A5E-83FBE62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753" y="4310054"/>
            <a:ext cx="22603" cy="64892"/>
          </a:xfrm>
          <a:custGeom xmlns:a="http://schemas.openxmlformats.org/drawingml/2006/main">
            <a:pathLst>
              <a:path w="22603" h="64892">
                <a:moveTo>
                  <a:pt x="3698" y="20672"/>
                </a:move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1" name="path-8113">
            <a:extLst xmlns:a="http://schemas.openxmlformats.org/drawingml/2006/main">
              <a:ext uri="{FF2B5EF4-FFF2-40B4-BE49-F238E27FC236}">
                <a16:creationId xmlns:a16="http://schemas.microsoft.com/office/drawing/2014/main" id="{293F8D32-77DF-4204-B616-CDD6828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938" y="4448617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2" name="path-8114">
            <a:extLst xmlns:a="http://schemas.openxmlformats.org/drawingml/2006/main">
              <a:ext uri="{FF2B5EF4-FFF2-40B4-BE49-F238E27FC236}">
                <a16:creationId xmlns:a16="http://schemas.microsoft.com/office/drawing/2014/main" id="{16589120-DB4B-484D-AEC3-66F52AE1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753" y="4595958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3" name="path-8115">
            <a:extLst xmlns:a="http://schemas.openxmlformats.org/drawingml/2006/main">
              <a:ext uri="{FF2B5EF4-FFF2-40B4-BE49-F238E27FC236}">
                <a16:creationId xmlns:a16="http://schemas.microsoft.com/office/drawing/2014/main" id="{9E208385-3300-43E4-8C2C-6DF2998F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849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4" name="path-8116">
            <a:extLst xmlns:a="http://schemas.openxmlformats.org/drawingml/2006/main">
              <a:ext uri="{FF2B5EF4-FFF2-40B4-BE49-F238E27FC236}">
                <a16:creationId xmlns:a16="http://schemas.microsoft.com/office/drawing/2014/main" id="{71FCB3C0-2FE9-4D8A-84E6-9757300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510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5" name="path-8117">
            <a:extLst xmlns:a="http://schemas.openxmlformats.org/drawingml/2006/main">
              <a:ext uri="{FF2B5EF4-FFF2-40B4-BE49-F238E27FC236}">
                <a16:creationId xmlns:a16="http://schemas.microsoft.com/office/drawing/2014/main" id="{21C8D358-B439-49B6-9EAF-AE5D6AA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6" name="path-8118">
            <a:extLst xmlns:a="http://schemas.openxmlformats.org/drawingml/2006/main">
              <a:ext uri="{FF2B5EF4-FFF2-40B4-BE49-F238E27FC236}">
                <a16:creationId xmlns:a16="http://schemas.microsoft.com/office/drawing/2014/main" id="{EDB854FD-803A-4092-8815-93884150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778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7" name="path-8119">
            <a:extLst xmlns:a="http://schemas.openxmlformats.org/drawingml/2006/main">
              <a:ext uri="{FF2B5EF4-FFF2-40B4-BE49-F238E27FC236}">
                <a16:creationId xmlns:a16="http://schemas.microsoft.com/office/drawing/2014/main" id="{9D0DD9E7-F259-4724-B8FA-3886B6DF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8" name="path-8120">
            <a:extLst xmlns:a="http://schemas.openxmlformats.org/drawingml/2006/main">
              <a:ext uri="{FF2B5EF4-FFF2-40B4-BE49-F238E27FC236}">
                <a16:creationId xmlns:a16="http://schemas.microsoft.com/office/drawing/2014/main" id="{F7F5914E-2F5C-4848-97DC-031B902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9" name="path-8121">
            <a:extLst xmlns:a="http://schemas.openxmlformats.org/drawingml/2006/main">
              <a:ext uri="{FF2B5EF4-FFF2-40B4-BE49-F238E27FC236}">
                <a16:creationId xmlns:a16="http://schemas.microsoft.com/office/drawing/2014/main" id="{0A4D2B31-EDEB-4FC5-A493-659333E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0" name="path-8122">
            <a:extLst xmlns:a="http://schemas.openxmlformats.org/drawingml/2006/main">
              <a:ext uri="{FF2B5EF4-FFF2-40B4-BE49-F238E27FC236}">
                <a16:creationId xmlns:a16="http://schemas.microsoft.com/office/drawing/2014/main" id="{E3DDE611-05F5-4440-A213-DD1FEEE0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777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28056" y="18418"/>
                </a:moveTo>
                <a:lnTo>
                  <a:pt x="64892" y="18418"/>
                </a:ln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1" name="path-8123">
            <a:extLst xmlns:a="http://schemas.openxmlformats.org/drawingml/2006/main">
              <a:ext uri="{FF2B5EF4-FFF2-40B4-BE49-F238E27FC236}">
                <a16:creationId xmlns:a16="http://schemas.microsoft.com/office/drawing/2014/main" id="{73909C7E-E877-4492-A624-7DE37B96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340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2" name="path-8124">
            <a:extLst xmlns:a="http://schemas.openxmlformats.org/drawingml/2006/main">
              <a:ext uri="{FF2B5EF4-FFF2-40B4-BE49-F238E27FC236}">
                <a16:creationId xmlns:a16="http://schemas.microsoft.com/office/drawing/2014/main" id="{9C868CB6-CDB9-46E4-A28E-0FDE53F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680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9" y="1946"/>
                </a:lnTo>
                <a:lnTo>
                  <a:pt x="368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3" name="path-8125">
            <a:extLst xmlns:a="http://schemas.openxmlformats.org/drawingml/2006/main">
              <a:ext uri="{FF2B5EF4-FFF2-40B4-BE49-F238E27FC236}">
                <a16:creationId xmlns:a16="http://schemas.microsoft.com/office/drawing/2014/main" id="{245D5C9F-E823-4E5A-9B8E-9174AFC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584" y="4310054"/>
            <a:ext cx="22603" cy="64892"/>
          </a:xfrm>
          <a:custGeom xmlns:a="http://schemas.openxmlformats.org/drawingml/2006/main">
            <a:pathLst>
              <a:path w="22603" h="64892">
                <a:moveTo>
                  <a:pt x="3698" y="20672"/>
                </a:move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2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lnTo>
                  <a:pt x="3698" y="20672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4" name="path-8126">
            <a:extLst xmlns:a="http://schemas.openxmlformats.org/drawingml/2006/main">
              <a:ext uri="{FF2B5EF4-FFF2-40B4-BE49-F238E27FC236}">
                <a16:creationId xmlns:a16="http://schemas.microsoft.com/office/drawing/2014/main" id="{43BA6D76-7744-4EFC-8852-D5B403B0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769" y="4448617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5" name="path-8127">
            <a:extLst xmlns:a="http://schemas.openxmlformats.org/drawingml/2006/main">
              <a:ext uri="{FF2B5EF4-FFF2-40B4-BE49-F238E27FC236}">
                <a16:creationId xmlns:a16="http://schemas.microsoft.com/office/drawing/2014/main" id="{9291320C-60A9-43E0-98E3-918821F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584" y="4595958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6" name="path-8128">
            <a:extLst xmlns:a="http://schemas.openxmlformats.org/drawingml/2006/main">
              <a:ext uri="{FF2B5EF4-FFF2-40B4-BE49-F238E27FC236}">
                <a16:creationId xmlns:a16="http://schemas.microsoft.com/office/drawing/2014/main" id="{5D4573E0-2BBF-4A9B-B428-DF7C8A50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680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7" y="22603"/>
                </a:lnTo>
                <a:lnTo>
                  <a:pt x="53729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7" name="path-8129">
            <a:extLst xmlns:a="http://schemas.openxmlformats.org/drawingml/2006/main">
              <a:ext uri="{FF2B5EF4-FFF2-40B4-BE49-F238E27FC236}">
                <a16:creationId xmlns:a16="http://schemas.microsoft.com/office/drawing/2014/main" id="{A5A0048C-AE1A-44AC-9514-71A45F1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340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8" name="path-8130">
            <a:extLst xmlns:a="http://schemas.openxmlformats.org/drawingml/2006/main">
              <a:ext uri="{FF2B5EF4-FFF2-40B4-BE49-F238E27FC236}">
                <a16:creationId xmlns:a16="http://schemas.microsoft.com/office/drawing/2014/main" id="{D094A63D-A0E1-4F7C-8309-929DC92B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996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9" name="path-8131">
            <a:extLst xmlns:a="http://schemas.openxmlformats.org/drawingml/2006/main">
              <a:ext uri="{FF2B5EF4-FFF2-40B4-BE49-F238E27FC236}">
                <a16:creationId xmlns:a16="http://schemas.microsoft.com/office/drawing/2014/main" id="{0BD109D0-A466-49A4-8231-3DE7D80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610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0" name="path-8132">
            <a:extLst xmlns:a="http://schemas.openxmlformats.org/drawingml/2006/main">
              <a:ext uri="{FF2B5EF4-FFF2-40B4-BE49-F238E27FC236}">
                <a16:creationId xmlns:a16="http://schemas.microsoft.com/office/drawing/2014/main" id="{FF731355-7076-4358-A547-726B2804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996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1" name="path-8133">
            <a:extLst xmlns:a="http://schemas.openxmlformats.org/drawingml/2006/main">
              <a:ext uri="{FF2B5EF4-FFF2-40B4-BE49-F238E27FC236}">
                <a16:creationId xmlns:a16="http://schemas.microsoft.com/office/drawing/2014/main" id="{304E43A4-1CDB-4665-A9E6-F756CDB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996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2" name="path-8134">
            <a:extLst xmlns:a="http://schemas.openxmlformats.org/drawingml/2006/main">
              <a:ext uri="{FF2B5EF4-FFF2-40B4-BE49-F238E27FC236}">
                <a16:creationId xmlns:a16="http://schemas.microsoft.com/office/drawing/2014/main" id="{C015CCAB-7CD8-4295-A5FB-77626CF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996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3" name="path-8135">
            <a:extLst xmlns:a="http://schemas.openxmlformats.org/drawingml/2006/main">
              <a:ext uri="{FF2B5EF4-FFF2-40B4-BE49-F238E27FC236}">
                <a16:creationId xmlns:a16="http://schemas.microsoft.com/office/drawing/2014/main" id="{A5360CC6-5804-49D5-91F1-09CFE9D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609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28057" y="18418"/>
                </a:moveTo>
                <a:lnTo>
                  <a:pt x="64892" y="18418"/>
                </a:ln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4" name="path-8136">
            <a:extLst xmlns:a="http://schemas.openxmlformats.org/drawingml/2006/main">
              <a:ext uri="{FF2B5EF4-FFF2-40B4-BE49-F238E27FC236}">
                <a16:creationId xmlns:a16="http://schemas.microsoft.com/office/drawing/2014/main" id="{B7F156AB-EA47-4408-B65D-8260C0E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173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5" name="path-8137">
            <a:extLst xmlns:a="http://schemas.openxmlformats.org/drawingml/2006/main">
              <a:ext uri="{FF2B5EF4-FFF2-40B4-BE49-F238E27FC236}">
                <a16:creationId xmlns:a16="http://schemas.microsoft.com/office/drawing/2014/main" id="{795F24AA-F77F-47C1-83EB-4C04FB7B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3513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6" name="path-8138">
            <a:extLst xmlns:a="http://schemas.openxmlformats.org/drawingml/2006/main">
              <a:ext uri="{FF2B5EF4-FFF2-40B4-BE49-F238E27FC236}">
                <a16:creationId xmlns:a16="http://schemas.microsoft.com/office/drawing/2014/main" id="{8F2A6255-4F23-41D6-B6C4-9AAF311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416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7" name="path-8139">
            <a:extLst xmlns:a="http://schemas.openxmlformats.org/drawingml/2006/main">
              <a:ext uri="{FF2B5EF4-FFF2-40B4-BE49-F238E27FC236}">
                <a16:creationId xmlns:a16="http://schemas.microsoft.com/office/drawing/2014/main" id="{C380C458-3D5E-4533-BAB8-72811B2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601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8" name="path-8140">
            <a:extLst xmlns:a="http://schemas.openxmlformats.org/drawingml/2006/main">
              <a:ext uri="{FF2B5EF4-FFF2-40B4-BE49-F238E27FC236}">
                <a16:creationId xmlns:a16="http://schemas.microsoft.com/office/drawing/2014/main" id="{9471407D-238F-46DF-ACC1-FEAF754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416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9" name="path-8141">
            <a:extLst xmlns:a="http://schemas.openxmlformats.org/drawingml/2006/main">
              <a:ext uri="{FF2B5EF4-FFF2-40B4-BE49-F238E27FC236}">
                <a16:creationId xmlns:a16="http://schemas.microsoft.com/office/drawing/2014/main" id="{D50AE13C-5DE1-404C-A522-56910D60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3513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0" name="path-8142">
            <a:extLst xmlns:a="http://schemas.openxmlformats.org/drawingml/2006/main">
              <a:ext uri="{FF2B5EF4-FFF2-40B4-BE49-F238E27FC236}">
                <a16:creationId xmlns:a16="http://schemas.microsoft.com/office/drawing/2014/main" id="{1772B16C-7DF8-4542-98B9-FA64528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173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1" name="path-8143">
            <a:extLst xmlns:a="http://schemas.openxmlformats.org/drawingml/2006/main">
              <a:ext uri="{FF2B5EF4-FFF2-40B4-BE49-F238E27FC236}">
                <a16:creationId xmlns:a16="http://schemas.microsoft.com/office/drawing/2014/main" id="{595FF0E2-CA7C-4C49-BC91-9FF623EF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4264441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2" name="path-8144">
            <a:extLst xmlns:a="http://schemas.openxmlformats.org/drawingml/2006/main">
              <a:ext uri="{FF2B5EF4-FFF2-40B4-BE49-F238E27FC236}">
                <a16:creationId xmlns:a16="http://schemas.microsoft.com/office/drawing/2014/main" id="{ED37C88A-FA92-4207-BF4B-5F6AE492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442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3" name="path-8145">
            <a:extLst xmlns:a="http://schemas.openxmlformats.org/drawingml/2006/main">
              <a:ext uri="{FF2B5EF4-FFF2-40B4-BE49-F238E27FC236}">
                <a16:creationId xmlns:a16="http://schemas.microsoft.com/office/drawing/2014/main" id="{2ECC50B9-A27B-48C2-999D-1029EEDE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4" name="path-8146">
            <a:extLst xmlns:a="http://schemas.openxmlformats.org/drawingml/2006/main">
              <a:ext uri="{FF2B5EF4-FFF2-40B4-BE49-F238E27FC236}">
                <a16:creationId xmlns:a16="http://schemas.microsoft.com/office/drawing/2014/main" id="{31F6E48A-18F8-482A-BC13-B2E0CAC8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5" name="path-8147">
            <a:extLst xmlns:a="http://schemas.openxmlformats.org/drawingml/2006/main">
              <a:ext uri="{FF2B5EF4-FFF2-40B4-BE49-F238E27FC236}">
                <a16:creationId xmlns:a16="http://schemas.microsoft.com/office/drawing/2014/main" id="{9E42C4CF-2DCB-4885-BA1E-EA9358B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6" name="path-8148">
            <a:extLst xmlns:a="http://schemas.openxmlformats.org/drawingml/2006/main">
              <a:ext uri="{FF2B5EF4-FFF2-40B4-BE49-F238E27FC236}">
                <a16:creationId xmlns:a16="http://schemas.microsoft.com/office/drawing/2014/main" id="{E8A82607-3F23-4844-A4D6-1E12025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442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7" name="path-8149">
            <a:extLst xmlns:a="http://schemas.openxmlformats.org/drawingml/2006/main">
              <a:ext uri="{FF2B5EF4-FFF2-40B4-BE49-F238E27FC236}">
                <a16:creationId xmlns:a16="http://schemas.microsoft.com/office/drawing/2014/main" id="{06257496-D4A5-415D-8655-24C25C34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005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8" name="path-8150">
            <a:extLst xmlns:a="http://schemas.openxmlformats.org/drawingml/2006/main">
              <a:ext uri="{FF2B5EF4-FFF2-40B4-BE49-F238E27FC236}">
                <a16:creationId xmlns:a16="http://schemas.microsoft.com/office/drawing/2014/main" id="{59682ED8-DD28-4763-95B6-88E3B15E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345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9" name="path-8151">
            <a:extLst xmlns:a="http://schemas.openxmlformats.org/drawingml/2006/main">
              <a:ext uri="{FF2B5EF4-FFF2-40B4-BE49-F238E27FC236}">
                <a16:creationId xmlns:a16="http://schemas.microsoft.com/office/drawing/2014/main" id="{88149EFC-B4F0-4F78-B977-C91DAE0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248" y="4310055"/>
            <a:ext cx="22602" cy="64891"/>
          </a:xfrm>
          <a:custGeom xmlns:a="http://schemas.openxmlformats.org/drawingml/2006/main">
            <a:pathLst>
              <a:path w="22602" h="64891">
                <a:moveTo>
                  <a:pt x="2281" y="13605"/>
                </a:move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5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0" name="path-8152">
            <a:extLst xmlns:a="http://schemas.openxmlformats.org/drawingml/2006/main">
              <a:ext uri="{FF2B5EF4-FFF2-40B4-BE49-F238E27FC236}">
                <a16:creationId xmlns:a16="http://schemas.microsoft.com/office/drawing/2014/main" id="{7AEFCE2F-24A6-458E-8271-87247E6E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433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1" name="path-8153">
            <a:extLst xmlns:a="http://schemas.openxmlformats.org/drawingml/2006/main">
              <a:ext uri="{FF2B5EF4-FFF2-40B4-BE49-F238E27FC236}">
                <a16:creationId xmlns:a16="http://schemas.microsoft.com/office/drawing/2014/main" id="{92303FF9-3C7F-4EF6-833A-37D48B0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248" y="4595958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2" name="path-8154">
            <a:extLst xmlns:a="http://schemas.openxmlformats.org/drawingml/2006/main">
              <a:ext uri="{FF2B5EF4-FFF2-40B4-BE49-F238E27FC236}">
                <a16:creationId xmlns:a16="http://schemas.microsoft.com/office/drawing/2014/main" id="{0C81F2BD-E7F4-4963-89BD-052612C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345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3" name="path-8155">
            <a:extLst xmlns:a="http://schemas.openxmlformats.org/drawingml/2006/main">
              <a:ext uri="{FF2B5EF4-FFF2-40B4-BE49-F238E27FC236}">
                <a16:creationId xmlns:a16="http://schemas.microsoft.com/office/drawing/2014/main" id="{5F6F2A73-AD85-49D9-A7EF-2541BB5D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005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4" name="path-8156">
            <a:extLst xmlns:a="http://schemas.openxmlformats.org/drawingml/2006/main">
              <a:ext uri="{FF2B5EF4-FFF2-40B4-BE49-F238E27FC236}">
                <a16:creationId xmlns:a16="http://schemas.microsoft.com/office/drawing/2014/main" id="{F5044492-1D81-4E7C-86E7-0B883E0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4264441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5" name="path-8157">
            <a:extLst xmlns:a="http://schemas.openxmlformats.org/drawingml/2006/main">
              <a:ext uri="{FF2B5EF4-FFF2-40B4-BE49-F238E27FC236}">
                <a16:creationId xmlns:a16="http://schemas.microsoft.com/office/drawing/2014/main" id="{6CA53023-D52A-45E8-B4BE-63109B9B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273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6" name="path-8158">
            <a:extLst xmlns:a="http://schemas.openxmlformats.org/drawingml/2006/main">
              <a:ext uri="{FF2B5EF4-FFF2-40B4-BE49-F238E27FC236}">
                <a16:creationId xmlns:a16="http://schemas.microsoft.com/office/drawing/2014/main" id="{043631AB-015A-4ED5-AE9B-A80F9B8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4595958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7" name="path-8159">
            <a:extLst xmlns:a="http://schemas.openxmlformats.org/drawingml/2006/main">
              <a:ext uri="{FF2B5EF4-FFF2-40B4-BE49-F238E27FC236}">
                <a16:creationId xmlns:a16="http://schemas.microsoft.com/office/drawing/2014/main" id="{FCBB287C-FDF4-475F-BF47-4DE3A0C7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4448617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8" name="path-8160">
            <a:extLst xmlns:a="http://schemas.openxmlformats.org/drawingml/2006/main">
              <a:ext uri="{FF2B5EF4-FFF2-40B4-BE49-F238E27FC236}">
                <a16:creationId xmlns:a16="http://schemas.microsoft.com/office/drawing/2014/main" id="{50B63B07-E49E-4DB1-B18B-D3DEC0C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4310055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5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9" name="path-8161">
            <a:extLst xmlns:a="http://schemas.openxmlformats.org/drawingml/2006/main">
              <a:ext uri="{FF2B5EF4-FFF2-40B4-BE49-F238E27FC236}">
                <a16:creationId xmlns:a16="http://schemas.microsoft.com/office/drawing/2014/main" id="{CE1CCEB8-98A6-4757-8891-1E2FC68D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272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0" name="path-8162">
            <a:extLst xmlns:a="http://schemas.openxmlformats.org/drawingml/2006/main">
              <a:ext uri="{FF2B5EF4-FFF2-40B4-BE49-F238E27FC236}">
                <a16:creationId xmlns:a16="http://schemas.microsoft.com/office/drawing/2014/main" id="{DDCAD571-67FA-47BF-AE12-99E2DC15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836" y="4264441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1" name="path-8163">
            <a:extLst xmlns:a="http://schemas.openxmlformats.org/drawingml/2006/main">
              <a:ext uri="{FF2B5EF4-FFF2-40B4-BE49-F238E27FC236}">
                <a16:creationId xmlns:a16="http://schemas.microsoft.com/office/drawing/2014/main" id="{E0C729AC-47EB-4470-A361-DCFC0FE6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1176" y="4264441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2" name="path-8164">
            <a:extLst xmlns:a="http://schemas.openxmlformats.org/drawingml/2006/main">
              <a:ext uri="{FF2B5EF4-FFF2-40B4-BE49-F238E27FC236}">
                <a16:creationId xmlns:a16="http://schemas.microsoft.com/office/drawing/2014/main" id="{B3F70C25-79DD-4DDF-BD82-AE3BFBA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079" y="4310054"/>
            <a:ext cx="22603" cy="64892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3" name="path-8165">
            <a:extLst xmlns:a="http://schemas.openxmlformats.org/drawingml/2006/main">
              <a:ext uri="{FF2B5EF4-FFF2-40B4-BE49-F238E27FC236}">
                <a16:creationId xmlns:a16="http://schemas.microsoft.com/office/drawing/2014/main" id="{8E9E0A1E-2F5D-48CC-817A-A358D892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3264" y="4448617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4" name="path-8166">
            <a:extLst xmlns:a="http://schemas.openxmlformats.org/drawingml/2006/main">
              <a:ext uri="{FF2B5EF4-FFF2-40B4-BE49-F238E27FC236}">
                <a16:creationId xmlns:a16="http://schemas.microsoft.com/office/drawing/2014/main" id="{06505C8A-2A20-4CDF-81A5-E73F955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079" y="4595958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5" name="path-8167">
            <a:extLst xmlns:a="http://schemas.openxmlformats.org/drawingml/2006/main">
              <a:ext uri="{FF2B5EF4-FFF2-40B4-BE49-F238E27FC236}">
                <a16:creationId xmlns:a16="http://schemas.microsoft.com/office/drawing/2014/main" id="{0AEC6E8D-DA87-4460-B2AD-D89264DC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1176" y="4683860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6" name="path-8168">
            <a:extLst xmlns:a="http://schemas.openxmlformats.org/drawingml/2006/main">
              <a:ext uri="{FF2B5EF4-FFF2-40B4-BE49-F238E27FC236}">
                <a16:creationId xmlns:a16="http://schemas.microsoft.com/office/drawing/2014/main" id="{16E52746-27DC-459E-91EE-FF9A492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836" y="4688046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7" name="path-8169">
            <a:extLst xmlns:a="http://schemas.openxmlformats.org/drawingml/2006/main">
              <a:ext uri="{FF2B5EF4-FFF2-40B4-BE49-F238E27FC236}">
                <a16:creationId xmlns:a16="http://schemas.microsoft.com/office/drawing/2014/main" id="{10C1B830-5506-430D-AC21-821DACE8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8" name="path-8170">
            <a:extLst xmlns:a="http://schemas.openxmlformats.org/drawingml/2006/main">
              <a:ext uri="{FF2B5EF4-FFF2-40B4-BE49-F238E27FC236}">
                <a16:creationId xmlns:a16="http://schemas.microsoft.com/office/drawing/2014/main" id="{BCCEC7C9-4439-4B8A-802F-72FB8174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115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9" name="path-8171">
            <a:extLst xmlns:a="http://schemas.openxmlformats.org/drawingml/2006/main">
              <a:ext uri="{FF2B5EF4-FFF2-40B4-BE49-F238E27FC236}">
                <a16:creationId xmlns:a16="http://schemas.microsoft.com/office/drawing/2014/main" id="{B251460D-46CF-4534-87D0-C8871816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0" name="path-8172">
            <a:extLst xmlns:a="http://schemas.openxmlformats.org/drawingml/2006/main">
              <a:ext uri="{FF2B5EF4-FFF2-40B4-BE49-F238E27FC236}">
                <a16:creationId xmlns:a16="http://schemas.microsoft.com/office/drawing/2014/main" id="{F9521D63-9B6B-457B-B088-E7EE67EF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1" name="path-8173">
            <a:extLst xmlns:a="http://schemas.openxmlformats.org/drawingml/2006/main">
              <a:ext uri="{FF2B5EF4-FFF2-40B4-BE49-F238E27FC236}">
                <a16:creationId xmlns:a16="http://schemas.microsoft.com/office/drawing/2014/main" id="{2CEAA418-0F71-418C-B843-22E573B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2" name="path-8174">
            <a:extLst xmlns:a="http://schemas.openxmlformats.org/drawingml/2006/main">
              <a:ext uri="{FF2B5EF4-FFF2-40B4-BE49-F238E27FC236}">
                <a16:creationId xmlns:a16="http://schemas.microsoft.com/office/drawing/2014/main" id="{51A67F5D-8F31-4D2C-97CC-0369DE5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115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3" name="path-8175">
            <a:extLst xmlns:a="http://schemas.openxmlformats.org/drawingml/2006/main">
              <a:ext uri="{FF2B5EF4-FFF2-40B4-BE49-F238E27FC236}">
                <a16:creationId xmlns:a16="http://schemas.microsoft.com/office/drawing/2014/main" id="{2A8DE090-7569-48A3-9603-1E2EE340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79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4" name="path-8176">
            <a:extLst xmlns:a="http://schemas.openxmlformats.org/drawingml/2006/main">
              <a:ext uri="{FF2B5EF4-FFF2-40B4-BE49-F238E27FC236}">
                <a16:creationId xmlns:a16="http://schemas.microsoft.com/office/drawing/2014/main" id="{B591D118-B9A1-4520-928D-DAB92ED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018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5" name="path-8177">
            <a:extLst xmlns:a="http://schemas.openxmlformats.org/drawingml/2006/main">
              <a:ext uri="{FF2B5EF4-FFF2-40B4-BE49-F238E27FC236}">
                <a16:creationId xmlns:a16="http://schemas.microsoft.com/office/drawing/2014/main" id="{6D0E996C-398B-4637-B7C4-91A9461D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922" y="5281584"/>
            <a:ext cx="22602" cy="64891"/>
          </a:xfrm>
          <a:custGeom xmlns:a="http://schemas.openxmlformats.org/drawingml/2006/main">
            <a:pathLst>
              <a:path w="22602" h="64891">
                <a:moveTo>
                  <a:pt x="0" y="6911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6" name="path-8178">
            <a:extLst xmlns:a="http://schemas.openxmlformats.org/drawingml/2006/main">
              <a:ext uri="{FF2B5EF4-FFF2-40B4-BE49-F238E27FC236}">
                <a16:creationId xmlns:a16="http://schemas.microsoft.com/office/drawing/2014/main" id="{7F365496-FE7D-4ED0-B9B3-0B3F9DBF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107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7" name="path-8179">
            <a:extLst xmlns:a="http://schemas.openxmlformats.org/drawingml/2006/main">
              <a:ext uri="{FF2B5EF4-FFF2-40B4-BE49-F238E27FC236}">
                <a16:creationId xmlns:a16="http://schemas.microsoft.com/office/drawing/2014/main" id="{5783F647-F50F-44F7-B34E-5B64557B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922" y="5567487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8" name="path-8180">
            <a:extLst xmlns:a="http://schemas.openxmlformats.org/drawingml/2006/main">
              <a:ext uri="{FF2B5EF4-FFF2-40B4-BE49-F238E27FC236}">
                <a16:creationId xmlns:a16="http://schemas.microsoft.com/office/drawing/2014/main" id="{BAE00ADE-3DD7-459A-AB97-0374A5B7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018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9" name="path-8181">
            <a:extLst xmlns:a="http://schemas.openxmlformats.org/drawingml/2006/main">
              <a:ext uri="{FF2B5EF4-FFF2-40B4-BE49-F238E27FC236}">
                <a16:creationId xmlns:a16="http://schemas.microsoft.com/office/drawing/2014/main" id="{021CBB4B-F697-4EA4-90DC-B9342AF5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79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0" name="path-8182">
            <a:extLst xmlns:a="http://schemas.openxmlformats.org/drawingml/2006/main">
              <a:ext uri="{FF2B5EF4-FFF2-40B4-BE49-F238E27FC236}">
                <a16:creationId xmlns:a16="http://schemas.microsoft.com/office/drawing/2014/main" id="{A36007BD-7783-478D-A81A-82453BAE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5235970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1" name="path-8183">
            <a:extLst xmlns:a="http://schemas.openxmlformats.org/drawingml/2006/main">
              <a:ext uri="{FF2B5EF4-FFF2-40B4-BE49-F238E27FC236}">
                <a16:creationId xmlns:a16="http://schemas.microsoft.com/office/drawing/2014/main" id="{6EE132C8-3D45-4EEF-8554-13D8AC40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946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2" name="path-8184">
            <a:extLst xmlns:a="http://schemas.openxmlformats.org/drawingml/2006/main">
              <a:ext uri="{FF2B5EF4-FFF2-40B4-BE49-F238E27FC236}">
                <a16:creationId xmlns:a16="http://schemas.microsoft.com/office/drawing/2014/main" id="{C0D43280-4083-4468-9B66-B119C35D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3" name="path-8185">
            <a:extLst xmlns:a="http://schemas.openxmlformats.org/drawingml/2006/main">
              <a:ext uri="{FF2B5EF4-FFF2-40B4-BE49-F238E27FC236}">
                <a16:creationId xmlns:a16="http://schemas.microsoft.com/office/drawing/2014/main" id="{BEAD6B2B-A041-4F87-AF65-1EB2F9E0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4" name="path-8186">
            <a:extLst xmlns:a="http://schemas.openxmlformats.org/drawingml/2006/main">
              <a:ext uri="{FF2B5EF4-FFF2-40B4-BE49-F238E27FC236}">
                <a16:creationId xmlns:a16="http://schemas.microsoft.com/office/drawing/2014/main" id="{F1DC1011-0A9C-4097-8057-3059462E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333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5" name="path-8187">
            <a:extLst xmlns:a="http://schemas.openxmlformats.org/drawingml/2006/main">
              <a:ext uri="{FF2B5EF4-FFF2-40B4-BE49-F238E27FC236}">
                <a16:creationId xmlns:a16="http://schemas.microsoft.com/office/drawing/2014/main" id="{AEA66B04-2885-48CB-BC7D-E0671FA5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946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6" name="path-8188">
            <a:extLst xmlns:a="http://schemas.openxmlformats.org/drawingml/2006/main">
              <a:ext uri="{FF2B5EF4-FFF2-40B4-BE49-F238E27FC236}">
                <a16:creationId xmlns:a16="http://schemas.microsoft.com/office/drawing/2014/main" id="{E95DF443-2522-4B0D-86A9-B6AC68F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510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7" name="path-8189">
            <a:extLst xmlns:a="http://schemas.openxmlformats.org/drawingml/2006/main">
              <a:ext uri="{FF2B5EF4-FFF2-40B4-BE49-F238E27FC236}">
                <a16:creationId xmlns:a16="http://schemas.microsoft.com/office/drawing/2014/main" id="{6BCEF2DF-8C09-4A53-B907-A64798B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849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8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8" name="path-8190">
            <a:extLst xmlns:a="http://schemas.openxmlformats.org/drawingml/2006/main">
              <a:ext uri="{FF2B5EF4-FFF2-40B4-BE49-F238E27FC236}">
                <a16:creationId xmlns:a16="http://schemas.microsoft.com/office/drawing/2014/main" id="{739897DA-AA82-4BC0-84D0-665BEC36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753" y="5281583"/>
            <a:ext cx="22603" cy="64892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9" name="path-8191">
            <a:extLst xmlns:a="http://schemas.openxmlformats.org/drawingml/2006/main">
              <a:ext uri="{FF2B5EF4-FFF2-40B4-BE49-F238E27FC236}">
                <a16:creationId xmlns:a16="http://schemas.microsoft.com/office/drawing/2014/main" id="{3D528123-6F08-45DF-82AE-97CCDC4C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7938" y="5420146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0" name="path-8192">
            <a:extLst xmlns:a="http://schemas.openxmlformats.org/drawingml/2006/main">
              <a:ext uri="{FF2B5EF4-FFF2-40B4-BE49-F238E27FC236}">
                <a16:creationId xmlns:a16="http://schemas.microsoft.com/office/drawing/2014/main" id="{4508FC86-E724-40F0-8DD5-E9B1406D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753" y="5567487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1" name="path-8193">
            <a:extLst xmlns:a="http://schemas.openxmlformats.org/drawingml/2006/main">
              <a:ext uri="{FF2B5EF4-FFF2-40B4-BE49-F238E27FC236}">
                <a16:creationId xmlns:a16="http://schemas.microsoft.com/office/drawing/2014/main" id="{A97C0AE7-E474-4828-85AF-7DA8C76E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849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8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2" name="path-8194">
            <a:extLst xmlns:a="http://schemas.openxmlformats.org/drawingml/2006/main">
              <a:ext uri="{FF2B5EF4-FFF2-40B4-BE49-F238E27FC236}">
                <a16:creationId xmlns:a16="http://schemas.microsoft.com/office/drawing/2014/main" id="{573D8855-DE1E-4DED-BDD9-D2829A2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510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3" name="path-8195">
            <a:extLst xmlns:a="http://schemas.openxmlformats.org/drawingml/2006/main">
              <a:ext uri="{FF2B5EF4-FFF2-40B4-BE49-F238E27FC236}">
                <a16:creationId xmlns:a16="http://schemas.microsoft.com/office/drawing/2014/main" id="{3F0DD89D-0B42-455F-9C02-D3EE826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4" name="path-8196">
            <a:extLst xmlns:a="http://schemas.openxmlformats.org/drawingml/2006/main">
              <a:ext uri="{FF2B5EF4-FFF2-40B4-BE49-F238E27FC236}">
                <a16:creationId xmlns:a16="http://schemas.microsoft.com/office/drawing/2014/main" id="{6C64D710-0C29-4D27-8767-C569923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778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6" y="20657"/>
                </a:lnTo>
                <a:lnTo>
                  <a:pt x="28057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5" name="path-8197">
            <a:extLst xmlns:a="http://schemas.openxmlformats.org/drawingml/2006/main">
              <a:ext uri="{FF2B5EF4-FFF2-40B4-BE49-F238E27FC236}">
                <a16:creationId xmlns:a16="http://schemas.microsoft.com/office/drawing/2014/main" id="{941C3905-92F4-4E7B-BD6E-BC8B349F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6" name="path-8198">
            <a:extLst xmlns:a="http://schemas.openxmlformats.org/drawingml/2006/main">
              <a:ext uri="{FF2B5EF4-FFF2-40B4-BE49-F238E27FC236}">
                <a16:creationId xmlns:a16="http://schemas.microsoft.com/office/drawing/2014/main" id="{7755B1C5-38BC-45B4-8361-BA866B8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7" name="path-8199">
            <a:extLst xmlns:a="http://schemas.openxmlformats.org/drawingml/2006/main">
              <a:ext uri="{FF2B5EF4-FFF2-40B4-BE49-F238E27FC236}">
                <a16:creationId xmlns:a16="http://schemas.microsoft.com/office/drawing/2014/main" id="{0FB98D97-35F1-41A8-ACA5-17DBC4D0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164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3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1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8" name="path-8200">
            <a:extLst xmlns:a="http://schemas.openxmlformats.org/drawingml/2006/main">
              <a:ext uri="{FF2B5EF4-FFF2-40B4-BE49-F238E27FC236}">
                <a16:creationId xmlns:a16="http://schemas.microsoft.com/office/drawing/2014/main" id="{B96874D7-2F0A-443E-9EEF-ECB0A483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777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8" y="0"/>
                </a:lnTo>
                <a:lnTo>
                  <a:pt x="11166" y="1946"/>
                </a:lnTo>
                <a:lnTo>
                  <a:pt x="0" y="5937"/>
                </a:lnTo>
                <a:lnTo>
                  <a:pt x="6912" y="22603"/>
                </a:lnTo>
                <a:lnTo>
                  <a:pt x="13605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9" name="path-8201">
            <a:extLst xmlns:a="http://schemas.openxmlformats.org/drawingml/2006/main">
              <a:ext uri="{FF2B5EF4-FFF2-40B4-BE49-F238E27FC236}">
                <a16:creationId xmlns:a16="http://schemas.microsoft.com/office/drawing/2014/main" id="{C081929F-D92B-41B6-912D-3D813B7A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340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0" name="path-8202">
            <a:extLst xmlns:a="http://schemas.openxmlformats.org/drawingml/2006/main">
              <a:ext uri="{FF2B5EF4-FFF2-40B4-BE49-F238E27FC236}">
                <a16:creationId xmlns:a16="http://schemas.microsoft.com/office/drawing/2014/main" id="{18046AC2-9B1C-4C9C-91BA-A5269DC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680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9" y="1946"/>
                </a:lnTo>
                <a:lnTo>
                  <a:pt x="36837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1" name="path-8203">
            <a:extLst xmlns:a="http://schemas.openxmlformats.org/drawingml/2006/main">
              <a:ext uri="{FF2B5EF4-FFF2-40B4-BE49-F238E27FC236}">
                <a16:creationId xmlns:a16="http://schemas.microsoft.com/office/drawing/2014/main" id="{84454B95-1E23-4D78-96ED-0A0EE9A5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584" y="5281583"/>
            <a:ext cx="22603" cy="64892"/>
          </a:xfrm>
          <a:custGeom xmlns:a="http://schemas.openxmlformats.org/drawingml/2006/main">
            <a:pathLst>
              <a:path w="22603" h="64892">
                <a:moveTo>
                  <a:pt x="2281" y="13605"/>
                </a:move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2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lnTo>
                  <a:pt x="2281" y="1360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2" name="path-8204">
            <a:extLst xmlns:a="http://schemas.openxmlformats.org/drawingml/2006/main">
              <a:ext uri="{FF2B5EF4-FFF2-40B4-BE49-F238E27FC236}">
                <a16:creationId xmlns:a16="http://schemas.microsoft.com/office/drawing/2014/main" id="{B4028E2A-1067-4BBD-856D-A980F274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769" y="5420146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3" name="path-8205">
            <a:extLst xmlns:a="http://schemas.openxmlformats.org/drawingml/2006/main">
              <a:ext uri="{FF2B5EF4-FFF2-40B4-BE49-F238E27FC236}">
                <a16:creationId xmlns:a16="http://schemas.microsoft.com/office/drawing/2014/main" id="{FB071CBA-A76D-43FC-AC2D-3E69AC24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584" y="5567487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4" name="path-8206">
            <a:extLst xmlns:a="http://schemas.openxmlformats.org/drawingml/2006/main">
              <a:ext uri="{FF2B5EF4-FFF2-40B4-BE49-F238E27FC236}">
                <a16:creationId xmlns:a16="http://schemas.microsoft.com/office/drawing/2014/main" id="{16BCF5ED-BCBE-430F-8E5B-D79BEABC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680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7" y="22603"/>
                </a:lnTo>
                <a:lnTo>
                  <a:pt x="53729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5" name="path-8207">
            <a:extLst xmlns:a="http://schemas.openxmlformats.org/drawingml/2006/main">
              <a:ext uri="{FF2B5EF4-FFF2-40B4-BE49-F238E27FC236}">
                <a16:creationId xmlns:a16="http://schemas.microsoft.com/office/drawing/2014/main" id="{3932348E-7F89-423A-B66C-3AF85A2C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340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6" name="path-8208">
            <a:extLst xmlns:a="http://schemas.openxmlformats.org/drawingml/2006/main">
              <a:ext uri="{FF2B5EF4-FFF2-40B4-BE49-F238E27FC236}">
                <a16:creationId xmlns:a16="http://schemas.microsoft.com/office/drawing/2014/main" id="{62EEAF1D-1A33-4D20-A3FC-8059013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996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009F86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7" name="path-8209">
            <a:extLst xmlns:a="http://schemas.openxmlformats.org/drawingml/2006/main">
              <a:ext uri="{FF2B5EF4-FFF2-40B4-BE49-F238E27FC236}">
                <a16:creationId xmlns:a16="http://schemas.microsoft.com/office/drawing/2014/main" id="{5A969D5A-A15F-4863-A9F2-E86232F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996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1946" y="385244"/>
                </a:moveTo>
                <a:lnTo>
                  <a:pt x="7488" y="400751"/>
                </a:lnTo>
                <a:lnTo>
                  <a:pt x="16184" y="414429"/>
                </a:lnTo>
                <a:lnTo>
                  <a:pt x="27593" y="425838"/>
                </a:lnTo>
                <a:lnTo>
                  <a:pt x="41272" y="434535"/>
                </a:lnTo>
                <a:lnTo>
                  <a:pt x="56778" y="440077"/>
                </a:lnTo>
                <a:lnTo>
                  <a:pt x="73670" y="442023"/>
                </a:lnTo>
                <a:lnTo>
                  <a:pt x="368352" y="442023"/>
                </a:lnTo>
                <a:lnTo>
                  <a:pt x="385244" y="440077"/>
                </a:lnTo>
                <a:lnTo>
                  <a:pt x="400750" y="434535"/>
                </a:lnTo>
                <a:lnTo>
                  <a:pt x="414429" y="425838"/>
                </a:lnTo>
                <a:lnTo>
                  <a:pt x="425837" y="414429"/>
                </a:lnTo>
                <a:lnTo>
                  <a:pt x="434534" y="400751"/>
                </a:lnTo>
                <a:lnTo>
                  <a:pt x="440076" y="385244"/>
                </a:lnTo>
                <a:lnTo>
                  <a:pt x="442022" y="368352"/>
                </a:lnTo>
                <a:lnTo>
                  <a:pt x="442022" y="73671"/>
                </a:lnTo>
                <a:lnTo>
                  <a:pt x="440076" y="56778"/>
                </a:lnTo>
                <a:lnTo>
                  <a:pt x="434534" y="41272"/>
                </a:lnTo>
                <a:lnTo>
                  <a:pt x="425837" y="27593"/>
                </a:lnTo>
                <a:lnTo>
                  <a:pt x="414429" y="16185"/>
                </a:lnTo>
                <a:lnTo>
                  <a:pt x="400750" y="7488"/>
                </a:lnTo>
                <a:lnTo>
                  <a:pt x="385244" y="1946"/>
                </a:lnTo>
                <a:lnTo>
                  <a:pt x="368352" y="0"/>
                </a:lnTo>
                <a:lnTo>
                  <a:pt x="73670" y="0"/>
                </a:lnTo>
                <a:lnTo>
                  <a:pt x="56778" y="1946"/>
                </a:lnTo>
                <a:lnTo>
                  <a:pt x="41272" y="7488"/>
                </a:lnTo>
                <a:lnTo>
                  <a:pt x="27593" y="16185"/>
                </a:lnTo>
                <a:lnTo>
                  <a:pt x="16184" y="27593"/>
                </a:lnTo>
                <a:lnTo>
                  <a:pt x="7488" y="41272"/>
                </a:lnTo>
                <a:lnTo>
                  <a:pt x="1946" y="56778"/>
                </a:lnTo>
                <a:lnTo>
                  <a:pt x="0" y="73671"/>
                </a:lnTo>
                <a:lnTo>
                  <a:pt x="0" y="368352"/>
                </a:lnTo>
                <a:lnTo>
                  <a:pt x="1946" y="385244"/>
                </a:lnTo>
                <a:close/>
                <a:moveTo>
                  <a:pt x="383041" y="20391"/>
                </a:moveTo>
                <a:lnTo>
                  <a:pt x="396239" y="25961"/>
                </a:lnTo>
                <a:lnTo>
                  <a:pt x="407422" y="34601"/>
                </a:lnTo>
                <a:lnTo>
                  <a:pt x="416061" y="45783"/>
                </a:lnTo>
                <a:lnTo>
                  <a:pt x="421631" y="58982"/>
                </a:lnTo>
                <a:lnTo>
                  <a:pt x="423605" y="73671"/>
                </a:lnTo>
                <a:lnTo>
                  <a:pt x="423605" y="368352"/>
                </a:lnTo>
                <a:lnTo>
                  <a:pt x="421631" y="383040"/>
                </a:lnTo>
                <a:lnTo>
                  <a:pt x="416061" y="396239"/>
                </a:lnTo>
                <a:lnTo>
                  <a:pt x="407422" y="407422"/>
                </a:lnTo>
                <a:lnTo>
                  <a:pt x="396239" y="416061"/>
                </a:lnTo>
                <a:lnTo>
                  <a:pt x="383041" y="421631"/>
                </a:lnTo>
                <a:lnTo>
                  <a:pt x="368352" y="423605"/>
                </a:lnTo>
                <a:lnTo>
                  <a:pt x="73670" y="423605"/>
                </a:lnTo>
                <a:lnTo>
                  <a:pt x="58982" y="421631"/>
                </a:lnTo>
                <a:lnTo>
                  <a:pt x="45783" y="416061"/>
                </a:lnTo>
                <a:lnTo>
                  <a:pt x="34601" y="407422"/>
                </a:lnTo>
                <a:lnTo>
                  <a:pt x="25961" y="396239"/>
                </a:lnTo>
                <a:lnTo>
                  <a:pt x="20391" y="383040"/>
                </a:lnTo>
                <a:lnTo>
                  <a:pt x="18417" y="368352"/>
                </a:lnTo>
                <a:lnTo>
                  <a:pt x="18417" y="73671"/>
                </a:lnTo>
                <a:lnTo>
                  <a:pt x="20391" y="58982"/>
                </a:lnTo>
                <a:lnTo>
                  <a:pt x="25961" y="45783"/>
                </a:lnTo>
                <a:lnTo>
                  <a:pt x="34601" y="34601"/>
                </a:lnTo>
                <a:lnTo>
                  <a:pt x="45783" y="25961"/>
                </a:lnTo>
                <a:lnTo>
                  <a:pt x="58982" y="20391"/>
                </a:lnTo>
                <a:lnTo>
                  <a:pt x="73670" y="18418"/>
                </a:lnTo>
                <a:lnTo>
                  <a:pt x="368352" y="18418"/>
                </a:lnTo>
                <a:lnTo>
                  <a:pt x="383041" y="20391"/>
                </a:lnTo>
                <a:close/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8" name="path-8210">
            <a:extLst xmlns:a="http://schemas.openxmlformats.org/drawingml/2006/main">
              <a:ext uri="{FF2B5EF4-FFF2-40B4-BE49-F238E27FC236}">
                <a16:creationId xmlns:a16="http://schemas.microsoft.com/office/drawing/2014/main" id="{C5DA818C-61BB-4242-8F17-4107A7C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5235970"/>
            <a:ext cx="442022" cy="442023"/>
          </a:xfrm>
          <a:custGeom xmlns:a="http://schemas.openxmlformats.org/drawingml/2006/main">
            <a:pathLst>
              <a:path w="442022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2" y="32983"/>
                  <a:pt x="442022" y="73671"/>
                </a:cubicBezTo>
                <a:lnTo>
                  <a:pt x="442022" y="368352"/>
                </a:lnTo>
                <a:cubicBezTo>
                  <a:pt x="442022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9" name="path-8211">
            <a:extLst xmlns:a="http://schemas.openxmlformats.org/drawingml/2006/main">
              <a:ext uri="{FF2B5EF4-FFF2-40B4-BE49-F238E27FC236}">
                <a16:creationId xmlns:a16="http://schemas.microsoft.com/office/drawing/2014/main" id="{2DBF7AF5-6C36-4D54-9C39-0E1C0BB8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442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0" name="path-8212">
            <a:extLst xmlns:a="http://schemas.openxmlformats.org/drawingml/2006/main">
              <a:ext uri="{FF2B5EF4-FFF2-40B4-BE49-F238E27FC236}">
                <a16:creationId xmlns:a16="http://schemas.microsoft.com/office/drawing/2014/main" id="{C5E982D3-6835-4B0F-ACF4-BF9FB62E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1" name="path-8213">
            <a:extLst xmlns:a="http://schemas.openxmlformats.org/drawingml/2006/main">
              <a:ext uri="{FF2B5EF4-FFF2-40B4-BE49-F238E27FC236}">
                <a16:creationId xmlns:a16="http://schemas.microsoft.com/office/drawing/2014/main" id="{FF8F2246-5B83-4D72-9B2D-0AE5D63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2" name="path-8214">
            <a:extLst xmlns:a="http://schemas.openxmlformats.org/drawingml/2006/main">
              <a:ext uri="{FF2B5EF4-FFF2-40B4-BE49-F238E27FC236}">
                <a16:creationId xmlns:a16="http://schemas.microsoft.com/office/drawing/2014/main" id="{B8D03BDF-B4B0-450F-A747-72162FAE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828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3" name="path-8215">
            <a:extLst xmlns:a="http://schemas.openxmlformats.org/drawingml/2006/main">
              <a:ext uri="{FF2B5EF4-FFF2-40B4-BE49-F238E27FC236}">
                <a16:creationId xmlns:a16="http://schemas.microsoft.com/office/drawing/2014/main" id="{2DFEE7E3-45DB-41AA-944C-46B5325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6441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9209"/>
                </a:move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lnTo>
                  <a:pt x="64892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4" name="path-8216">
            <a:extLst xmlns:a="http://schemas.openxmlformats.org/drawingml/2006/main">
              <a:ext uri="{FF2B5EF4-FFF2-40B4-BE49-F238E27FC236}">
                <a16:creationId xmlns:a16="http://schemas.microsoft.com/office/drawing/2014/main" id="{B44E0AB9-9431-47F0-9F6C-516505C0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005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5" name="path-8217">
            <a:extLst xmlns:a="http://schemas.openxmlformats.org/drawingml/2006/main">
              <a:ext uri="{FF2B5EF4-FFF2-40B4-BE49-F238E27FC236}">
                <a16:creationId xmlns:a16="http://schemas.microsoft.com/office/drawing/2014/main" id="{12036AC6-0C43-4B45-8D68-7C7003D6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345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36836" y="18418"/>
                </a:moveTo>
                <a:lnTo>
                  <a:pt x="44220" y="18905"/>
                </a:lnTo>
                <a:lnTo>
                  <a:pt x="51287" y="20322"/>
                </a:lnTo>
                <a:lnTo>
                  <a:pt x="57980" y="22603"/>
                </a:lnTo>
                <a:lnTo>
                  <a:pt x="61508" y="14096"/>
                </a:lnTo>
                <a:lnTo>
                  <a:pt x="61509" y="14096"/>
                </a:lnTo>
                <a:lnTo>
                  <a:pt x="64892" y="5936"/>
                </a:lnTo>
                <a:lnTo>
                  <a:pt x="53727" y="1946"/>
                </a:lnTo>
                <a:lnTo>
                  <a:pt x="36834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36836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6" name="path-8218">
            <a:extLst xmlns:a="http://schemas.openxmlformats.org/drawingml/2006/main">
              <a:ext uri="{FF2B5EF4-FFF2-40B4-BE49-F238E27FC236}">
                <a16:creationId xmlns:a16="http://schemas.microsoft.com/office/drawing/2014/main" id="{BB12E3AD-1750-4E48-9CE5-E0C080F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248" y="5281584"/>
            <a:ext cx="22602" cy="64891"/>
          </a:xfrm>
          <a:custGeom xmlns:a="http://schemas.openxmlformats.org/drawingml/2006/main">
            <a:pathLst>
              <a:path w="22602" h="64891">
                <a:moveTo>
                  <a:pt x="0" y="6911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6"/>
                </a:lnTo>
                <a:lnTo>
                  <a:pt x="4185" y="64891"/>
                </a:lnTo>
                <a:lnTo>
                  <a:pt x="13394" y="64891"/>
                </a:lnTo>
                <a:lnTo>
                  <a:pt x="22602" y="64891"/>
                </a:lnTo>
                <a:lnTo>
                  <a:pt x="22602" y="28056"/>
                </a:lnTo>
                <a:lnTo>
                  <a:pt x="20656" y="11164"/>
                </a:lnTo>
                <a:lnTo>
                  <a:pt x="16666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7" name="path-8219">
            <a:extLst xmlns:a="http://schemas.openxmlformats.org/drawingml/2006/main">
              <a:ext uri="{FF2B5EF4-FFF2-40B4-BE49-F238E27FC236}">
                <a16:creationId xmlns:a16="http://schemas.microsoft.com/office/drawing/2014/main" id="{3990CBF1-B107-4FC5-A7B0-1F89DC7F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433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8" name="path-8220">
            <a:extLst xmlns:a="http://schemas.openxmlformats.org/drawingml/2006/main">
              <a:ext uri="{FF2B5EF4-FFF2-40B4-BE49-F238E27FC236}">
                <a16:creationId xmlns:a16="http://schemas.microsoft.com/office/drawing/2014/main" id="{8936A5EF-371E-491F-87A9-7B11D8CF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248" y="5567487"/>
            <a:ext cx="22602" cy="64891"/>
          </a:xfrm>
          <a:custGeom xmlns:a="http://schemas.openxmlformats.org/drawingml/2006/main">
            <a:pathLst>
              <a:path w="22602" h="64891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6" y="64891"/>
                </a:lnTo>
                <a:lnTo>
                  <a:pt x="20656" y="53727"/>
                </a:lnTo>
                <a:lnTo>
                  <a:pt x="22602" y="36835"/>
                </a:lnTo>
                <a:lnTo>
                  <a:pt x="22602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9" name="path-8221">
            <a:extLst xmlns:a="http://schemas.openxmlformats.org/drawingml/2006/main">
              <a:ext uri="{FF2B5EF4-FFF2-40B4-BE49-F238E27FC236}">
                <a16:creationId xmlns:a16="http://schemas.microsoft.com/office/drawing/2014/main" id="{0B6BC07F-8A32-4C14-B7C2-A2861B57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345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57980" y="0"/>
                </a:moveTo>
                <a:lnTo>
                  <a:pt x="51287" y="2281"/>
                </a:lnTo>
                <a:lnTo>
                  <a:pt x="44220" y="3698"/>
                </a:ln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4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0" name="path-8222">
            <a:extLst xmlns:a="http://schemas.openxmlformats.org/drawingml/2006/main">
              <a:ext uri="{FF2B5EF4-FFF2-40B4-BE49-F238E27FC236}">
                <a16:creationId xmlns:a16="http://schemas.microsoft.com/office/drawing/2014/main" id="{6E7F3B8C-2D48-4D94-A504-84D358BC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005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1" name="path-8223">
            <a:extLst xmlns:a="http://schemas.openxmlformats.org/drawingml/2006/main">
              <a:ext uri="{FF2B5EF4-FFF2-40B4-BE49-F238E27FC236}">
                <a16:creationId xmlns:a16="http://schemas.microsoft.com/office/drawing/2014/main" id="{21D7D993-5733-4412-A162-465563D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5235970"/>
            <a:ext cx="442023" cy="442023"/>
          </a:xfrm>
          <a:custGeom xmlns:a="http://schemas.openxmlformats.org/drawingml/2006/main">
            <a:pathLst>
              <a:path w="442023" h="442023">
                <a:moveTo>
                  <a:pt x="0" y="73671"/>
                </a:moveTo>
                <a:cubicBezTo>
                  <a:pt x="0" y="32983"/>
                  <a:pt x="32983" y="0"/>
                  <a:pt x="73670" y="0"/>
                </a:cubicBezTo>
                <a:lnTo>
                  <a:pt x="368352" y="0"/>
                </a:lnTo>
                <a:cubicBezTo>
                  <a:pt x="409039" y="0"/>
                  <a:pt x="442023" y="32983"/>
                  <a:pt x="442023" y="73671"/>
                </a:cubicBezTo>
                <a:lnTo>
                  <a:pt x="442023" y="368352"/>
                </a:lnTo>
                <a:cubicBezTo>
                  <a:pt x="442023" y="409039"/>
                  <a:pt x="409039" y="442023"/>
                  <a:pt x="368352" y="442023"/>
                </a:cubicBezTo>
                <a:lnTo>
                  <a:pt x="73670" y="442023"/>
                </a:lnTo>
                <a:cubicBezTo>
                  <a:pt x="32983" y="442023"/>
                  <a:pt x="0" y="409039"/>
                  <a:pt x="0" y="368352"/>
                </a:cubicBezTo>
                <a:lnTo>
                  <a:pt x="0" y="73671"/>
                </a:lnTo>
              </a:path>
            </a:pathLst>
          </a:custGeom>
          <a:solidFill xmlns:a="http://schemas.openxmlformats.org/drawingml/2006/main">
            <a:srgbClr val="8A8A8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2" name="path-8224">
            <a:extLst xmlns:a="http://schemas.openxmlformats.org/drawingml/2006/main">
              <a:ext uri="{FF2B5EF4-FFF2-40B4-BE49-F238E27FC236}">
                <a16:creationId xmlns:a16="http://schemas.microsoft.com/office/drawing/2014/main" id="{615D860F-6FEC-428C-A665-3923670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273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3394"/>
                </a:moveTo>
                <a:lnTo>
                  <a:pt x="64892" y="4185"/>
                </a:lnTo>
                <a:lnTo>
                  <a:pt x="28056" y="4185"/>
                </a:lnTo>
                <a:lnTo>
                  <a:pt x="20672" y="3698"/>
                </a:lnTo>
                <a:lnTo>
                  <a:pt x="13605" y="2281"/>
                </a:lnTo>
                <a:lnTo>
                  <a:pt x="6912" y="0"/>
                </a:lnTo>
                <a:lnTo>
                  <a:pt x="0" y="16667"/>
                </a:lnTo>
                <a:lnTo>
                  <a:pt x="11165" y="20657"/>
                </a:lnTo>
                <a:lnTo>
                  <a:pt x="28056" y="22603"/>
                </a:lnTo>
                <a:lnTo>
                  <a:pt x="64892" y="22603"/>
                </a:lnTo>
                <a:lnTo>
                  <a:pt x="64892" y="1339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3" name="path-8225">
            <a:extLst xmlns:a="http://schemas.openxmlformats.org/drawingml/2006/main">
              <a:ext uri="{FF2B5EF4-FFF2-40B4-BE49-F238E27FC236}">
                <a16:creationId xmlns:a16="http://schemas.microsoft.com/office/drawing/2014/main" id="{A371CD98-FCF4-4651-80E7-991B56D0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5567487"/>
            <a:ext cx="22603" cy="64891"/>
          </a:xfrm>
          <a:custGeom xmlns:a="http://schemas.openxmlformats.org/drawingml/2006/main">
            <a:pathLst>
              <a:path w="22603" h="64891">
                <a:moveTo>
                  <a:pt x="18904" y="44220"/>
                </a:moveTo>
                <a:lnTo>
                  <a:pt x="18417" y="36835"/>
                </a:ln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36835"/>
                </a:lnTo>
                <a:lnTo>
                  <a:pt x="1946" y="53727"/>
                </a:lnTo>
                <a:lnTo>
                  <a:pt x="5936" y="64891"/>
                </a:lnTo>
                <a:lnTo>
                  <a:pt x="14096" y="61508"/>
                </a:lnTo>
                <a:lnTo>
                  <a:pt x="14096" y="61508"/>
                </a:lnTo>
                <a:lnTo>
                  <a:pt x="22603" y="57980"/>
                </a:lnTo>
                <a:lnTo>
                  <a:pt x="20322" y="51286"/>
                </a:lnTo>
                <a:lnTo>
                  <a:pt x="18904" y="4422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4" name="path-8226">
            <a:extLst xmlns:a="http://schemas.openxmlformats.org/drawingml/2006/main">
              <a:ext uri="{FF2B5EF4-FFF2-40B4-BE49-F238E27FC236}">
                <a16:creationId xmlns:a16="http://schemas.microsoft.com/office/drawing/2014/main" id="{79ADA766-9399-420C-9AB4-F0E00E7C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5420146"/>
            <a:ext cx="18417" cy="73671"/>
          </a:xfrm>
          <a:custGeom xmlns:a="http://schemas.openxmlformats.org/drawingml/2006/main">
            <a:pathLst>
              <a:path w="18417" h="73671">
                <a:moveTo>
                  <a:pt x="18417" y="73671"/>
                </a:moveTo>
                <a:lnTo>
                  <a:pt x="18417" y="0"/>
                </a:lnTo>
                <a:lnTo>
                  <a:pt x="9209" y="0"/>
                </a:lnTo>
                <a:lnTo>
                  <a:pt x="0" y="0"/>
                </a:lnTo>
                <a:lnTo>
                  <a:pt x="0" y="73671"/>
                </a:lnTo>
                <a:lnTo>
                  <a:pt x="9209" y="73671"/>
                </a:lnTo>
                <a:lnTo>
                  <a:pt x="18417" y="73671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5" name="path-8227">
            <a:extLst xmlns:a="http://schemas.openxmlformats.org/drawingml/2006/main">
              <a:ext uri="{FF2B5EF4-FFF2-40B4-BE49-F238E27FC236}">
                <a16:creationId xmlns:a16="http://schemas.microsoft.com/office/drawing/2014/main" id="{2A22A2A0-424A-4877-87AB-C3B5F7F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659" y="5281584"/>
            <a:ext cx="22603" cy="64891"/>
          </a:xfrm>
          <a:custGeom xmlns:a="http://schemas.openxmlformats.org/drawingml/2006/main">
            <a:pathLst>
              <a:path w="22603" h="64891">
                <a:moveTo>
                  <a:pt x="14096" y="3384"/>
                </a:moveTo>
                <a:lnTo>
                  <a:pt x="14096" y="3384"/>
                </a:lnTo>
                <a:lnTo>
                  <a:pt x="5936" y="0"/>
                </a:lnTo>
                <a:lnTo>
                  <a:pt x="1946" y="11164"/>
                </a:lnTo>
                <a:lnTo>
                  <a:pt x="0" y="28056"/>
                </a:lnTo>
                <a:lnTo>
                  <a:pt x="0" y="64891"/>
                </a:lnTo>
                <a:lnTo>
                  <a:pt x="9209" y="64891"/>
                </a:lnTo>
                <a:lnTo>
                  <a:pt x="18417" y="64891"/>
                </a:lnTo>
                <a:lnTo>
                  <a:pt x="18417" y="28056"/>
                </a:lnTo>
                <a:lnTo>
                  <a:pt x="18904" y="20672"/>
                </a:lnTo>
                <a:lnTo>
                  <a:pt x="20322" y="13605"/>
                </a:lnTo>
                <a:lnTo>
                  <a:pt x="22603" y="6911"/>
                </a:lnTo>
                <a:lnTo>
                  <a:pt x="14096" y="3384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6" name="path-8228">
            <a:extLst xmlns:a="http://schemas.openxmlformats.org/drawingml/2006/main">
              <a:ext uri="{FF2B5EF4-FFF2-40B4-BE49-F238E27FC236}">
                <a16:creationId xmlns:a16="http://schemas.microsoft.com/office/drawing/2014/main" id="{C600F262-7BCE-4D55-A2EB-8880B172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5272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64892" y="18418"/>
                </a:moveTo>
                <a:lnTo>
                  <a:pt x="64892" y="9209"/>
                </a:lnTo>
                <a:lnTo>
                  <a:pt x="64892" y="0"/>
                </a:lnTo>
                <a:lnTo>
                  <a:pt x="28057" y="0"/>
                </a:lnTo>
                <a:lnTo>
                  <a:pt x="11165" y="1946"/>
                </a:lnTo>
                <a:lnTo>
                  <a:pt x="0" y="5936"/>
                </a:lnTo>
                <a:lnTo>
                  <a:pt x="6912" y="22603"/>
                </a:lnTo>
                <a:lnTo>
                  <a:pt x="13606" y="20322"/>
                </a:lnTo>
                <a:lnTo>
                  <a:pt x="20672" y="18905"/>
                </a:lnTo>
                <a:lnTo>
                  <a:pt x="28057" y="18418"/>
                </a:lnTo>
                <a:lnTo>
                  <a:pt x="64892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7" name="path-8229">
            <a:extLst xmlns:a="http://schemas.openxmlformats.org/drawingml/2006/main">
              <a:ext uri="{FF2B5EF4-FFF2-40B4-BE49-F238E27FC236}">
                <a16:creationId xmlns:a16="http://schemas.microsoft.com/office/drawing/2014/main" id="{123F207A-596D-4895-9BE9-3335F123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836" y="5235970"/>
            <a:ext cx="73670" cy="18418"/>
          </a:xfrm>
          <a:custGeom xmlns:a="http://schemas.openxmlformats.org/drawingml/2006/main">
            <a:pathLst>
              <a:path w="73670" h="18418">
                <a:moveTo>
                  <a:pt x="0" y="18418"/>
                </a:moveTo>
                <a:lnTo>
                  <a:pt x="73670" y="18418"/>
                </a:lnTo>
                <a:lnTo>
                  <a:pt x="73670" y="9209"/>
                </a:ln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8" name="path-8230">
            <a:extLst xmlns:a="http://schemas.openxmlformats.org/drawingml/2006/main">
              <a:ext uri="{FF2B5EF4-FFF2-40B4-BE49-F238E27FC236}">
                <a16:creationId xmlns:a16="http://schemas.microsoft.com/office/drawing/2014/main" id="{A37B4F79-B421-4D93-BD0C-1ED0ED8E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1176" y="5235970"/>
            <a:ext cx="64892" cy="22603"/>
          </a:xfrm>
          <a:custGeom xmlns:a="http://schemas.openxmlformats.org/drawingml/2006/main">
            <a:pathLst>
              <a:path w="64892" h="22603">
                <a:moveTo>
                  <a:pt x="0" y="9209"/>
                </a:moveTo>
                <a:lnTo>
                  <a:pt x="0" y="18418"/>
                </a:lnTo>
                <a:lnTo>
                  <a:pt x="36836" y="18418"/>
                </a:lnTo>
                <a:lnTo>
                  <a:pt x="44221" y="18905"/>
                </a:lnTo>
                <a:lnTo>
                  <a:pt x="51287" y="20322"/>
                </a:lnTo>
                <a:lnTo>
                  <a:pt x="57981" y="22603"/>
                </a:lnTo>
                <a:lnTo>
                  <a:pt x="64892" y="5936"/>
                </a:lnTo>
                <a:lnTo>
                  <a:pt x="53727" y="1946"/>
                </a:lnTo>
                <a:lnTo>
                  <a:pt x="36836" y="0"/>
                </a:lnTo>
                <a:lnTo>
                  <a:pt x="0" y="0"/>
                </a:lnTo>
                <a:lnTo>
                  <a:pt x="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9" name="path-8231">
            <a:extLst xmlns:a="http://schemas.openxmlformats.org/drawingml/2006/main">
              <a:ext uri="{FF2B5EF4-FFF2-40B4-BE49-F238E27FC236}">
                <a16:creationId xmlns:a16="http://schemas.microsoft.com/office/drawing/2014/main" id="{B2A38604-4893-4944-B8D8-77DBB7DD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079" y="5281583"/>
            <a:ext cx="22603" cy="64892"/>
          </a:xfrm>
          <a:custGeom xmlns:a="http://schemas.openxmlformats.org/drawingml/2006/main">
            <a:pathLst>
              <a:path w="22603" h="64892">
                <a:moveTo>
                  <a:pt x="0" y="6912"/>
                </a:moveTo>
                <a:lnTo>
                  <a:pt x="2281" y="13605"/>
                </a:lnTo>
                <a:lnTo>
                  <a:pt x="3698" y="20672"/>
                </a:lnTo>
                <a:lnTo>
                  <a:pt x="4185" y="28057"/>
                </a:lnTo>
                <a:lnTo>
                  <a:pt x="4185" y="64892"/>
                </a:lnTo>
                <a:lnTo>
                  <a:pt x="13394" y="64892"/>
                </a:lnTo>
                <a:lnTo>
                  <a:pt x="22603" y="64892"/>
                </a:lnTo>
                <a:lnTo>
                  <a:pt x="22603" y="28057"/>
                </a:lnTo>
                <a:lnTo>
                  <a:pt x="20657" y="11165"/>
                </a:lnTo>
                <a:lnTo>
                  <a:pt x="16667" y="0"/>
                </a:lnTo>
                <a:lnTo>
                  <a:pt x="8505" y="3384"/>
                </a:lnTo>
                <a:lnTo>
                  <a:pt x="8506" y="3384"/>
                </a:lnTo>
                <a:lnTo>
                  <a:pt x="0" y="6912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0" name="path-8232">
            <a:extLst xmlns:a="http://schemas.openxmlformats.org/drawingml/2006/main">
              <a:ext uri="{FF2B5EF4-FFF2-40B4-BE49-F238E27FC236}">
                <a16:creationId xmlns:a16="http://schemas.microsoft.com/office/drawing/2014/main" id="{5966387E-09DF-4087-9290-925CF883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3264" y="5420146"/>
            <a:ext cx="18418" cy="73671"/>
          </a:xfrm>
          <a:custGeom xmlns:a="http://schemas.openxmlformats.org/drawingml/2006/main">
            <a:pathLst>
              <a:path w="18418" h="73671">
                <a:moveTo>
                  <a:pt x="0" y="0"/>
                </a:moveTo>
                <a:lnTo>
                  <a:pt x="0" y="73671"/>
                </a:lnTo>
                <a:lnTo>
                  <a:pt x="9209" y="73671"/>
                </a:lnTo>
                <a:lnTo>
                  <a:pt x="18418" y="73671"/>
                </a:lnTo>
                <a:lnTo>
                  <a:pt x="18418" y="0"/>
                </a:lnTo>
                <a:lnTo>
                  <a:pt x="92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1" name="path-8233">
            <a:extLst xmlns:a="http://schemas.openxmlformats.org/drawingml/2006/main">
              <a:ext uri="{FF2B5EF4-FFF2-40B4-BE49-F238E27FC236}">
                <a16:creationId xmlns:a16="http://schemas.microsoft.com/office/drawing/2014/main" id="{7C3B69F0-B71B-4BE3-86C0-047D9B7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9079" y="5567487"/>
            <a:ext cx="22603" cy="64892"/>
          </a:xfrm>
          <a:custGeom xmlns:a="http://schemas.openxmlformats.org/drawingml/2006/main">
            <a:pathLst>
              <a:path w="22603" h="64892">
                <a:moveTo>
                  <a:pt x="4185" y="36835"/>
                </a:moveTo>
                <a:lnTo>
                  <a:pt x="3698" y="44220"/>
                </a:lnTo>
                <a:lnTo>
                  <a:pt x="2281" y="51286"/>
                </a:lnTo>
                <a:lnTo>
                  <a:pt x="0" y="57980"/>
                </a:lnTo>
                <a:lnTo>
                  <a:pt x="8506" y="61507"/>
                </a:lnTo>
                <a:lnTo>
                  <a:pt x="8505" y="61508"/>
                </a:lnTo>
                <a:lnTo>
                  <a:pt x="16667" y="64892"/>
                </a:lnTo>
                <a:lnTo>
                  <a:pt x="20657" y="53727"/>
                </a:lnTo>
                <a:lnTo>
                  <a:pt x="22603" y="36835"/>
                </a:lnTo>
                <a:lnTo>
                  <a:pt x="22603" y="0"/>
                </a:lnTo>
                <a:lnTo>
                  <a:pt x="13394" y="0"/>
                </a:lnTo>
                <a:lnTo>
                  <a:pt x="4185" y="0"/>
                </a:lnTo>
                <a:lnTo>
                  <a:pt x="4185" y="36835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2" name="path-8234">
            <a:extLst xmlns:a="http://schemas.openxmlformats.org/drawingml/2006/main">
              <a:ext uri="{FF2B5EF4-FFF2-40B4-BE49-F238E27FC236}">
                <a16:creationId xmlns:a16="http://schemas.microsoft.com/office/drawing/2014/main" id="{F16EB437-DC7F-4CCE-8567-ED490B5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1176" y="5655389"/>
            <a:ext cx="64892" cy="22603"/>
          </a:xfrm>
          <a:custGeom xmlns:a="http://schemas.openxmlformats.org/drawingml/2006/main">
            <a:pathLst>
              <a:path w="64892" h="22603">
                <a:moveTo>
                  <a:pt x="44220" y="3698"/>
                </a:moveTo>
                <a:lnTo>
                  <a:pt x="36836" y="4185"/>
                </a:lnTo>
                <a:lnTo>
                  <a:pt x="0" y="4185"/>
                </a:lnTo>
                <a:lnTo>
                  <a:pt x="0" y="13394"/>
                </a:lnTo>
                <a:lnTo>
                  <a:pt x="0" y="22603"/>
                </a:lnTo>
                <a:lnTo>
                  <a:pt x="36836" y="22603"/>
                </a:lnTo>
                <a:lnTo>
                  <a:pt x="53727" y="20657"/>
                </a:lnTo>
                <a:lnTo>
                  <a:pt x="64892" y="16667"/>
                </a:lnTo>
                <a:lnTo>
                  <a:pt x="61509" y="8507"/>
                </a:lnTo>
                <a:lnTo>
                  <a:pt x="61508" y="8507"/>
                </a:lnTo>
                <a:lnTo>
                  <a:pt x="57980" y="0"/>
                </a:lnTo>
                <a:lnTo>
                  <a:pt x="51287" y="2281"/>
                </a:lnTo>
                <a:lnTo>
                  <a:pt x="44220" y="3698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3" name="path-8235">
            <a:extLst xmlns:a="http://schemas.openxmlformats.org/drawingml/2006/main">
              <a:ext uri="{FF2B5EF4-FFF2-40B4-BE49-F238E27FC236}">
                <a16:creationId xmlns:a16="http://schemas.microsoft.com/office/drawing/2014/main" id="{61ACE639-E121-488A-B90E-0B0A2A1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836" y="5659574"/>
            <a:ext cx="73670" cy="18418"/>
          </a:xfrm>
          <a:custGeom xmlns:a="http://schemas.openxmlformats.org/drawingml/2006/main">
            <a:pathLst>
              <a:path w="73670" h="18418">
                <a:moveTo>
                  <a:pt x="73670" y="9209"/>
                </a:moveTo>
                <a:lnTo>
                  <a:pt x="73670" y="0"/>
                </a:lnTo>
                <a:lnTo>
                  <a:pt x="0" y="0"/>
                </a:lnTo>
                <a:lnTo>
                  <a:pt x="0" y="9209"/>
                </a:lnTo>
                <a:lnTo>
                  <a:pt x="0" y="18418"/>
                </a:lnTo>
                <a:lnTo>
                  <a:pt x="73670" y="18418"/>
                </a:lnTo>
                <a:lnTo>
                  <a:pt x="73670" y="9209"/>
                </a:ln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4" name="path-8236">
            <a:extLst xmlns:a="http://schemas.openxmlformats.org/drawingml/2006/main">
              <a:ext uri="{FF2B5EF4-FFF2-40B4-BE49-F238E27FC236}">
                <a16:creationId xmlns:a16="http://schemas.microsoft.com/office/drawing/2014/main" id="{97E66CCA-373D-47D2-A939-5E47A771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492" y="4697255"/>
            <a:ext cx="1243188" cy="543319"/>
          </a:xfrm>
          <a:custGeom xmlns:a="http://schemas.openxmlformats.org/drawingml/2006/main">
            <a:pathLst>
              <a:path w="1243188" h="543319">
                <a:moveTo>
                  <a:pt x="626199" y="543319"/>
                </a:moveTo>
                <a:lnTo>
                  <a:pt x="0" y="0"/>
                </a:lnTo>
                <a:lnTo>
                  <a:pt x="1243188" y="0"/>
                </a:lnTo>
                <a:lnTo>
                  <a:pt x="626199" y="543319"/>
                </a:lnTo>
              </a:path>
            </a:pathLst>
          </a:custGeom>
          <a:solidFill xmlns:a="http://schemas.openxmlformats.org/drawingml/2006/main">
            <a:srgbClr val="009F86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5" name="path-8237">
            <a:extLst xmlns:a="http://schemas.openxmlformats.org/drawingml/2006/main">
              <a:ext uri="{FF2B5EF4-FFF2-40B4-BE49-F238E27FC236}">
                <a16:creationId xmlns:a16="http://schemas.microsoft.com/office/drawing/2014/main" id="{93454188-8B70-419C-BE81-1E09738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502" y="4916251"/>
            <a:ext cx="1380026" cy="208061"/>
          </a:xfrm>
          <a:custGeom xmlns:a="http://schemas.openxmlformats.org/drawingml/2006/main">
            <a:pathLst>
              <a:path w="1380026" h="208061">
                <a:moveTo>
                  <a:pt x="113815" y="173241"/>
                </a:moveTo>
                <a:cubicBezTo>
                  <a:pt x="103839" y="185231"/>
                  <a:pt x="93767" y="194056"/>
                  <a:pt x="83598" y="199716"/>
                </a:cubicBezTo>
                <a:cubicBezTo>
                  <a:pt x="73431" y="205279"/>
                  <a:pt x="62687" y="208061"/>
                  <a:pt x="51367" y="208061"/>
                </a:cubicBezTo>
                <a:cubicBezTo>
                  <a:pt x="37746" y="208061"/>
                  <a:pt x="27099" y="204224"/>
                  <a:pt x="19425" y="196550"/>
                </a:cubicBezTo>
                <a:cubicBezTo>
                  <a:pt x="11847" y="188876"/>
                  <a:pt x="8057" y="178564"/>
                  <a:pt x="8057" y="165615"/>
                </a:cubicBezTo>
                <a:cubicBezTo>
                  <a:pt x="8057" y="150938"/>
                  <a:pt x="12134" y="136501"/>
                  <a:pt x="20288" y="122304"/>
                </a:cubicBezTo>
                <a:cubicBezTo>
                  <a:pt x="28537" y="108107"/>
                  <a:pt x="39569" y="96596"/>
                  <a:pt x="53383" y="87771"/>
                </a:cubicBezTo>
                <a:cubicBezTo>
                  <a:pt x="67291" y="78851"/>
                  <a:pt x="80913" y="74390"/>
                  <a:pt x="94247" y="74390"/>
                </a:cubicBezTo>
                <a:cubicBezTo>
                  <a:pt x="104703" y="74390"/>
                  <a:pt x="112520" y="76596"/>
                  <a:pt x="117700" y="81009"/>
                </a:cubicBezTo>
                <a:cubicBezTo>
                  <a:pt x="122880" y="85325"/>
                  <a:pt x="125470" y="90649"/>
                  <a:pt x="125470" y="96980"/>
                </a:cubicBezTo>
                <a:cubicBezTo>
                  <a:pt x="125470" y="102927"/>
                  <a:pt x="123647" y="108012"/>
                  <a:pt x="120002" y="112232"/>
                </a:cubicBezTo>
                <a:cubicBezTo>
                  <a:pt x="117316" y="115494"/>
                  <a:pt x="114007" y="117124"/>
                  <a:pt x="110074" y="117124"/>
                </a:cubicBezTo>
                <a:cubicBezTo>
                  <a:pt x="107100" y="117124"/>
                  <a:pt x="104606" y="116165"/>
                  <a:pt x="102591" y="114247"/>
                </a:cubicBezTo>
                <a:cubicBezTo>
                  <a:pt x="100673" y="112328"/>
                  <a:pt x="99714" y="109930"/>
                  <a:pt x="99714" y="107052"/>
                </a:cubicBezTo>
                <a:cubicBezTo>
                  <a:pt x="99714" y="105230"/>
                  <a:pt x="100050" y="103551"/>
                  <a:pt x="100721" y="102016"/>
                </a:cubicBezTo>
                <a:cubicBezTo>
                  <a:pt x="101489" y="100481"/>
                  <a:pt x="102976" y="98659"/>
                  <a:pt x="105182" y="96549"/>
                </a:cubicBezTo>
                <a:cubicBezTo>
                  <a:pt x="107483" y="94342"/>
                  <a:pt x="108874" y="92760"/>
                  <a:pt x="109355" y="91800"/>
                </a:cubicBezTo>
                <a:cubicBezTo>
                  <a:pt x="109834" y="90841"/>
                  <a:pt x="110074" y="89834"/>
                  <a:pt x="110074" y="88779"/>
                </a:cubicBezTo>
                <a:cubicBezTo>
                  <a:pt x="110074" y="86764"/>
                  <a:pt x="109163" y="85086"/>
                  <a:pt x="107340" y="83743"/>
                </a:cubicBezTo>
                <a:cubicBezTo>
                  <a:pt x="104558" y="81824"/>
                  <a:pt x="100626" y="80865"/>
                  <a:pt x="95541" y="80865"/>
                </a:cubicBezTo>
                <a:cubicBezTo>
                  <a:pt x="86141" y="80865"/>
                  <a:pt x="76836" y="84174"/>
                  <a:pt x="67627" y="90793"/>
                </a:cubicBezTo>
                <a:cubicBezTo>
                  <a:pt x="58418" y="97412"/>
                  <a:pt x="50552" y="106812"/>
                  <a:pt x="44029" y="118995"/>
                </a:cubicBezTo>
                <a:cubicBezTo>
                  <a:pt x="36164" y="133767"/>
                  <a:pt x="32231" y="148540"/>
                  <a:pt x="32231" y="163312"/>
                </a:cubicBezTo>
                <a:cubicBezTo>
                  <a:pt x="32231" y="173097"/>
                  <a:pt x="35013" y="180867"/>
                  <a:pt x="40577" y="186622"/>
                </a:cubicBezTo>
                <a:cubicBezTo>
                  <a:pt x="46139" y="192282"/>
                  <a:pt x="53717" y="195111"/>
                  <a:pt x="63311" y="195111"/>
                </a:cubicBezTo>
                <a:cubicBezTo>
                  <a:pt x="70696" y="195111"/>
                  <a:pt x="77987" y="193289"/>
                  <a:pt x="85182" y="189644"/>
                </a:cubicBezTo>
                <a:cubicBezTo>
                  <a:pt x="92472" y="185903"/>
                  <a:pt x="100626" y="179188"/>
                  <a:pt x="109642" y="169499"/>
                </a:cubicBezTo>
                <a:lnTo>
                  <a:pt x="113815" y="173241"/>
                </a:lnTo>
                <a:moveTo>
                  <a:pt x="267199" y="119427"/>
                </a:moveTo>
                <a:cubicBezTo>
                  <a:pt x="267199" y="133815"/>
                  <a:pt x="263362" y="148060"/>
                  <a:pt x="255688" y="162161"/>
                </a:cubicBezTo>
                <a:cubicBezTo>
                  <a:pt x="248110" y="176262"/>
                  <a:pt x="237511" y="187438"/>
                  <a:pt x="223889" y="195687"/>
                </a:cubicBezTo>
                <a:cubicBezTo>
                  <a:pt x="210268" y="203937"/>
                  <a:pt x="197030" y="208061"/>
                  <a:pt x="184177" y="208061"/>
                </a:cubicBezTo>
                <a:cubicBezTo>
                  <a:pt x="171035" y="208061"/>
                  <a:pt x="160290" y="203888"/>
                  <a:pt x="151946" y="195543"/>
                </a:cubicBezTo>
                <a:cubicBezTo>
                  <a:pt x="143696" y="187102"/>
                  <a:pt x="139571" y="176214"/>
                  <a:pt x="139571" y="162881"/>
                </a:cubicBezTo>
                <a:cubicBezTo>
                  <a:pt x="139571" y="148780"/>
                  <a:pt x="143600" y="134631"/>
                  <a:pt x="151657" y="120434"/>
                </a:cubicBezTo>
                <a:cubicBezTo>
                  <a:pt x="159811" y="106237"/>
                  <a:pt x="170650" y="95014"/>
                  <a:pt x="184177" y="86764"/>
                </a:cubicBezTo>
                <a:cubicBezTo>
                  <a:pt x="197798" y="78515"/>
                  <a:pt x="210940" y="74390"/>
                  <a:pt x="223601" y="74390"/>
                </a:cubicBezTo>
                <a:cubicBezTo>
                  <a:pt x="236263" y="74390"/>
                  <a:pt x="246672" y="78563"/>
                  <a:pt x="254825" y="86908"/>
                </a:cubicBezTo>
                <a:cubicBezTo>
                  <a:pt x="263074" y="95253"/>
                  <a:pt x="267199" y="106093"/>
                  <a:pt x="267199" y="119427"/>
                </a:cubicBezTo>
                <a:moveTo>
                  <a:pt x="243314" y="109498"/>
                </a:moveTo>
                <a:cubicBezTo>
                  <a:pt x="243314" y="100577"/>
                  <a:pt x="241108" y="93767"/>
                  <a:pt x="236695" y="89066"/>
                </a:cubicBezTo>
                <a:cubicBezTo>
                  <a:pt x="232379" y="84270"/>
                  <a:pt x="226766" y="81872"/>
                  <a:pt x="219860" y="81872"/>
                </a:cubicBezTo>
                <a:cubicBezTo>
                  <a:pt x="205759" y="81872"/>
                  <a:pt x="192761" y="91992"/>
                  <a:pt x="180867" y="112232"/>
                </a:cubicBezTo>
                <a:cubicBezTo>
                  <a:pt x="169068" y="132376"/>
                  <a:pt x="163168" y="152425"/>
                  <a:pt x="163168" y="172377"/>
                </a:cubicBezTo>
                <a:cubicBezTo>
                  <a:pt x="163168" y="181490"/>
                  <a:pt x="165471" y="188540"/>
                  <a:pt x="170075" y="193529"/>
                </a:cubicBezTo>
                <a:cubicBezTo>
                  <a:pt x="174680" y="198421"/>
                  <a:pt x="180483" y="200867"/>
                  <a:pt x="187486" y="200867"/>
                </a:cubicBezTo>
                <a:cubicBezTo>
                  <a:pt x="201011" y="200867"/>
                  <a:pt x="213673" y="190843"/>
                  <a:pt x="225471" y="170795"/>
                </a:cubicBezTo>
                <a:cubicBezTo>
                  <a:pt x="237367" y="150650"/>
                  <a:pt x="243314" y="130218"/>
                  <a:pt x="243314" y="109498"/>
                </a:cubicBezTo>
                <a:moveTo>
                  <a:pt x="343316" y="74390"/>
                </a:moveTo>
                <a:lnTo>
                  <a:pt x="324178" y="139859"/>
                </a:lnTo>
                <a:cubicBezTo>
                  <a:pt x="342117" y="113096"/>
                  <a:pt x="355833" y="95494"/>
                  <a:pt x="365330" y="87052"/>
                </a:cubicBezTo>
                <a:cubicBezTo>
                  <a:pt x="374922" y="78610"/>
                  <a:pt x="384132" y="74390"/>
                  <a:pt x="392956" y="74390"/>
                </a:cubicBezTo>
                <a:cubicBezTo>
                  <a:pt x="397753" y="74390"/>
                  <a:pt x="401687" y="75973"/>
                  <a:pt x="404756" y="79138"/>
                </a:cubicBezTo>
                <a:cubicBezTo>
                  <a:pt x="407921" y="82304"/>
                  <a:pt x="409504" y="86429"/>
                  <a:pt x="409504" y="91512"/>
                </a:cubicBezTo>
                <a:cubicBezTo>
                  <a:pt x="409504" y="97268"/>
                  <a:pt x="408113" y="104942"/>
                  <a:pt x="405331" y="114535"/>
                </a:cubicBezTo>
                <a:lnTo>
                  <a:pt x="387777" y="175111"/>
                </a:lnTo>
                <a:cubicBezTo>
                  <a:pt x="385763" y="182114"/>
                  <a:pt x="384755" y="186382"/>
                  <a:pt x="384755" y="187917"/>
                </a:cubicBezTo>
                <a:cubicBezTo>
                  <a:pt x="384755" y="189260"/>
                  <a:pt x="385139" y="190411"/>
                  <a:pt x="385907" y="191370"/>
                </a:cubicBezTo>
                <a:cubicBezTo>
                  <a:pt x="386673" y="192234"/>
                  <a:pt x="387490" y="192665"/>
                  <a:pt x="388353" y="192665"/>
                </a:cubicBezTo>
                <a:cubicBezTo>
                  <a:pt x="389504" y="192665"/>
                  <a:pt x="390895" y="192042"/>
                  <a:pt x="392525" y="190795"/>
                </a:cubicBezTo>
                <a:cubicBezTo>
                  <a:pt x="397609" y="186766"/>
                  <a:pt x="403173" y="180627"/>
                  <a:pt x="409216" y="172377"/>
                </a:cubicBezTo>
                <a:lnTo>
                  <a:pt x="413676" y="175111"/>
                </a:lnTo>
                <a:cubicBezTo>
                  <a:pt x="404756" y="187869"/>
                  <a:pt x="396314" y="196982"/>
                  <a:pt x="388353" y="202449"/>
                </a:cubicBezTo>
                <a:cubicBezTo>
                  <a:pt x="382789" y="206191"/>
                  <a:pt x="377801" y="208061"/>
                  <a:pt x="373388" y="208061"/>
                </a:cubicBezTo>
                <a:cubicBezTo>
                  <a:pt x="369839" y="208061"/>
                  <a:pt x="367010" y="206958"/>
                  <a:pt x="364898" y="204752"/>
                </a:cubicBezTo>
                <a:cubicBezTo>
                  <a:pt x="362788" y="202642"/>
                  <a:pt x="361733" y="199764"/>
                  <a:pt x="361733" y="196119"/>
                </a:cubicBezTo>
                <a:cubicBezTo>
                  <a:pt x="361733" y="191514"/>
                  <a:pt x="363364" y="183601"/>
                  <a:pt x="366625" y="172377"/>
                </a:cubicBezTo>
                <a:lnTo>
                  <a:pt x="383317" y="114535"/>
                </a:lnTo>
                <a:cubicBezTo>
                  <a:pt x="385427" y="107340"/>
                  <a:pt x="386482" y="101729"/>
                  <a:pt x="386482" y="97699"/>
                </a:cubicBezTo>
                <a:cubicBezTo>
                  <a:pt x="386482" y="95781"/>
                  <a:pt x="385858" y="94246"/>
                  <a:pt x="384612" y="93095"/>
                </a:cubicBezTo>
                <a:cubicBezTo>
                  <a:pt x="383364" y="91848"/>
                  <a:pt x="381830" y="91225"/>
                  <a:pt x="380007" y="91225"/>
                </a:cubicBezTo>
                <a:cubicBezTo>
                  <a:pt x="377321" y="91225"/>
                  <a:pt x="374107" y="92376"/>
                  <a:pt x="370366" y="94678"/>
                </a:cubicBezTo>
                <a:cubicBezTo>
                  <a:pt x="363268" y="98995"/>
                  <a:pt x="355882" y="106141"/>
                  <a:pt x="348208" y="116117"/>
                </a:cubicBezTo>
                <a:cubicBezTo>
                  <a:pt x="340534" y="125998"/>
                  <a:pt x="332428" y="138659"/>
                  <a:pt x="323891" y="154104"/>
                </a:cubicBezTo>
                <a:cubicBezTo>
                  <a:pt x="319382" y="162257"/>
                  <a:pt x="315641" y="171178"/>
                  <a:pt x="312668" y="180867"/>
                </a:cubicBezTo>
                <a:lnTo>
                  <a:pt x="305474" y="204608"/>
                </a:lnTo>
                <a:lnTo>
                  <a:pt x="283890" y="204608"/>
                </a:lnTo>
                <a:lnTo>
                  <a:pt x="310077" y="114535"/>
                </a:lnTo>
                <a:cubicBezTo>
                  <a:pt x="313148" y="103695"/>
                  <a:pt x="314682" y="97172"/>
                  <a:pt x="314682" y="94966"/>
                </a:cubicBezTo>
                <a:cubicBezTo>
                  <a:pt x="314682" y="92855"/>
                  <a:pt x="313818" y="91033"/>
                  <a:pt x="312092" y="89498"/>
                </a:cubicBezTo>
                <a:cubicBezTo>
                  <a:pt x="310462" y="87868"/>
                  <a:pt x="308399" y="87052"/>
                  <a:pt x="305904" y="87052"/>
                </a:cubicBezTo>
                <a:cubicBezTo>
                  <a:pt x="304754" y="87052"/>
                  <a:pt x="302739" y="87244"/>
                  <a:pt x="299862" y="87627"/>
                </a:cubicBezTo>
                <a:lnTo>
                  <a:pt x="294393" y="88491"/>
                </a:lnTo>
                <a:lnTo>
                  <a:pt x="293530" y="83311"/>
                </a:lnTo>
                <a:lnTo>
                  <a:pt x="343316" y="74390"/>
                </a:lnTo>
                <a:moveTo>
                  <a:pt x="431951" y="83311"/>
                </a:moveTo>
                <a:lnTo>
                  <a:pt x="473534" y="74390"/>
                </a:lnTo>
                <a:cubicBezTo>
                  <a:pt x="476507" y="81488"/>
                  <a:pt x="478906" y="88730"/>
                  <a:pt x="480729" y="96117"/>
                </a:cubicBezTo>
                <a:cubicBezTo>
                  <a:pt x="483318" y="106957"/>
                  <a:pt x="485429" y="119810"/>
                  <a:pt x="487059" y="134679"/>
                </a:cubicBezTo>
                <a:cubicBezTo>
                  <a:pt x="487827" y="142161"/>
                  <a:pt x="488882" y="157988"/>
                  <a:pt x="490225" y="182162"/>
                </a:cubicBezTo>
                <a:cubicBezTo>
                  <a:pt x="502215" y="168924"/>
                  <a:pt x="509362" y="160723"/>
                  <a:pt x="511664" y="157557"/>
                </a:cubicBezTo>
                <a:cubicBezTo>
                  <a:pt x="524326" y="140386"/>
                  <a:pt x="531617" y="130314"/>
                  <a:pt x="533535" y="127341"/>
                </a:cubicBezTo>
                <a:cubicBezTo>
                  <a:pt x="536701" y="122256"/>
                  <a:pt x="538906" y="117796"/>
                  <a:pt x="540154" y="113959"/>
                </a:cubicBezTo>
                <a:cubicBezTo>
                  <a:pt x="541209" y="111081"/>
                  <a:pt x="541737" y="108347"/>
                  <a:pt x="541737" y="105757"/>
                </a:cubicBezTo>
                <a:cubicBezTo>
                  <a:pt x="541737" y="103263"/>
                  <a:pt x="539482" y="100386"/>
                  <a:pt x="534974" y="97124"/>
                </a:cubicBezTo>
                <a:cubicBezTo>
                  <a:pt x="530561" y="93862"/>
                  <a:pt x="528355" y="90218"/>
                  <a:pt x="528355" y="86189"/>
                </a:cubicBezTo>
                <a:cubicBezTo>
                  <a:pt x="528355" y="83119"/>
                  <a:pt x="529554" y="80385"/>
                  <a:pt x="531952" y="77987"/>
                </a:cubicBezTo>
                <a:cubicBezTo>
                  <a:pt x="534446" y="75589"/>
                  <a:pt x="537372" y="74390"/>
                  <a:pt x="540729" y="74390"/>
                </a:cubicBezTo>
                <a:cubicBezTo>
                  <a:pt x="544758" y="74390"/>
                  <a:pt x="548307" y="76069"/>
                  <a:pt x="551377" y="79426"/>
                </a:cubicBezTo>
                <a:cubicBezTo>
                  <a:pt x="554447" y="82688"/>
                  <a:pt x="555981" y="86764"/>
                  <a:pt x="555981" y="91657"/>
                </a:cubicBezTo>
                <a:cubicBezTo>
                  <a:pt x="555981" y="96549"/>
                  <a:pt x="555214" y="101249"/>
                  <a:pt x="553679" y="105757"/>
                </a:cubicBezTo>
                <a:cubicBezTo>
                  <a:pt x="551185" y="113048"/>
                  <a:pt x="546533" y="121968"/>
                  <a:pt x="539723" y="132520"/>
                </a:cubicBezTo>
                <a:cubicBezTo>
                  <a:pt x="532912" y="142976"/>
                  <a:pt x="521928" y="157029"/>
                  <a:pt x="506772" y="174679"/>
                </a:cubicBezTo>
                <a:cubicBezTo>
                  <a:pt x="504854" y="176886"/>
                  <a:pt x="494205" y="188013"/>
                  <a:pt x="474829" y="208061"/>
                </a:cubicBezTo>
                <a:lnTo>
                  <a:pt x="469505" y="208061"/>
                </a:lnTo>
                <a:cubicBezTo>
                  <a:pt x="467202" y="147341"/>
                  <a:pt x="462406" y="109450"/>
                  <a:pt x="455117" y="94390"/>
                </a:cubicBezTo>
                <a:cubicBezTo>
                  <a:pt x="452718" y="89498"/>
                  <a:pt x="448738" y="87052"/>
                  <a:pt x="443174" y="87052"/>
                </a:cubicBezTo>
                <a:cubicBezTo>
                  <a:pt x="440775" y="87052"/>
                  <a:pt x="437370" y="87484"/>
                  <a:pt x="432957" y="88347"/>
                </a:cubicBezTo>
                <a:lnTo>
                  <a:pt x="431951" y="83311"/>
                </a:lnTo>
                <a:moveTo>
                  <a:pt x="692818" y="119427"/>
                </a:moveTo>
                <a:cubicBezTo>
                  <a:pt x="692818" y="133815"/>
                  <a:pt x="688981" y="148060"/>
                  <a:pt x="681307" y="162161"/>
                </a:cubicBezTo>
                <a:cubicBezTo>
                  <a:pt x="673730" y="176262"/>
                  <a:pt x="663130" y="187438"/>
                  <a:pt x="649509" y="195687"/>
                </a:cubicBezTo>
                <a:cubicBezTo>
                  <a:pt x="635887" y="203937"/>
                  <a:pt x="622649" y="208061"/>
                  <a:pt x="609796" y="208061"/>
                </a:cubicBezTo>
                <a:cubicBezTo>
                  <a:pt x="596654" y="208061"/>
                  <a:pt x="585910" y="203888"/>
                  <a:pt x="577565" y="195543"/>
                </a:cubicBezTo>
                <a:cubicBezTo>
                  <a:pt x="569315" y="187102"/>
                  <a:pt x="565190" y="176214"/>
                  <a:pt x="565190" y="162881"/>
                </a:cubicBezTo>
                <a:cubicBezTo>
                  <a:pt x="565190" y="148780"/>
                  <a:pt x="569219" y="134631"/>
                  <a:pt x="577277" y="120434"/>
                </a:cubicBezTo>
                <a:cubicBezTo>
                  <a:pt x="585430" y="106237"/>
                  <a:pt x="596270" y="95014"/>
                  <a:pt x="609796" y="86764"/>
                </a:cubicBezTo>
                <a:cubicBezTo>
                  <a:pt x="623417" y="78515"/>
                  <a:pt x="636559" y="74390"/>
                  <a:pt x="649220" y="74390"/>
                </a:cubicBezTo>
                <a:cubicBezTo>
                  <a:pt x="661883" y="74390"/>
                  <a:pt x="672291" y="78563"/>
                  <a:pt x="680444" y="86908"/>
                </a:cubicBezTo>
                <a:cubicBezTo>
                  <a:pt x="688694" y="95253"/>
                  <a:pt x="692818" y="106093"/>
                  <a:pt x="692818" y="119427"/>
                </a:cubicBezTo>
                <a:moveTo>
                  <a:pt x="668933" y="109498"/>
                </a:moveTo>
                <a:cubicBezTo>
                  <a:pt x="668933" y="100577"/>
                  <a:pt x="666727" y="93767"/>
                  <a:pt x="662314" y="89066"/>
                </a:cubicBezTo>
                <a:cubicBezTo>
                  <a:pt x="657998" y="84270"/>
                  <a:pt x="652387" y="81872"/>
                  <a:pt x="645479" y="81872"/>
                </a:cubicBezTo>
                <a:cubicBezTo>
                  <a:pt x="631378" y="81872"/>
                  <a:pt x="618380" y="91992"/>
                  <a:pt x="606486" y="112232"/>
                </a:cubicBezTo>
                <a:cubicBezTo>
                  <a:pt x="594687" y="132376"/>
                  <a:pt x="588788" y="152425"/>
                  <a:pt x="588788" y="172377"/>
                </a:cubicBezTo>
                <a:cubicBezTo>
                  <a:pt x="588788" y="181490"/>
                  <a:pt x="591090" y="188540"/>
                  <a:pt x="595694" y="193529"/>
                </a:cubicBezTo>
                <a:cubicBezTo>
                  <a:pt x="600299" y="198421"/>
                  <a:pt x="606102" y="200867"/>
                  <a:pt x="613105" y="200867"/>
                </a:cubicBezTo>
                <a:cubicBezTo>
                  <a:pt x="626630" y="200867"/>
                  <a:pt x="639292" y="190843"/>
                  <a:pt x="651091" y="170795"/>
                </a:cubicBezTo>
                <a:cubicBezTo>
                  <a:pt x="662986" y="150650"/>
                  <a:pt x="668933" y="130218"/>
                  <a:pt x="668933" y="109498"/>
                </a:cubicBezTo>
                <a:moveTo>
                  <a:pt x="791525" y="0"/>
                </a:moveTo>
                <a:lnTo>
                  <a:pt x="742316" y="171226"/>
                </a:lnTo>
                <a:cubicBezTo>
                  <a:pt x="739918" y="179764"/>
                  <a:pt x="738718" y="184992"/>
                  <a:pt x="738718" y="186910"/>
                </a:cubicBezTo>
                <a:cubicBezTo>
                  <a:pt x="738718" y="188349"/>
                  <a:pt x="739150" y="189548"/>
                  <a:pt x="740013" y="190507"/>
                </a:cubicBezTo>
                <a:cubicBezTo>
                  <a:pt x="740973" y="191466"/>
                  <a:pt x="742124" y="191946"/>
                  <a:pt x="743467" y="191946"/>
                </a:cubicBezTo>
                <a:cubicBezTo>
                  <a:pt x="745290" y="191946"/>
                  <a:pt x="747256" y="191131"/>
                  <a:pt x="749366" y="189500"/>
                </a:cubicBezTo>
                <a:cubicBezTo>
                  <a:pt x="754355" y="185567"/>
                  <a:pt x="759583" y="179476"/>
                  <a:pt x="765050" y="171226"/>
                </a:cubicBezTo>
                <a:lnTo>
                  <a:pt x="769367" y="175687"/>
                </a:lnTo>
                <a:cubicBezTo>
                  <a:pt x="760253" y="188540"/>
                  <a:pt x="751860" y="197510"/>
                  <a:pt x="744186" y="202594"/>
                </a:cubicBezTo>
                <a:cubicBezTo>
                  <a:pt x="738527" y="206239"/>
                  <a:pt x="733154" y="208061"/>
                  <a:pt x="728071" y="208061"/>
                </a:cubicBezTo>
                <a:cubicBezTo>
                  <a:pt x="724426" y="208061"/>
                  <a:pt x="721356" y="206815"/>
                  <a:pt x="718862" y="204320"/>
                </a:cubicBezTo>
                <a:cubicBezTo>
                  <a:pt x="716464" y="201826"/>
                  <a:pt x="715265" y="198948"/>
                  <a:pt x="715265" y="195687"/>
                </a:cubicBezTo>
                <a:cubicBezTo>
                  <a:pt x="715265" y="192234"/>
                  <a:pt x="716800" y="185135"/>
                  <a:pt x="719869" y="174391"/>
                </a:cubicBezTo>
                <a:lnTo>
                  <a:pt x="758862" y="39425"/>
                </a:lnTo>
                <a:cubicBezTo>
                  <a:pt x="762029" y="28394"/>
                  <a:pt x="763611" y="22063"/>
                  <a:pt x="763611" y="20432"/>
                </a:cubicBezTo>
                <a:cubicBezTo>
                  <a:pt x="763611" y="18130"/>
                  <a:pt x="762699" y="16259"/>
                  <a:pt x="760878" y="14820"/>
                </a:cubicBezTo>
                <a:cubicBezTo>
                  <a:pt x="759055" y="13286"/>
                  <a:pt x="756225" y="12518"/>
                  <a:pt x="752388" y="12518"/>
                </a:cubicBezTo>
                <a:cubicBezTo>
                  <a:pt x="750182" y="12518"/>
                  <a:pt x="746824" y="12854"/>
                  <a:pt x="742316" y="13525"/>
                </a:cubicBezTo>
                <a:lnTo>
                  <a:pt x="742316" y="8201"/>
                </a:lnTo>
                <a:lnTo>
                  <a:pt x="791525" y="0"/>
                </a:lnTo>
                <a:moveTo>
                  <a:pt x="924622" y="77843"/>
                </a:moveTo>
                <a:lnTo>
                  <a:pt x="899585" y="163600"/>
                </a:lnTo>
                <a:cubicBezTo>
                  <a:pt x="895843" y="176358"/>
                  <a:pt x="893973" y="184416"/>
                  <a:pt x="893973" y="187773"/>
                </a:cubicBezTo>
                <a:cubicBezTo>
                  <a:pt x="893973" y="189500"/>
                  <a:pt x="894261" y="190795"/>
                  <a:pt x="894837" y="191658"/>
                </a:cubicBezTo>
                <a:cubicBezTo>
                  <a:pt x="895507" y="192425"/>
                  <a:pt x="896371" y="192809"/>
                  <a:pt x="897426" y="192809"/>
                </a:cubicBezTo>
                <a:cubicBezTo>
                  <a:pt x="899057" y="192809"/>
                  <a:pt x="900832" y="192090"/>
                  <a:pt x="902751" y="190651"/>
                </a:cubicBezTo>
                <a:cubicBezTo>
                  <a:pt x="904765" y="189116"/>
                  <a:pt x="909753" y="183169"/>
                  <a:pt x="917714" y="172809"/>
                </a:cubicBezTo>
                <a:lnTo>
                  <a:pt x="922031" y="176118"/>
                </a:lnTo>
                <a:cubicBezTo>
                  <a:pt x="914453" y="188109"/>
                  <a:pt x="906684" y="196934"/>
                  <a:pt x="898721" y="202594"/>
                </a:cubicBezTo>
                <a:cubicBezTo>
                  <a:pt x="893446" y="206239"/>
                  <a:pt x="888361" y="208061"/>
                  <a:pt x="883469" y="208061"/>
                </a:cubicBezTo>
                <a:cubicBezTo>
                  <a:pt x="879728" y="208061"/>
                  <a:pt x="876803" y="207006"/>
                  <a:pt x="874693" y="204896"/>
                </a:cubicBezTo>
                <a:cubicBezTo>
                  <a:pt x="872582" y="202785"/>
                  <a:pt x="871526" y="200051"/>
                  <a:pt x="871526" y="196694"/>
                </a:cubicBezTo>
                <a:cubicBezTo>
                  <a:pt x="871526" y="193433"/>
                  <a:pt x="872150" y="189116"/>
                  <a:pt x="873398" y="183744"/>
                </a:cubicBezTo>
                <a:cubicBezTo>
                  <a:pt x="874932" y="176646"/>
                  <a:pt x="879296" y="161202"/>
                  <a:pt x="886491" y="137413"/>
                </a:cubicBezTo>
                <a:cubicBezTo>
                  <a:pt x="870184" y="164176"/>
                  <a:pt x="856515" y="182641"/>
                  <a:pt x="845483" y="192809"/>
                </a:cubicBezTo>
                <a:cubicBezTo>
                  <a:pt x="834548" y="202978"/>
                  <a:pt x="824379" y="208061"/>
                  <a:pt x="814979" y="208061"/>
                </a:cubicBezTo>
                <a:cubicBezTo>
                  <a:pt x="810567" y="208061"/>
                  <a:pt x="806826" y="206527"/>
                  <a:pt x="803756" y="203457"/>
                </a:cubicBezTo>
                <a:cubicBezTo>
                  <a:pt x="800686" y="200387"/>
                  <a:pt x="799152" y="196502"/>
                  <a:pt x="799152" y="191802"/>
                </a:cubicBezTo>
                <a:cubicBezTo>
                  <a:pt x="799152" y="184608"/>
                  <a:pt x="801262" y="173576"/>
                  <a:pt x="805482" y="158708"/>
                </a:cubicBezTo>
                <a:lnTo>
                  <a:pt x="818001" y="114247"/>
                </a:lnTo>
                <a:cubicBezTo>
                  <a:pt x="821070" y="103599"/>
                  <a:pt x="822605" y="96980"/>
                  <a:pt x="822605" y="94390"/>
                </a:cubicBezTo>
                <a:cubicBezTo>
                  <a:pt x="822605" y="93239"/>
                  <a:pt x="822173" y="92280"/>
                  <a:pt x="821310" y="91512"/>
                </a:cubicBezTo>
                <a:cubicBezTo>
                  <a:pt x="820542" y="90649"/>
                  <a:pt x="819679" y="90218"/>
                  <a:pt x="818720" y="90218"/>
                </a:cubicBezTo>
                <a:cubicBezTo>
                  <a:pt x="816705" y="90218"/>
                  <a:pt x="814691" y="90937"/>
                  <a:pt x="812677" y="92376"/>
                </a:cubicBezTo>
                <a:cubicBezTo>
                  <a:pt x="810663" y="93815"/>
                  <a:pt x="806106" y="99138"/>
                  <a:pt x="799007" y="108347"/>
                </a:cubicBezTo>
                <a:lnTo>
                  <a:pt x="794547" y="105182"/>
                </a:lnTo>
                <a:cubicBezTo>
                  <a:pt x="801741" y="94055"/>
                  <a:pt x="809367" y="85853"/>
                  <a:pt x="817425" y="80577"/>
                </a:cubicBezTo>
                <a:cubicBezTo>
                  <a:pt x="823564" y="76452"/>
                  <a:pt x="829224" y="74390"/>
                  <a:pt x="834403" y="74390"/>
                </a:cubicBezTo>
                <a:cubicBezTo>
                  <a:pt x="837953" y="74390"/>
                  <a:pt x="840831" y="75541"/>
                  <a:pt x="843037" y="77843"/>
                </a:cubicBezTo>
                <a:cubicBezTo>
                  <a:pt x="845340" y="80049"/>
                  <a:pt x="846490" y="82927"/>
                  <a:pt x="846490" y="86477"/>
                </a:cubicBezTo>
                <a:cubicBezTo>
                  <a:pt x="846490" y="91657"/>
                  <a:pt x="844572" y="100913"/>
                  <a:pt x="840735" y="114247"/>
                </a:cubicBezTo>
                <a:lnTo>
                  <a:pt x="827210" y="160723"/>
                </a:lnTo>
                <a:cubicBezTo>
                  <a:pt x="823469" y="173384"/>
                  <a:pt x="821597" y="181394"/>
                  <a:pt x="821597" y="184751"/>
                </a:cubicBezTo>
                <a:cubicBezTo>
                  <a:pt x="821597" y="186574"/>
                  <a:pt x="822173" y="188061"/>
                  <a:pt x="823324" y="189212"/>
                </a:cubicBezTo>
                <a:cubicBezTo>
                  <a:pt x="824571" y="190267"/>
                  <a:pt x="826202" y="190795"/>
                  <a:pt x="828216" y="190795"/>
                </a:cubicBezTo>
                <a:cubicBezTo>
                  <a:pt x="831383" y="190795"/>
                  <a:pt x="835507" y="189212"/>
                  <a:pt x="840591" y="186047"/>
                </a:cubicBezTo>
                <a:cubicBezTo>
                  <a:pt x="845675" y="182881"/>
                  <a:pt x="852437" y="175879"/>
                  <a:pt x="860879" y="165039"/>
                </a:cubicBezTo>
                <a:cubicBezTo>
                  <a:pt x="869416" y="154104"/>
                  <a:pt x="876418" y="143887"/>
                  <a:pt x="881886" y="134391"/>
                </a:cubicBezTo>
                <a:cubicBezTo>
                  <a:pt x="887450" y="124798"/>
                  <a:pt x="893350" y="109594"/>
                  <a:pt x="899585" y="88779"/>
                </a:cubicBezTo>
                <a:lnTo>
                  <a:pt x="902751" y="77843"/>
                </a:lnTo>
                <a:lnTo>
                  <a:pt x="924622" y="77843"/>
                </a:lnTo>
                <a:moveTo>
                  <a:pt x="1009803" y="38706"/>
                </a:moveTo>
                <a:lnTo>
                  <a:pt x="998579" y="77843"/>
                </a:lnTo>
                <a:lnTo>
                  <a:pt x="1021170" y="77843"/>
                </a:lnTo>
                <a:lnTo>
                  <a:pt x="1018723" y="86908"/>
                </a:lnTo>
                <a:lnTo>
                  <a:pt x="996277" y="86908"/>
                </a:lnTo>
                <a:lnTo>
                  <a:pt x="971529" y="171802"/>
                </a:lnTo>
                <a:cubicBezTo>
                  <a:pt x="968843" y="180914"/>
                  <a:pt x="967500" y="186814"/>
                  <a:pt x="967500" y="189500"/>
                </a:cubicBezTo>
                <a:cubicBezTo>
                  <a:pt x="967500" y="191131"/>
                  <a:pt x="967883" y="192377"/>
                  <a:pt x="968651" y="193241"/>
                </a:cubicBezTo>
                <a:cubicBezTo>
                  <a:pt x="969419" y="194104"/>
                  <a:pt x="970329" y="194536"/>
                  <a:pt x="971384" y="194536"/>
                </a:cubicBezTo>
                <a:cubicBezTo>
                  <a:pt x="973783" y="194536"/>
                  <a:pt x="976948" y="192857"/>
                  <a:pt x="980881" y="189500"/>
                </a:cubicBezTo>
                <a:cubicBezTo>
                  <a:pt x="983184" y="187581"/>
                  <a:pt x="988316" y="181682"/>
                  <a:pt x="996277" y="171802"/>
                </a:cubicBezTo>
                <a:lnTo>
                  <a:pt x="1001025" y="175399"/>
                </a:lnTo>
                <a:cubicBezTo>
                  <a:pt x="992200" y="188253"/>
                  <a:pt x="983855" y="197318"/>
                  <a:pt x="975989" y="202594"/>
                </a:cubicBezTo>
                <a:cubicBezTo>
                  <a:pt x="970617" y="206239"/>
                  <a:pt x="965197" y="208061"/>
                  <a:pt x="959730" y="208061"/>
                </a:cubicBezTo>
                <a:cubicBezTo>
                  <a:pt x="955509" y="208061"/>
                  <a:pt x="952055" y="206767"/>
                  <a:pt x="949370" y="204176"/>
                </a:cubicBezTo>
                <a:cubicBezTo>
                  <a:pt x="946684" y="201490"/>
                  <a:pt x="945341" y="198085"/>
                  <a:pt x="945341" y="193961"/>
                </a:cubicBezTo>
                <a:cubicBezTo>
                  <a:pt x="945341" y="188781"/>
                  <a:pt x="946876" y="180867"/>
                  <a:pt x="949945" y="170219"/>
                </a:cubicBezTo>
                <a:lnTo>
                  <a:pt x="973975" y="86908"/>
                </a:lnTo>
                <a:lnTo>
                  <a:pt x="952248" y="86908"/>
                </a:lnTo>
                <a:lnTo>
                  <a:pt x="953686" y="81297"/>
                </a:lnTo>
                <a:cubicBezTo>
                  <a:pt x="964238" y="78419"/>
                  <a:pt x="973016" y="74150"/>
                  <a:pt x="980018" y="68491"/>
                </a:cubicBezTo>
                <a:cubicBezTo>
                  <a:pt x="987021" y="62735"/>
                  <a:pt x="994838" y="52807"/>
                  <a:pt x="1003471" y="38706"/>
                </a:cubicBezTo>
                <a:lnTo>
                  <a:pt x="1009803" y="38706"/>
                </a:lnTo>
                <a:moveTo>
                  <a:pt x="1081171" y="17266"/>
                </a:moveTo>
                <a:cubicBezTo>
                  <a:pt x="1085199" y="17266"/>
                  <a:pt x="1088605" y="18657"/>
                  <a:pt x="1091387" y="21439"/>
                </a:cubicBezTo>
                <a:cubicBezTo>
                  <a:pt x="1094168" y="24221"/>
                  <a:pt x="1095559" y="27626"/>
                  <a:pt x="1095559" y="31656"/>
                </a:cubicBezTo>
                <a:cubicBezTo>
                  <a:pt x="1095559" y="35588"/>
                  <a:pt x="1094121" y="38994"/>
                  <a:pt x="1091243" y="41871"/>
                </a:cubicBezTo>
                <a:cubicBezTo>
                  <a:pt x="1088462" y="44653"/>
                  <a:pt x="1085104" y="46044"/>
                  <a:pt x="1081171" y="46044"/>
                </a:cubicBezTo>
                <a:cubicBezTo>
                  <a:pt x="1077238" y="46044"/>
                  <a:pt x="1073833" y="44653"/>
                  <a:pt x="1070955" y="41871"/>
                </a:cubicBezTo>
                <a:cubicBezTo>
                  <a:pt x="1068173" y="38994"/>
                  <a:pt x="1066782" y="35588"/>
                  <a:pt x="1066782" y="31656"/>
                </a:cubicBezTo>
                <a:cubicBezTo>
                  <a:pt x="1066782" y="27626"/>
                  <a:pt x="1068173" y="24221"/>
                  <a:pt x="1070955" y="21439"/>
                </a:cubicBezTo>
                <a:cubicBezTo>
                  <a:pt x="1073737" y="18657"/>
                  <a:pt x="1077142" y="17266"/>
                  <a:pt x="1081171" y="17266"/>
                </a:cubicBezTo>
                <a:moveTo>
                  <a:pt x="1083042" y="74390"/>
                </a:moveTo>
                <a:lnTo>
                  <a:pt x="1054552" y="175255"/>
                </a:lnTo>
                <a:cubicBezTo>
                  <a:pt x="1052634" y="182066"/>
                  <a:pt x="1051674" y="186142"/>
                  <a:pt x="1051674" y="187485"/>
                </a:cubicBezTo>
                <a:cubicBezTo>
                  <a:pt x="1051674" y="189020"/>
                  <a:pt x="1052106" y="190267"/>
                  <a:pt x="1052970" y="191227"/>
                </a:cubicBezTo>
                <a:cubicBezTo>
                  <a:pt x="1053928" y="192186"/>
                  <a:pt x="1055031" y="192665"/>
                  <a:pt x="1056278" y="192665"/>
                </a:cubicBezTo>
                <a:cubicBezTo>
                  <a:pt x="1057717" y="192665"/>
                  <a:pt x="1059444" y="191898"/>
                  <a:pt x="1061459" y="190363"/>
                </a:cubicBezTo>
                <a:cubicBezTo>
                  <a:pt x="1066927" y="186047"/>
                  <a:pt x="1072442" y="179907"/>
                  <a:pt x="1078006" y="171945"/>
                </a:cubicBezTo>
                <a:lnTo>
                  <a:pt x="1083042" y="175255"/>
                </a:lnTo>
                <a:cubicBezTo>
                  <a:pt x="1076519" y="185231"/>
                  <a:pt x="1068845" y="193625"/>
                  <a:pt x="1060019" y="200435"/>
                </a:cubicBezTo>
                <a:cubicBezTo>
                  <a:pt x="1053497" y="205519"/>
                  <a:pt x="1047262" y="208061"/>
                  <a:pt x="1041314" y="208061"/>
                </a:cubicBezTo>
                <a:cubicBezTo>
                  <a:pt x="1037382" y="208061"/>
                  <a:pt x="1034168" y="206910"/>
                  <a:pt x="1031674" y="204608"/>
                </a:cubicBezTo>
                <a:cubicBezTo>
                  <a:pt x="1029179" y="202210"/>
                  <a:pt x="1027932" y="199236"/>
                  <a:pt x="1027932" y="195687"/>
                </a:cubicBezTo>
                <a:cubicBezTo>
                  <a:pt x="1027932" y="192138"/>
                  <a:pt x="1029132" y="186238"/>
                  <a:pt x="1031529" y="177989"/>
                </a:cubicBezTo>
                <a:lnTo>
                  <a:pt x="1050235" y="113528"/>
                </a:lnTo>
                <a:cubicBezTo>
                  <a:pt x="1053304" y="102975"/>
                  <a:pt x="1054840" y="96356"/>
                  <a:pt x="1054840" y="93671"/>
                </a:cubicBezTo>
                <a:cubicBezTo>
                  <a:pt x="1054840" y="91560"/>
                  <a:pt x="1054072" y="89834"/>
                  <a:pt x="1052537" y="88491"/>
                </a:cubicBezTo>
                <a:cubicBezTo>
                  <a:pt x="1051098" y="87148"/>
                  <a:pt x="1049084" y="86477"/>
                  <a:pt x="1046494" y="86477"/>
                </a:cubicBezTo>
                <a:cubicBezTo>
                  <a:pt x="1044384" y="86477"/>
                  <a:pt x="1040019" y="87004"/>
                  <a:pt x="1033400" y="88059"/>
                </a:cubicBezTo>
                <a:lnTo>
                  <a:pt x="1033400" y="82447"/>
                </a:lnTo>
                <a:lnTo>
                  <a:pt x="1083042" y="74390"/>
                </a:lnTo>
                <a:moveTo>
                  <a:pt x="1233548" y="119427"/>
                </a:moveTo>
                <a:cubicBezTo>
                  <a:pt x="1233548" y="133815"/>
                  <a:pt x="1229711" y="148060"/>
                  <a:pt x="1222037" y="162161"/>
                </a:cubicBezTo>
                <a:cubicBezTo>
                  <a:pt x="1214459" y="176262"/>
                  <a:pt x="1203859" y="187438"/>
                  <a:pt x="1190238" y="195687"/>
                </a:cubicBezTo>
                <a:cubicBezTo>
                  <a:pt x="1176616" y="203937"/>
                  <a:pt x="1163378" y="208061"/>
                  <a:pt x="1150525" y="208061"/>
                </a:cubicBezTo>
                <a:cubicBezTo>
                  <a:pt x="1137383" y="208061"/>
                  <a:pt x="1126640" y="203888"/>
                  <a:pt x="1118294" y="195543"/>
                </a:cubicBezTo>
                <a:cubicBezTo>
                  <a:pt x="1110044" y="187102"/>
                  <a:pt x="1105919" y="176214"/>
                  <a:pt x="1105919" y="162881"/>
                </a:cubicBezTo>
                <a:cubicBezTo>
                  <a:pt x="1105919" y="148780"/>
                  <a:pt x="1109948" y="134631"/>
                  <a:pt x="1118006" y="120434"/>
                </a:cubicBezTo>
                <a:cubicBezTo>
                  <a:pt x="1126159" y="106237"/>
                  <a:pt x="1137000" y="95014"/>
                  <a:pt x="1150525" y="86764"/>
                </a:cubicBezTo>
                <a:cubicBezTo>
                  <a:pt x="1164146" y="78515"/>
                  <a:pt x="1177288" y="74390"/>
                  <a:pt x="1189949" y="74390"/>
                </a:cubicBezTo>
                <a:cubicBezTo>
                  <a:pt x="1202612" y="74390"/>
                  <a:pt x="1213020" y="78563"/>
                  <a:pt x="1221174" y="86908"/>
                </a:cubicBezTo>
                <a:cubicBezTo>
                  <a:pt x="1229423" y="95253"/>
                  <a:pt x="1233548" y="106093"/>
                  <a:pt x="1233548" y="119427"/>
                </a:cubicBezTo>
                <a:moveTo>
                  <a:pt x="1209663" y="109498"/>
                </a:moveTo>
                <a:cubicBezTo>
                  <a:pt x="1209663" y="100577"/>
                  <a:pt x="1207456" y="93767"/>
                  <a:pt x="1203044" y="89066"/>
                </a:cubicBezTo>
                <a:cubicBezTo>
                  <a:pt x="1198727" y="84270"/>
                  <a:pt x="1193116" y="81872"/>
                  <a:pt x="1186208" y="81872"/>
                </a:cubicBezTo>
                <a:cubicBezTo>
                  <a:pt x="1172108" y="81872"/>
                  <a:pt x="1159111" y="91992"/>
                  <a:pt x="1147215" y="112232"/>
                </a:cubicBezTo>
                <a:cubicBezTo>
                  <a:pt x="1135417" y="132376"/>
                  <a:pt x="1129517" y="152425"/>
                  <a:pt x="1129517" y="172377"/>
                </a:cubicBezTo>
                <a:cubicBezTo>
                  <a:pt x="1129517" y="181490"/>
                  <a:pt x="1131819" y="188540"/>
                  <a:pt x="1136424" y="193529"/>
                </a:cubicBezTo>
                <a:cubicBezTo>
                  <a:pt x="1141028" y="198421"/>
                  <a:pt x="1146832" y="200867"/>
                  <a:pt x="1153834" y="200867"/>
                </a:cubicBezTo>
                <a:cubicBezTo>
                  <a:pt x="1167359" y="200867"/>
                  <a:pt x="1180022" y="190843"/>
                  <a:pt x="1191821" y="170795"/>
                </a:cubicBezTo>
                <a:cubicBezTo>
                  <a:pt x="1203715" y="150650"/>
                  <a:pt x="1209663" y="130218"/>
                  <a:pt x="1209663" y="109498"/>
                </a:cubicBezTo>
                <a:moveTo>
                  <a:pt x="1309664" y="74390"/>
                </a:moveTo>
                <a:lnTo>
                  <a:pt x="1290528" y="139859"/>
                </a:lnTo>
                <a:cubicBezTo>
                  <a:pt x="1308466" y="113096"/>
                  <a:pt x="1322183" y="95494"/>
                  <a:pt x="1331679" y="87052"/>
                </a:cubicBezTo>
                <a:cubicBezTo>
                  <a:pt x="1341272" y="78610"/>
                  <a:pt x="1350481" y="74390"/>
                  <a:pt x="1359306" y="74390"/>
                </a:cubicBezTo>
                <a:cubicBezTo>
                  <a:pt x="1364102" y="74390"/>
                  <a:pt x="1368035" y="75973"/>
                  <a:pt x="1371104" y="79138"/>
                </a:cubicBezTo>
                <a:cubicBezTo>
                  <a:pt x="1374270" y="82304"/>
                  <a:pt x="1375853" y="86429"/>
                  <a:pt x="1375853" y="91512"/>
                </a:cubicBezTo>
                <a:cubicBezTo>
                  <a:pt x="1375853" y="97268"/>
                  <a:pt x="1374462" y="104942"/>
                  <a:pt x="1371680" y="114535"/>
                </a:cubicBezTo>
                <a:lnTo>
                  <a:pt x="1354125" y="175111"/>
                </a:lnTo>
                <a:cubicBezTo>
                  <a:pt x="1352111" y="182114"/>
                  <a:pt x="1351104" y="186382"/>
                  <a:pt x="1351104" y="187917"/>
                </a:cubicBezTo>
                <a:cubicBezTo>
                  <a:pt x="1351104" y="189260"/>
                  <a:pt x="1351488" y="190411"/>
                  <a:pt x="1352255" y="191370"/>
                </a:cubicBezTo>
                <a:cubicBezTo>
                  <a:pt x="1353023" y="192234"/>
                  <a:pt x="1353838" y="192665"/>
                  <a:pt x="1354701" y="192665"/>
                </a:cubicBezTo>
                <a:cubicBezTo>
                  <a:pt x="1355852" y="192665"/>
                  <a:pt x="1357243" y="192042"/>
                  <a:pt x="1358874" y="190795"/>
                </a:cubicBezTo>
                <a:cubicBezTo>
                  <a:pt x="1363958" y="186766"/>
                  <a:pt x="1369521" y="180627"/>
                  <a:pt x="1375566" y="172377"/>
                </a:cubicBezTo>
                <a:lnTo>
                  <a:pt x="1380026" y="175111"/>
                </a:lnTo>
                <a:cubicBezTo>
                  <a:pt x="1371104" y="187869"/>
                  <a:pt x="1362662" y="196982"/>
                  <a:pt x="1354701" y="202449"/>
                </a:cubicBezTo>
                <a:cubicBezTo>
                  <a:pt x="1349137" y="206191"/>
                  <a:pt x="1344149" y="208061"/>
                  <a:pt x="1339737" y="208061"/>
                </a:cubicBezTo>
                <a:cubicBezTo>
                  <a:pt x="1336188" y="208061"/>
                  <a:pt x="1333358" y="206958"/>
                  <a:pt x="1331248" y="204752"/>
                </a:cubicBezTo>
                <a:cubicBezTo>
                  <a:pt x="1329138" y="202642"/>
                  <a:pt x="1328083" y="199764"/>
                  <a:pt x="1328083" y="196119"/>
                </a:cubicBezTo>
                <a:cubicBezTo>
                  <a:pt x="1328083" y="191514"/>
                  <a:pt x="1329712" y="183601"/>
                  <a:pt x="1332975" y="172377"/>
                </a:cubicBezTo>
                <a:lnTo>
                  <a:pt x="1349665" y="114535"/>
                </a:lnTo>
                <a:cubicBezTo>
                  <a:pt x="1351775" y="107340"/>
                  <a:pt x="1352831" y="101729"/>
                  <a:pt x="1352831" y="97699"/>
                </a:cubicBezTo>
                <a:cubicBezTo>
                  <a:pt x="1352831" y="95781"/>
                  <a:pt x="1352208" y="94246"/>
                  <a:pt x="1350960" y="93095"/>
                </a:cubicBezTo>
                <a:cubicBezTo>
                  <a:pt x="1349713" y="91848"/>
                  <a:pt x="1348178" y="91225"/>
                  <a:pt x="1346355" y="91225"/>
                </a:cubicBezTo>
                <a:cubicBezTo>
                  <a:pt x="1343669" y="91225"/>
                  <a:pt x="1340457" y="92376"/>
                  <a:pt x="1336716" y="94678"/>
                </a:cubicBezTo>
                <a:cubicBezTo>
                  <a:pt x="1329617" y="98995"/>
                  <a:pt x="1322230" y="106141"/>
                  <a:pt x="1314556" y="116117"/>
                </a:cubicBezTo>
                <a:cubicBezTo>
                  <a:pt x="1306882" y="125998"/>
                  <a:pt x="1298777" y="138659"/>
                  <a:pt x="1290239" y="154104"/>
                </a:cubicBezTo>
                <a:cubicBezTo>
                  <a:pt x="1285732" y="162257"/>
                  <a:pt x="1281990" y="171178"/>
                  <a:pt x="1279017" y="180867"/>
                </a:cubicBezTo>
                <a:lnTo>
                  <a:pt x="1271822" y="204608"/>
                </a:lnTo>
                <a:lnTo>
                  <a:pt x="1250239" y="204608"/>
                </a:lnTo>
                <a:lnTo>
                  <a:pt x="1276427" y="114535"/>
                </a:lnTo>
                <a:cubicBezTo>
                  <a:pt x="1279496" y="103695"/>
                  <a:pt x="1281031" y="97172"/>
                  <a:pt x="1281031" y="94966"/>
                </a:cubicBezTo>
                <a:cubicBezTo>
                  <a:pt x="1281031" y="92855"/>
                  <a:pt x="1280168" y="91033"/>
                  <a:pt x="1278441" y="89498"/>
                </a:cubicBezTo>
                <a:cubicBezTo>
                  <a:pt x="1276810" y="87868"/>
                  <a:pt x="1274747" y="87052"/>
                  <a:pt x="1272254" y="87052"/>
                </a:cubicBezTo>
                <a:cubicBezTo>
                  <a:pt x="1271103" y="87052"/>
                  <a:pt x="1269089" y="87244"/>
                  <a:pt x="1266210" y="87627"/>
                </a:cubicBezTo>
                <a:lnTo>
                  <a:pt x="1260743" y="88491"/>
                </a:lnTo>
                <a:lnTo>
                  <a:pt x="1259879" y="83311"/>
                </a:lnTo>
                <a:lnTo>
                  <a:pt x="1309664" y="74390"/>
                </a:ln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6" name="text-8239 (d)">
            <a:extLst xmlns:a="http://schemas.openxmlformats.org/drawingml/2006/main">
              <a:ext uri="{FF2B5EF4-FFF2-40B4-BE49-F238E27FC236}">
                <a16:creationId xmlns:a16="http://schemas.microsoft.com/office/drawing/2014/main" id="{26FEA751-E6C6-4218-A398-33EF6AE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3129" y="6628978"/>
            <a:ext cx="467757" cy="486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</a:t>
            </a:r>
          </a:p>
        </p:txBody>
      </p:sp>
      <p:sp>
        <p:nvSpPr>
          <p:cNvPr id="8227" name="text-8240 Aligning">
            <a:extLst xmlns:a="http://schemas.openxmlformats.org/drawingml/2006/main">
              <a:ext uri="{FF2B5EF4-FFF2-40B4-BE49-F238E27FC236}">
                <a16:creationId xmlns:a16="http://schemas.microsoft.com/office/drawing/2014/main" id="{7D875C3E-4754-42E6-B243-1AEDE64C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5211" y="6628972"/>
            <a:ext cx="1337243" cy="486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Aligning</a:t>
            </a:r>
          </a:p>
        </p:txBody>
      </p:sp>
      <p:sp>
        <p:nvSpPr>
          <p:cNvPr id="8228" name="text-8240 architectural">
            <a:extLst xmlns:a="http://schemas.openxmlformats.org/drawingml/2006/main">
              <a:ext uri="{FF2B5EF4-FFF2-40B4-BE49-F238E27FC236}">
                <a16:creationId xmlns:a16="http://schemas.microsoft.com/office/drawing/2014/main" id="{ABD82BDE-5318-4B67-9171-D49FD0E8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6779" y="6628937"/>
            <a:ext cx="1986409" cy="486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7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7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7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architectural</a:t>
            </a:r>
          </a:p>
        </p:txBody>
      </p:sp>
      <p:sp>
        <p:nvSpPr>
          <p:cNvPr id="8229" name="text-8240 bias.">
            <a:extLst xmlns:a="http://schemas.openxmlformats.org/drawingml/2006/main">
              <a:ext uri="{FF2B5EF4-FFF2-40B4-BE49-F238E27FC236}">
                <a16:creationId xmlns:a16="http://schemas.microsoft.com/office/drawing/2014/main" id="{71D151B0-0B05-4991-BDCC-E2758E3F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7505" y="6629015"/>
            <a:ext cx="748197" cy="486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6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6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6" b="1" i="0">
                <a:solidFill>
                  <a:srgbClr val="623E99"/>
                </a:solidFill>
                <a:latin typeface="Times New Roman"/>
                <a:ea typeface="Times New Roman"/>
                <a:cs typeface="Times New Roman"/>
              </a:rPr>
              <a:t>bias.</a:t>
            </a:r>
          </a:p>
        </p:txBody>
      </p:sp>
    </p:spTree>
    <p:extLst>
      <p:ext uri="{BB962C8B-B14F-4D97-AF65-F5344CB8AC3E}">
        <p14:creationId xmlns:p14="http://schemas.microsoft.com/office/powerpoint/2010/main" val="1445964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2026-10-14T12:32:14.5760000Z</dcterms:created>
  <dcterms:modified xsi:type="dcterms:W3CDTF">2026-10-14T12:32:14.5760000Z</dcterms:modified>
</coreProperties>
</file>