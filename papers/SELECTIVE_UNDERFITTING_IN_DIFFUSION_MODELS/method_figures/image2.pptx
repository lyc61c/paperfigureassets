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f0b5a31ec0483f" /><Relationship Type="http://schemas.openxmlformats.org/officeDocument/2006/relationships/extended-properties" Target="/docProps/app.xml" Id="R086386737b814bf5" /><Relationship Type="http://schemas.openxmlformats.org/officeDocument/2006/relationships/officeDocument" Target="/ppt/presentation.xml" Id="Rfdcac6a1208d45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4a6ed667ec454e"/>
  </p:sldMasterIdLst>
  <p:notesMasterIdLst>
    <p:notesMasterId xmlns:r="http://schemas.openxmlformats.org/officeDocument/2006/relationships" r:id="R57a50457dcbb414d"/>
  </p:notesMasterIdLst>
  <p:sldIdLst>
    <p:sldId xmlns:r="http://schemas.openxmlformats.org/officeDocument/2006/relationships" id="256" r:id="Rc738e28938194e4c"/>
  </p:sldIdLst>
  <p:sldSz cx="13706475" cy="5562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3a40bd996d4492" /><Relationship Type="http://schemas.openxmlformats.org/officeDocument/2006/relationships/slideMaster" Target="/ppt/slideMasters/slideMaster1.xml" Id="R224a6ed667ec454e" /><Relationship Type="http://schemas.openxmlformats.org/officeDocument/2006/relationships/notesMaster" Target="/ppt/notesMasters/notesMaster1.xml" Id="R57a50457dcbb414d" /><Relationship Type="http://schemas.openxmlformats.org/officeDocument/2006/relationships/presProps" Target="/ppt/presProps.xml" Id="Ra11e863cf6c24a75" /><Relationship Type="http://schemas.openxmlformats.org/officeDocument/2006/relationships/tableStyles" Target="/ppt/tableStyles.xml" Id="Ra86765124a344df9" /><Relationship Type="http://schemas.openxmlformats.org/officeDocument/2006/relationships/slide" Target="/ppt/slides/slide1.xml" Id="Rc738e2893819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3d38d05f15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7868c419114adf" /><Relationship Type="http://schemas.openxmlformats.org/officeDocument/2006/relationships/notesMaster" Target="/ppt/notesMasters/notesMaster1.xml" Id="R7583ab73a47a42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Good and Bad Samples in Diffusion Space</a:t>
            </a:r>
          </a:p>
          <a:p xmlns:a="http://schemas.openxmlformats.org/drawingml/2006/main">
            <a:r>
              <a:t>Source: https://arxiv.org/abs/2510.01378</a:t>
            </a:r>
          </a:p>
          <a:p xmlns:a="http://schemas.openxmlformats.org/drawingml/2006/main">
            <a:r>
              <a:t>Approved image: image2.png; SHA-256: 6bea55c8acd7dfeb858cc4eff2624ec427c787bfe3e6d32692cfebe8a423d7e0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(10).</a:t>
            </a:r>
          </a:p>
          <a:p xmlns:a="http://schemas.openxmlformats.org/drawingml/2006/main">
            <a:r>
              <a:t>Font substitution: source PDF families mapped to Times New Roman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296291b5e45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bab10db9440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9d06798d34c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a562e922642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e42f6713542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6fe78d858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7DBFD8-5639-47E7-9857-D80FAA5A6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0648" y="2101427"/>
            <a:ext cx="10965180" cy="803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6AF8CD-B136-4B9A-AF07-5FAB43FE3B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5971" y="3059430"/>
            <a:ext cx="9594533" cy="618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724320-FEDC-48CC-8B18-E2E25F68C8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0648" y="2317750"/>
            <a:ext cx="10965180" cy="92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29C3C4-9378-4314-83CB-6EC6CB467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0989" y="432647"/>
            <a:ext cx="12164497" cy="679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7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02D10F-A23C-47A6-81EC-D30292D93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0989" y="1545167"/>
            <a:ext cx="12164497" cy="3461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542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1pPr>
            <a:lvl2pPr marL="43264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2pPr>
            <a:lvl3pPr marL="67987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3pPr>
            <a:lvl4pPr marL="92710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4pPr>
            <a:lvl5pPr marL="117432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5pPr>
            <a:lvl6pPr marL="142155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6pPr>
            <a:lvl7pPr marL="166878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7pPr>
            <a:lvl8pPr marL="191600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8pPr>
            <a:lvl9pPr marL="216323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EF1E20-6031-4905-91CC-41AC22B41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0989" y="432647"/>
            <a:ext cx="12164497" cy="679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7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E9780B-3155-43B4-87E7-E2F64FD29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0989" y="1545167"/>
            <a:ext cx="5653921" cy="3461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542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1pPr>
            <a:lvl2pPr marL="43264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2pPr>
            <a:lvl3pPr marL="67987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3pPr>
            <a:lvl4pPr marL="92710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4pPr>
            <a:lvl5pPr marL="117432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5pPr>
            <a:lvl6pPr marL="142155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6pPr>
            <a:lvl7pPr marL="166878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7pPr>
            <a:lvl8pPr marL="191600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8pPr>
            <a:lvl9pPr marL="216323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CCD959-E501-40AC-B712-BD1BCE6D00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1565" y="1545167"/>
            <a:ext cx="5653921" cy="3461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542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1pPr>
            <a:lvl2pPr marL="43264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2pPr>
            <a:lvl3pPr marL="67987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3pPr>
            <a:lvl4pPr marL="92710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4pPr>
            <a:lvl5pPr marL="117432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5pPr>
            <a:lvl6pPr marL="142155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6pPr>
            <a:lvl7pPr marL="166878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7pPr>
            <a:lvl8pPr marL="191600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8pPr>
            <a:lvl9pPr marL="216323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1F2FEE-1A93-475F-85DC-0D6666821A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0989" y="432647"/>
            <a:ext cx="12164497" cy="679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7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69ACBD-2F2D-4826-9305-D6519BC976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0989" y="1545167"/>
            <a:ext cx="5653921" cy="3461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542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1pPr>
            <a:lvl2pPr marL="43264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2pPr>
            <a:lvl3pPr marL="67987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3pPr>
            <a:lvl4pPr marL="92710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4pPr>
            <a:lvl5pPr marL="117432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5pPr>
            <a:lvl6pPr marL="142155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6pPr>
            <a:lvl7pPr marL="1668780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7pPr>
            <a:lvl8pPr marL="1916007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8pPr>
            <a:lvl9pPr marL="2163233" indent="-185420">
              <a:lnSpc>
                <a:spcPct val="110000"/>
              </a:lnSpc>
              <a:spcBef>
                <a:spcPts val="0"/>
              </a:spcBef>
              <a:spcAft>
                <a:spcPts val="97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52bfe2304d4125" /><Relationship Type="http://schemas.openxmlformats.org/officeDocument/2006/relationships/slideLayout" Target="/ppt/slideLayouts/slideLayout1.xml" Id="R09c155cd420a4670" /><Relationship Type="http://schemas.openxmlformats.org/officeDocument/2006/relationships/slideLayout" Target="/ppt/slideLayouts/slideLayout2.xml" Id="Rae18f18514c848bd" /><Relationship Type="http://schemas.openxmlformats.org/officeDocument/2006/relationships/slideLayout" Target="/ppt/slideLayouts/slideLayout3.xml" Id="R5c0cf23688814851" /><Relationship Type="http://schemas.openxmlformats.org/officeDocument/2006/relationships/slideLayout" Target="/ppt/slideLayouts/slideLayout4.xml" Id="R8e1b8fc296d34ea6" /><Relationship Type="http://schemas.openxmlformats.org/officeDocument/2006/relationships/slideLayout" Target="/ppt/slideLayouts/slideLayout5.xml" Id="R0c0ac24341ba4386" /><Relationship Type="http://schemas.openxmlformats.org/officeDocument/2006/relationships/slideLayout" Target="/ppt/slideLayouts/slideLayout6.xml" Id="R7f243b6d67f842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c155cd420a4670"/>
    <p:sldLayoutId xmlns:r="http://schemas.openxmlformats.org/officeDocument/2006/relationships" id="2147483650" r:id="Rae18f18514c848bd"/>
    <p:sldLayoutId xmlns:r="http://schemas.openxmlformats.org/officeDocument/2006/relationships" id="2147483651" r:id="R5c0cf23688814851"/>
    <p:sldLayoutId xmlns:r="http://schemas.openxmlformats.org/officeDocument/2006/relationships" id="2147483652" r:id="R8e1b8fc296d34ea6"/>
    <p:sldLayoutId xmlns:r="http://schemas.openxmlformats.org/officeDocument/2006/relationships" id="2147483653" r:id="R0c0ac24341ba4386"/>
    <p:sldLayoutId xmlns:r="http://schemas.openxmlformats.org/officeDocument/2006/relationships" id="2147483654" r:id="R7f243b6d67f842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285f649a34ff8" /><Relationship Type="http://schemas.openxmlformats.org/officeDocument/2006/relationships/image" Target="/ppt/media/image.png" Id="Ra69a72b084a24dd7" /><Relationship Type="http://schemas.openxmlformats.org/officeDocument/2006/relationships/image" Target="/ppt/media/image2.png" Id="Rd7c005ad82334c06" /><Relationship Type="http://schemas.openxmlformats.org/officeDocument/2006/relationships/image" Target="/ppt/media/image3.png" Id="Rc7f4ff763f544aea" /><Relationship Type="http://schemas.openxmlformats.org/officeDocument/2006/relationships/image" Target="/ppt/media/image4.png" Id="R1c8d6099dcce47ed" /><Relationship Type="http://schemas.openxmlformats.org/officeDocument/2006/relationships/image" Target="/ppt/media/image5.png" Id="R93b25ab2085345cf" /><Relationship Type="http://schemas.openxmlformats.org/officeDocument/2006/relationships/image" Target="/ppt/media/image6.png" Id="R65f3f01be97c4835" /><Relationship Type="http://schemas.openxmlformats.org/officeDocument/2006/relationships/image" Target="/ppt/media/image7.png" Id="Rc703e2a517174ff3" /><Relationship Type="http://schemas.openxmlformats.org/officeDocument/2006/relationships/image" Target="/ppt/media/image8.png" Id="R13f1e647ea024af1" /><Relationship Type="http://schemas.openxmlformats.org/officeDocument/2006/relationships/image" Target="/ppt/media/image9.png" Id="R39a995b7624743b0" /><Relationship Type="http://schemas.openxmlformats.org/officeDocument/2006/relationships/image" Target="/ppt/media/image10.png" Id="R5a18ab518632481e" /><Relationship Type="http://schemas.openxmlformats.org/officeDocument/2006/relationships/notesSlide" Target="/ppt/notesSlides/notesSlide1.xml" Id="Rc6e8fb0b096c42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path-1">
            <a:extLst xmlns:a="http://schemas.openxmlformats.org/drawingml/2006/main">
              <a:ext uri="{FF2B5EF4-FFF2-40B4-BE49-F238E27FC236}">
                <a16:creationId xmlns:a16="http://schemas.microsoft.com/office/drawing/2014/main" id="{D0934A3B-E2BD-46A2-BF80-45FDFA5A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505" y="3935199"/>
            <a:ext cx="757241" cy="231165"/>
          </a:xfrm>
          <a:custGeom xmlns:a="http://schemas.openxmlformats.org/drawingml/2006/main">
            <a:pathLst>
              <a:path w="757241" h="231165">
                <a:moveTo>
                  <a:pt x="249425" y="0"/>
                </a:moveTo>
                <a:lnTo>
                  <a:pt x="234101" y="70915"/>
                </a:lnTo>
                <a:lnTo>
                  <a:pt x="227905" y="70915"/>
                </a:lnTo>
                <a:cubicBezTo>
                  <a:pt x="227036" y="50265"/>
                  <a:pt x="222363" y="35430"/>
                  <a:pt x="213886" y="26408"/>
                </a:cubicBezTo>
                <a:cubicBezTo>
                  <a:pt x="205518" y="17279"/>
                  <a:pt x="193725" y="12715"/>
                  <a:pt x="178510" y="12715"/>
                </a:cubicBezTo>
                <a:cubicBezTo>
                  <a:pt x="162860" y="12715"/>
                  <a:pt x="147210" y="18259"/>
                  <a:pt x="131559" y="29343"/>
                </a:cubicBezTo>
                <a:cubicBezTo>
                  <a:pt x="115909" y="40320"/>
                  <a:pt x="102541" y="57328"/>
                  <a:pt x="91456" y="80369"/>
                </a:cubicBezTo>
                <a:cubicBezTo>
                  <a:pt x="80479" y="103302"/>
                  <a:pt x="74990" y="127428"/>
                  <a:pt x="74990" y="152751"/>
                </a:cubicBezTo>
                <a:cubicBezTo>
                  <a:pt x="74990" y="174487"/>
                  <a:pt x="79881" y="191117"/>
                  <a:pt x="89663" y="202637"/>
                </a:cubicBezTo>
                <a:cubicBezTo>
                  <a:pt x="99444" y="214048"/>
                  <a:pt x="110910" y="219754"/>
                  <a:pt x="124061" y="219754"/>
                </a:cubicBezTo>
                <a:cubicBezTo>
                  <a:pt x="129603" y="219754"/>
                  <a:pt x="136341" y="218179"/>
                  <a:pt x="144275" y="215026"/>
                </a:cubicBezTo>
                <a:lnTo>
                  <a:pt x="161229" y="156663"/>
                </a:lnTo>
                <a:cubicBezTo>
                  <a:pt x="164055" y="146883"/>
                  <a:pt x="165468" y="140470"/>
                  <a:pt x="165468" y="137427"/>
                </a:cubicBezTo>
                <a:cubicBezTo>
                  <a:pt x="165468" y="133406"/>
                  <a:pt x="163729" y="130037"/>
                  <a:pt x="160252" y="127320"/>
                </a:cubicBezTo>
                <a:cubicBezTo>
                  <a:pt x="156882" y="124495"/>
                  <a:pt x="151013" y="123081"/>
                  <a:pt x="142645" y="123081"/>
                </a:cubicBezTo>
                <a:lnTo>
                  <a:pt x="144275" y="116887"/>
                </a:lnTo>
                <a:lnTo>
                  <a:pt x="239643" y="116887"/>
                </a:lnTo>
                <a:lnTo>
                  <a:pt x="238177" y="123081"/>
                </a:lnTo>
                <a:cubicBezTo>
                  <a:pt x="232525" y="123408"/>
                  <a:pt x="228069" y="124495"/>
                  <a:pt x="224808" y="126343"/>
                </a:cubicBezTo>
                <a:cubicBezTo>
                  <a:pt x="221657" y="128081"/>
                  <a:pt x="219157" y="130690"/>
                  <a:pt x="217310" y="134168"/>
                </a:cubicBezTo>
                <a:cubicBezTo>
                  <a:pt x="216223" y="136233"/>
                  <a:pt x="214538" y="141558"/>
                  <a:pt x="212256" y="150142"/>
                </a:cubicBezTo>
                <a:lnTo>
                  <a:pt x="192203" y="218125"/>
                </a:lnTo>
                <a:cubicBezTo>
                  <a:pt x="169381" y="226820"/>
                  <a:pt x="145361" y="231165"/>
                  <a:pt x="120148" y="231165"/>
                </a:cubicBezTo>
                <a:cubicBezTo>
                  <a:pt x="100693" y="231165"/>
                  <a:pt x="84119" y="227633"/>
                  <a:pt x="70425" y="220569"/>
                </a:cubicBezTo>
                <a:cubicBezTo>
                  <a:pt x="56841" y="213505"/>
                  <a:pt x="45538" y="202310"/>
                  <a:pt x="36517" y="186986"/>
                </a:cubicBezTo>
                <a:cubicBezTo>
                  <a:pt x="27605" y="171663"/>
                  <a:pt x="23149" y="154219"/>
                  <a:pt x="23149" y="134656"/>
                </a:cubicBezTo>
                <a:cubicBezTo>
                  <a:pt x="23149" y="92922"/>
                  <a:pt x="41679" y="58524"/>
                  <a:pt x="78740" y="31463"/>
                </a:cubicBezTo>
                <a:cubicBezTo>
                  <a:pt x="107758" y="10488"/>
                  <a:pt x="140689" y="0"/>
                  <a:pt x="177532" y="0"/>
                </a:cubicBezTo>
                <a:cubicBezTo>
                  <a:pt x="183944" y="0"/>
                  <a:pt x="189867" y="327"/>
                  <a:pt x="195302" y="978"/>
                </a:cubicBezTo>
                <a:cubicBezTo>
                  <a:pt x="199322" y="1521"/>
                  <a:pt x="206387" y="3043"/>
                  <a:pt x="216494" y="5543"/>
                </a:cubicBezTo>
                <a:cubicBezTo>
                  <a:pt x="223015" y="7172"/>
                  <a:pt x="227471" y="7987"/>
                  <a:pt x="229862" y="7987"/>
                </a:cubicBezTo>
                <a:cubicBezTo>
                  <a:pt x="234644" y="7987"/>
                  <a:pt x="239154" y="5325"/>
                  <a:pt x="243392" y="0"/>
                </a:cubicBezTo>
                <a:lnTo>
                  <a:pt x="249425" y="0"/>
                </a:lnTo>
                <a:moveTo>
                  <a:pt x="350987" y="74990"/>
                </a:moveTo>
                <a:cubicBezTo>
                  <a:pt x="359574" y="74990"/>
                  <a:pt x="367616" y="77002"/>
                  <a:pt x="375115" y="81022"/>
                </a:cubicBezTo>
                <a:cubicBezTo>
                  <a:pt x="382723" y="84935"/>
                  <a:pt x="388428" y="90422"/>
                  <a:pt x="392233" y="97488"/>
                </a:cubicBezTo>
                <a:cubicBezTo>
                  <a:pt x="396145" y="104552"/>
                  <a:pt x="398102" y="112377"/>
                  <a:pt x="398102" y="120963"/>
                </a:cubicBezTo>
                <a:cubicBezTo>
                  <a:pt x="398102" y="138569"/>
                  <a:pt x="393156" y="156175"/>
                  <a:pt x="383267" y="173782"/>
                </a:cubicBezTo>
                <a:cubicBezTo>
                  <a:pt x="373485" y="191388"/>
                  <a:pt x="360551" y="205299"/>
                  <a:pt x="344467" y="215517"/>
                </a:cubicBezTo>
                <a:cubicBezTo>
                  <a:pt x="328382" y="225624"/>
                  <a:pt x="312188" y="230676"/>
                  <a:pt x="295886" y="230676"/>
                </a:cubicBezTo>
                <a:cubicBezTo>
                  <a:pt x="281106" y="230676"/>
                  <a:pt x="269640" y="226275"/>
                  <a:pt x="261489" y="217472"/>
                </a:cubicBezTo>
                <a:cubicBezTo>
                  <a:pt x="253446" y="208669"/>
                  <a:pt x="249425" y="197909"/>
                  <a:pt x="249425" y="185193"/>
                </a:cubicBezTo>
                <a:cubicBezTo>
                  <a:pt x="249425" y="170086"/>
                  <a:pt x="252414" y="155958"/>
                  <a:pt x="258391" y="142808"/>
                </a:cubicBezTo>
                <a:cubicBezTo>
                  <a:pt x="264477" y="129548"/>
                  <a:pt x="272139" y="118029"/>
                  <a:pt x="281377" y="108246"/>
                </a:cubicBezTo>
                <a:cubicBezTo>
                  <a:pt x="290724" y="98357"/>
                  <a:pt x="301429" y="90368"/>
                  <a:pt x="313492" y="84282"/>
                </a:cubicBezTo>
                <a:cubicBezTo>
                  <a:pt x="325557" y="78087"/>
                  <a:pt x="338055" y="74990"/>
                  <a:pt x="350987" y="74990"/>
                </a:cubicBezTo>
                <a:moveTo>
                  <a:pt x="344304" y="83631"/>
                </a:moveTo>
                <a:cubicBezTo>
                  <a:pt x="338543" y="83631"/>
                  <a:pt x="333761" y="85316"/>
                  <a:pt x="329958" y="88683"/>
                </a:cubicBezTo>
                <a:cubicBezTo>
                  <a:pt x="322350" y="95531"/>
                  <a:pt x="313765" y="111562"/>
                  <a:pt x="304201" y="136776"/>
                </a:cubicBezTo>
                <a:cubicBezTo>
                  <a:pt x="294637" y="161880"/>
                  <a:pt x="289855" y="184540"/>
                  <a:pt x="289855" y="204756"/>
                </a:cubicBezTo>
                <a:cubicBezTo>
                  <a:pt x="289855" y="209755"/>
                  <a:pt x="291376" y="213886"/>
                  <a:pt x="294419" y="217145"/>
                </a:cubicBezTo>
                <a:cubicBezTo>
                  <a:pt x="297462" y="220407"/>
                  <a:pt x="301048" y="222037"/>
                  <a:pt x="305178" y="222037"/>
                </a:cubicBezTo>
                <a:cubicBezTo>
                  <a:pt x="309417" y="222037"/>
                  <a:pt x="313167" y="220733"/>
                  <a:pt x="316427" y="218125"/>
                </a:cubicBezTo>
                <a:cubicBezTo>
                  <a:pt x="321209" y="214212"/>
                  <a:pt x="327078" y="205462"/>
                  <a:pt x="334034" y="191877"/>
                </a:cubicBezTo>
                <a:cubicBezTo>
                  <a:pt x="340990" y="178184"/>
                  <a:pt x="346695" y="163130"/>
                  <a:pt x="351151" y="146721"/>
                </a:cubicBezTo>
                <a:cubicBezTo>
                  <a:pt x="355607" y="130201"/>
                  <a:pt x="357835" y="115094"/>
                  <a:pt x="357835" y="101401"/>
                </a:cubicBezTo>
                <a:cubicBezTo>
                  <a:pt x="357835" y="95749"/>
                  <a:pt x="356477" y="91402"/>
                  <a:pt x="353759" y="88359"/>
                </a:cubicBezTo>
                <a:cubicBezTo>
                  <a:pt x="351042" y="85205"/>
                  <a:pt x="347890" y="83631"/>
                  <a:pt x="344304" y="83631"/>
                </a:cubicBezTo>
                <a:moveTo>
                  <a:pt x="517923" y="74990"/>
                </a:moveTo>
                <a:cubicBezTo>
                  <a:pt x="526509" y="74990"/>
                  <a:pt x="534551" y="77002"/>
                  <a:pt x="542051" y="81022"/>
                </a:cubicBezTo>
                <a:cubicBezTo>
                  <a:pt x="549659" y="84935"/>
                  <a:pt x="555364" y="90422"/>
                  <a:pt x="559168" y="97488"/>
                </a:cubicBezTo>
                <a:cubicBezTo>
                  <a:pt x="563080" y="104552"/>
                  <a:pt x="565036" y="112377"/>
                  <a:pt x="565036" y="120963"/>
                </a:cubicBezTo>
                <a:cubicBezTo>
                  <a:pt x="565036" y="138569"/>
                  <a:pt x="560092" y="156175"/>
                  <a:pt x="550201" y="173782"/>
                </a:cubicBezTo>
                <a:cubicBezTo>
                  <a:pt x="540420" y="191388"/>
                  <a:pt x="527487" y="205299"/>
                  <a:pt x="511402" y="215517"/>
                </a:cubicBezTo>
                <a:cubicBezTo>
                  <a:pt x="495317" y="225624"/>
                  <a:pt x="479124" y="230676"/>
                  <a:pt x="462821" y="230676"/>
                </a:cubicBezTo>
                <a:cubicBezTo>
                  <a:pt x="448041" y="230676"/>
                  <a:pt x="436574" y="226275"/>
                  <a:pt x="428424" y="217472"/>
                </a:cubicBezTo>
                <a:cubicBezTo>
                  <a:pt x="420381" y="208669"/>
                  <a:pt x="416360" y="197909"/>
                  <a:pt x="416360" y="185193"/>
                </a:cubicBezTo>
                <a:cubicBezTo>
                  <a:pt x="416360" y="170086"/>
                  <a:pt x="419348" y="155958"/>
                  <a:pt x="425326" y="142808"/>
                </a:cubicBezTo>
                <a:cubicBezTo>
                  <a:pt x="431413" y="129548"/>
                  <a:pt x="439075" y="118029"/>
                  <a:pt x="448312" y="108246"/>
                </a:cubicBezTo>
                <a:cubicBezTo>
                  <a:pt x="457659" y="98357"/>
                  <a:pt x="468364" y="90368"/>
                  <a:pt x="480428" y="84282"/>
                </a:cubicBezTo>
                <a:cubicBezTo>
                  <a:pt x="492491" y="78087"/>
                  <a:pt x="504990" y="74990"/>
                  <a:pt x="517923" y="74990"/>
                </a:cubicBezTo>
                <a:moveTo>
                  <a:pt x="511239" y="83631"/>
                </a:moveTo>
                <a:cubicBezTo>
                  <a:pt x="505479" y="83631"/>
                  <a:pt x="500697" y="85316"/>
                  <a:pt x="496893" y="88683"/>
                </a:cubicBezTo>
                <a:cubicBezTo>
                  <a:pt x="489285" y="95531"/>
                  <a:pt x="480700" y="111562"/>
                  <a:pt x="471135" y="136776"/>
                </a:cubicBezTo>
                <a:cubicBezTo>
                  <a:pt x="461571" y="161880"/>
                  <a:pt x="456789" y="184540"/>
                  <a:pt x="456789" y="204756"/>
                </a:cubicBezTo>
                <a:cubicBezTo>
                  <a:pt x="456789" y="209755"/>
                  <a:pt x="458311" y="213886"/>
                  <a:pt x="461354" y="217145"/>
                </a:cubicBezTo>
                <a:cubicBezTo>
                  <a:pt x="464397" y="220407"/>
                  <a:pt x="467984" y="222037"/>
                  <a:pt x="472114" y="222037"/>
                </a:cubicBezTo>
                <a:cubicBezTo>
                  <a:pt x="476352" y="222037"/>
                  <a:pt x="480102" y="220733"/>
                  <a:pt x="483362" y="218125"/>
                </a:cubicBezTo>
                <a:cubicBezTo>
                  <a:pt x="488144" y="214212"/>
                  <a:pt x="494013" y="205462"/>
                  <a:pt x="500969" y="191877"/>
                </a:cubicBezTo>
                <a:cubicBezTo>
                  <a:pt x="507924" y="178184"/>
                  <a:pt x="513630" y="163130"/>
                  <a:pt x="518086" y="146721"/>
                </a:cubicBezTo>
                <a:cubicBezTo>
                  <a:pt x="522542" y="130201"/>
                  <a:pt x="524770" y="115094"/>
                  <a:pt x="524770" y="101401"/>
                </a:cubicBezTo>
                <a:cubicBezTo>
                  <a:pt x="524770" y="95749"/>
                  <a:pt x="523411" y="91402"/>
                  <a:pt x="520695" y="88359"/>
                </a:cubicBezTo>
                <a:cubicBezTo>
                  <a:pt x="517977" y="85205"/>
                  <a:pt x="514826" y="83631"/>
                  <a:pt x="511239" y="83631"/>
                </a:cubicBezTo>
                <a:moveTo>
                  <a:pt x="757241" y="0"/>
                </a:moveTo>
                <a:lnTo>
                  <a:pt x="704258" y="182423"/>
                </a:lnTo>
                <a:cubicBezTo>
                  <a:pt x="700889" y="193834"/>
                  <a:pt x="699204" y="200736"/>
                  <a:pt x="699204" y="203126"/>
                </a:cubicBezTo>
                <a:cubicBezTo>
                  <a:pt x="699204" y="204322"/>
                  <a:pt x="699639" y="205353"/>
                  <a:pt x="700508" y="206223"/>
                </a:cubicBezTo>
                <a:cubicBezTo>
                  <a:pt x="701378" y="207092"/>
                  <a:pt x="702301" y="207527"/>
                  <a:pt x="703280" y="207527"/>
                </a:cubicBezTo>
                <a:cubicBezTo>
                  <a:pt x="705127" y="207527"/>
                  <a:pt x="707247" y="206603"/>
                  <a:pt x="709638" y="204756"/>
                </a:cubicBezTo>
                <a:cubicBezTo>
                  <a:pt x="713659" y="201713"/>
                  <a:pt x="718550" y="195954"/>
                  <a:pt x="724310" y="187475"/>
                </a:cubicBezTo>
                <a:lnTo>
                  <a:pt x="730178" y="190573"/>
                </a:lnTo>
                <a:cubicBezTo>
                  <a:pt x="714854" y="217310"/>
                  <a:pt x="698009" y="230676"/>
                  <a:pt x="679641" y="230676"/>
                </a:cubicBezTo>
                <a:cubicBezTo>
                  <a:pt x="673120" y="230676"/>
                  <a:pt x="668067" y="228993"/>
                  <a:pt x="664481" y="225624"/>
                </a:cubicBezTo>
                <a:cubicBezTo>
                  <a:pt x="661003" y="222146"/>
                  <a:pt x="659264" y="217744"/>
                  <a:pt x="659264" y="212417"/>
                </a:cubicBezTo>
                <a:cubicBezTo>
                  <a:pt x="659264" y="207311"/>
                  <a:pt x="660676" y="200028"/>
                  <a:pt x="663502" y="190573"/>
                </a:cubicBezTo>
                <a:lnTo>
                  <a:pt x="668393" y="173945"/>
                </a:lnTo>
                <a:cubicBezTo>
                  <a:pt x="654807" y="197963"/>
                  <a:pt x="643016" y="213940"/>
                  <a:pt x="633017" y="221873"/>
                </a:cubicBezTo>
                <a:cubicBezTo>
                  <a:pt x="625409" y="227743"/>
                  <a:pt x="618020" y="230676"/>
                  <a:pt x="610846" y="230676"/>
                </a:cubicBezTo>
                <a:cubicBezTo>
                  <a:pt x="602695" y="230676"/>
                  <a:pt x="595793" y="227362"/>
                  <a:pt x="590143" y="220733"/>
                </a:cubicBezTo>
                <a:cubicBezTo>
                  <a:pt x="584599" y="214102"/>
                  <a:pt x="581828" y="204430"/>
                  <a:pt x="581828" y="191714"/>
                </a:cubicBezTo>
                <a:cubicBezTo>
                  <a:pt x="581828" y="175521"/>
                  <a:pt x="585415" y="159544"/>
                  <a:pt x="592588" y="143786"/>
                </a:cubicBezTo>
                <a:cubicBezTo>
                  <a:pt x="599761" y="128027"/>
                  <a:pt x="608021" y="114877"/>
                  <a:pt x="617366" y="104333"/>
                </a:cubicBezTo>
                <a:cubicBezTo>
                  <a:pt x="626822" y="93792"/>
                  <a:pt x="635788" y="86293"/>
                  <a:pt x="644266" y="81838"/>
                </a:cubicBezTo>
                <a:cubicBezTo>
                  <a:pt x="652851" y="77272"/>
                  <a:pt x="661274" y="74990"/>
                  <a:pt x="669534" y="74990"/>
                </a:cubicBezTo>
                <a:cubicBezTo>
                  <a:pt x="673772" y="74990"/>
                  <a:pt x="677523" y="75860"/>
                  <a:pt x="680783" y="77599"/>
                </a:cubicBezTo>
                <a:cubicBezTo>
                  <a:pt x="684152" y="79337"/>
                  <a:pt x="687956" y="82597"/>
                  <a:pt x="692194" y="87379"/>
                </a:cubicBezTo>
                <a:lnTo>
                  <a:pt x="704258" y="46787"/>
                </a:lnTo>
                <a:cubicBezTo>
                  <a:pt x="707193" y="36788"/>
                  <a:pt x="708660" y="29616"/>
                  <a:pt x="708660" y="25269"/>
                </a:cubicBezTo>
                <a:cubicBezTo>
                  <a:pt x="708660" y="22660"/>
                  <a:pt x="707681" y="20432"/>
                  <a:pt x="705725" y="18583"/>
                </a:cubicBezTo>
                <a:cubicBezTo>
                  <a:pt x="703769" y="16736"/>
                  <a:pt x="701160" y="15813"/>
                  <a:pt x="697900" y="15813"/>
                </a:cubicBezTo>
                <a:cubicBezTo>
                  <a:pt x="696378" y="15813"/>
                  <a:pt x="694476" y="15977"/>
                  <a:pt x="692194" y="16301"/>
                </a:cubicBezTo>
                <a:lnTo>
                  <a:pt x="693825" y="9945"/>
                </a:lnTo>
                <a:lnTo>
                  <a:pt x="747459" y="0"/>
                </a:lnTo>
                <a:lnTo>
                  <a:pt x="757241" y="0"/>
                </a:lnTo>
                <a:moveTo>
                  <a:pt x="685510" y="103356"/>
                </a:moveTo>
                <a:cubicBezTo>
                  <a:pt x="685510" y="96727"/>
                  <a:pt x="684206" y="91891"/>
                  <a:pt x="681597" y="88847"/>
                </a:cubicBezTo>
                <a:cubicBezTo>
                  <a:pt x="678989" y="85804"/>
                  <a:pt x="675946" y="84282"/>
                  <a:pt x="672469" y="84282"/>
                </a:cubicBezTo>
                <a:cubicBezTo>
                  <a:pt x="668991" y="84282"/>
                  <a:pt x="665241" y="86075"/>
                  <a:pt x="661220" y="89663"/>
                </a:cubicBezTo>
                <a:cubicBezTo>
                  <a:pt x="653503" y="96619"/>
                  <a:pt x="645407" y="110638"/>
                  <a:pt x="636929" y="131722"/>
                </a:cubicBezTo>
                <a:cubicBezTo>
                  <a:pt x="628561" y="152697"/>
                  <a:pt x="624377" y="170359"/>
                  <a:pt x="624377" y="184705"/>
                </a:cubicBezTo>
                <a:cubicBezTo>
                  <a:pt x="624377" y="189921"/>
                  <a:pt x="625301" y="193780"/>
                  <a:pt x="627148" y="196278"/>
                </a:cubicBezTo>
                <a:cubicBezTo>
                  <a:pt x="628996" y="198778"/>
                  <a:pt x="631060" y="200028"/>
                  <a:pt x="633343" y="200028"/>
                </a:cubicBezTo>
                <a:cubicBezTo>
                  <a:pt x="637147" y="200028"/>
                  <a:pt x="640951" y="198290"/>
                  <a:pt x="644754" y="194812"/>
                </a:cubicBezTo>
                <a:cubicBezTo>
                  <a:pt x="653993" y="186552"/>
                  <a:pt x="663067" y="172370"/>
                  <a:pt x="671979" y="152262"/>
                </a:cubicBezTo>
                <a:cubicBezTo>
                  <a:pt x="681000" y="132048"/>
                  <a:pt x="685510" y="115747"/>
                  <a:pt x="685510" y="10335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3">
            <a:extLst xmlns:a="http://schemas.openxmlformats.org/drawingml/2006/main">
              <a:ext uri="{FF2B5EF4-FFF2-40B4-BE49-F238E27FC236}">
                <a16:creationId xmlns:a16="http://schemas.microsoft.com/office/drawing/2014/main" id="{0E57D358-0656-452B-B57E-E1C2B7C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870" y="3935199"/>
            <a:ext cx="757241" cy="231165"/>
          </a:xfrm>
          <a:custGeom xmlns:a="http://schemas.openxmlformats.org/drawingml/2006/main">
            <a:pathLst>
              <a:path w="757241" h="231165">
                <a:moveTo>
                  <a:pt x="249425" y="0"/>
                </a:moveTo>
                <a:lnTo>
                  <a:pt x="234101" y="70915"/>
                </a:lnTo>
                <a:lnTo>
                  <a:pt x="227906" y="70915"/>
                </a:lnTo>
                <a:cubicBezTo>
                  <a:pt x="227036" y="50265"/>
                  <a:pt x="222363" y="35430"/>
                  <a:pt x="213886" y="26408"/>
                </a:cubicBezTo>
                <a:cubicBezTo>
                  <a:pt x="205517" y="17279"/>
                  <a:pt x="193725" y="12715"/>
                  <a:pt x="178510" y="12715"/>
                </a:cubicBezTo>
                <a:cubicBezTo>
                  <a:pt x="162859" y="12715"/>
                  <a:pt x="147210" y="18259"/>
                  <a:pt x="131559" y="29343"/>
                </a:cubicBezTo>
                <a:cubicBezTo>
                  <a:pt x="115909" y="40320"/>
                  <a:pt x="102541" y="57328"/>
                  <a:pt x="91456" y="80369"/>
                </a:cubicBezTo>
                <a:cubicBezTo>
                  <a:pt x="80479" y="103302"/>
                  <a:pt x="74991" y="127428"/>
                  <a:pt x="74991" y="152751"/>
                </a:cubicBezTo>
                <a:cubicBezTo>
                  <a:pt x="74991" y="174487"/>
                  <a:pt x="79881" y="191117"/>
                  <a:pt x="89662" y="202637"/>
                </a:cubicBezTo>
                <a:cubicBezTo>
                  <a:pt x="99444" y="214048"/>
                  <a:pt x="110910" y="219754"/>
                  <a:pt x="124060" y="219754"/>
                </a:cubicBezTo>
                <a:cubicBezTo>
                  <a:pt x="129603" y="219754"/>
                  <a:pt x="136341" y="218179"/>
                  <a:pt x="144275" y="215026"/>
                </a:cubicBezTo>
                <a:lnTo>
                  <a:pt x="161229" y="156663"/>
                </a:lnTo>
                <a:cubicBezTo>
                  <a:pt x="164055" y="146883"/>
                  <a:pt x="165468" y="140470"/>
                  <a:pt x="165468" y="137427"/>
                </a:cubicBezTo>
                <a:cubicBezTo>
                  <a:pt x="165468" y="133406"/>
                  <a:pt x="163729" y="130037"/>
                  <a:pt x="160252" y="127320"/>
                </a:cubicBezTo>
                <a:cubicBezTo>
                  <a:pt x="156882" y="124495"/>
                  <a:pt x="151014" y="123081"/>
                  <a:pt x="142645" y="123081"/>
                </a:cubicBezTo>
                <a:lnTo>
                  <a:pt x="144275" y="116887"/>
                </a:lnTo>
                <a:lnTo>
                  <a:pt x="239644" y="116887"/>
                </a:lnTo>
                <a:lnTo>
                  <a:pt x="238176" y="123081"/>
                </a:lnTo>
                <a:cubicBezTo>
                  <a:pt x="232525" y="123408"/>
                  <a:pt x="228069" y="124495"/>
                  <a:pt x="224808" y="126343"/>
                </a:cubicBezTo>
                <a:cubicBezTo>
                  <a:pt x="221656" y="128081"/>
                  <a:pt x="219157" y="130690"/>
                  <a:pt x="217309" y="134168"/>
                </a:cubicBezTo>
                <a:cubicBezTo>
                  <a:pt x="216222" y="136233"/>
                  <a:pt x="214538" y="141558"/>
                  <a:pt x="212256" y="150142"/>
                </a:cubicBezTo>
                <a:lnTo>
                  <a:pt x="192204" y="218125"/>
                </a:lnTo>
                <a:cubicBezTo>
                  <a:pt x="169380" y="226820"/>
                  <a:pt x="145362" y="231165"/>
                  <a:pt x="120148" y="231165"/>
                </a:cubicBezTo>
                <a:cubicBezTo>
                  <a:pt x="100694" y="231165"/>
                  <a:pt x="84119" y="227633"/>
                  <a:pt x="70426" y="220569"/>
                </a:cubicBezTo>
                <a:cubicBezTo>
                  <a:pt x="56841" y="213505"/>
                  <a:pt x="45538" y="202310"/>
                  <a:pt x="36517" y="186986"/>
                </a:cubicBezTo>
                <a:cubicBezTo>
                  <a:pt x="27605" y="171663"/>
                  <a:pt x="23149" y="154219"/>
                  <a:pt x="23149" y="134656"/>
                </a:cubicBezTo>
                <a:cubicBezTo>
                  <a:pt x="23149" y="92922"/>
                  <a:pt x="41680" y="58524"/>
                  <a:pt x="78740" y="31463"/>
                </a:cubicBezTo>
                <a:cubicBezTo>
                  <a:pt x="107758" y="10488"/>
                  <a:pt x="140689" y="0"/>
                  <a:pt x="177532" y="0"/>
                </a:cubicBezTo>
                <a:cubicBezTo>
                  <a:pt x="183944" y="0"/>
                  <a:pt x="189867" y="327"/>
                  <a:pt x="195301" y="978"/>
                </a:cubicBezTo>
                <a:cubicBezTo>
                  <a:pt x="199322" y="1521"/>
                  <a:pt x="206387" y="3043"/>
                  <a:pt x="216494" y="5543"/>
                </a:cubicBezTo>
                <a:cubicBezTo>
                  <a:pt x="223015" y="7172"/>
                  <a:pt x="227471" y="7987"/>
                  <a:pt x="229862" y="7987"/>
                </a:cubicBezTo>
                <a:cubicBezTo>
                  <a:pt x="234644" y="7987"/>
                  <a:pt x="239154" y="5325"/>
                  <a:pt x="243393" y="0"/>
                </a:cubicBezTo>
                <a:lnTo>
                  <a:pt x="249425" y="0"/>
                </a:lnTo>
                <a:moveTo>
                  <a:pt x="350988" y="74990"/>
                </a:moveTo>
                <a:cubicBezTo>
                  <a:pt x="359574" y="74990"/>
                  <a:pt x="367616" y="77002"/>
                  <a:pt x="375115" y="81022"/>
                </a:cubicBezTo>
                <a:cubicBezTo>
                  <a:pt x="382723" y="84935"/>
                  <a:pt x="388428" y="90422"/>
                  <a:pt x="392233" y="97488"/>
                </a:cubicBezTo>
                <a:cubicBezTo>
                  <a:pt x="396145" y="104552"/>
                  <a:pt x="398102" y="112377"/>
                  <a:pt x="398102" y="120963"/>
                </a:cubicBezTo>
                <a:cubicBezTo>
                  <a:pt x="398102" y="138569"/>
                  <a:pt x="393156" y="156175"/>
                  <a:pt x="383267" y="173782"/>
                </a:cubicBezTo>
                <a:cubicBezTo>
                  <a:pt x="373485" y="191388"/>
                  <a:pt x="360552" y="205299"/>
                  <a:pt x="344467" y="215517"/>
                </a:cubicBezTo>
                <a:cubicBezTo>
                  <a:pt x="328382" y="225624"/>
                  <a:pt x="312189" y="230676"/>
                  <a:pt x="295886" y="230676"/>
                </a:cubicBezTo>
                <a:cubicBezTo>
                  <a:pt x="281105" y="230676"/>
                  <a:pt x="269640" y="226275"/>
                  <a:pt x="261488" y="217472"/>
                </a:cubicBezTo>
                <a:cubicBezTo>
                  <a:pt x="253446" y="208669"/>
                  <a:pt x="249425" y="197909"/>
                  <a:pt x="249425" y="185193"/>
                </a:cubicBezTo>
                <a:cubicBezTo>
                  <a:pt x="249425" y="170086"/>
                  <a:pt x="252414" y="155958"/>
                  <a:pt x="258391" y="142808"/>
                </a:cubicBezTo>
                <a:cubicBezTo>
                  <a:pt x="264477" y="129548"/>
                  <a:pt x="272139" y="118029"/>
                  <a:pt x="281377" y="108246"/>
                </a:cubicBezTo>
                <a:cubicBezTo>
                  <a:pt x="290724" y="98357"/>
                  <a:pt x="301429" y="90368"/>
                  <a:pt x="313493" y="84282"/>
                </a:cubicBezTo>
                <a:cubicBezTo>
                  <a:pt x="325556" y="78087"/>
                  <a:pt x="338055" y="74990"/>
                  <a:pt x="350988" y="74990"/>
                </a:cubicBezTo>
                <a:moveTo>
                  <a:pt x="344304" y="83631"/>
                </a:moveTo>
                <a:cubicBezTo>
                  <a:pt x="338544" y="83631"/>
                  <a:pt x="333762" y="85316"/>
                  <a:pt x="329958" y="88683"/>
                </a:cubicBezTo>
                <a:cubicBezTo>
                  <a:pt x="322350" y="95531"/>
                  <a:pt x="313764" y="111562"/>
                  <a:pt x="304200" y="136776"/>
                </a:cubicBezTo>
                <a:cubicBezTo>
                  <a:pt x="294637" y="161880"/>
                  <a:pt x="289855" y="184540"/>
                  <a:pt x="289855" y="204756"/>
                </a:cubicBezTo>
                <a:cubicBezTo>
                  <a:pt x="289855" y="209755"/>
                  <a:pt x="291376" y="213886"/>
                  <a:pt x="294419" y="217145"/>
                </a:cubicBezTo>
                <a:cubicBezTo>
                  <a:pt x="297462" y="220407"/>
                  <a:pt x="301048" y="222037"/>
                  <a:pt x="305178" y="222037"/>
                </a:cubicBezTo>
                <a:cubicBezTo>
                  <a:pt x="309417" y="222037"/>
                  <a:pt x="313167" y="220733"/>
                  <a:pt x="316427" y="218125"/>
                </a:cubicBezTo>
                <a:cubicBezTo>
                  <a:pt x="321209" y="214212"/>
                  <a:pt x="327078" y="205462"/>
                  <a:pt x="334033" y="191877"/>
                </a:cubicBezTo>
                <a:cubicBezTo>
                  <a:pt x="340989" y="178184"/>
                  <a:pt x="346695" y="163130"/>
                  <a:pt x="351151" y="146721"/>
                </a:cubicBezTo>
                <a:cubicBezTo>
                  <a:pt x="355607" y="130201"/>
                  <a:pt x="357835" y="115094"/>
                  <a:pt x="357835" y="101401"/>
                </a:cubicBezTo>
                <a:cubicBezTo>
                  <a:pt x="357835" y="95749"/>
                  <a:pt x="356476" y="91402"/>
                  <a:pt x="353759" y="88359"/>
                </a:cubicBezTo>
                <a:cubicBezTo>
                  <a:pt x="351042" y="85205"/>
                  <a:pt x="347890" y="83631"/>
                  <a:pt x="344304" y="83631"/>
                </a:cubicBezTo>
                <a:moveTo>
                  <a:pt x="517923" y="74990"/>
                </a:moveTo>
                <a:cubicBezTo>
                  <a:pt x="526509" y="74990"/>
                  <a:pt x="534551" y="77002"/>
                  <a:pt x="542051" y="81022"/>
                </a:cubicBezTo>
                <a:cubicBezTo>
                  <a:pt x="549659" y="84935"/>
                  <a:pt x="555364" y="90422"/>
                  <a:pt x="559168" y="97488"/>
                </a:cubicBezTo>
                <a:cubicBezTo>
                  <a:pt x="563080" y="104552"/>
                  <a:pt x="565036" y="112377"/>
                  <a:pt x="565036" y="120963"/>
                </a:cubicBezTo>
                <a:cubicBezTo>
                  <a:pt x="565036" y="138569"/>
                  <a:pt x="560092" y="156175"/>
                  <a:pt x="550201" y="173782"/>
                </a:cubicBezTo>
                <a:cubicBezTo>
                  <a:pt x="540420" y="191388"/>
                  <a:pt x="527487" y="205299"/>
                  <a:pt x="511402" y="215517"/>
                </a:cubicBezTo>
                <a:cubicBezTo>
                  <a:pt x="495317" y="225624"/>
                  <a:pt x="479124" y="230676"/>
                  <a:pt x="462821" y="230676"/>
                </a:cubicBezTo>
                <a:cubicBezTo>
                  <a:pt x="448041" y="230676"/>
                  <a:pt x="436574" y="226275"/>
                  <a:pt x="428424" y="217472"/>
                </a:cubicBezTo>
                <a:cubicBezTo>
                  <a:pt x="420381" y="208669"/>
                  <a:pt x="416360" y="197909"/>
                  <a:pt x="416360" y="185193"/>
                </a:cubicBezTo>
                <a:cubicBezTo>
                  <a:pt x="416360" y="170086"/>
                  <a:pt x="419348" y="155958"/>
                  <a:pt x="425326" y="142808"/>
                </a:cubicBezTo>
                <a:cubicBezTo>
                  <a:pt x="431413" y="129548"/>
                  <a:pt x="439075" y="118029"/>
                  <a:pt x="448312" y="108246"/>
                </a:cubicBezTo>
                <a:cubicBezTo>
                  <a:pt x="457659" y="98357"/>
                  <a:pt x="468364" y="90368"/>
                  <a:pt x="480428" y="84282"/>
                </a:cubicBezTo>
                <a:cubicBezTo>
                  <a:pt x="492491" y="78087"/>
                  <a:pt x="504990" y="74990"/>
                  <a:pt x="517923" y="74990"/>
                </a:cubicBezTo>
                <a:moveTo>
                  <a:pt x="511239" y="83631"/>
                </a:moveTo>
                <a:cubicBezTo>
                  <a:pt x="505479" y="83631"/>
                  <a:pt x="500697" y="85316"/>
                  <a:pt x="496893" y="88683"/>
                </a:cubicBezTo>
                <a:cubicBezTo>
                  <a:pt x="489285" y="95531"/>
                  <a:pt x="480700" y="111562"/>
                  <a:pt x="471135" y="136776"/>
                </a:cubicBezTo>
                <a:cubicBezTo>
                  <a:pt x="461571" y="161880"/>
                  <a:pt x="456789" y="184540"/>
                  <a:pt x="456789" y="204756"/>
                </a:cubicBezTo>
                <a:cubicBezTo>
                  <a:pt x="456789" y="209755"/>
                  <a:pt x="458311" y="213886"/>
                  <a:pt x="461354" y="217145"/>
                </a:cubicBezTo>
                <a:cubicBezTo>
                  <a:pt x="464397" y="220407"/>
                  <a:pt x="467984" y="222037"/>
                  <a:pt x="472114" y="222037"/>
                </a:cubicBezTo>
                <a:cubicBezTo>
                  <a:pt x="476352" y="222037"/>
                  <a:pt x="480102" y="220733"/>
                  <a:pt x="483362" y="218125"/>
                </a:cubicBezTo>
                <a:cubicBezTo>
                  <a:pt x="488144" y="214212"/>
                  <a:pt x="494013" y="205462"/>
                  <a:pt x="500969" y="191877"/>
                </a:cubicBezTo>
                <a:cubicBezTo>
                  <a:pt x="507924" y="178184"/>
                  <a:pt x="513630" y="163130"/>
                  <a:pt x="518086" y="146721"/>
                </a:cubicBezTo>
                <a:cubicBezTo>
                  <a:pt x="522542" y="130201"/>
                  <a:pt x="524770" y="115094"/>
                  <a:pt x="524770" y="101401"/>
                </a:cubicBezTo>
                <a:cubicBezTo>
                  <a:pt x="524770" y="95749"/>
                  <a:pt x="523411" y="91402"/>
                  <a:pt x="520695" y="88359"/>
                </a:cubicBezTo>
                <a:cubicBezTo>
                  <a:pt x="517977" y="85205"/>
                  <a:pt x="514826" y="83631"/>
                  <a:pt x="511239" y="83631"/>
                </a:cubicBezTo>
                <a:moveTo>
                  <a:pt x="757241" y="0"/>
                </a:moveTo>
                <a:lnTo>
                  <a:pt x="704258" y="182423"/>
                </a:lnTo>
                <a:cubicBezTo>
                  <a:pt x="700889" y="193834"/>
                  <a:pt x="699204" y="200736"/>
                  <a:pt x="699204" y="203126"/>
                </a:cubicBezTo>
                <a:cubicBezTo>
                  <a:pt x="699204" y="204322"/>
                  <a:pt x="699639" y="205353"/>
                  <a:pt x="700508" y="206223"/>
                </a:cubicBezTo>
                <a:cubicBezTo>
                  <a:pt x="701378" y="207092"/>
                  <a:pt x="702301" y="207527"/>
                  <a:pt x="703280" y="207527"/>
                </a:cubicBezTo>
                <a:cubicBezTo>
                  <a:pt x="705127" y="207527"/>
                  <a:pt x="707247" y="206603"/>
                  <a:pt x="709638" y="204756"/>
                </a:cubicBezTo>
                <a:cubicBezTo>
                  <a:pt x="713659" y="201713"/>
                  <a:pt x="718550" y="195954"/>
                  <a:pt x="724310" y="187475"/>
                </a:cubicBezTo>
                <a:lnTo>
                  <a:pt x="730178" y="190573"/>
                </a:lnTo>
                <a:cubicBezTo>
                  <a:pt x="714854" y="217310"/>
                  <a:pt x="698009" y="230676"/>
                  <a:pt x="679641" y="230676"/>
                </a:cubicBezTo>
                <a:cubicBezTo>
                  <a:pt x="673120" y="230676"/>
                  <a:pt x="668067" y="228993"/>
                  <a:pt x="664481" y="225624"/>
                </a:cubicBezTo>
                <a:cubicBezTo>
                  <a:pt x="661003" y="222146"/>
                  <a:pt x="659264" y="217744"/>
                  <a:pt x="659264" y="212417"/>
                </a:cubicBezTo>
                <a:cubicBezTo>
                  <a:pt x="659264" y="207311"/>
                  <a:pt x="660676" y="200028"/>
                  <a:pt x="663502" y="190573"/>
                </a:cubicBezTo>
                <a:lnTo>
                  <a:pt x="668393" y="173945"/>
                </a:lnTo>
                <a:cubicBezTo>
                  <a:pt x="654807" y="197963"/>
                  <a:pt x="643016" y="213940"/>
                  <a:pt x="633017" y="221873"/>
                </a:cubicBezTo>
                <a:cubicBezTo>
                  <a:pt x="625409" y="227743"/>
                  <a:pt x="618020" y="230676"/>
                  <a:pt x="610846" y="230676"/>
                </a:cubicBezTo>
                <a:cubicBezTo>
                  <a:pt x="602695" y="230676"/>
                  <a:pt x="595793" y="227362"/>
                  <a:pt x="590143" y="220733"/>
                </a:cubicBezTo>
                <a:cubicBezTo>
                  <a:pt x="584599" y="214102"/>
                  <a:pt x="581828" y="204430"/>
                  <a:pt x="581828" y="191714"/>
                </a:cubicBezTo>
                <a:cubicBezTo>
                  <a:pt x="581828" y="175521"/>
                  <a:pt x="585415" y="159544"/>
                  <a:pt x="592588" y="143786"/>
                </a:cubicBezTo>
                <a:cubicBezTo>
                  <a:pt x="599761" y="128027"/>
                  <a:pt x="608021" y="114877"/>
                  <a:pt x="617366" y="104333"/>
                </a:cubicBezTo>
                <a:cubicBezTo>
                  <a:pt x="626822" y="93792"/>
                  <a:pt x="635788" y="86293"/>
                  <a:pt x="644266" y="81838"/>
                </a:cubicBezTo>
                <a:cubicBezTo>
                  <a:pt x="652851" y="77272"/>
                  <a:pt x="661274" y="74990"/>
                  <a:pt x="669534" y="74990"/>
                </a:cubicBezTo>
                <a:cubicBezTo>
                  <a:pt x="673772" y="74990"/>
                  <a:pt x="677523" y="75860"/>
                  <a:pt x="680783" y="77599"/>
                </a:cubicBezTo>
                <a:cubicBezTo>
                  <a:pt x="684152" y="79337"/>
                  <a:pt x="687956" y="82597"/>
                  <a:pt x="692194" y="87379"/>
                </a:cubicBezTo>
                <a:lnTo>
                  <a:pt x="704258" y="46787"/>
                </a:lnTo>
                <a:cubicBezTo>
                  <a:pt x="707193" y="36788"/>
                  <a:pt x="708660" y="29616"/>
                  <a:pt x="708660" y="25269"/>
                </a:cubicBezTo>
                <a:cubicBezTo>
                  <a:pt x="708660" y="22660"/>
                  <a:pt x="707681" y="20432"/>
                  <a:pt x="705725" y="18583"/>
                </a:cubicBezTo>
                <a:cubicBezTo>
                  <a:pt x="703769" y="16736"/>
                  <a:pt x="701160" y="15813"/>
                  <a:pt x="697900" y="15813"/>
                </a:cubicBezTo>
                <a:cubicBezTo>
                  <a:pt x="696378" y="15813"/>
                  <a:pt x="694476" y="15977"/>
                  <a:pt x="692194" y="16301"/>
                </a:cubicBezTo>
                <a:lnTo>
                  <a:pt x="693825" y="9945"/>
                </a:lnTo>
                <a:lnTo>
                  <a:pt x="747459" y="0"/>
                </a:lnTo>
                <a:lnTo>
                  <a:pt x="757241" y="0"/>
                </a:lnTo>
                <a:moveTo>
                  <a:pt x="685510" y="103356"/>
                </a:moveTo>
                <a:cubicBezTo>
                  <a:pt x="685510" y="96727"/>
                  <a:pt x="684206" y="91891"/>
                  <a:pt x="681597" y="88847"/>
                </a:cubicBezTo>
                <a:cubicBezTo>
                  <a:pt x="678989" y="85804"/>
                  <a:pt x="675946" y="84282"/>
                  <a:pt x="672469" y="84282"/>
                </a:cubicBezTo>
                <a:cubicBezTo>
                  <a:pt x="668991" y="84282"/>
                  <a:pt x="665241" y="86075"/>
                  <a:pt x="661220" y="89663"/>
                </a:cubicBezTo>
                <a:cubicBezTo>
                  <a:pt x="653503" y="96619"/>
                  <a:pt x="645407" y="110638"/>
                  <a:pt x="636929" y="131722"/>
                </a:cubicBezTo>
                <a:cubicBezTo>
                  <a:pt x="628561" y="152697"/>
                  <a:pt x="624377" y="170359"/>
                  <a:pt x="624377" y="184705"/>
                </a:cubicBezTo>
                <a:cubicBezTo>
                  <a:pt x="624377" y="189921"/>
                  <a:pt x="625301" y="193780"/>
                  <a:pt x="627148" y="196278"/>
                </a:cubicBezTo>
                <a:cubicBezTo>
                  <a:pt x="628996" y="198778"/>
                  <a:pt x="631060" y="200028"/>
                  <a:pt x="633343" y="200028"/>
                </a:cubicBezTo>
                <a:cubicBezTo>
                  <a:pt x="637147" y="200028"/>
                  <a:pt x="640951" y="198290"/>
                  <a:pt x="644754" y="194812"/>
                </a:cubicBezTo>
                <a:cubicBezTo>
                  <a:pt x="653993" y="186552"/>
                  <a:pt x="663067" y="172370"/>
                  <a:pt x="671979" y="152262"/>
                </a:cubicBezTo>
                <a:cubicBezTo>
                  <a:pt x="681000" y="132048"/>
                  <a:pt x="685510" y="115747"/>
                  <a:pt x="685510" y="103356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5">
            <a:extLst xmlns:a="http://schemas.openxmlformats.org/drawingml/2006/main">
              <a:ext uri="{FF2B5EF4-FFF2-40B4-BE49-F238E27FC236}">
                <a16:creationId xmlns:a16="http://schemas.microsoft.com/office/drawing/2014/main" id="{35FC80E3-F5D1-44DD-9B5D-2BD4457A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964" y="3935199"/>
            <a:ext cx="580198" cy="230676"/>
          </a:xfrm>
          <a:custGeom xmlns:a="http://schemas.openxmlformats.org/drawingml/2006/main">
            <a:pathLst>
              <a:path w="580198" h="230676">
                <a:moveTo>
                  <a:pt x="60155" y="5055"/>
                </a:moveTo>
                <a:lnTo>
                  <a:pt x="147535" y="5055"/>
                </a:lnTo>
                <a:cubicBezTo>
                  <a:pt x="166990" y="5055"/>
                  <a:pt x="180901" y="6086"/>
                  <a:pt x="189269" y="8152"/>
                </a:cubicBezTo>
                <a:cubicBezTo>
                  <a:pt x="200246" y="10760"/>
                  <a:pt x="208723" y="15867"/>
                  <a:pt x="214701" y="23475"/>
                </a:cubicBezTo>
                <a:cubicBezTo>
                  <a:pt x="220787" y="30974"/>
                  <a:pt x="223831" y="39506"/>
                  <a:pt x="223831" y="49071"/>
                </a:cubicBezTo>
                <a:cubicBezTo>
                  <a:pt x="223831" y="56896"/>
                  <a:pt x="221439" y="64883"/>
                  <a:pt x="216657" y="73035"/>
                </a:cubicBezTo>
                <a:cubicBezTo>
                  <a:pt x="211875" y="81185"/>
                  <a:pt x="204702" y="87924"/>
                  <a:pt x="195138" y="93249"/>
                </a:cubicBezTo>
                <a:cubicBezTo>
                  <a:pt x="185683" y="98466"/>
                  <a:pt x="171120" y="103302"/>
                  <a:pt x="151448" y="107757"/>
                </a:cubicBezTo>
                <a:cubicBezTo>
                  <a:pt x="171880" y="113519"/>
                  <a:pt x="186063" y="120909"/>
                  <a:pt x="193997" y="129929"/>
                </a:cubicBezTo>
                <a:cubicBezTo>
                  <a:pt x="201931" y="138950"/>
                  <a:pt x="205897" y="149437"/>
                  <a:pt x="205897" y="161391"/>
                </a:cubicBezTo>
                <a:cubicBezTo>
                  <a:pt x="205897" y="172586"/>
                  <a:pt x="201985" y="183673"/>
                  <a:pt x="194161" y="194649"/>
                </a:cubicBezTo>
                <a:cubicBezTo>
                  <a:pt x="186335" y="205518"/>
                  <a:pt x="175956" y="213505"/>
                  <a:pt x="163023" y="218614"/>
                </a:cubicBezTo>
                <a:cubicBezTo>
                  <a:pt x="150089" y="223612"/>
                  <a:pt x="126397" y="226112"/>
                  <a:pt x="91945" y="226112"/>
                </a:cubicBezTo>
                <a:lnTo>
                  <a:pt x="0" y="226112"/>
                </a:lnTo>
                <a:lnTo>
                  <a:pt x="2120" y="220080"/>
                </a:lnTo>
                <a:cubicBezTo>
                  <a:pt x="11032" y="220080"/>
                  <a:pt x="17389" y="219265"/>
                  <a:pt x="21193" y="217636"/>
                </a:cubicBezTo>
                <a:cubicBezTo>
                  <a:pt x="25105" y="216005"/>
                  <a:pt x="28203" y="213505"/>
                  <a:pt x="30485" y="210135"/>
                </a:cubicBezTo>
                <a:cubicBezTo>
                  <a:pt x="32876" y="206658"/>
                  <a:pt x="35648" y="199486"/>
                  <a:pt x="38799" y="188617"/>
                </a:cubicBezTo>
                <a:lnTo>
                  <a:pt x="78251" y="52657"/>
                </a:lnTo>
                <a:cubicBezTo>
                  <a:pt x="82272" y="38853"/>
                  <a:pt x="84283" y="29616"/>
                  <a:pt x="84283" y="24942"/>
                </a:cubicBezTo>
                <a:cubicBezTo>
                  <a:pt x="84283" y="21138"/>
                  <a:pt x="82653" y="17986"/>
                  <a:pt x="79393" y="15486"/>
                </a:cubicBezTo>
                <a:cubicBezTo>
                  <a:pt x="76240" y="12988"/>
                  <a:pt x="69285" y="11519"/>
                  <a:pt x="58525" y="11085"/>
                </a:cubicBezTo>
                <a:lnTo>
                  <a:pt x="60155" y="5055"/>
                </a:lnTo>
                <a:moveTo>
                  <a:pt x="110203" y="102705"/>
                </a:moveTo>
                <a:cubicBezTo>
                  <a:pt x="124984" y="102486"/>
                  <a:pt x="136613" y="100150"/>
                  <a:pt x="145090" y="95695"/>
                </a:cubicBezTo>
                <a:cubicBezTo>
                  <a:pt x="153677" y="91237"/>
                  <a:pt x="160523" y="83957"/>
                  <a:pt x="165632" y="73848"/>
                </a:cubicBezTo>
                <a:cubicBezTo>
                  <a:pt x="170847" y="63633"/>
                  <a:pt x="173456" y="54015"/>
                  <a:pt x="173456" y="44994"/>
                </a:cubicBezTo>
                <a:cubicBezTo>
                  <a:pt x="173456" y="36517"/>
                  <a:pt x="170793" y="29616"/>
                  <a:pt x="165468" y="24291"/>
                </a:cubicBezTo>
                <a:cubicBezTo>
                  <a:pt x="160142" y="18964"/>
                  <a:pt x="153024" y="16412"/>
                  <a:pt x="144112" y="16628"/>
                </a:cubicBezTo>
                <a:lnTo>
                  <a:pt x="135146" y="16955"/>
                </a:lnTo>
                <a:lnTo>
                  <a:pt x="110203" y="102705"/>
                </a:lnTo>
                <a:moveTo>
                  <a:pt x="106291" y="114931"/>
                </a:moveTo>
                <a:lnTo>
                  <a:pt x="78088" y="213233"/>
                </a:lnTo>
                <a:cubicBezTo>
                  <a:pt x="83523" y="213451"/>
                  <a:pt x="87597" y="213559"/>
                  <a:pt x="90315" y="213559"/>
                </a:cubicBezTo>
                <a:cubicBezTo>
                  <a:pt x="114551" y="213559"/>
                  <a:pt x="131396" y="206822"/>
                  <a:pt x="140852" y="193345"/>
                </a:cubicBezTo>
                <a:cubicBezTo>
                  <a:pt x="150307" y="179760"/>
                  <a:pt x="155035" y="165250"/>
                  <a:pt x="155035" y="149818"/>
                </a:cubicBezTo>
                <a:cubicBezTo>
                  <a:pt x="155035" y="142428"/>
                  <a:pt x="153187" y="135907"/>
                  <a:pt x="149491" y="130255"/>
                </a:cubicBezTo>
                <a:cubicBezTo>
                  <a:pt x="145905" y="124495"/>
                  <a:pt x="141233" y="120529"/>
                  <a:pt x="135472" y="118355"/>
                </a:cubicBezTo>
                <a:cubicBezTo>
                  <a:pt x="129712" y="116071"/>
                  <a:pt x="119985" y="114931"/>
                  <a:pt x="106291" y="114931"/>
                </a:cubicBezTo>
                <a:moveTo>
                  <a:pt x="391092" y="77272"/>
                </a:moveTo>
                <a:lnTo>
                  <a:pt x="359465" y="185682"/>
                </a:lnTo>
                <a:lnTo>
                  <a:pt x="356205" y="198889"/>
                </a:lnTo>
                <a:cubicBezTo>
                  <a:pt x="355879" y="200517"/>
                  <a:pt x="355715" y="201713"/>
                  <a:pt x="355715" y="202475"/>
                </a:cubicBezTo>
                <a:cubicBezTo>
                  <a:pt x="355715" y="203779"/>
                  <a:pt x="356150" y="204919"/>
                  <a:pt x="357020" y="205898"/>
                </a:cubicBezTo>
                <a:cubicBezTo>
                  <a:pt x="357998" y="206876"/>
                  <a:pt x="358976" y="207365"/>
                  <a:pt x="359954" y="207365"/>
                </a:cubicBezTo>
                <a:cubicBezTo>
                  <a:pt x="362236" y="207365"/>
                  <a:pt x="365389" y="205626"/>
                  <a:pt x="369409" y="202148"/>
                </a:cubicBezTo>
                <a:cubicBezTo>
                  <a:pt x="371040" y="200736"/>
                  <a:pt x="374953" y="195735"/>
                  <a:pt x="381147" y="187151"/>
                </a:cubicBezTo>
                <a:lnTo>
                  <a:pt x="386853" y="190084"/>
                </a:lnTo>
                <a:cubicBezTo>
                  <a:pt x="379137" y="204214"/>
                  <a:pt x="370877" y="214537"/>
                  <a:pt x="362073" y="221058"/>
                </a:cubicBezTo>
                <a:cubicBezTo>
                  <a:pt x="353379" y="227471"/>
                  <a:pt x="343978" y="230676"/>
                  <a:pt x="333871" y="230676"/>
                </a:cubicBezTo>
                <a:cubicBezTo>
                  <a:pt x="327676" y="230676"/>
                  <a:pt x="322948" y="229101"/>
                  <a:pt x="319688" y="225950"/>
                </a:cubicBezTo>
                <a:cubicBezTo>
                  <a:pt x="316427" y="222689"/>
                  <a:pt x="314796" y="218614"/>
                  <a:pt x="314796" y="213724"/>
                </a:cubicBezTo>
                <a:cubicBezTo>
                  <a:pt x="314796" y="209484"/>
                  <a:pt x="316535" y="201605"/>
                  <a:pt x="320013" y="190084"/>
                </a:cubicBezTo>
                <a:lnTo>
                  <a:pt x="323926" y="176880"/>
                </a:lnTo>
                <a:cubicBezTo>
                  <a:pt x="311319" y="198508"/>
                  <a:pt x="299201" y="213832"/>
                  <a:pt x="287572" y="222853"/>
                </a:cubicBezTo>
                <a:cubicBezTo>
                  <a:pt x="280833" y="228070"/>
                  <a:pt x="273661" y="230676"/>
                  <a:pt x="266054" y="230676"/>
                </a:cubicBezTo>
                <a:cubicBezTo>
                  <a:pt x="256055" y="230676"/>
                  <a:pt x="248828" y="226601"/>
                  <a:pt x="244371" y="218449"/>
                </a:cubicBezTo>
                <a:cubicBezTo>
                  <a:pt x="239916" y="210190"/>
                  <a:pt x="237687" y="200898"/>
                  <a:pt x="237687" y="190573"/>
                </a:cubicBezTo>
                <a:cubicBezTo>
                  <a:pt x="237687" y="175249"/>
                  <a:pt x="242361" y="157697"/>
                  <a:pt x="251707" y="137918"/>
                </a:cubicBezTo>
                <a:cubicBezTo>
                  <a:pt x="261054" y="118029"/>
                  <a:pt x="273335" y="102052"/>
                  <a:pt x="288550" y="89989"/>
                </a:cubicBezTo>
                <a:cubicBezTo>
                  <a:pt x="301048" y="79991"/>
                  <a:pt x="312786" y="74990"/>
                  <a:pt x="323764" y="74990"/>
                </a:cubicBezTo>
                <a:cubicBezTo>
                  <a:pt x="329849" y="74990"/>
                  <a:pt x="334740" y="76783"/>
                  <a:pt x="338435" y="80369"/>
                </a:cubicBezTo>
                <a:cubicBezTo>
                  <a:pt x="342130" y="83847"/>
                  <a:pt x="344847" y="90260"/>
                  <a:pt x="346586" y="99608"/>
                </a:cubicBezTo>
                <a:lnTo>
                  <a:pt x="352455" y="79556"/>
                </a:lnTo>
                <a:lnTo>
                  <a:pt x="391092" y="77272"/>
                </a:lnTo>
                <a:moveTo>
                  <a:pt x="338924" y="108246"/>
                </a:moveTo>
                <a:cubicBezTo>
                  <a:pt x="338924" y="99443"/>
                  <a:pt x="337566" y="93087"/>
                  <a:pt x="334848" y="89174"/>
                </a:cubicBezTo>
                <a:cubicBezTo>
                  <a:pt x="332892" y="86455"/>
                  <a:pt x="330229" y="85097"/>
                  <a:pt x="326861" y="85097"/>
                </a:cubicBezTo>
                <a:cubicBezTo>
                  <a:pt x="323491" y="85097"/>
                  <a:pt x="320013" y="86728"/>
                  <a:pt x="316427" y="89989"/>
                </a:cubicBezTo>
                <a:cubicBezTo>
                  <a:pt x="309145" y="96727"/>
                  <a:pt x="301266" y="110420"/>
                  <a:pt x="292788" y="131070"/>
                </a:cubicBezTo>
                <a:cubicBezTo>
                  <a:pt x="284420" y="151611"/>
                  <a:pt x="280236" y="169381"/>
                  <a:pt x="280236" y="184378"/>
                </a:cubicBezTo>
                <a:cubicBezTo>
                  <a:pt x="280236" y="190138"/>
                  <a:pt x="281160" y="194323"/>
                  <a:pt x="283007" y="196931"/>
                </a:cubicBezTo>
                <a:cubicBezTo>
                  <a:pt x="284963" y="199431"/>
                  <a:pt x="287083" y="200682"/>
                  <a:pt x="289366" y="200682"/>
                </a:cubicBezTo>
                <a:cubicBezTo>
                  <a:pt x="294256" y="200682"/>
                  <a:pt x="299201" y="197855"/>
                  <a:pt x="304201" y="192203"/>
                </a:cubicBezTo>
                <a:cubicBezTo>
                  <a:pt x="311374" y="184162"/>
                  <a:pt x="317840" y="174325"/>
                  <a:pt x="323600" y="162696"/>
                </a:cubicBezTo>
                <a:cubicBezTo>
                  <a:pt x="333817" y="142265"/>
                  <a:pt x="338924" y="124115"/>
                  <a:pt x="338924" y="108246"/>
                </a:cubicBezTo>
                <a:moveTo>
                  <a:pt x="580198" y="0"/>
                </a:moveTo>
                <a:lnTo>
                  <a:pt x="527216" y="182423"/>
                </a:lnTo>
                <a:cubicBezTo>
                  <a:pt x="523846" y="193834"/>
                  <a:pt x="522161" y="200736"/>
                  <a:pt x="522161" y="203126"/>
                </a:cubicBezTo>
                <a:cubicBezTo>
                  <a:pt x="522161" y="204322"/>
                  <a:pt x="522596" y="205353"/>
                  <a:pt x="523465" y="206223"/>
                </a:cubicBezTo>
                <a:cubicBezTo>
                  <a:pt x="524335" y="207092"/>
                  <a:pt x="525260" y="207527"/>
                  <a:pt x="526237" y="207527"/>
                </a:cubicBezTo>
                <a:cubicBezTo>
                  <a:pt x="528085" y="207527"/>
                  <a:pt x="530204" y="206603"/>
                  <a:pt x="532595" y="204756"/>
                </a:cubicBezTo>
                <a:cubicBezTo>
                  <a:pt x="536617" y="201713"/>
                  <a:pt x="541507" y="195954"/>
                  <a:pt x="547268" y="187475"/>
                </a:cubicBezTo>
                <a:lnTo>
                  <a:pt x="553136" y="190573"/>
                </a:lnTo>
                <a:cubicBezTo>
                  <a:pt x="537812" y="217310"/>
                  <a:pt x="520966" y="230676"/>
                  <a:pt x="502599" y="230676"/>
                </a:cubicBezTo>
                <a:cubicBezTo>
                  <a:pt x="496078" y="230676"/>
                  <a:pt x="491024" y="228993"/>
                  <a:pt x="487438" y="225624"/>
                </a:cubicBezTo>
                <a:cubicBezTo>
                  <a:pt x="483960" y="222146"/>
                  <a:pt x="482221" y="217744"/>
                  <a:pt x="482221" y="212419"/>
                </a:cubicBezTo>
                <a:cubicBezTo>
                  <a:pt x="482221" y="207311"/>
                  <a:pt x="483635" y="200028"/>
                  <a:pt x="486460" y="190573"/>
                </a:cubicBezTo>
                <a:lnTo>
                  <a:pt x="491350" y="173945"/>
                </a:lnTo>
                <a:cubicBezTo>
                  <a:pt x="477766" y="197963"/>
                  <a:pt x="465973" y="213940"/>
                  <a:pt x="455975" y="221873"/>
                </a:cubicBezTo>
                <a:cubicBezTo>
                  <a:pt x="448367" y="227743"/>
                  <a:pt x="440977" y="230676"/>
                  <a:pt x="433804" y="230676"/>
                </a:cubicBezTo>
                <a:cubicBezTo>
                  <a:pt x="425652" y="230676"/>
                  <a:pt x="418751" y="227362"/>
                  <a:pt x="413100" y="220733"/>
                </a:cubicBezTo>
                <a:cubicBezTo>
                  <a:pt x="407557" y="214102"/>
                  <a:pt x="404786" y="204430"/>
                  <a:pt x="404786" y="191714"/>
                </a:cubicBezTo>
                <a:cubicBezTo>
                  <a:pt x="404786" y="175521"/>
                  <a:pt x="408372" y="159544"/>
                  <a:pt x="415545" y="143786"/>
                </a:cubicBezTo>
                <a:cubicBezTo>
                  <a:pt x="422718" y="128027"/>
                  <a:pt x="430978" y="114877"/>
                  <a:pt x="440325" y="104333"/>
                </a:cubicBezTo>
                <a:cubicBezTo>
                  <a:pt x="449780" y="93792"/>
                  <a:pt x="458746" y="86293"/>
                  <a:pt x="467223" y="81838"/>
                </a:cubicBezTo>
                <a:cubicBezTo>
                  <a:pt x="475809" y="77272"/>
                  <a:pt x="484231" y="74990"/>
                  <a:pt x="492491" y="74990"/>
                </a:cubicBezTo>
                <a:cubicBezTo>
                  <a:pt x="496731" y="74990"/>
                  <a:pt x="500480" y="75860"/>
                  <a:pt x="503740" y="77599"/>
                </a:cubicBezTo>
                <a:cubicBezTo>
                  <a:pt x="507109" y="79337"/>
                  <a:pt x="510913" y="82599"/>
                  <a:pt x="515151" y="87381"/>
                </a:cubicBezTo>
                <a:lnTo>
                  <a:pt x="527216" y="46787"/>
                </a:lnTo>
                <a:cubicBezTo>
                  <a:pt x="530150" y="36788"/>
                  <a:pt x="531617" y="29616"/>
                  <a:pt x="531617" y="25269"/>
                </a:cubicBezTo>
                <a:cubicBezTo>
                  <a:pt x="531617" y="22660"/>
                  <a:pt x="530639" y="20432"/>
                  <a:pt x="528682" y="18585"/>
                </a:cubicBezTo>
                <a:cubicBezTo>
                  <a:pt x="526726" y="16736"/>
                  <a:pt x="524118" y="15813"/>
                  <a:pt x="520857" y="15813"/>
                </a:cubicBezTo>
                <a:cubicBezTo>
                  <a:pt x="519336" y="15813"/>
                  <a:pt x="517434" y="15977"/>
                  <a:pt x="515151" y="16301"/>
                </a:cubicBezTo>
                <a:lnTo>
                  <a:pt x="516782" y="9945"/>
                </a:lnTo>
                <a:lnTo>
                  <a:pt x="570416" y="0"/>
                </a:lnTo>
                <a:lnTo>
                  <a:pt x="580198" y="0"/>
                </a:lnTo>
                <a:moveTo>
                  <a:pt x="508468" y="103356"/>
                </a:moveTo>
                <a:cubicBezTo>
                  <a:pt x="508468" y="96727"/>
                  <a:pt x="507164" y="91891"/>
                  <a:pt x="504556" y="88847"/>
                </a:cubicBezTo>
                <a:cubicBezTo>
                  <a:pt x="501947" y="85804"/>
                  <a:pt x="498904" y="84282"/>
                  <a:pt x="495426" y="84282"/>
                </a:cubicBezTo>
                <a:cubicBezTo>
                  <a:pt x="491948" y="84282"/>
                  <a:pt x="488199" y="86077"/>
                  <a:pt x="484177" y="89663"/>
                </a:cubicBezTo>
                <a:cubicBezTo>
                  <a:pt x="476461" y="96619"/>
                  <a:pt x="468364" y="110638"/>
                  <a:pt x="459888" y="131722"/>
                </a:cubicBezTo>
                <a:cubicBezTo>
                  <a:pt x="451518" y="152697"/>
                  <a:pt x="447334" y="170359"/>
                  <a:pt x="447334" y="184705"/>
                </a:cubicBezTo>
                <a:cubicBezTo>
                  <a:pt x="447334" y="189921"/>
                  <a:pt x="448258" y="193780"/>
                  <a:pt x="450106" y="196280"/>
                </a:cubicBezTo>
                <a:cubicBezTo>
                  <a:pt x="451953" y="198778"/>
                  <a:pt x="454019" y="200028"/>
                  <a:pt x="456301" y="200028"/>
                </a:cubicBezTo>
                <a:cubicBezTo>
                  <a:pt x="460105" y="200028"/>
                  <a:pt x="463908" y="198290"/>
                  <a:pt x="467712" y="194812"/>
                </a:cubicBezTo>
                <a:cubicBezTo>
                  <a:pt x="476950" y="186552"/>
                  <a:pt x="486026" y="172370"/>
                  <a:pt x="494936" y="152262"/>
                </a:cubicBezTo>
                <a:cubicBezTo>
                  <a:pt x="503958" y="132048"/>
                  <a:pt x="508468" y="115747"/>
                  <a:pt x="508468" y="103356"/>
                </a:cubicBez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7">
            <a:extLst xmlns:a="http://schemas.openxmlformats.org/drawingml/2006/main">
              <a:ext uri="{FF2B5EF4-FFF2-40B4-BE49-F238E27FC236}">
                <a16:creationId xmlns:a16="http://schemas.microsoft.com/office/drawing/2014/main" id="{73261466-BC01-4657-965A-4F33C54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177" y="4316080"/>
            <a:ext cx="2797144" cy="303222"/>
          </a:xfrm>
          <a:custGeom xmlns:a="http://schemas.openxmlformats.org/drawingml/2006/main">
            <a:pathLst>
              <a:path w="2797144" h="303222">
                <a:moveTo>
                  <a:pt x="103682" y="297192"/>
                </a:moveTo>
                <a:lnTo>
                  <a:pt x="103682" y="303222"/>
                </a:lnTo>
                <a:cubicBezTo>
                  <a:pt x="87272" y="294962"/>
                  <a:pt x="73578" y="285290"/>
                  <a:pt x="62601" y="274205"/>
                </a:cubicBezTo>
                <a:cubicBezTo>
                  <a:pt x="46951" y="258447"/>
                  <a:pt x="34887" y="239861"/>
                  <a:pt x="26409" y="218451"/>
                </a:cubicBezTo>
                <a:cubicBezTo>
                  <a:pt x="17933" y="197041"/>
                  <a:pt x="13694" y="174816"/>
                  <a:pt x="13694" y="151775"/>
                </a:cubicBezTo>
                <a:cubicBezTo>
                  <a:pt x="13694" y="118083"/>
                  <a:pt x="22008" y="87381"/>
                  <a:pt x="38637" y="59666"/>
                </a:cubicBezTo>
                <a:cubicBezTo>
                  <a:pt x="55265" y="31844"/>
                  <a:pt x="76947" y="11956"/>
                  <a:pt x="103682" y="0"/>
                </a:cubicBezTo>
                <a:lnTo>
                  <a:pt x="103682" y="6848"/>
                </a:lnTo>
                <a:cubicBezTo>
                  <a:pt x="90315" y="14238"/>
                  <a:pt x="79338" y="24345"/>
                  <a:pt x="70752" y="37171"/>
                </a:cubicBezTo>
                <a:cubicBezTo>
                  <a:pt x="62167" y="49994"/>
                  <a:pt x="55754" y="66241"/>
                  <a:pt x="51516" y="85915"/>
                </a:cubicBezTo>
                <a:cubicBezTo>
                  <a:pt x="47277" y="105586"/>
                  <a:pt x="45158" y="126126"/>
                  <a:pt x="45158" y="147536"/>
                </a:cubicBezTo>
                <a:cubicBezTo>
                  <a:pt x="45158" y="170793"/>
                  <a:pt x="46951" y="191933"/>
                  <a:pt x="50537" y="210953"/>
                </a:cubicBezTo>
                <a:cubicBezTo>
                  <a:pt x="53363" y="225950"/>
                  <a:pt x="56787" y="237960"/>
                  <a:pt x="60807" y="246979"/>
                </a:cubicBezTo>
                <a:cubicBezTo>
                  <a:pt x="64829" y="256109"/>
                  <a:pt x="70209" y="264857"/>
                  <a:pt x="76947" y="273228"/>
                </a:cubicBezTo>
                <a:cubicBezTo>
                  <a:pt x="83794" y="281596"/>
                  <a:pt x="92706" y="289583"/>
                  <a:pt x="103682" y="297192"/>
                </a:cubicBezTo>
                <a:moveTo>
                  <a:pt x="316102" y="5706"/>
                </a:moveTo>
                <a:lnTo>
                  <a:pt x="321807" y="75481"/>
                </a:lnTo>
                <a:lnTo>
                  <a:pt x="316102" y="75481"/>
                </a:lnTo>
                <a:cubicBezTo>
                  <a:pt x="310341" y="58092"/>
                  <a:pt x="302896" y="44996"/>
                  <a:pt x="293767" y="36191"/>
                </a:cubicBezTo>
                <a:cubicBezTo>
                  <a:pt x="280617" y="23475"/>
                  <a:pt x="263717" y="17119"/>
                  <a:pt x="243067" y="17119"/>
                </a:cubicBezTo>
                <a:cubicBezTo>
                  <a:pt x="214919" y="17119"/>
                  <a:pt x="193509" y="28258"/>
                  <a:pt x="178836" y="50537"/>
                </a:cubicBezTo>
                <a:cubicBezTo>
                  <a:pt x="166555" y="69339"/>
                  <a:pt x="160415" y="91728"/>
                  <a:pt x="160415" y="117704"/>
                </a:cubicBezTo>
                <a:cubicBezTo>
                  <a:pt x="160415" y="138787"/>
                  <a:pt x="164490" y="158024"/>
                  <a:pt x="172641" y="175413"/>
                </a:cubicBezTo>
                <a:cubicBezTo>
                  <a:pt x="180792" y="192802"/>
                  <a:pt x="191443" y="205572"/>
                  <a:pt x="204594" y="213724"/>
                </a:cubicBezTo>
                <a:cubicBezTo>
                  <a:pt x="217852" y="221765"/>
                  <a:pt x="231438" y="225788"/>
                  <a:pt x="245350" y="225788"/>
                </a:cubicBezTo>
                <a:cubicBezTo>
                  <a:pt x="253500" y="225788"/>
                  <a:pt x="261380" y="224754"/>
                  <a:pt x="268987" y="222691"/>
                </a:cubicBezTo>
                <a:cubicBezTo>
                  <a:pt x="276595" y="220625"/>
                  <a:pt x="283932" y="217582"/>
                  <a:pt x="290995" y="213561"/>
                </a:cubicBezTo>
                <a:lnTo>
                  <a:pt x="290995" y="149656"/>
                </a:lnTo>
                <a:cubicBezTo>
                  <a:pt x="290995" y="138569"/>
                  <a:pt x="290126" y="131343"/>
                  <a:pt x="288387" y="127973"/>
                </a:cubicBezTo>
                <a:cubicBezTo>
                  <a:pt x="286757" y="124495"/>
                  <a:pt x="284149" y="121887"/>
                  <a:pt x="280562" y="120148"/>
                </a:cubicBezTo>
                <a:cubicBezTo>
                  <a:pt x="277084" y="118301"/>
                  <a:pt x="270890" y="117377"/>
                  <a:pt x="261978" y="117377"/>
                </a:cubicBezTo>
                <a:lnTo>
                  <a:pt x="261978" y="111183"/>
                </a:lnTo>
                <a:lnTo>
                  <a:pt x="347565" y="111183"/>
                </a:lnTo>
                <a:lnTo>
                  <a:pt x="347565" y="117377"/>
                </a:lnTo>
                <a:lnTo>
                  <a:pt x="343489" y="117377"/>
                </a:lnTo>
                <a:cubicBezTo>
                  <a:pt x="335011" y="117377"/>
                  <a:pt x="329198" y="120202"/>
                  <a:pt x="326045" y="125854"/>
                </a:cubicBezTo>
                <a:cubicBezTo>
                  <a:pt x="323872" y="129874"/>
                  <a:pt x="322785" y="137810"/>
                  <a:pt x="322785" y="149656"/>
                </a:cubicBezTo>
                <a:lnTo>
                  <a:pt x="322785" y="217310"/>
                </a:lnTo>
                <a:cubicBezTo>
                  <a:pt x="310287" y="224049"/>
                  <a:pt x="297951" y="228993"/>
                  <a:pt x="285779" y="232144"/>
                </a:cubicBezTo>
                <a:cubicBezTo>
                  <a:pt x="273606" y="235296"/>
                  <a:pt x="260075" y="236872"/>
                  <a:pt x="245186" y="236872"/>
                </a:cubicBezTo>
                <a:cubicBezTo>
                  <a:pt x="202475" y="236872"/>
                  <a:pt x="170033" y="223179"/>
                  <a:pt x="147862" y="195791"/>
                </a:cubicBezTo>
                <a:cubicBezTo>
                  <a:pt x="131234" y="175251"/>
                  <a:pt x="122920" y="151557"/>
                  <a:pt x="122920" y="124714"/>
                </a:cubicBezTo>
                <a:cubicBezTo>
                  <a:pt x="122920" y="105259"/>
                  <a:pt x="127593" y="86620"/>
                  <a:pt x="136939" y="68796"/>
                </a:cubicBezTo>
                <a:cubicBezTo>
                  <a:pt x="148025" y="47604"/>
                  <a:pt x="163241" y="31301"/>
                  <a:pt x="182586" y="19889"/>
                </a:cubicBezTo>
                <a:cubicBezTo>
                  <a:pt x="198779" y="10434"/>
                  <a:pt x="217908" y="5706"/>
                  <a:pt x="239970" y="5706"/>
                </a:cubicBezTo>
                <a:cubicBezTo>
                  <a:pt x="248012" y="5706"/>
                  <a:pt x="255293" y="6359"/>
                  <a:pt x="261814" y="7663"/>
                </a:cubicBezTo>
                <a:cubicBezTo>
                  <a:pt x="268445" y="8967"/>
                  <a:pt x="277791" y="11848"/>
                  <a:pt x="289855" y="16303"/>
                </a:cubicBezTo>
                <a:cubicBezTo>
                  <a:pt x="295941" y="18585"/>
                  <a:pt x="300017" y="19727"/>
                  <a:pt x="302081" y="19727"/>
                </a:cubicBezTo>
                <a:cubicBezTo>
                  <a:pt x="304147" y="19727"/>
                  <a:pt x="305886" y="18802"/>
                  <a:pt x="307298" y="16955"/>
                </a:cubicBezTo>
                <a:cubicBezTo>
                  <a:pt x="308819" y="14999"/>
                  <a:pt x="309743" y="11249"/>
                  <a:pt x="310070" y="5706"/>
                </a:cubicBezTo>
                <a:lnTo>
                  <a:pt x="316102" y="5706"/>
                </a:lnTo>
                <a:moveTo>
                  <a:pt x="387995" y="138733"/>
                </a:moveTo>
                <a:cubicBezTo>
                  <a:pt x="387885" y="160905"/>
                  <a:pt x="393265" y="178294"/>
                  <a:pt x="404134" y="190901"/>
                </a:cubicBezTo>
                <a:cubicBezTo>
                  <a:pt x="415002" y="203506"/>
                  <a:pt x="427772" y="209811"/>
                  <a:pt x="442444" y="209811"/>
                </a:cubicBezTo>
                <a:cubicBezTo>
                  <a:pt x="452226" y="209811"/>
                  <a:pt x="460702" y="207148"/>
                  <a:pt x="467875" y="201824"/>
                </a:cubicBezTo>
                <a:cubicBezTo>
                  <a:pt x="475157" y="196388"/>
                  <a:pt x="481243" y="187151"/>
                  <a:pt x="486134" y="174109"/>
                </a:cubicBezTo>
                <a:lnTo>
                  <a:pt x="491187" y="177368"/>
                </a:lnTo>
                <a:cubicBezTo>
                  <a:pt x="488905" y="192259"/>
                  <a:pt x="482275" y="205844"/>
                  <a:pt x="471299" y="218125"/>
                </a:cubicBezTo>
                <a:cubicBezTo>
                  <a:pt x="460322" y="230297"/>
                  <a:pt x="446574" y="236384"/>
                  <a:pt x="430054" y="236384"/>
                </a:cubicBezTo>
                <a:cubicBezTo>
                  <a:pt x="412121" y="236384"/>
                  <a:pt x="396743" y="229428"/>
                  <a:pt x="383919" y="215517"/>
                </a:cubicBezTo>
                <a:cubicBezTo>
                  <a:pt x="371203" y="201497"/>
                  <a:pt x="364845" y="182695"/>
                  <a:pt x="364845" y="159112"/>
                </a:cubicBezTo>
                <a:cubicBezTo>
                  <a:pt x="364845" y="133571"/>
                  <a:pt x="371366" y="113681"/>
                  <a:pt x="384408" y="99445"/>
                </a:cubicBezTo>
                <a:cubicBezTo>
                  <a:pt x="397559" y="85099"/>
                  <a:pt x="414023" y="77925"/>
                  <a:pt x="433804" y="77925"/>
                </a:cubicBezTo>
                <a:cubicBezTo>
                  <a:pt x="450541" y="77925"/>
                  <a:pt x="464289" y="83468"/>
                  <a:pt x="475048" y="94553"/>
                </a:cubicBezTo>
                <a:cubicBezTo>
                  <a:pt x="485808" y="105532"/>
                  <a:pt x="491187" y="120256"/>
                  <a:pt x="491187" y="138733"/>
                </a:cubicBezTo>
                <a:lnTo>
                  <a:pt x="387995" y="138733"/>
                </a:lnTo>
                <a:moveTo>
                  <a:pt x="387995" y="129277"/>
                </a:moveTo>
                <a:lnTo>
                  <a:pt x="457116" y="129277"/>
                </a:lnTo>
                <a:cubicBezTo>
                  <a:pt x="456572" y="119713"/>
                  <a:pt x="455431" y="112976"/>
                  <a:pt x="453692" y="109063"/>
                </a:cubicBezTo>
                <a:cubicBezTo>
                  <a:pt x="450976" y="102977"/>
                  <a:pt x="446900" y="98195"/>
                  <a:pt x="441466" y="94717"/>
                </a:cubicBezTo>
                <a:cubicBezTo>
                  <a:pt x="436141" y="91240"/>
                  <a:pt x="430543" y="89501"/>
                  <a:pt x="424674" y="89501"/>
                </a:cubicBezTo>
                <a:cubicBezTo>
                  <a:pt x="415654" y="89501"/>
                  <a:pt x="407557" y="93033"/>
                  <a:pt x="400383" y="100096"/>
                </a:cubicBezTo>
                <a:cubicBezTo>
                  <a:pt x="393320" y="107052"/>
                  <a:pt x="389190" y="116778"/>
                  <a:pt x="387995" y="129277"/>
                </a:cubicBezTo>
                <a:moveTo>
                  <a:pt x="554766" y="109715"/>
                </a:moveTo>
                <a:cubicBezTo>
                  <a:pt x="572265" y="88631"/>
                  <a:pt x="588947" y="78089"/>
                  <a:pt x="604814" y="78089"/>
                </a:cubicBezTo>
                <a:cubicBezTo>
                  <a:pt x="612965" y="78089"/>
                  <a:pt x="619976" y="80153"/>
                  <a:pt x="625845" y="84284"/>
                </a:cubicBezTo>
                <a:cubicBezTo>
                  <a:pt x="631714" y="88305"/>
                  <a:pt x="636386" y="94988"/>
                  <a:pt x="639864" y="104336"/>
                </a:cubicBezTo>
                <a:cubicBezTo>
                  <a:pt x="642255" y="110857"/>
                  <a:pt x="643450" y="120855"/>
                  <a:pt x="643450" y="134332"/>
                </a:cubicBezTo>
                <a:lnTo>
                  <a:pt x="643450" y="198073"/>
                </a:lnTo>
                <a:cubicBezTo>
                  <a:pt x="643450" y="207529"/>
                  <a:pt x="644212" y="213940"/>
                  <a:pt x="645733" y="217310"/>
                </a:cubicBezTo>
                <a:cubicBezTo>
                  <a:pt x="646928" y="220026"/>
                  <a:pt x="648830" y="222146"/>
                  <a:pt x="651439" y="223668"/>
                </a:cubicBezTo>
                <a:cubicBezTo>
                  <a:pt x="654156" y="225189"/>
                  <a:pt x="659101" y="225950"/>
                  <a:pt x="666274" y="225950"/>
                </a:cubicBezTo>
                <a:lnTo>
                  <a:pt x="666274" y="231818"/>
                </a:lnTo>
                <a:lnTo>
                  <a:pt x="592424" y="231818"/>
                </a:lnTo>
                <a:lnTo>
                  <a:pt x="592424" y="225950"/>
                </a:lnTo>
                <a:lnTo>
                  <a:pt x="595522" y="225950"/>
                </a:lnTo>
                <a:cubicBezTo>
                  <a:pt x="602477" y="225950"/>
                  <a:pt x="607315" y="224918"/>
                  <a:pt x="610031" y="222853"/>
                </a:cubicBezTo>
                <a:cubicBezTo>
                  <a:pt x="612857" y="220679"/>
                  <a:pt x="614813" y="217528"/>
                  <a:pt x="615900" y="213397"/>
                </a:cubicBezTo>
                <a:cubicBezTo>
                  <a:pt x="616335" y="211766"/>
                  <a:pt x="616552" y="206660"/>
                  <a:pt x="616552" y="198073"/>
                </a:cubicBezTo>
                <a:lnTo>
                  <a:pt x="616552" y="136940"/>
                </a:lnTo>
                <a:cubicBezTo>
                  <a:pt x="616552" y="123353"/>
                  <a:pt x="614759" y="113519"/>
                  <a:pt x="611172" y="107433"/>
                </a:cubicBezTo>
                <a:cubicBezTo>
                  <a:pt x="607694" y="101238"/>
                  <a:pt x="601771" y="98141"/>
                  <a:pt x="593403" y="98141"/>
                </a:cubicBezTo>
                <a:cubicBezTo>
                  <a:pt x="580469" y="98141"/>
                  <a:pt x="567591" y="105205"/>
                  <a:pt x="554766" y="119333"/>
                </a:cubicBezTo>
                <a:lnTo>
                  <a:pt x="554766" y="198073"/>
                </a:lnTo>
                <a:cubicBezTo>
                  <a:pt x="554766" y="208180"/>
                  <a:pt x="555364" y="214431"/>
                  <a:pt x="556560" y="216821"/>
                </a:cubicBezTo>
                <a:cubicBezTo>
                  <a:pt x="558081" y="219972"/>
                  <a:pt x="560146" y="222310"/>
                  <a:pt x="562755" y="223831"/>
                </a:cubicBezTo>
                <a:cubicBezTo>
                  <a:pt x="565471" y="225243"/>
                  <a:pt x="570905" y="225950"/>
                  <a:pt x="579057" y="225950"/>
                </a:cubicBezTo>
                <a:lnTo>
                  <a:pt x="579057" y="231818"/>
                </a:lnTo>
                <a:lnTo>
                  <a:pt x="505208" y="231818"/>
                </a:lnTo>
                <a:lnTo>
                  <a:pt x="505208" y="225950"/>
                </a:lnTo>
                <a:lnTo>
                  <a:pt x="508468" y="225950"/>
                </a:lnTo>
                <a:cubicBezTo>
                  <a:pt x="516076" y="225950"/>
                  <a:pt x="521184" y="224049"/>
                  <a:pt x="523792" y="220244"/>
                </a:cubicBezTo>
                <a:cubicBezTo>
                  <a:pt x="526510" y="216332"/>
                  <a:pt x="527868" y="208941"/>
                  <a:pt x="527868" y="198073"/>
                </a:cubicBezTo>
                <a:lnTo>
                  <a:pt x="527868" y="142646"/>
                </a:lnTo>
                <a:cubicBezTo>
                  <a:pt x="527868" y="124714"/>
                  <a:pt x="527433" y="113791"/>
                  <a:pt x="526564" y="109879"/>
                </a:cubicBezTo>
                <a:cubicBezTo>
                  <a:pt x="525802" y="105966"/>
                  <a:pt x="524553" y="103302"/>
                  <a:pt x="522814" y="101889"/>
                </a:cubicBezTo>
                <a:cubicBezTo>
                  <a:pt x="521184" y="100477"/>
                  <a:pt x="518956" y="99770"/>
                  <a:pt x="516130" y="99770"/>
                </a:cubicBezTo>
                <a:cubicBezTo>
                  <a:pt x="513087" y="99770"/>
                  <a:pt x="509446" y="100585"/>
                  <a:pt x="505208" y="102216"/>
                </a:cubicBezTo>
                <a:lnTo>
                  <a:pt x="502763" y="96346"/>
                </a:lnTo>
                <a:lnTo>
                  <a:pt x="547756" y="78089"/>
                </a:lnTo>
                <a:lnTo>
                  <a:pt x="554766" y="78089"/>
                </a:lnTo>
                <a:lnTo>
                  <a:pt x="554766" y="109715"/>
                </a:lnTo>
                <a:moveTo>
                  <a:pt x="703280" y="138733"/>
                </a:moveTo>
                <a:cubicBezTo>
                  <a:pt x="703172" y="160905"/>
                  <a:pt x="708551" y="178294"/>
                  <a:pt x="719419" y="190901"/>
                </a:cubicBezTo>
                <a:cubicBezTo>
                  <a:pt x="730287" y="203506"/>
                  <a:pt x="743058" y="209811"/>
                  <a:pt x="757730" y="209811"/>
                </a:cubicBezTo>
                <a:cubicBezTo>
                  <a:pt x="767511" y="209811"/>
                  <a:pt x="775988" y="207148"/>
                  <a:pt x="783161" y="201824"/>
                </a:cubicBezTo>
                <a:cubicBezTo>
                  <a:pt x="790443" y="196388"/>
                  <a:pt x="796529" y="187151"/>
                  <a:pt x="801420" y="174109"/>
                </a:cubicBezTo>
                <a:lnTo>
                  <a:pt x="806474" y="177368"/>
                </a:lnTo>
                <a:cubicBezTo>
                  <a:pt x="804191" y="192259"/>
                  <a:pt x="797562" y="205844"/>
                  <a:pt x="786585" y="218125"/>
                </a:cubicBezTo>
                <a:cubicBezTo>
                  <a:pt x="775608" y="230297"/>
                  <a:pt x="761859" y="236384"/>
                  <a:pt x="745340" y="236384"/>
                </a:cubicBezTo>
                <a:cubicBezTo>
                  <a:pt x="727408" y="236384"/>
                  <a:pt x="712029" y="229428"/>
                  <a:pt x="699204" y="215517"/>
                </a:cubicBezTo>
                <a:cubicBezTo>
                  <a:pt x="686489" y="201497"/>
                  <a:pt x="680131" y="182695"/>
                  <a:pt x="680131" y="159112"/>
                </a:cubicBezTo>
                <a:cubicBezTo>
                  <a:pt x="680131" y="133571"/>
                  <a:pt x="686652" y="113681"/>
                  <a:pt x="699694" y="99445"/>
                </a:cubicBezTo>
                <a:cubicBezTo>
                  <a:pt x="712844" y="85099"/>
                  <a:pt x="729310" y="77925"/>
                  <a:pt x="749090" y="77925"/>
                </a:cubicBezTo>
                <a:cubicBezTo>
                  <a:pt x="765826" y="77925"/>
                  <a:pt x="779574" y="83468"/>
                  <a:pt x="790334" y="94553"/>
                </a:cubicBezTo>
                <a:cubicBezTo>
                  <a:pt x="801093" y="105532"/>
                  <a:pt x="806474" y="120256"/>
                  <a:pt x="806474" y="138733"/>
                </a:cubicBezTo>
                <a:lnTo>
                  <a:pt x="703280" y="138733"/>
                </a:lnTo>
                <a:moveTo>
                  <a:pt x="703280" y="129277"/>
                </a:moveTo>
                <a:lnTo>
                  <a:pt x="772402" y="129277"/>
                </a:lnTo>
                <a:cubicBezTo>
                  <a:pt x="771858" y="119713"/>
                  <a:pt x="770717" y="112976"/>
                  <a:pt x="768978" y="109063"/>
                </a:cubicBezTo>
                <a:cubicBezTo>
                  <a:pt x="766261" y="102977"/>
                  <a:pt x="762186" y="98195"/>
                  <a:pt x="756752" y="94717"/>
                </a:cubicBezTo>
                <a:cubicBezTo>
                  <a:pt x="751426" y="91240"/>
                  <a:pt x="745830" y="89501"/>
                  <a:pt x="739961" y="89501"/>
                </a:cubicBezTo>
                <a:cubicBezTo>
                  <a:pt x="730939" y="89501"/>
                  <a:pt x="722843" y="93033"/>
                  <a:pt x="715670" y="100096"/>
                </a:cubicBezTo>
                <a:cubicBezTo>
                  <a:pt x="708606" y="107052"/>
                  <a:pt x="704476" y="116778"/>
                  <a:pt x="703280" y="129277"/>
                </a:cubicBezTo>
                <a:moveTo>
                  <a:pt x="870216" y="78089"/>
                </a:moveTo>
                <a:lnTo>
                  <a:pt x="870216" y="111672"/>
                </a:lnTo>
                <a:cubicBezTo>
                  <a:pt x="882714" y="89282"/>
                  <a:pt x="895538" y="78089"/>
                  <a:pt x="908688" y="78089"/>
                </a:cubicBezTo>
                <a:cubicBezTo>
                  <a:pt x="914667" y="78089"/>
                  <a:pt x="919611" y="79936"/>
                  <a:pt x="923523" y="83631"/>
                </a:cubicBezTo>
                <a:cubicBezTo>
                  <a:pt x="927436" y="87219"/>
                  <a:pt x="929392" y="91402"/>
                  <a:pt x="929392" y="96184"/>
                </a:cubicBezTo>
                <a:cubicBezTo>
                  <a:pt x="929392" y="100423"/>
                  <a:pt x="927980" y="104009"/>
                  <a:pt x="925154" y="106944"/>
                </a:cubicBezTo>
                <a:cubicBezTo>
                  <a:pt x="922328" y="109879"/>
                  <a:pt x="918959" y="111345"/>
                  <a:pt x="915046" y="111345"/>
                </a:cubicBezTo>
                <a:cubicBezTo>
                  <a:pt x="911243" y="111345"/>
                  <a:pt x="906950" y="109498"/>
                  <a:pt x="902167" y="105802"/>
                </a:cubicBezTo>
                <a:cubicBezTo>
                  <a:pt x="897495" y="101998"/>
                  <a:pt x="894017" y="100096"/>
                  <a:pt x="891734" y="100096"/>
                </a:cubicBezTo>
                <a:cubicBezTo>
                  <a:pt x="889778" y="100096"/>
                  <a:pt x="887659" y="101184"/>
                  <a:pt x="885376" y="103358"/>
                </a:cubicBezTo>
                <a:cubicBezTo>
                  <a:pt x="880486" y="107813"/>
                  <a:pt x="875433" y="115150"/>
                  <a:pt x="870216" y="125365"/>
                </a:cubicBezTo>
                <a:lnTo>
                  <a:pt x="870216" y="196931"/>
                </a:lnTo>
                <a:cubicBezTo>
                  <a:pt x="870216" y="205191"/>
                  <a:pt x="871247" y="211442"/>
                  <a:pt x="873313" y="215679"/>
                </a:cubicBezTo>
                <a:cubicBezTo>
                  <a:pt x="874725" y="218614"/>
                  <a:pt x="877226" y="221060"/>
                  <a:pt x="880812" y="223015"/>
                </a:cubicBezTo>
                <a:cubicBezTo>
                  <a:pt x="884399" y="224972"/>
                  <a:pt x="889560" y="225950"/>
                  <a:pt x="896299" y="225950"/>
                </a:cubicBezTo>
                <a:lnTo>
                  <a:pt x="896299" y="231818"/>
                </a:lnTo>
                <a:lnTo>
                  <a:pt x="819841" y="231818"/>
                </a:lnTo>
                <a:lnTo>
                  <a:pt x="819841" y="225950"/>
                </a:lnTo>
                <a:cubicBezTo>
                  <a:pt x="827449" y="225950"/>
                  <a:pt x="833100" y="224754"/>
                  <a:pt x="836796" y="222364"/>
                </a:cubicBezTo>
                <a:cubicBezTo>
                  <a:pt x="839513" y="220625"/>
                  <a:pt x="841414" y="217852"/>
                  <a:pt x="842501" y="214050"/>
                </a:cubicBezTo>
                <a:cubicBezTo>
                  <a:pt x="843045" y="212201"/>
                  <a:pt x="843316" y="206930"/>
                  <a:pt x="843316" y="198235"/>
                </a:cubicBezTo>
                <a:lnTo>
                  <a:pt x="843316" y="140364"/>
                </a:lnTo>
                <a:cubicBezTo>
                  <a:pt x="843316" y="122975"/>
                  <a:pt x="842936" y="112650"/>
                  <a:pt x="842176" y="109388"/>
                </a:cubicBezTo>
                <a:cubicBezTo>
                  <a:pt x="841523" y="106020"/>
                  <a:pt x="840219" y="103574"/>
                  <a:pt x="838263" y="102054"/>
                </a:cubicBezTo>
                <a:cubicBezTo>
                  <a:pt x="836415" y="100531"/>
                  <a:pt x="834079" y="99770"/>
                  <a:pt x="831253" y="99770"/>
                </a:cubicBezTo>
                <a:cubicBezTo>
                  <a:pt x="827884" y="99770"/>
                  <a:pt x="824080" y="100585"/>
                  <a:pt x="819841" y="102216"/>
                </a:cubicBezTo>
                <a:lnTo>
                  <a:pt x="818211" y="96346"/>
                </a:lnTo>
                <a:lnTo>
                  <a:pt x="863368" y="78089"/>
                </a:lnTo>
                <a:lnTo>
                  <a:pt x="870216" y="78089"/>
                </a:lnTo>
                <a:moveTo>
                  <a:pt x="1022316" y="210300"/>
                </a:moveTo>
                <a:cubicBezTo>
                  <a:pt x="1006992" y="222146"/>
                  <a:pt x="997373" y="228993"/>
                  <a:pt x="993461" y="230840"/>
                </a:cubicBezTo>
                <a:cubicBezTo>
                  <a:pt x="987591" y="233557"/>
                  <a:pt x="981343" y="234917"/>
                  <a:pt x="974712" y="234917"/>
                </a:cubicBezTo>
                <a:cubicBezTo>
                  <a:pt x="964388" y="234917"/>
                  <a:pt x="955857" y="231383"/>
                  <a:pt x="949118" y="224319"/>
                </a:cubicBezTo>
                <a:cubicBezTo>
                  <a:pt x="942488" y="217255"/>
                  <a:pt x="939174" y="207964"/>
                  <a:pt x="939174" y="196442"/>
                </a:cubicBezTo>
                <a:cubicBezTo>
                  <a:pt x="939174" y="189162"/>
                  <a:pt x="940804" y="182858"/>
                  <a:pt x="944065" y="177533"/>
                </a:cubicBezTo>
                <a:cubicBezTo>
                  <a:pt x="948520" y="170142"/>
                  <a:pt x="956237" y="163187"/>
                  <a:pt x="967214" y="156666"/>
                </a:cubicBezTo>
                <a:cubicBezTo>
                  <a:pt x="978300" y="150145"/>
                  <a:pt x="996666" y="142211"/>
                  <a:pt x="1022316" y="132863"/>
                </a:cubicBezTo>
                <a:lnTo>
                  <a:pt x="1022316" y="126996"/>
                </a:lnTo>
                <a:cubicBezTo>
                  <a:pt x="1022316" y="112107"/>
                  <a:pt x="1019925" y="101889"/>
                  <a:pt x="1015143" y="96346"/>
                </a:cubicBezTo>
                <a:cubicBezTo>
                  <a:pt x="1010470" y="90805"/>
                  <a:pt x="1003622" y="88032"/>
                  <a:pt x="994602" y="88032"/>
                </a:cubicBezTo>
                <a:cubicBezTo>
                  <a:pt x="987754" y="88032"/>
                  <a:pt x="982320" y="89881"/>
                  <a:pt x="978300" y="93575"/>
                </a:cubicBezTo>
                <a:cubicBezTo>
                  <a:pt x="974170" y="97272"/>
                  <a:pt x="972104" y="101509"/>
                  <a:pt x="972104" y="106291"/>
                </a:cubicBezTo>
                <a:lnTo>
                  <a:pt x="972431" y="115747"/>
                </a:lnTo>
                <a:cubicBezTo>
                  <a:pt x="972431" y="120745"/>
                  <a:pt x="971126" y="124604"/>
                  <a:pt x="968518" y="127322"/>
                </a:cubicBezTo>
                <a:cubicBezTo>
                  <a:pt x="966018" y="130039"/>
                  <a:pt x="962703" y="131397"/>
                  <a:pt x="958573" y="131397"/>
                </a:cubicBezTo>
                <a:cubicBezTo>
                  <a:pt x="954553" y="131397"/>
                  <a:pt x="951238" y="129985"/>
                  <a:pt x="948630" y="127158"/>
                </a:cubicBezTo>
                <a:cubicBezTo>
                  <a:pt x="946129" y="124333"/>
                  <a:pt x="944879" y="120475"/>
                  <a:pt x="944879" y="115584"/>
                </a:cubicBezTo>
                <a:cubicBezTo>
                  <a:pt x="944879" y="106237"/>
                  <a:pt x="949661" y="97650"/>
                  <a:pt x="959225" y="89827"/>
                </a:cubicBezTo>
                <a:cubicBezTo>
                  <a:pt x="968790" y="82002"/>
                  <a:pt x="982212" y="78089"/>
                  <a:pt x="999492" y="78089"/>
                </a:cubicBezTo>
                <a:cubicBezTo>
                  <a:pt x="1012751" y="78089"/>
                  <a:pt x="1023620" y="80317"/>
                  <a:pt x="1032097" y="84773"/>
                </a:cubicBezTo>
                <a:cubicBezTo>
                  <a:pt x="1038509" y="88142"/>
                  <a:pt x="1043237" y="93413"/>
                  <a:pt x="1046280" y="100585"/>
                </a:cubicBezTo>
                <a:cubicBezTo>
                  <a:pt x="1048236" y="105259"/>
                  <a:pt x="1049214" y="114823"/>
                  <a:pt x="1049214" y="129277"/>
                </a:cubicBezTo>
                <a:lnTo>
                  <a:pt x="1049214" y="179977"/>
                </a:lnTo>
                <a:cubicBezTo>
                  <a:pt x="1049214" y="194215"/>
                  <a:pt x="1049486" y="202963"/>
                  <a:pt x="1050029" y="206225"/>
                </a:cubicBezTo>
                <a:cubicBezTo>
                  <a:pt x="1050573" y="209376"/>
                  <a:pt x="1051443" y="211496"/>
                  <a:pt x="1052638" y="212582"/>
                </a:cubicBezTo>
                <a:cubicBezTo>
                  <a:pt x="1053942" y="213669"/>
                  <a:pt x="1055409" y="214212"/>
                  <a:pt x="1057039" y="214212"/>
                </a:cubicBezTo>
                <a:cubicBezTo>
                  <a:pt x="1058778" y="214212"/>
                  <a:pt x="1060299" y="213832"/>
                  <a:pt x="1061604" y="213070"/>
                </a:cubicBezTo>
                <a:cubicBezTo>
                  <a:pt x="1063887" y="211658"/>
                  <a:pt x="1068288" y="207691"/>
                  <a:pt x="1074809" y="201170"/>
                </a:cubicBezTo>
                <a:lnTo>
                  <a:pt x="1074809" y="210300"/>
                </a:lnTo>
                <a:cubicBezTo>
                  <a:pt x="1062636" y="226603"/>
                  <a:pt x="1051008" y="234753"/>
                  <a:pt x="1039922" y="234753"/>
                </a:cubicBezTo>
                <a:cubicBezTo>
                  <a:pt x="1034596" y="234753"/>
                  <a:pt x="1030358" y="232906"/>
                  <a:pt x="1027206" y="229210"/>
                </a:cubicBezTo>
                <a:cubicBezTo>
                  <a:pt x="1024054" y="225515"/>
                  <a:pt x="1022424" y="219213"/>
                  <a:pt x="1022316" y="210300"/>
                </a:cubicBezTo>
                <a:moveTo>
                  <a:pt x="1022316" y="199704"/>
                </a:moveTo>
                <a:lnTo>
                  <a:pt x="1022316" y="142808"/>
                </a:lnTo>
                <a:cubicBezTo>
                  <a:pt x="1005905" y="149329"/>
                  <a:pt x="995308" y="153949"/>
                  <a:pt x="990526" y="156666"/>
                </a:cubicBezTo>
                <a:cubicBezTo>
                  <a:pt x="981941" y="161448"/>
                  <a:pt x="975799" y="166446"/>
                  <a:pt x="972104" y="171663"/>
                </a:cubicBezTo>
                <a:cubicBezTo>
                  <a:pt x="968409" y="176880"/>
                  <a:pt x="966562" y="182585"/>
                  <a:pt x="966562" y="188782"/>
                </a:cubicBezTo>
                <a:cubicBezTo>
                  <a:pt x="966562" y="196607"/>
                  <a:pt x="968899" y="203128"/>
                  <a:pt x="973572" y="208344"/>
                </a:cubicBezTo>
                <a:cubicBezTo>
                  <a:pt x="978245" y="213451"/>
                  <a:pt x="983624" y="216005"/>
                  <a:pt x="989711" y="216005"/>
                </a:cubicBezTo>
                <a:cubicBezTo>
                  <a:pt x="997971" y="216005"/>
                  <a:pt x="1008839" y="210572"/>
                  <a:pt x="1022316" y="199704"/>
                </a:cubicBezTo>
                <a:moveTo>
                  <a:pt x="1129422" y="33420"/>
                </a:moveTo>
                <a:lnTo>
                  <a:pt x="1129422" y="82491"/>
                </a:lnTo>
                <a:lnTo>
                  <a:pt x="1164308" y="82491"/>
                </a:lnTo>
                <a:lnTo>
                  <a:pt x="1164308" y="93902"/>
                </a:lnTo>
                <a:lnTo>
                  <a:pt x="1129422" y="93902"/>
                </a:lnTo>
                <a:lnTo>
                  <a:pt x="1129422" y="190737"/>
                </a:lnTo>
                <a:cubicBezTo>
                  <a:pt x="1129422" y="200409"/>
                  <a:pt x="1130780" y="206930"/>
                  <a:pt x="1133497" y="210300"/>
                </a:cubicBezTo>
                <a:cubicBezTo>
                  <a:pt x="1136322" y="213669"/>
                  <a:pt x="1139909" y="215354"/>
                  <a:pt x="1144257" y="215354"/>
                </a:cubicBezTo>
                <a:cubicBezTo>
                  <a:pt x="1147843" y="215354"/>
                  <a:pt x="1151321" y="214266"/>
                  <a:pt x="1154690" y="212093"/>
                </a:cubicBezTo>
                <a:cubicBezTo>
                  <a:pt x="1158059" y="209811"/>
                  <a:pt x="1160667" y="206495"/>
                  <a:pt x="1162515" y="202148"/>
                </a:cubicBezTo>
                <a:lnTo>
                  <a:pt x="1168873" y="202148"/>
                </a:lnTo>
                <a:cubicBezTo>
                  <a:pt x="1165069" y="212800"/>
                  <a:pt x="1159690" y="220841"/>
                  <a:pt x="1152734" y="226277"/>
                </a:cubicBezTo>
                <a:cubicBezTo>
                  <a:pt x="1145778" y="231602"/>
                  <a:pt x="1138605" y="234264"/>
                  <a:pt x="1131215" y="234264"/>
                </a:cubicBezTo>
                <a:cubicBezTo>
                  <a:pt x="1126215" y="234264"/>
                  <a:pt x="1121324" y="232906"/>
                  <a:pt x="1116543" y="230189"/>
                </a:cubicBezTo>
                <a:cubicBezTo>
                  <a:pt x="1111761" y="227362"/>
                  <a:pt x="1108228" y="223396"/>
                  <a:pt x="1105946" y="218287"/>
                </a:cubicBezTo>
                <a:cubicBezTo>
                  <a:pt x="1103664" y="213070"/>
                  <a:pt x="1102522" y="205083"/>
                  <a:pt x="1102522" y="194323"/>
                </a:cubicBezTo>
                <a:lnTo>
                  <a:pt x="1102522" y="93902"/>
                </a:lnTo>
                <a:lnTo>
                  <a:pt x="1078885" y="93902"/>
                </a:lnTo>
                <a:lnTo>
                  <a:pt x="1078885" y="88523"/>
                </a:lnTo>
                <a:cubicBezTo>
                  <a:pt x="1084862" y="86131"/>
                  <a:pt x="1090948" y="82110"/>
                  <a:pt x="1097143" y="76459"/>
                </a:cubicBezTo>
                <a:cubicBezTo>
                  <a:pt x="1103446" y="70699"/>
                  <a:pt x="1109043" y="63906"/>
                  <a:pt x="1113935" y="56080"/>
                </a:cubicBezTo>
                <a:cubicBezTo>
                  <a:pt x="1116434" y="51951"/>
                  <a:pt x="1119912" y="44397"/>
                  <a:pt x="1124367" y="33420"/>
                </a:cubicBezTo>
                <a:lnTo>
                  <a:pt x="1129422" y="33420"/>
                </a:lnTo>
                <a:moveTo>
                  <a:pt x="1204085" y="138733"/>
                </a:moveTo>
                <a:cubicBezTo>
                  <a:pt x="1203977" y="160905"/>
                  <a:pt x="1209357" y="178294"/>
                  <a:pt x="1220225" y="190901"/>
                </a:cubicBezTo>
                <a:cubicBezTo>
                  <a:pt x="1231093" y="203506"/>
                  <a:pt x="1243863" y="209811"/>
                  <a:pt x="1258535" y="209811"/>
                </a:cubicBezTo>
                <a:cubicBezTo>
                  <a:pt x="1268316" y="209811"/>
                  <a:pt x="1276794" y="207148"/>
                  <a:pt x="1283967" y="201824"/>
                </a:cubicBezTo>
                <a:cubicBezTo>
                  <a:pt x="1291249" y="196388"/>
                  <a:pt x="1297335" y="187151"/>
                  <a:pt x="1302225" y="174109"/>
                </a:cubicBezTo>
                <a:lnTo>
                  <a:pt x="1307279" y="177368"/>
                </a:lnTo>
                <a:cubicBezTo>
                  <a:pt x="1304997" y="192259"/>
                  <a:pt x="1298367" y="205844"/>
                  <a:pt x="1287390" y="218125"/>
                </a:cubicBezTo>
                <a:cubicBezTo>
                  <a:pt x="1276414" y="230297"/>
                  <a:pt x="1262665" y="236384"/>
                  <a:pt x="1246146" y="236384"/>
                </a:cubicBezTo>
                <a:cubicBezTo>
                  <a:pt x="1228213" y="236384"/>
                  <a:pt x="1212835" y="229428"/>
                  <a:pt x="1200010" y="215517"/>
                </a:cubicBezTo>
                <a:cubicBezTo>
                  <a:pt x="1187294" y="201497"/>
                  <a:pt x="1180936" y="182695"/>
                  <a:pt x="1180936" y="159112"/>
                </a:cubicBezTo>
                <a:cubicBezTo>
                  <a:pt x="1180936" y="133571"/>
                  <a:pt x="1187457" y="113681"/>
                  <a:pt x="1200499" y="99445"/>
                </a:cubicBezTo>
                <a:cubicBezTo>
                  <a:pt x="1213649" y="85099"/>
                  <a:pt x="1230115" y="77925"/>
                  <a:pt x="1249895" y="77925"/>
                </a:cubicBezTo>
                <a:cubicBezTo>
                  <a:pt x="1266633" y="77925"/>
                  <a:pt x="1280381" y="83468"/>
                  <a:pt x="1291140" y="94553"/>
                </a:cubicBezTo>
                <a:cubicBezTo>
                  <a:pt x="1301900" y="105532"/>
                  <a:pt x="1307279" y="120256"/>
                  <a:pt x="1307279" y="138733"/>
                </a:cubicBezTo>
                <a:lnTo>
                  <a:pt x="1204085" y="138733"/>
                </a:lnTo>
                <a:moveTo>
                  <a:pt x="1204085" y="129277"/>
                </a:moveTo>
                <a:lnTo>
                  <a:pt x="1273208" y="129277"/>
                </a:lnTo>
                <a:cubicBezTo>
                  <a:pt x="1272664" y="119713"/>
                  <a:pt x="1271523" y="112976"/>
                  <a:pt x="1269784" y="109063"/>
                </a:cubicBezTo>
                <a:cubicBezTo>
                  <a:pt x="1267067" y="102977"/>
                  <a:pt x="1262991" y="98195"/>
                  <a:pt x="1257557" y="94717"/>
                </a:cubicBezTo>
                <a:cubicBezTo>
                  <a:pt x="1252232" y="91240"/>
                  <a:pt x="1246635" y="89501"/>
                  <a:pt x="1240766" y="89501"/>
                </a:cubicBezTo>
                <a:cubicBezTo>
                  <a:pt x="1231746" y="89501"/>
                  <a:pt x="1223648" y="93033"/>
                  <a:pt x="1216475" y="100096"/>
                </a:cubicBezTo>
                <a:cubicBezTo>
                  <a:pt x="1209411" y="107052"/>
                  <a:pt x="1205281" y="116778"/>
                  <a:pt x="1204085" y="129277"/>
                </a:cubicBezTo>
                <a:moveTo>
                  <a:pt x="1432807" y="215028"/>
                </a:moveTo>
                <a:cubicBezTo>
                  <a:pt x="1425525" y="222634"/>
                  <a:pt x="1418406" y="228124"/>
                  <a:pt x="1411451" y="231493"/>
                </a:cubicBezTo>
                <a:cubicBezTo>
                  <a:pt x="1404495" y="234753"/>
                  <a:pt x="1396996" y="236384"/>
                  <a:pt x="1388953" y="236384"/>
                </a:cubicBezTo>
                <a:cubicBezTo>
                  <a:pt x="1372651" y="236384"/>
                  <a:pt x="1358414" y="229590"/>
                  <a:pt x="1346241" y="216005"/>
                </a:cubicBezTo>
                <a:cubicBezTo>
                  <a:pt x="1334069" y="202312"/>
                  <a:pt x="1327983" y="184759"/>
                  <a:pt x="1327983" y="163349"/>
                </a:cubicBezTo>
                <a:cubicBezTo>
                  <a:pt x="1327983" y="141939"/>
                  <a:pt x="1334721" y="122376"/>
                  <a:pt x="1348198" y="104662"/>
                </a:cubicBezTo>
                <a:cubicBezTo>
                  <a:pt x="1361674" y="86838"/>
                  <a:pt x="1379010" y="77925"/>
                  <a:pt x="1400202" y="77925"/>
                </a:cubicBezTo>
                <a:cubicBezTo>
                  <a:pt x="1413352" y="77925"/>
                  <a:pt x="1424221" y="82110"/>
                  <a:pt x="1432807" y="90478"/>
                </a:cubicBezTo>
                <a:lnTo>
                  <a:pt x="1432807" y="62928"/>
                </a:lnTo>
                <a:cubicBezTo>
                  <a:pt x="1432807" y="45865"/>
                  <a:pt x="1432372" y="35378"/>
                  <a:pt x="1431503" y="31465"/>
                </a:cubicBezTo>
                <a:cubicBezTo>
                  <a:pt x="1430742" y="27552"/>
                  <a:pt x="1429492" y="24888"/>
                  <a:pt x="1427753" y="23475"/>
                </a:cubicBezTo>
                <a:cubicBezTo>
                  <a:pt x="1426014" y="22063"/>
                  <a:pt x="1423841" y="21356"/>
                  <a:pt x="1421233" y="21356"/>
                </a:cubicBezTo>
                <a:cubicBezTo>
                  <a:pt x="1418406" y="21356"/>
                  <a:pt x="1414656" y="22225"/>
                  <a:pt x="1409984" y="23964"/>
                </a:cubicBezTo>
                <a:lnTo>
                  <a:pt x="1407864" y="18259"/>
                </a:lnTo>
                <a:lnTo>
                  <a:pt x="1452369" y="0"/>
                </a:lnTo>
                <a:lnTo>
                  <a:pt x="1459705" y="0"/>
                </a:lnTo>
                <a:lnTo>
                  <a:pt x="1459705" y="172642"/>
                </a:lnTo>
                <a:cubicBezTo>
                  <a:pt x="1459705" y="190140"/>
                  <a:pt x="1460086" y="200844"/>
                  <a:pt x="1460846" y="204756"/>
                </a:cubicBezTo>
                <a:cubicBezTo>
                  <a:pt x="1461716" y="208561"/>
                  <a:pt x="1463020" y="211223"/>
                  <a:pt x="1464759" y="212746"/>
                </a:cubicBezTo>
                <a:cubicBezTo>
                  <a:pt x="1466607" y="214266"/>
                  <a:pt x="1468726" y="215028"/>
                  <a:pt x="1471116" y="215028"/>
                </a:cubicBezTo>
                <a:cubicBezTo>
                  <a:pt x="1474051" y="215028"/>
                  <a:pt x="1477964" y="214104"/>
                  <a:pt x="1482854" y="212257"/>
                </a:cubicBezTo>
                <a:lnTo>
                  <a:pt x="1484648" y="217963"/>
                </a:lnTo>
                <a:lnTo>
                  <a:pt x="1440306" y="236384"/>
                </a:lnTo>
                <a:lnTo>
                  <a:pt x="1432807" y="236384"/>
                </a:lnTo>
                <a:lnTo>
                  <a:pt x="1432807" y="215028"/>
                </a:lnTo>
                <a:moveTo>
                  <a:pt x="1432807" y="203617"/>
                </a:moveTo>
                <a:lnTo>
                  <a:pt x="1432807" y="126669"/>
                </a:lnTo>
                <a:cubicBezTo>
                  <a:pt x="1432155" y="119279"/>
                  <a:pt x="1430199" y="112541"/>
                  <a:pt x="1426938" y="106455"/>
                </a:cubicBezTo>
                <a:cubicBezTo>
                  <a:pt x="1423678" y="100369"/>
                  <a:pt x="1419330" y="95803"/>
                  <a:pt x="1413896" y="92760"/>
                </a:cubicBezTo>
                <a:cubicBezTo>
                  <a:pt x="1408570" y="89609"/>
                  <a:pt x="1403353" y="88032"/>
                  <a:pt x="1398246" y="88032"/>
                </a:cubicBezTo>
                <a:cubicBezTo>
                  <a:pt x="1388682" y="88032"/>
                  <a:pt x="1380150" y="92325"/>
                  <a:pt x="1372651" y="100912"/>
                </a:cubicBezTo>
                <a:cubicBezTo>
                  <a:pt x="1362761" y="112215"/>
                  <a:pt x="1357816" y="128735"/>
                  <a:pt x="1357816" y="150471"/>
                </a:cubicBezTo>
                <a:cubicBezTo>
                  <a:pt x="1357816" y="172424"/>
                  <a:pt x="1362598" y="189270"/>
                  <a:pt x="1372162" y="201008"/>
                </a:cubicBezTo>
                <a:cubicBezTo>
                  <a:pt x="1381726" y="212636"/>
                  <a:pt x="1392377" y="218451"/>
                  <a:pt x="1404115" y="218451"/>
                </a:cubicBezTo>
                <a:cubicBezTo>
                  <a:pt x="1414004" y="218451"/>
                  <a:pt x="1423568" y="213505"/>
                  <a:pt x="1432807" y="203617"/>
                </a:cubicBezTo>
                <a:moveTo>
                  <a:pt x="1720379" y="5706"/>
                </a:moveTo>
                <a:lnTo>
                  <a:pt x="1720379" y="82164"/>
                </a:lnTo>
                <a:lnTo>
                  <a:pt x="1714347" y="82164"/>
                </a:lnTo>
                <a:cubicBezTo>
                  <a:pt x="1712390" y="67492"/>
                  <a:pt x="1708858" y="55808"/>
                  <a:pt x="1703751" y="47113"/>
                </a:cubicBezTo>
                <a:cubicBezTo>
                  <a:pt x="1698751" y="38421"/>
                  <a:pt x="1691578" y="31519"/>
                  <a:pt x="1682232" y="26410"/>
                </a:cubicBezTo>
                <a:cubicBezTo>
                  <a:pt x="1672885" y="21302"/>
                  <a:pt x="1663212" y="18748"/>
                  <a:pt x="1653213" y="18748"/>
                </a:cubicBezTo>
                <a:cubicBezTo>
                  <a:pt x="1641911" y="18748"/>
                  <a:pt x="1632564" y="22225"/>
                  <a:pt x="1625174" y="29181"/>
                </a:cubicBezTo>
                <a:cubicBezTo>
                  <a:pt x="1617783" y="36029"/>
                  <a:pt x="1614088" y="43854"/>
                  <a:pt x="1614088" y="52657"/>
                </a:cubicBezTo>
                <a:cubicBezTo>
                  <a:pt x="1614088" y="59396"/>
                  <a:pt x="1616425" y="65536"/>
                  <a:pt x="1621098" y="71078"/>
                </a:cubicBezTo>
                <a:cubicBezTo>
                  <a:pt x="1627836" y="79229"/>
                  <a:pt x="1643867" y="90098"/>
                  <a:pt x="1669190" y="103682"/>
                </a:cubicBezTo>
                <a:cubicBezTo>
                  <a:pt x="1689839" y="114769"/>
                  <a:pt x="1703913" y="123299"/>
                  <a:pt x="1711413" y="129277"/>
                </a:cubicBezTo>
                <a:cubicBezTo>
                  <a:pt x="1719020" y="135147"/>
                  <a:pt x="1724834" y="142103"/>
                  <a:pt x="1728856" y="150145"/>
                </a:cubicBezTo>
                <a:cubicBezTo>
                  <a:pt x="1732986" y="158186"/>
                  <a:pt x="1735050" y="166610"/>
                  <a:pt x="1735050" y="175413"/>
                </a:cubicBezTo>
                <a:cubicBezTo>
                  <a:pt x="1735050" y="192149"/>
                  <a:pt x="1728529" y="206606"/>
                  <a:pt x="1715487" y="218778"/>
                </a:cubicBezTo>
                <a:cubicBezTo>
                  <a:pt x="1702555" y="230840"/>
                  <a:pt x="1685872" y="236872"/>
                  <a:pt x="1665440" y="236872"/>
                </a:cubicBezTo>
                <a:cubicBezTo>
                  <a:pt x="1659028" y="236872"/>
                  <a:pt x="1652996" y="236384"/>
                  <a:pt x="1647345" y="235406"/>
                </a:cubicBezTo>
                <a:cubicBezTo>
                  <a:pt x="1643975" y="234861"/>
                  <a:pt x="1636965" y="232906"/>
                  <a:pt x="1626315" y="229536"/>
                </a:cubicBezTo>
                <a:cubicBezTo>
                  <a:pt x="1615773" y="226058"/>
                  <a:pt x="1609089" y="224319"/>
                  <a:pt x="1606263" y="224319"/>
                </a:cubicBezTo>
                <a:cubicBezTo>
                  <a:pt x="1603545" y="224319"/>
                  <a:pt x="1601372" y="225135"/>
                  <a:pt x="1599742" y="226765"/>
                </a:cubicBezTo>
                <a:cubicBezTo>
                  <a:pt x="1598220" y="228396"/>
                  <a:pt x="1597079" y="231764"/>
                  <a:pt x="1596318" y="236872"/>
                </a:cubicBezTo>
                <a:lnTo>
                  <a:pt x="1590287" y="236872"/>
                </a:lnTo>
                <a:lnTo>
                  <a:pt x="1590287" y="161067"/>
                </a:lnTo>
                <a:lnTo>
                  <a:pt x="1596318" y="161067"/>
                </a:lnTo>
                <a:cubicBezTo>
                  <a:pt x="1599144" y="176934"/>
                  <a:pt x="1602948" y="188836"/>
                  <a:pt x="1607730" y="196769"/>
                </a:cubicBezTo>
                <a:cubicBezTo>
                  <a:pt x="1612512" y="204594"/>
                  <a:pt x="1619794" y="211115"/>
                  <a:pt x="1629575" y="216332"/>
                </a:cubicBezTo>
                <a:cubicBezTo>
                  <a:pt x="1639466" y="221549"/>
                  <a:pt x="1650279" y="224157"/>
                  <a:pt x="1662017" y="224157"/>
                </a:cubicBezTo>
                <a:cubicBezTo>
                  <a:pt x="1675601" y="224157"/>
                  <a:pt x="1686306" y="220571"/>
                  <a:pt x="1694132" y="213397"/>
                </a:cubicBezTo>
                <a:cubicBezTo>
                  <a:pt x="1702066" y="206225"/>
                  <a:pt x="1706033" y="197747"/>
                  <a:pt x="1706033" y="187966"/>
                </a:cubicBezTo>
                <a:cubicBezTo>
                  <a:pt x="1706033" y="182531"/>
                  <a:pt x="1704511" y="177044"/>
                  <a:pt x="1701468" y="171500"/>
                </a:cubicBezTo>
                <a:cubicBezTo>
                  <a:pt x="1698534" y="165957"/>
                  <a:pt x="1693915" y="160794"/>
                  <a:pt x="1687611" y="156012"/>
                </a:cubicBezTo>
                <a:cubicBezTo>
                  <a:pt x="1683372" y="152753"/>
                  <a:pt x="1671798" y="145851"/>
                  <a:pt x="1652887" y="135310"/>
                </a:cubicBezTo>
                <a:cubicBezTo>
                  <a:pt x="1633976" y="124658"/>
                  <a:pt x="1620500" y="116181"/>
                  <a:pt x="1612458" y="109879"/>
                </a:cubicBezTo>
                <a:cubicBezTo>
                  <a:pt x="1604524" y="103574"/>
                  <a:pt x="1598492" y="96619"/>
                  <a:pt x="1594362" y="89012"/>
                </a:cubicBezTo>
                <a:cubicBezTo>
                  <a:pt x="1590233" y="81403"/>
                  <a:pt x="1588167" y="73035"/>
                  <a:pt x="1588167" y="63906"/>
                </a:cubicBezTo>
                <a:cubicBezTo>
                  <a:pt x="1588167" y="48039"/>
                  <a:pt x="1594254" y="34398"/>
                  <a:pt x="1606426" y="22987"/>
                </a:cubicBezTo>
                <a:cubicBezTo>
                  <a:pt x="1618599" y="11467"/>
                  <a:pt x="1634086" y="5706"/>
                  <a:pt x="1652887" y="5706"/>
                </a:cubicBezTo>
                <a:cubicBezTo>
                  <a:pt x="1664625" y="5706"/>
                  <a:pt x="1677069" y="8586"/>
                  <a:pt x="1690219" y="14346"/>
                </a:cubicBezTo>
                <a:cubicBezTo>
                  <a:pt x="1696305" y="17063"/>
                  <a:pt x="1700598" y="18423"/>
                  <a:pt x="1703099" y="18423"/>
                </a:cubicBezTo>
                <a:cubicBezTo>
                  <a:pt x="1705923" y="18423"/>
                  <a:pt x="1708206" y="17608"/>
                  <a:pt x="1709945" y="15977"/>
                </a:cubicBezTo>
                <a:cubicBezTo>
                  <a:pt x="1711793" y="14238"/>
                  <a:pt x="1713260" y="10814"/>
                  <a:pt x="1714347" y="5706"/>
                </a:cubicBezTo>
                <a:lnTo>
                  <a:pt x="1720379" y="5706"/>
                </a:lnTo>
                <a:moveTo>
                  <a:pt x="1848189" y="210300"/>
                </a:moveTo>
                <a:cubicBezTo>
                  <a:pt x="1832864" y="222146"/>
                  <a:pt x="1823246" y="228993"/>
                  <a:pt x="1819333" y="230840"/>
                </a:cubicBezTo>
                <a:cubicBezTo>
                  <a:pt x="1813464" y="233557"/>
                  <a:pt x="1807216" y="234917"/>
                  <a:pt x="1800586" y="234917"/>
                </a:cubicBezTo>
                <a:cubicBezTo>
                  <a:pt x="1790261" y="234917"/>
                  <a:pt x="1781730" y="231383"/>
                  <a:pt x="1774992" y="224319"/>
                </a:cubicBezTo>
                <a:cubicBezTo>
                  <a:pt x="1768361" y="217255"/>
                  <a:pt x="1765047" y="207964"/>
                  <a:pt x="1765047" y="196442"/>
                </a:cubicBezTo>
                <a:cubicBezTo>
                  <a:pt x="1765047" y="189162"/>
                  <a:pt x="1766678" y="182858"/>
                  <a:pt x="1769937" y="177533"/>
                </a:cubicBezTo>
                <a:cubicBezTo>
                  <a:pt x="1774394" y="170142"/>
                  <a:pt x="1782110" y="163187"/>
                  <a:pt x="1793087" y="156666"/>
                </a:cubicBezTo>
                <a:cubicBezTo>
                  <a:pt x="1804173" y="150145"/>
                  <a:pt x="1822540" y="142211"/>
                  <a:pt x="1848189" y="132863"/>
                </a:cubicBezTo>
                <a:lnTo>
                  <a:pt x="1848189" y="126996"/>
                </a:lnTo>
                <a:cubicBezTo>
                  <a:pt x="1848189" y="112107"/>
                  <a:pt x="1845798" y="101889"/>
                  <a:pt x="1841016" y="96346"/>
                </a:cubicBezTo>
                <a:cubicBezTo>
                  <a:pt x="1836342" y="90805"/>
                  <a:pt x="1829495" y="88032"/>
                  <a:pt x="1820474" y="88032"/>
                </a:cubicBezTo>
                <a:cubicBezTo>
                  <a:pt x="1813628" y="88032"/>
                  <a:pt x="1808193" y="89881"/>
                  <a:pt x="1804173" y="93575"/>
                </a:cubicBezTo>
                <a:cubicBezTo>
                  <a:pt x="1800043" y="97272"/>
                  <a:pt x="1797977" y="101509"/>
                  <a:pt x="1797977" y="106291"/>
                </a:cubicBezTo>
                <a:lnTo>
                  <a:pt x="1798304" y="115747"/>
                </a:lnTo>
                <a:cubicBezTo>
                  <a:pt x="1798304" y="120745"/>
                  <a:pt x="1797000" y="124604"/>
                  <a:pt x="1794391" y="127322"/>
                </a:cubicBezTo>
                <a:cubicBezTo>
                  <a:pt x="1791891" y="130039"/>
                  <a:pt x="1788576" y="131397"/>
                  <a:pt x="1784446" y="131397"/>
                </a:cubicBezTo>
                <a:cubicBezTo>
                  <a:pt x="1780426" y="131397"/>
                  <a:pt x="1777110" y="129985"/>
                  <a:pt x="1774502" y="127158"/>
                </a:cubicBezTo>
                <a:cubicBezTo>
                  <a:pt x="1772003" y="124333"/>
                  <a:pt x="1770752" y="120475"/>
                  <a:pt x="1770752" y="115584"/>
                </a:cubicBezTo>
                <a:cubicBezTo>
                  <a:pt x="1770752" y="106237"/>
                  <a:pt x="1775534" y="97650"/>
                  <a:pt x="1785099" y="89827"/>
                </a:cubicBezTo>
                <a:cubicBezTo>
                  <a:pt x="1794663" y="82002"/>
                  <a:pt x="1808085" y="78089"/>
                  <a:pt x="1825365" y="78089"/>
                </a:cubicBezTo>
                <a:cubicBezTo>
                  <a:pt x="1838625" y="78089"/>
                  <a:pt x="1849493" y="80317"/>
                  <a:pt x="1857970" y="84773"/>
                </a:cubicBezTo>
                <a:cubicBezTo>
                  <a:pt x="1864382" y="88142"/>
                  <a:pt x="1869110" y="93413"/>
                  <a:pt x="1872153" y="100585"/>
                </a:cubicBezTo>
                <a:cubicBezTo>
                  <a:pt x="1874109" y="105259"/>
                  <a:pt x="1875087" y="114823"/>
                  <a:pt x="1875087" y="129277"/>
                </a:cubicBezTo>
                <a:lnTo>
                  <a:pt x="1875087" y="179977"/>
                </a:lnTo>
                <a:cubicBezTo>
                  <a:pt x="1875087" y="194215"/>
                  <a:pt x="1875358" y="202963"/>
                  <a:pt x="1875902" y="206225"/>
                </a:cubicBezTo>
                <a:cubicBezTo>
                  <a:pt x="1876445" y="209376"/>
                  <a:pt x="1877316" y="211496"/>
                  <a:pt x="1878511" y="212582"/>
                </a:cubicBezTo>
                <a:cubicBezTo>
                  <a:pt x="1879815" y="213669"/>
                  <a:pt x="1881282" y="214212"/>
                  <a:pt x="1882912" y="214212"/>
                </a:cubicBezTo>
                <a:cubicBezTo>
                  <a:pt x="1884651" y="214212"/>
                  <a:pt x="1886173" y="213832"/>
                  <a:pt x="1887477" y="213070"/>
                </a:cubicBezTo>
                <a:cubicBezTo>
                  <a:pt x="1889760" y="211658"/>
                  <a:pt x="1894161" y="207691"/>
                  <a:pt x="1900682" y="201170"/>
                </a:cubicBezTo>
                <a:lnTo>
                  <a:pt x="1900682" y="210300"/>
                </a:lnTo>
                <a:cubicBezTo>
                  <a:pt x="1888510" y="226603"/>
                  <a:pt x="1876881" y="234753"/>
                  <a:pt x="1865795" y="234753"/>
                </a:cubicBezTo>
                <a:cubicBezTo>
                  <a:pt x="1860469" y="234753"/>
                  <a:pt x="1856231" y="232906"/>
                  <a:pt x="1853079" y="229210"/>
                </a:cubicBezTo>
                <a:cubicBezTo>
                  <a:pt x="1849928" y="225515"/>
                  <a:pt x="1848297" y="219213"/>
                  <a:pt x="1848189" y="210300"/>
                </a:cubicBezTo>
                <a:moveTo>
                  <a:pt x="1848189" y="199704"/>
                </a:moveTo>
                <a:lnTo>
                  <a:pt x="1848189" y="142808"/>
                </a:lnTo>
                <a:cubicBezTo>
                  <a:pt x="1831777" y="149329"/>
                  <a:pt x="1821181" y="153949"/>
                  <a:pt x="1816399" y="156666"/>
                </a:cubicBezTo>
                <a:cubicBezTo>
                  <a:pt x="1807813" y="161448"/>
                  <a:pt x="1801672" y="166446"/>
                  <a:pt x="1797977" y="171663"/>
                </a:cubicBezTo>
                <a:cubicBezTo>
                  <a:pt x="1794282" y="176880"/>
                  <a:pt x="1792435" y="182585"/>
                  <a:pt x="1792435" y="188782"/>
                </a:cubicBezTo>
                <a:cubicBezTo>
                  <a:pt x="1792435" y="196607"/>
                  <a:pt x="1794771" y="203128"/>
                  <a:pt x="1799445" y="208344"/>
                </a:cubicBezTo>
                <a:cubicBezTo>
                  <a:pt x="1804119" y="213451"/>
                  <a:pt x="1809498" y="216005"/>
                  <a:pt x="1815584" y="216005"/>
                </a:cubicBezTo>
                <a:cubicBezTo>
                  <a:pt x="1823844" y="216005"/>
                  <a:pt x="1834712" y="210572"/>
                  <a:pt x="1848189" y="199704"/>
                </a:cubicBezTo>
                <a:moveTo>
                  <a:pt x="1956273" y="109879"/>
                </a:moveTo>
                <a:cubicBezTo>
                  <a:pt x="1967141" y="99011"/>
                  <a:pt x="1973553" y="92760"/>
                  <a:pt x="1975509" y="91131"/>
                </a:cubicBezTo>
                <a:cubicBezTo>
                  <a:pt x="1980400" y="87000"/>
                  <a:pt x="1985671" y="83795"/>
                  <a:pt x="1991322" y="81511"/>
                </a:cubicBezTo>
                <a:cubicBezTo>
                  <a:pt x="1996974" y="79229"/>
                  <a:pt x="2002570" y="78089"/>
                  <a:pt x="2008114" y="78089"/>
                </a:cubicBezTo>
                <a:cubicBezTo>
                  <a:pt x="2017460" y="78089"/>
                  <a:pt x="2025503" y="80806"/>
                  <a:pt x="2032241" y="86239"/>
                </a:cubicBezTo>
                <a:cubicBezTo>
                  <a:pt x="2038980" y="91674"/>
                  <a:pt x="2043489" y="99553"/>
                  <a:pt x="2045772" y="109879"/>
                </a:cubicBezTo>
                <a:cubicBezTo>
                  <a:pt x="2056966" y="96837"/>
                  <a:pt x="2066422" y="88305"/>
                  <a:pt x="2074138" y="84284"/>
                </a:cubicBezTo>
                <a:cubicBezTo>
                  <a:pt x="2081854" y="80153"/>
                  <a:pt x="2089788" y="78089"/>
                  <a:pt x="2097939" y="78089"/>
                </a:cubicBezTo>
                <a:cubicBezTo>
                  <a:pt x="2105873" y="78089"/>
                  <a:pt x="2112883" y="80153"/>
                  <a:pt x="2118969" y="84284"/>
                </a:cubicBezTo>
                <a:cubicBezTo>
                  <a:pt x="2125164" y="88305"/>
                  <a:pt x="2130055" y="94934"/>
                  <a:pt x="2133641" y="104171"/>
                </a:cubicBezTo>
                <a:cubicBezTo>
                  <a:pt x="2136032" y="110476"/>
                  <a:pt x="2137228" y="120367"/>
                  <a:pt x="2137228" y="133843"/>
                </a:cubicBezTo>
                <a:lnTo>
                  <a:pt x="2137228" y="198073"/>
                </a:lnTo>
                <a:cubicBezTo>
                  <a:pt x="2137228" y="207419"/>
                  <a:pt x="2137934" y="213832"/>
                  <a:pt x="2139346" y="217310"/>
                </a:cubicBezTo>
                <a:cubicBezTo>
                  <a:pt x="2140434" y="219702"/>
                  <a:pt x="2142445" y="221765"/>
                  <a:pt x="2145379" y="223504"/>
                </a:cubicBezTo>
                <a:cubicBezTo>
                  <a:pt x="2148314" y="225135"/>
                  <a:pt x="2153096" y="225950"/>
                  <a:pt x="2159725" y="225950"/>
                </a:cubicBezTo>
                <a:lnTo>
                  <a:pt x="2159725" y="231818"/>
                </a:lnTo>
                <a:lnTo>
                  <a:pt x="2086039" y="231818"/>
                </a:lnTo>
                <a:lnTo>
                  <a:pt x="2086039" y="225950"/>
                </a:lnTo>
                <a:lnTo>
                  <a:pt x="2089136" y="225950"/>
                </a:lnTo>
                <a:cubicBezTo>
                  <a:pt x="2095548" y="225950"/>
                  <a:pt x="2100547" y="224700"/>
                  <a:pt x="2104134" y="222200"/>
                </a:cubicBezTo>
                <a:cubicBezTo>
                  <a:pt x="2106633" y="220461"/>
                  <a:pt x="2108426" y="217690"/>
                  <a:pt x="2109514" y="213886"/>
                </a:cubicBezTo>
                <a:cubicBezTo>
                  <a:pt x="2109949" y="212039"/>
                  <a:pt x="2110165" y="206768"/>
                  <a:pt x="2110165" y="198073"/>
                </a:cubicBezTo>
                <a:lnTo>
                  <a:pt x="2110165" y="133843"/>
                </a:lnTo>
                <a:cubicBezTo>
                  <a:pt x="2110165" y="121671"/>
                  <a:pt x="2108699" y="113084"/>
                  <a:pt x="2105764" y="108084"/>
                </a:cubicBezTo>
                <a:cubicBezTo>
                  <a:pt x="2101526" y="101128"/>
                  <a:pt x="2094733" y="97650"/>
                  <a:pt x="2085387" y="97650"/>
                </a:cubicBezTo>
                <a:cubicBezTo>
                  <a:pt x="2079626" y="97650"/>
                  <a:pt x="2073812" y="99119"/>
                  <a:pt x="2067943" y="102054"/>
                </a:cubicBezTo>
                <a:cubicBezTo>
                  <a:pt x="2062183" y="104878"/>
                  <a:pt x="2055173" y="110203"/>
                  <a:pt x="2046913" y="118029"/>
                </a:cubicBezTo>
                <a:lnTo>
                  <a:pt x="2046587" y="119822"/>
                </a:lnTo>
                <a:lnTo>
                  <a:pt x="2046913" y="126831"/>
                </a:lnTo>
                <a:lnTo>
                  <a:pt x="2046913" y="198073"/>
                </a:lnTo>
                <a:cubicBezTo>
                  <a:pt x="2046913" y="208288"/>
                  <a:pt x="2047457" y="214647"/>
                  <a:pt x="2048544" y="217147"/>
                </a:cubicBezTo>
                <a:cubicBezTo>
                  <a:pt x="2049739" y="219648"/>
                  <a:pt x="2051912" y="221765"/>
                  <a:pt x="2055065" y="223504"/>
                </a:cubicBezTo>
                <a:cubicBezTo>
                  <a:pt x="2058216" y="225135"/>
                  <a:pt x="2063596" y="225950"/>
                  <a:pt x="2071204" y="225950"/>
                </a:cubicBezTo>
                <a:lnTo>
                  <a:pt x="2071204" y="231818"/>
                </a:lnTo>
                <a:lnTo>
                  <a:pt x="1995724" y="231818"/>
                </a:lnTo>
                <a:lnTo>
                  <a:pt x="1995724" y="225950"/>
                </a:lnTo>
                <a:cubicBezTo>
                  <a:pt x="2003984" y="225950"/>
                  <a:pt x="2009635" y="224972"/>
                  <a:pt x="2012678" y="223015"/>
                </a:cubicBezTo>
                <a:cubicBezTo>
                  <a:pt x="2015830" y="221060"/>
                  <a:pt x="2018004" y="218125"/>
                  <a:pt x="2019199" y="214212"/>
                </a:cubicBezTo>
                <a:cubicBezTo>
                  <a:pt x="2019742" y="212365"/>
                  <a:pt x="2020015" y="206984"/>
                  <a:pt x="2020015" y="198073"/>
                </a:cubicBezTo>
                <a:lnTo>
                  <a:pt x="2020015" y="133843"/>
                </a:lnTo>
                <a:cubicBezTo>
                  <a:pt x="2020015" y="121671"/>
                  <a:pt x="2018221" y="112922"/>
                  <a:pt x="2014635" y="107595"/>
                </a:cubicBezTo>
                <a:cubicBezTo>
                  <a:pt x="2009853" y="100639"/>
                  <a:pt x="2003168" y="97161"/>
                  <a:pt x="1994583" y="97161"/>
                </a:cubicBezTo>
                <a:cubicBezTo>
                  <a:pt x="1988714" y="97161"/>
                  <a:pt x="1982899" y="98738"/>
                  <a:pt x="1977140" y="101889"/>
                </a:cubicBezTo>
                <a:cubicBezTo>
                  <a:pt x="1968118" y="106671"/>
                  <a:pt x="1961163" y="112053"/>
                  <a:pt x="1956273" y="118029"/>
                </a:cubicBezTo>
                <a:lnTo>
                  <a:pt x="1956273" y="198073"/>
                </a:lnTo>
                <a:cubicBezTo>
                  <a:pt x="1956273" y="207854"/>
                  <a:pt x="1956925" y="214212"/>
                  <a:pt x="1958229" y="217147"/>
                </a:cubicBezTo>
                <a:cubicBezTo>
                  <a:pt x="1959642" y="220082"/>
                  <a:pt x="1961653" y="222310"/>
                  <a:pt x="1964261" y="223831"/>
                </a:cubicBezTo>
                <a:cubicBezTo>
                  <a:pt x="1966978" y="225243"/>
                  <a:pt x="1972412" y="225950"/>
                  <a:pt x="1980563" y="225950"/>
                </a:cubicBezTo>
                <a:lnTo>
                  <a:pt x="1980563" y="231818"/>
                </a:lnTo>
                <a:lnTo>
                  <a:pt x="1906713" y="231818"/>
                </a:lnTo>
                <a:lnTo>
                  <a:pt x="1906713" y="225950"/>
                </a:lnTo>
                <a:cubicBezTo>
                  <a:pt x="1913561" y="225950"/>
                  <a:pt x="1918343" y="225243"/>
                  <a:pt x="1921059" y="223831"/>
                </a:cubicBezTo>
                <a:cubicBezTo>
                  <a:pt x="1923777" y="222310"/>
                  <a:pt x="1925841" y="219972"/>
                  <a:pt x="1927255" y="216821"/>
                </a:cubicBezTo>
                <a:cubicBezTo>
                  <a:pt x="1928667" y="213561"/>
                  <a:pt x="1929373" y="207311"/>
                  <a:pt x="1929373" y="198073"/>
                </a:cubicBezTo>
                <a:lnTo>
                  <a:pt x="1929373" y="141015"/>
                </a:lnTo>
                <a:cubicBezTo>
                  <a:pt x="1929373" y="124604"/>
                  <a:pt x="1928884" y="114008"/>
                  <a:pt x="1927907" y="109226"/>
                </a:cubicBezTo>
                <a:cubicBezTo>
                  <a:pt x="1927146" y="105640"/>
                  <a:pt x="1925951" y="103194"/>
                  <a:pt x="1924320" y="101889"/>
                </a:cubicBezTo>
                <a:cubicBezTo>
                  <a:pt x="1922690" y="100477"/>
                  <a:pt x="1920462" y="99770"/>
                  <a:pt x="1917637" y="99770"/>
                </a:cubicBezTo>
                <a:cubicBezTo>
                  <a:pt x="1914593" y="99770"/>
                  <a:pt x="1910952" y="100585"/>
                  <a:pt x="1906713" y="102216"/>
                </a:cubicBezTo>
                <a:lnTo>
                  <a:pt x="1904268" y="96346"/>
                </a:lnTo>
                <a:lnTo>
                  <a:pt x="1949263" y="78089"/>
                </a:lnTo>
                <a:lnTo>
                  <a:pt x="1956273" y="78089"/>
                </a:lnTo>
                <a:lnTo>
                  <a:pt x="1956273" y="109879"/>
                </a:lnTo>
                <a:moveTo>
                  <a:pt x="2161029" y="97326"/>
                </a:moveTo>
                <a:lnTo>
                  <a:pt x="2207001" y="78740"/>
                </a:lnTo>
                <a:lnTo>
                  <a:pt x="2213197" y="78740"/>
                </a:lnTo>
                <a:lnTo>
                  <a:pt x="2213197" y="113627"/>
                </a:lnTo>
                <a:cubicBezTo>
                  <a:pt x="2220913" y="100477"/>
                  <a:pt x="2228629" y="91294"/>
                  <a:pt x="2236346" y="86077"/>
                </a:cubicBezTo>
                <a:cubicBezTo>
                  <a:pt x="2244171" y="80752"/>
                  <a:pt x="2252377" y="78089"/>
                  <a:pt x="2260962" y="78089"/>
                </a:cubicBezTo>
                <a:cubicBezTo>
                  <a:pt x="2275960" y="78089"/>
                  <a:pt x="2288458" y="83957"/>
                  <a:pt x="2298457" y="95695"/>
                </a:cubicBezTo>
                <a:cubicBezTo>
                  <a:pt x="2310739" y="110041"/>
                  <a:pt x="2316879" y="128735"/>
                  <a:pt x="2316879" y="151775"/>
                </a:cubicBezTo>
                <a:cubicBezTo>
                  <a:pt x="2316879" y="177533"/>
                  <a:pt x="2309489" y="198834"/>
                  <a:pt x="2294708" y="215679"/>
                </a:cubicBezTo>
                <a:cubicBezTo>
                  <a:pt x="2282535" y="229482"/>
                  <a:pt x="2267212" y="236384"/>
                  <a:pt x="2248735" y="236384"/>
                </a:cubicBezTo>
                <a:cubicBezTo>
                  <a:pt x="2240693" y="236384"/>
                  <a:pt x="2233737" y="235242"/>
                  <a:pt x="2227868" y="232960"/>
                </a:cubicBezTo>
                <a:cubicBezTo>
                  <a:pt x="2223521" y="231329"/>
                  <a:pt x="2218630" y="228070"/>
                  <a:pt x="2213197" y="223179"/>
                </a:cubicBezTo>
                <a:lnTo>
                  <a:pt x="2213197" y="268662"/>
                </a:lnTo>
                <a:cubicBezTo>
                  <a:pt x="2213197" y="278879"/>
                  <a:pt x="2213794" y="285344"/>
                  <a:pt x="2214990" y="288063"/>
                </a:cubicBezTo>
                <a:cubicBezTo>
                  <a:pt x="2216294" y="290887"/>
                  <a:pt x="2218468" y="293115"/>
                  <a:pt x="2221511" y="294746"/>
                </a:cubicBezTo>
                <a:cubicBezTo>
                  <a:pt x="2224662" y="296377"/>
                  <a:pt x="2230313" y="297192"/>
                  <a:pt x="2238465" y="297192"/>
                </a:cubicBezTo>
                <a:lnTo>
                  <a:pt x="2238465" y="303222"/>
                </a:lnTo>
                <a:lnTo>
                  <a:pt x="2160214" y="303222"/>
                </a:lnTo>
                <a:lnTo>
                  <a:pt x="2160214" y="297192"/>
                </a:lnTo>
                <a:lnTo>
                  <a:pt x="2164289" y="297192"/>
                </a:lnTo>
                <a:cubicBezTo>
                  <a:pt x="2170266" y="297300"/>
                  <a:pt x="2175375" y="296158"/>
                  <a:pt x="2179613" y="293768"/>
                </a:cubicBezTo>
                <a:cubicBezTo>
                  <a:pt x="2181679" y="292572"/>
                  <a:pt x="2183254" y="290615"/>
                  <a:pt x="2184341" y="287898"/>
                </a:cubicBezTo>
                <a:cubicBezTo>
                  <a:pt x="2185536" y="285290"/>
                  <a:pt x="2186134" y="278553"/>
                  <a:pt x="2186134" y="267684"/>
                </a:cubicBezTo>
                <a:lnTo>
                  <a:pt x="2186134" y="126507"/>
                </a:lnTo>
                <a:cubicBezTo>
                  <a:pt x="2186134" y="116835"/>
                  <a:pt x="2185699" y="110692"/>
                  <a:pt x="2184830" y="108084"/>
                </a:cubicBezTo>
                <a:cubicBezTo>
                  <a:pt x="2183962" y="105475"/>
                  <a:pt x="2182548" y="103520"/>
                  <a:pt x="2180592" y="102216"/>
                </a:cubicBezTo>
                <a:cubicBezTo>
                  <a:pt x="2178745" y="100912"/>
                  <a:pt x="2176190" y="100259"/>
                  <a:pt x="2172930" y="100259"/>
                </a:cubicBezTo>
                <a:cubicBezTo>
                  <a:pt x="2170322" y="100259"/>
                  <a:pt x="2167007" y="101020"/>
                  <a:pt x="2162985" y="102543"/>
                </a:cubicBezTo>
                <a:lnTo>
                  <a:pt x="2161029" y="97326"/>
                </a:lnTo>
                <a:moveTo>
                  <a:pt x="2213197" y="123245"/>
                </a:moveTo>
                <a:lnTo>
                  <a:pt x="2213197" y="178999"/>
                </a:lnTo>
                <a:cubicBezTo>
                  <a:pt x="2213197" y="191063"/>
                  <a:pt x="2213685" y="198997"/>
                  <a:pt x="2214663" y="202801"/>
                </a:cubicBezTo>
                <a:cubicBezTo>
                  <a:pt x="2216185" y="209104"/>
                  <a:pt x="2219880" y="214647"/>
                  <a:pt x="2225749" y="219429"/>
                </a:cubicBezTo>
                <a:cubicBezTo>
                  <a:pt x="2231727" y="224211"/>
                  <a:pt x="2239225" y="226603"/>
                  <a:pt x="2248246" y="226603"/>
                </a:cubicBezTo>
                <a:cubicBezTo>
                  <a:pt x="2259114" y="226603"/>
                  <a:pt x="2267918" y="222364"/>
                  <a:pt x="2274656" y="213886"/>
                </a:cubicBezTo>
                <a:cubicBezTo>
                  <a:pt x="2283459" y="202801"/>
                  <a:pt x="2287860" y="187205"/>
                  <a:pt x="2287860" y="167099"/>
                </a:cubicBezTo>
                <a:cubicBezTo>
                  <a:pt x="2287860" y="144277"/>
                  <a:pt x="2282862" y="126723"/>
                  <a:pt x="2272863" y="114443"/>
                </a:cubicBezTo>
                <a:cubicBezTo>
                  <a:pt x="2265907" y="105966"/>
                  <a:pt x="2257647" y="101727"/>
                  <a:pt x="2248083" y="101727"/>
                </a:cubicBezTo>
                <a:cubicBezTo>
                  <a:pt x="2242867" y="101727"/>
                  <a:pt x="2237704" y="103031"/>
                  <a:pt x="2232596" y="105640"/>
                </a:cubicBezTo>
                <a:cubicBezTo>
                  <a:pt x="2228684" y="107595"/>
                  <a:pt x="2222217" y="113465"/>
                  <a:pt x="2213197" y="123245"/>
                </a:cubicBezTo>
                <a:moveTo>
                  <a:pt x="2390076" y="0"/>
                </a:moveTo>
                <a:lnTo>
                  <a:pt x="2390076" y="198073"/>
                </a:lnTo>
                <a:cubicBezTo>
                  <a:pt x="2390076" y="207419"/>
                  <a:pt x="2390728" y="213615"/>
                  <a:pt x="2392032" y="216658"/>
                </a:cubicBezTo>
                <a:cubicBezTo>
                  <a:pt x="2393445" y="219702"/>
                  <a:pt x="2395564" y="222037"/>
                  <a:pt x="2398390" y="223668"/>
                </a:cubicBezTo>
                <a:cubicBezTo>
                  <a:pt x="2401216" y="225189"/>
                  <a:pt x="2406487" y="225950"/>
                  <a:pt x="2414203" y="225950"/>
                </a:cubicBezTo>
                <a:lnTo>
                  <a:pt x="2414203" y="231818"/>
                </a:lnTo>
                <a:lnTo>
                  <a:pt x="2341006" y="231818"/>
                </a:lnTo>
                <a:lnTo>
                  <a:pt x="2341006" y="225950"/>
                </a:lnTo>
                <a:cubicBezTo>
                  <a:pt x="2347853" y="225950"/>
                  <a:pt x="2352526" y="225243"/>
                  <a:pt x="2355026" y="223831"/>
                </a:cubicBezTo>
                <a:cubicBezTo>
                  <a:pt x="2357525" y="222418"/>
                  <a:pt x="2359482" y="220082"/>
                  <a:pt x="2360895" y="216821"/>
                </a:cubicBezTo>
                <a:cubicBezTo>
                  <a:pt x="2362307" y="213561"/>
                  <a:pt x="2363015" y="207311"/>
                  <a:pt x="2363015" y="198073"/>
                </a:cubicBezTo>
                <a:lnTo>
                  <a:pt x="2363015" y="62439"/>
                </a:lnTo>
                <a:cubicBezTo>
                  <a:pt x="2363015" y="45593"/>
                  <a:pt x="2362634" y="35267"/>
                  <a:pt x="2361873" y="31465"/>
                </a:cubicBezTo>
                <a:cubicBezTo>
                  <a:pt x="2361112" y="27552"/>
                  <a:pt x="2359862" y="24888"/>
                  <a:pt x="2358123" y="23475"/>
                </a:cubicBezTo>
                <a:cubicBezTo>
                  <a:pt x="2356494" y="22063"/>
                  <a:pt x="2354374" y="21356"/>
                  <a:pt x="2351766" y="21356"/>
                </a:cubicBezTo>
                <a:cubicBezTo>
                  <a:pt x="2348940" y="21356"/>
                  <a:pt x="2345353" y="22225"/>
                  <a:pt x="2341006" y="23964"/>
                </a:cubicBezTo>
                <a:lnTo>
                  <a:pt x="2338235" y="18259"/>
                </a:lnTo>
                <a:lnTo>
                  <a:pt x="2382740" y="0"/>
                </a:lnTo>
                <a:lnTo>
                  <a:pt x="2390076" y="0"/>
                </a:lnTo>
                <a:moveTo>
                  <a:pt x="2456752" y="138733"/>
                </a:moveTo>
                <a:cubicBezTo>
                  <a:pt x="2456644" y="160905"/>
                  <a:pt x="2462023" y="178294"/>
                  <a:pt x="2472891" y="190901"/>
                </a:cubicBezTo>
                <a:cubicBezTo>
                  <a:pt x="2483760" y="203506"/>
                  <a:pt x="2496529" y="209811"/>
                  <a:pt x="2511202" y="209811"/>
                </a:cubicBezTo>
                <a:cubicBezTo>
                  <a:pt x="2520983" y="209811"/>
                  <a:pt x="2529461" y="207148"/>
                  <a:pt x="2536633" y="201824"/>
                </a:cubicBezTo>
                <a:cubicBezTo>
                  <a:pt x="2543915" y="196388"/>
                  <a:pt x="2550001" y="187151"/>
                  <a:pt x="2554891" y="174109"/>
                </a:cubicBezTo>
                <a:lnTo>
                  <a:pt x="2559946" y="177368"/>
                </a:lnTo>
                <a:cubicBezTo>
                  <a:pt x="2557663" y="192259"/>
                  <a:pt x="2551034" y="205844"/>
                  <a:pt x="2540056" y="218125"/>
                </a:cubicBezTo>
                <a:cubicBezTo>
                  <a:pt x="2529080" y="230297"/>
                  <a:pt x="2515332" y="236384"/>
                  <a:pt x="2498812" y="236384"/>
                </a:cubicBezTo>
                <a:cubicBezTo>
                  <a:pt x="2480879" y="236384"/>
                  <a:pt x="2465501" y="229428"/>
                  <a:pt x="2452676" y="215517"/>
                </a:cubicBezTo>
                <a:cubicBezTo>
                  <a:pt x="2439961" y="201497"/>
                  <a:pt x="2433603" y="182695"/>
                  <a:pt x="2433603" y="159112"/>
                </a:cubicBezTo>
                <a:cubicBezTo>
                  <a:pt x="2433603" y="133571"/>
                  <a:pt x="2440124" y="113681"/>
                  <a:pt x="2453165" y="99445"/>
                </a:cubicBezTo>
                <a:cubicBezTo>
                  <a:pt x="2466316" y="85099"/>
                  <a:pt x="2482781" y="77925"/>
                  <a:pt x="2502561" y="77925"/>
                </a:cubicBezTo>
                <a:cubicBezTo>
                  <a:pt x="2519299" y="77925"/>
                  <a:pt x="2533047" y="83468"/>
                  <a:pt x="2543807" y="94553"/>
                </a:cubicBezTo>
                <a:cubicBezTo>
                  <a:pt x="2554566" y="105532"/>
                  <a:pt x="2559946" y="120256"/>
                  <a:pt x="2559946" y="138733"/>
                </a:cubicBezTo>
                <a:lnTo>
                  <a:pt x="2456752" y="138733"/>
                </a:lnTo>
                <a:moveTo>
                  <a:pt x="2456752" y="129277"/>
                </a:moveTo>
                <a:lnTo>
                  <a:pt x="2525874" y="129277"/>
                </a:lnTo>
                <a:cubicBezTo>
                  <a:pt x="2525330" y="119713"/>
                  <a:pt x="2524189" y="112976"/>
                  <a:pt x="2522451" y="109063"/>
                </a:cubicBezTo>
                <a:cubicBezTo>
                  <a:pt x="2519733" y="102977"/>
                  <a:pt x="2515657" y="98195"/>
                  <a:pt x="2510223" y="94717"/>
                </a:cubicBezTo>
                <a:cubicBezTo>
                  <a:pt x="2504898" y="91240"/>
                  <a:pt x="2499301" y="89501"/>
                  <a:pt x="2493432" y="89501"/>
                </a:cubicBezTo>
                <a:cubicBezTo>
                  <a:pt x="2484412" y="89501"/>
                  <a:pt x="2476315" y="93033"/>
                  <a:pt x="2469142" y="100096"/>
                </a:cubicBezTo>
                <a:cubicBezTo>
                  <a:pt x="2462077" y="107052"/>
                  <a:pt x="2457948" y="116778"/>
                  <a:pt x="2456752" y="129277"/>
                </a:cubicBezTo>
                <a:moveTo>
                  <a:pt x="2676507" y="78089"/>
                </a:moveTo>
                <a:lnTo>
                  <a:pt x="2676507" y="128951"/>
                </a:lnTo>
                <a:lnTo>
                  <a:pt x="2671127" y="128951"/>
                </a:lnTo>
                <a:cubicBezTo>
                  <a:pt x="2666997" y="112976"/>
                  <a:pt x="2661672" y="102108"/>
                  <a:pt x="2655151" y="96346"/>
                </a:cubicBezTo>
                <a:cubicBezTo>
                  <a:pt x="2648738" y="90586"/>
                  <a:pt x="2640533" y="87708"/>
                  <a:pt x="2630535" y="87708"/>
                </a:cubicBezTo>
                <a:cubicBezTo>
                  <a:pt x="2622927" y="87708"/>
                  <a:pt x="2616785" y="89717"/>
                  <a:pt x="2612113" y="93740"/>
                </a:cubicBezTo>
                <a:cubicBezTo>
                  <a:pt x="2607440" y="97760"/>
                  <a:pt x="2605103" y="102216"/>
                  <a:pt x="2605103" y="107106"/>
                </a:cubicBezTo>
                <a:cubicBezTo>
                  <a:pt x="2605103" y="113192"/>
                  <a:pt x="2606842" y="118409"/>
                  <a:pt x="2610320" y="122756"/>
                </a:cubicBezTo>
                <a:cubicBezTo>
                  <a:pt x="2613688" y="127212"/>
                  <a:pt x="2620536" y="131940"/>
                  <a:pt x="2630860" y="136940"/>
                </a:cubicBezTo>
                <a:lnTo>
                  <a:pt x="2654661" y="148514"/>
                </a:lnTo>
                <a:cubicBezTo>
                  <a:pt x="2676724" y="159274"/>
                  <a:pt x="2687755" y="173458"/>
                  <a:pt x="2687755" y="191063"/>
                </a:cubicBezTo>
                <a:cubicBezTo>
                  <a:pt x="2687755" y="204648"/>
                  <a:pt x="2682593" y="215625"/>
                  <a:pt x="2672268" y="223995"/>
                </a:cubicBezTo>
                <a:cubicBezTo>
                  <a:pt x="2662052" y="232253"/>
                  <a:pt x="2650586" y="236384"/>
                  <a:pt x="2637870" y="236384"/>
                </a:cubicBezTo>
                <a:cubicBezTo>
                  <a:pt x="2628742" y="236384"/>
                  <a:pt x="2618308" y="234753"/>
                  <a:pt x="2606570" y="231493"/>
                </a:cubicBezTo>
                <a:cubicBezTo>
                  <a:pt x="2602983" y="230406"/>
                  <a:pt x="2600049" y="229863"/>
                  <a:pt x="2597767" y="229863"/>
                </a:cubicBezTo>
                <a:cubicBezTo>
                  <a:pt x="2595267" y="229863"/>
                  <a:pt x="2593311" y="231275"/>
                  <a:pt x="2591898" y="234102"/>
                </a:cubicBezTo>
                <a:lnTo>
                  <a:pt x="2586519" y="234102"/>
                </a:lnTo>
                <a:lnTo>
                  <a:pt x="2586519" y="180792"/>
                </a:lnTo>
                <a:lnTo>
                  <a:pt x="2591898" y="180792"/>
                </a:lnTo>
                <a:cubicBezTo>
                  <a:pt x="2594941" y="196008"/>
                  <a:pt x="2600756" y="207475"/>
                  <a:pt x="2609341" y="215190"/>
                </a:cubicBezTo>
                <a:cubicBezTo>
                  <a:pt x="2617927" y="222907"/>
                  <a:pt x="2627546" y="226765"/>
                  <a:pt x="2638197" y="226765"/>
                </a:cubicBezTo>
                <a:cubicBezTo>
                  <a:pt x="2645695" y="226765"/>
                  <a:pt x="2651781" y="224592"/>
                  <a:pt x="2656455" y="220244"/>
                </a:cubicBezTo>
                <a:cubicBezTo>
                  <a:pt x="2661237" y="215789"/>
                  <a:pt x="2663628" y="210462"/>
                  <a:pt x="2663628" y="204268"/>
                </a:cubicBezTo>
                <a:cubicBezTo>
                  <a:pt x="2663628" y="196769"/>
                  <a:pt x="2660965" y="190466"/>
                  <a:pt x="2655640" y="185358"/>
                </a:cubicBezTo>
                <a:cubicBezTo>
                  <a:pt x="2650423" y="180249"/>
                  <a:pt x="2639935" y="173782"/>
                  <a:pt x="2624176" y="165957"/>
                </a:cubicBezTo>
                <a:cubicBezTo>
                  <a:pt x="2608417" y="158132"/>
                  <a:pt x="2598093" y="151068"/>
                  <a:pt x="2593202" y="144766"/>
                </a:cubicBezTo>
                <a:cubicBezTo>
                  <a:pt x="2588312" y="138569"/>
                  <a:pt x="2585865" y="130744"/>
                  <a:pt x="2585865" y="121290"/>
                </a:cubicBezTo>
                <a:cubicBezTo>
                  <a:pt x="2585865" y="109009"/>
                  <a:pt x="2590051" y="98738"/>
                  <a:pt x="2598419" y="90478"/>
                </a:cubicBezTo>
                <a:cubicBezTo>
                  <a:pt x="2606896" y="82218"/>
                  <a:pt x="2617818" y="78089"/>
                  <a:pt x="2631187" y="78089"/>
                </a:cubicBezTo>
                <a:cubicBezTo>
                  <a:pt x="2637056" y="78089"/>
                  <a:pt x="2644174" y="79337"/>
                  <a:pt x="2652543" y="81838"/>
                </a:cubicBezTo>
                <a:cubicBezTo>
                  <a:pt x="2658085" y="83468"/>
                  <a:pt x="2661780" y="84284"/>
                  <a:pt x="2663628" y="84284"/>
                </a:cubicBezTo>
                <a:cubicBezTo>
                  <a:pt x="2665367" y="84284"/>
                  <a:pt x="2666726" y="83903"/>
                  <a:pt x="2667703" y="83142"/>
                </a:cubicBezTo>
                <a:cubicBezTo>
                  <a:pt x="2668682" y="82381"/>
                  <a:pt x="2669823" y="80698"/>
                  <a:pt x="2671127" y="78089"/>
                </a:cubicBezTo>
                <a:lnTo>
                  <a:pt x="2676507" y="78089"/>
                </a:lnTo>
                <a:moveTo>
                  <a:pt x="2707156" y="6848"/>
                </a:moveTo>
                <a:lnTo>
                  <a:pt x="2707156" y="0"/>
                </a:lnTo>
                <a:cubicBezTo>
                  <a:pt x="2723675" y="8152"/>
                  <a:pt x="2737422" y="17770"/>
                  <a:pt x="2748400" y="28857"/>
                </a:cubicBezTo>
                <a:cubicBezTo>
                  <a:pt x="2763941" y="44723"/>
                  <a:pt x="2775950" y="63363"/>
                  <a:pt x="2784427" y="84773"/>
                </a:cubicBezTo>
                <a:cubicBezTo>
                  <a:pt x="2792905" y="106074"/>
                  <a:pt x="2797144" y="128300"/>
                  <a:pt x="2797144" y="151449"/>
                </a:cubicBezTo>
                <a:cubicBezTo>
                  <a:pt x="2797144" y="185139"/>
                  <a:pt x="2788829" y="215843"/>
                  <a:pt x="2772201" y="243556"/>
                </a:cubicBezTo>
                <a:cubicBezTo>
                  <a:pt x="2755681" y="271378"/>
                  <a:pt x="2734000" y="291268"/>
                  <a:pt x="2707156" y="303222"/>
                </a:cubicBezTo>
                <a:lnTo>
                  <a:pt x="2707156" y="297192"/>
                </a:lnTo>
                <a:cubicBezTo>
                  <a:pt x="2720523" y="289691"/>
                  <a:pt x="2731499" y="279530"/>
                  <a:pt x="2740086" y="266707"/>
                </a:cubicBezTo>
                <a:cubicBezTo>
                  <a:pt x="2748781" y="253989"/>
                  <a:pt x="2755192" y="237796"/>
                  <a:pt x="2759322" y="218125"/>
                </a:cubicBezTo>
                <a:cubicBezTo>
                  <a:pt x="2763560" y="198346"/>
                  <a:pt x="2765680" y="177749"/>
                  <a:pt x="2765680" y="156339"/>
                </a:cubicBezTo>
                <a:cubicBezTo>
                  <a:pt x="2765680" y="133190"/>
                  <a:pt x="2763887" y="112053"/>
                  <a:pt x="2760301" y="92924"/>
                </a:cubicBezTo>
                <a:cubicBezTo>
                  <a:pt x="2757583" y="77925"/>
                  <a:pt x="2754160" y="65917"/>
                  <a:pt x="2750030" y="56896"/>
                </a:cubicBezTo>
                <a:cubicBezTo>
                  <a:pt x="2746009" y="47875"/>
                  <a:pt x="2740629" y="39180"/>
                  <a:pt x="2733890" y="30812"/>
                </a:cubicBezTo>
                <a:cubicBezTo>
                  <a:pt x="2727152" y="22444"/>
                  <a:pt x="2718240" y="14456"/>
                  <a:pt x="2707156" y="684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9">
            <a:extLst xmlns:a="http://schemas.openxmlformats.org/drawingml/2006/main">
              <a:ext uri="{FF2B5EF4-FFF2-40B4-BE49-F238E27FC236}">
                <a16:creationId xmlns:a16="http://schemas.microsoft.com/office/drawing/2014/main" id="{E82DADAA-67C9-43A6-9C0A-5E81DC0A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479" y="265704"/>
            <a:ext cx="2073322" cy="303874"/>
          </a:xfrm>
          <a:custGeom xmlns:a="http://schemas.openxmlformats.org/drawingml/2006/main">
            <a:pathLst>
              <a:path w="2073322" h="303874">
                <a:moveTo>
                  <a:pt x="103682" y="297190"/>
                </a:moveTo>
                <a:lnTo>
                  <a:pt x="103682" y="303222"/>
                </a:lnTo>
                <a:cubicBezTo>
                  <a:pt x="87272" y="294962"/>
                  <a:pt x="73578" y="285289"/>
                  <a:pt x="62601" y="274204"/>
                </a:cubicBezTo>
                <a:cubicBezTo>
                  <a:pt x="46951" y="258445"/>
                  <a:pt x="34887" y="239860"/>
                  <a:pt x="26409" y="218450"/>
                </a:cubicBezTo>
                <a:cubicBezTo>
                  <a:pt x="17933" y="197039"/>
                  <a:pt x="13694" y="174814"/>
                  <a:pt x="13694" y="151773"/>
                </a:cubicBezTo>
                <a:cubicBezTo>
                  <a:pt x="13694" y="118083"/>
                  <a:pt x="22008" y="87380"/>
                  <a:pt x="38637" y="59666"/>
                </a:cubicBezTo>
                <a:cubicBezTo>
                  <a:pt x="55265" y="31844"/>
                  <a:pt x="76947" y="11955"/>
                  <a:pt x="103682" y="0"/>
                </a:cubicBezTo>
                <a:lnTo>
                  <a:pt x="103682" y="6846"/>
                </a:lnTo>
                <a:cubicBezTo>
                  <a:pt x="90315" y="14237"/>
                  <a:pt x="79337" y="24344"/>
                  <a:pt x="70752" y="37168"/>
                </a:cubicBezTo>
                <a:cubicBezTo>
                  <a:pt x="62167" y="49993"/>
                  <a:pt x="55754" y="66241"/>
                  <a:pt x="51516" y="85912"/>
                </a:cubicBezTo>
                <a:cubicBezTo>
                  <a:pt x="47277" y="105584"/>
                  <a:pt x="45158" y="126125"/>
                  <a:pt x="45158" y="147535"/>
                </a:cubicBezTo>
                <a:cubicBezTo>
                  <a:pt x="45158" y="170793"/>
                  <a:pt x="46951" y="191932"/>
                  <a:pt x="50537" y="210951"/>
                </a:cubicBezTo>
                <a:cubicBezTo>
                  <a:pt x="53363" y="225949"/>
                  <a:pt x="56787" y="237958"/>
                  <a:pt x="60807" y="246979"/>
                </a:cubicBezTo>
                <a:cubicBezTo>
                  <a:pt x="64829" y="256108"/>
                  <a:pt x="70209" y="264857"/>
                  <a:pt x="76947" y="273226"/>
                </a:cubicBezTo>
                <a:cubicBezTo>
                  <a:pt x="83794" y="281594"/>
                  <a:pt x="92706" y="289582"/>
                  <a:pt x="103682" y="297190"/>
                </a:cubicBezTo>
                <a:moveTo>
                  <a:pt x="304364" y="10759"/>
                </a:moveTo>
                <a:lnTo>
                  <a:pt x="306809" y="62600"/>
                </a:lnTo>
                <a:lnTo>
                  <a:pt x="300614" y="62600"/>
                </a:lnTo>
                <a:cubicBezTo>
                  <a:pt x="299419" y="53471"/>
                  <a:pt x="297788" y="46950"/>
                  <a:pt x="295723" y="43037"/>
                </a:cubicBezTo>
                <a:cubicBezTo>
                  <a:pt x="292355" y="36734"/>
                  <a:pt x="287844" y="32115"/>
                  <a:pt x="282193" y="29181"/>
                </a:cubicBezTo>
                <a:cubicBezTo>
                  <a:pt x="276649" y="26138"/>
                  <a:pt x="269314" y="24616"/>
                  <a:pt x="260185" y="24616"/>
                </a:cubicBezTo>
                <a:lnTo>
                  <a:pt x="229047" y="24616"/>
                </a:lnTo>
                <a:lnTo>
                  <a:pt x="229047" y="193507"/>
                </a:lnTo>
                <a:cubicBezTo>
                  <a:pt x="229047" y="207092"/>
                  <a:pt x="230515" y="215570"/>
                  <a:pt x="233449" y="218939"/>
                </a:cubicBezTo>
                <a:cubicBezTo>
                  <a:pt x="237579" y="223504"/>
                  <a:pt x="243936" y="225786"/>
                  <a:pt x="252523" y="225786"/>
                </a:cubicBezTo>
                <a:lnTo>
                  <a:pt x="260185" y="225786"/>
                </a:lnTo>
                <a:lnTo>
                  <a:pt x="260185" y="231818"/>
                </a:lnTo>
                <a:lnTo>
                  <a:pt x="166446" y="231818"/>
                </a:lnTo>
                <a:lnTo>
                  <a:pt x="166446" y="225786"/>
                </a:lnTo>
                <a:lnTo>
                  <a:pt x="174271" y="225786"/>
                </a:lnTo>
                <a:cubicBezTo>
                  <a:pt x="183618" y="225786"/>
                  <a:pt x="190248" y="222960"/>
                  <a:pt x="194161" y="217308"/>
                </a:cubicBezTo>
                <a:cubicBezTo>
                  <a:pt x="196552" y="213831"/>
                  <a:pt x="197747" y="205897"/>
                  <a:pt x="197747" y="193507"/>
                </a:cubicBezTo>
                <a:lnTo>
                  <a:pt x="197747" y="24616"/>
                </a:lnTo>
                <a:lnTo>
                  <a:pt x="171174" y="24616"/>
                </a:lnTo>
                <a:cubicBezTo>
                  <a:pt x="160850" y="24616"/>
                  <a:pt x="153513" y="25377"/>
                  <a:pt x="149166" y="26898"/>
                </a:cubicBezTo>
                <a:cubicBezTo>
                  <a:pt x="143514" y="28964"/>
                  <a:pt x="138678" y="32930"/>
                  <a:pt x="134656" y="38799"/>
                </a:cubicBezTo>
                <a:cubicBezTo>
                  <a:pt x="130636" y="44668"/>
                  <a:pt x="128245" y="52601"/>
                  <a:pt x="127484" y="62600"/>
                </a:cubicBezTo>
                <a:lnTo>
                  <a:pt x="121289" y="62600"/>
                </a:lnTo>
                <a:lnTo>
                  <a:pt x="123897" y="10759"/>
                </a:lnTo>
                <a:lnTo>
                  <a:pt x="304364" y="10759"/>
                </a:lnTo>
                <a:moveTo>
                  <a:pt x="369409" y="78087"/>
                </a:moveTo>
                <a:lnTo>
                  <a:pt x="369409" y="111670"/>
                </a:lnTo>
                <a:cubicBezTo>
                  <a:pt x="381908" y="89282"/>
                  <a:pt x="394733" y="78087"/>
                  <a:pt x="407883" y="78087"/>
                </a:cubicBezTo>
                <a:cubicBezTo>
                  <a:pt x="413860" y="78087"/>
                  <a:pt x="418805" y="79935"/>
                  <a:pt x="422718" y="83631"/>
                </a:cubicBezTo>
                <a:cubicBezTo>
                  <a:pt x="426631" y="87217"/>
                  <a:pt x="428587" y="91401"/>
                  <a:pt x="428587" y="96183"/>
                </a:cubicBezTo>
                <a:cubicBezTo>
                  <a:pt x="428587" y="100422"/>
                  <a:pt x="427174" y="104008"/>
                  <a:pt x="424349" y="106943"/>
                </a:cubicBezTo>
                <a:cubicBezTo>
                  <a:pt x="421523" y="109877"/>
                  <a:pt x="418153" y="111344"/>
                  <a:pt x="414241" y="111344"/>
                </a:cubicBezTo>
                <a:cubicBezTo>
                  <a:pt x="410437" y="111344"/>
                  <a:pt x="406144" y="109496"/>
                  <a:pt x="401362" y="105801"/>
                </a:cubicBezTo>
                <a:cubicBezTo>
                  <a:pt x="396689" y="101998"/>
                  <a:pt x="393211" y="100095"/>
                  <a:pt x="390929" y="100095"/>
                </a:cubicBezTo>
                <a:cubicBezTo>
                  <a:pt x="388972" y="100095"/>
                  <a:pt x="386853" y="101182"/>
                  <a:pt x="384571" y="103356"/>
                </a:cubicBezTo>
                <a:cubicBezTo>
                  <a:pt x="379680" y="107812"/>
                  <a:pt x="374626" y="115148"/>
                  <a:pt x="369409" y="125364"/>
                </a:cubicBezTo>
                <a:lnTo>
                  <a:pt x="369409" y="196931"/>
                </a:lnTo>
                <a:cubicBezTo>
                  <a:pt x="369409" y="205191"/>
                  <a:pt x="370442" y="211440"/>
                  <a:pt x="372508" y="215679"/>
                </a:cubicBezTo>
                <a:cubicBezTo>
                  <a:pt x="373920" y="218613"/>
                  <a:pt x="376419" y="221059"/>
                  <a:pt x="380006" y="223015"/>
                </a:cubicBezTo>
                <a:cubicBezTo>
                  <a:pt x="383592" y="224971"/>
                  <a:pt x="388755" y="225949"/>
                  <a:pt x="395493" y="225949"/>
                </a:cubicBezTo>
                <a:lnTo>
                  <a:pt x="395493" y="231818"/>
                </a:lnTo>
                <a:lnTo>
                  <a:pt x="319036" y="231818"/>
                </a:lnTo>
                <a:lnTo>
                  <a:pt x="319036" y="225949"/>
                </a:lnTo>
                <a:cubicBezTo>
                  <a:pt x="326643" y="225949"/>
                  <a:pt x="332295" y="224754"/>
                  <a:pt x="335990" y="222363"/>
                </a:cubicBezTo>
                <a:cubicBezTo>
                  <a:pt x="338707" y="220624"/>
                  <a:pt x="340609" y="217852"/>
                  <a:pt x="341696" y="214048"/>
                </a:cubicBezTo>
                <a:cubicBezTo>
                  <a:pt x="342240" y="212201"/>
                  <a:pt x="342511" y="206930"/>
                  <a:pt x="342511" y="198235"/>
                </a:cubicBezTo>
                <a:lnTo>
                  <a:pt x="342511" y="140362"/>
                </a:lnTo>
                <a:cubicBezTo>
                  <a:pt x="342511" y="122973"/>
                  <a:pt x="342130" y="112648"/>
                  <a:pt x="341370" y="109388"/>
                </a:cubicBezTo>
                <a:cubicBezTo>
                  <a:pt x="340718" y="106018"/>
                  <a:pt x="339414" y="103573"/>
                  <a:pt x="337458" y="102052"/>
                </a:cubicBezTo>
                <a:cubicBezTo>
                  <a:pt x="335610" y="100530"/>
                  <a:pt x="333273" y="99770"/>
                  <a:pt x="330447" y="99770"/>
                </a:cubicBezTo>
                <a:cubicBezTo>
                  <a:pt x="327078" y="99770"/>
                  <a:pt x="323274" y="100584"/>
                  <a:pt x="319036" y="102215"/>
                </a:cubicBezTo>
                <a:lnTo>
                  <a:pt x="317406" y="96346"/>
                </a:lnTo>
                <a:lnTo>
                  <a:pt x="362563" y="78087"/>
                </a:lnTo>
                <a:lnTo>
                  <a:pt x="369409" y="78087"/>
                </a:lnTo>
                <a:moveTo>
                  <a:pt x="521510" y="210299"/>
                </a:moveTo>
                <a:cubicBezTo>
                  <a:pt x="506185" y="222146"/>
                  <a:pt x="496567" y="228992"/>
                  <a:pt x="492655" y="230839"/>
                </a:cubicBezTo>
                <a:cubicBezTo>
                  <a:pt x="486786" y="233557"/>
                  <a:pt x="480537" y="234915"/>
                  <a:pt x="473907" y="234915"/>
                </a:cubicBezTo>
                <a:cubicBezTo>
                  <a:pt x="463583" y="234915"/>
                  <a:pt x="455050" y="231383"/>
                  <a:pt x="448313" y="224319"/>
                </a:cubicBezTo>
                <a:cubicBezTo>
                  <a:pt x="441683" y="217254"/>
                  <a:pt x="438368" y="207962"/>
                  <a:pt x="438368" y="196442"/>
                </a:cubicBezTo>
                <a:cubicBezTo>
                  <a:pt x="438368" y="189160"/>
                  <a:pt x="439998" y="182857"/>
                  <a:pt x="443259" y="177532"/>
                </a:cubicBezTo>
                <a:cubicBezTo>
                  <a:pt x="447715" y="170141"/>
                  <a:pt x="455431" y="163185"/>
                  <a:pt x="466409" y="156665"/>
                </a:cubicBezTo>
                <a:cubicBezTo>
                  <a:pt x="477494" y="150144"/>
                  <a:pt x="495861" y="142210"/>
                  <a:pt x="521510" y="132863"/>
                </a:cubicBezTo>
                <a:lnTo>
                  <a:pt x="521510" y="126995"/>
                </a:lnTo>
                <a:cubicBezTo>
                  <a:pt x="521510" y="112105"/>
                  <a:pt x="519119" y="101888"/>
                  <a:pt x="514337" y="96346"/>
                </a:cubicBezTo>
                <a:cubicBezTo>
                  <a:pt x="509663" y="90804"/>
                  <a:pt x="502817" y="88032"/>
                  <a:pt x="493796" y="88032"/>
                </a:cubicBezTo>
                <a:cubicBezTo>
                  <a:pt x="486949" y="88032"/>
                  <a:pt x="481515" y="89879"/>
                  <a:pt x="477494" y="93574"/>
                </a:cubicBezTo>
                <a:cubicBezTo>
                  <a:pt x="473364" y="97270"/>
                  <a:pt x="471299" y="101509"/>
                  <a:pt x="471299" y="106291"/>
                </a:cubicBezTo>
                <a:lnTo>
                  <a:pt x="471625" y="115746"/>
                </a:lnTo>
                <a:cubicBezTo>
                  <a:pt x="471625" y="120745"/>
                  <a:pt x="470321" y="124604"/>
                  <a:pt x="467713" y="127320"/>
                </a:cubicBezTo>
                <a:cubicBezTo>
                  <a:pt x="465213" y="130038"/>
                  <a:pt x="461898" y="131396"/>
                  <a:pt x="457768" y="131396"/>
                </a:cubicBezTo>
                <a:cubicBezTo>
                  <a:pt x="453746" y="131396"/>
                  <a:pt x="450432" y="129983"/>
                  <a:pt x="447823" y="127157"/>
                </a:cubicBezTo>
                <a:cubicBezTo>
                  <a:pt x="445324" y="124331"/>
                  <a:pt x="444074" y="120474"/>
                  <a:pt x="444074" y="115582"/>
                </a:cubicBezTo>
                <a:cubicBezTo>
                  <a:pt x="444074" y="106236"/>
                  <a:pt x="448856" y="97650"/>
                  <a:pt x="458420" y="89825"/>
                </a:cubicBezTo>
                <a:cubicBezTo>
                  <a:pt x="467984" y="82000"/>
                  <a:pt x="481407" y="78087"/>
                  <a:pt x="498687" y="78087"/>
                </a:cubicBezTo>
                <a:cubicBezTo>
                  <a:pt x="511946" y="78087"/>
                  <a:pt x="522814" y="80315"/>
                  <a:pt x="531292" y="84772"/>
                </a:cubicBezTo>
                <a:cubicBezTo>
                  <a:pt x="537703" y="88140"/>
                  <a:pt x="542431" y="93412"/>
                  <a:pt x="545475" y="100584"/>
                </a:cubicBezTo>
                <a:cubicBezTo>
                  <a:pt x="547431" y="105258"/>
                  <a:pt x="548408" y="114822"/>
                  <a:pt x="548408" y="129276"/>
                </a:cubicBezTo>
                <a:lnTo>
                  <a:pt x="548408" y="179977"/>
                </a:lnTo>
                <a:cubicBezTo>
                  <a:pt x="548408" y="194214"/>
                  <a:pt x="548680" y="202962"/>
                  <a:pt x="549224" y="206223"/>
                </a:cubicBezTo>
                <a:cubicBezTo>
                  <a:pt x="549767" y="209375"/>
                  <a:pt x="550636" y="211495"/>
                  <a:pt x="551832" y="212582"/>
                </a:cubicBezTo>
                <a:cubicBezTo>
                  <a:pt x="553136" y="213668"/>
                  <a:pt x="554604" y="214211"/>
                  <a:pt x="556234" y="214211"/>
                </a:cubicBezTo>
                <a:cubicBezTo>
                  <a:pt x="557973" y="214211"/>
                  <a:pt x="559494" y="213831"/>
                  <a:pt x="560798" y="213070"/>
                </a:cubicBezTo>
                <a:cubicBezTo>
                  <a:pt x="563080" y="211657"/>
                  <a:pt x="567483" y="207690"/>
                  <a:pt x="574004" y="201169"/>
                </a:cubicBezTo>
                <a:lnTo>
                  <a:pt x="574004" y="210299"/>
                </a:lnTo>
                <a:cubicBezTo>
                  <a:pt x="561831" y="226601"/>
                  <a:pt x="550201" y="234752"/>
                  <a:pt x="539116" y="234752"/>
                </a:cubicBezTo>
                <a:cubicBezTo>
                  <a:pt x="533791" y="234752"/>
                  <a:pt x="529553" y="232905"/>
                  <a:pt x="526400" y="229210"/>
                </a:cubicBezTo>
                <a:cubicBezTo>
                  <a:pt x="523249" y="225514"/>
                  <a:pt x="521618" y="219211"/>
                  <a:pt x="521510" y="210299"/>
                </a:cubicBezTo>
                <a:moveTo>
                  <a:pt x="521510" y="199703"/>
                </a:moveTo>
                <a:lnTo>
                  <a:pt x="521510" y="142807"/>
                </a:lnTo>
                <a:cubicBezTo>
                  <a:pt x="505099" y="149328"/>
                  <a:pt x="494503" y="153947"/>
                  <a:pt x="489721" y="156665"/>
                </a:cubicBezTo>
                <a:cubicBezTo>
                  <a:pt x="481134" y="161447"/>
                  <a:pt x="474994" y="166446"/>
                  <a:pt x="471299" y="171663"/>
                </a:cubicBezTo>
                <a:cubicBezTo>
                  <a:pt x="467604" y="176880"/>
                  <a:pt x="465756" y="182585"/>
                  <a:pt x="465756" y="188780"/>
                </a:cubicBezTo>
                <a:cubicBezTo>
                  <a:pt x="465756" y="196605"/>
                  <a:pt x="468092" y="203126"/>
                  <a:pt x="472766" y="208342"/>
                </a:cubicBezTo>
                <a:cubicBezTo>
                  <a:pt x="477439" y="213451"/>
                  <a:pt x="482819" y="216004"/>
                  <a:pt x="488905" y="216004"/>
                </a:cubicBezTo>
                <a:cubicBezTo>
                  <a:pt x="497165" y="216004"/>
                  <a:pt x="508034" y="210570"/>
                  <a:pt x="521510" y="199703"/>
                </a:cubicBezTo>
                <a:moveTo>
                  <a:pt x="623236" y="0"/>
                </a:moveTo>
                <a:cubicBezTo>
                  <a:pt x="627801" y="0"/>
                  <a:pt x="631658" y="1630"/>
                  <a:pt x="634811" y="4890"/>
                </a:cubicBezTo>
                <a:cubicBezTo>
                  <a:pt x="638071" y="8043"/>
                  <a:pt x="639701" y="11900"/>
                  <a:pt x="639701" y="16465"/>
                </a:cubicBezTo>
                <a:cubicBezTo>
                  <a:pt x="639701" y="21029"/>
                  <a:pt x="638071" y="24942"/>
                  <a:pt x="634811" y="28202"/>
                </a:cubicBezTo>
                <a:cubicBezTo>
                  <a:pt x="631658" y="31463"/>
                  <a:pt x="627801" y="33094"/>
                  <a:pt x="623236" y="33094"/>
                </a:cubicBezTo>
                <a:cubicBezTo>
                  <a:pt x="618672" y="33094"/>
                  <a:pt x="614759" y="31463"/>
                  <a:pt x="611499" y="28202"/>
                </a:cubicBezTo>
                <a:cubicBezTo>
                  <a:pt x="608238" y="24942"/>
                  <a:pt x="606607" y="21029"/>
                  <a:pt x="606607" y="16465"/>
                </a:cubicBezTo>
                <a:cubicBezTo>
                  <a:pt x="606607" y="11900"/>
                  <a:pt x="608184" y="8043"/>
                  <a:pt x="611335" y="4890"/>
                </a:cubicBezTo>
                <a:cubicBezTo>
                  <a:pt x="614596" y="1630"/>
                  <a:pt x="618562" y="0"/>
                  <a:pt x="623236" y="0"/>
                </a:cubicBezTo>
                <a:moveTo>
                  <a:pt x="636767" y="78087"/>
                </a:moveTo>
                <a:lnTo>
                  <a:pt x="636767" y="198072"/>
                </a:lnTo>
                <a:cubicBezTo>
                  <a:pt x="636767" y="207419"/>
                  <a:pt x="637419" y="213668"/>
                  <a:pt x="638723" y="216820"/>
                </a:cubicBezTo>
                <a:cubicBezTo>
                  <a:pt x="640136" y="219863"/>
                  <a:pt x="642147" y="222146"/>
                  <a:pt x="644754" y="223667"/>
                </a:cubicBezTo>
                <a:cubicBezTo>
                  <a:pt x="647472" y="225189"/>
                  <a:pt x="652362" y="225949"/>
                  <a:pt x="659427" y="225949"/>
                </a:cubicBezTo>
                <a:lnTo>
                  <a:pt x="659427" y="231818"/>
                </a:lnTo>
                <a:lnTo>
                  <a:pt x="586882" y="231818"/>
                </a:lnTo>
                <a:lnTo>
                  <a:pt x="586882" y="225949"/>
                </a:lnTo>
                <a:cubicBezTo>
                  <a:pt x="594163" y="225949"/>
                  <a:pt x="599055" y="225243"/>
                  <a:pt x="601554" y="223829"/>
                </a:cubicBezTo>
                <a:cubicBezTo>
                  <a:pt x="604054" y="222417"/>
                  <a:pt x="606010" y="220080"/>
                  <a:pt x="607423" y="216820"/>
                </a:cubicBezTo>
                <a:cubicBezTo>
                  <a:pt x="608944" y="213559"/>
                  <a:pt x="609706" y="207310"/>
                  <a:pt x="609706" y="198072"/>
                </a:cubicBezTo>
                <a:lnTo>
                  <a:pt x="609706" y="140525"/>
                </a:lnTo>
                <a:cubicBezTo>
                  <a:pt x="609706" y="124331"/>
                  <a:pt x="609216" y="113843"/>
                  <a:pt x="608238" y="109061"/>
                </a:cubicBezTo>
                <a:cubicBezTo>
                  <a:pt x="607477" y="105584"/>
                  <a:pt x="606282" y="103193"/>
                  <a:pt x="604651" y="101888"/>
                </a:cubicBezTo>
                <a:cubicBezTo>
                  <a:pt x="603021" y="100476"/>
                  <a:pt x="600794" y="99770"/>
                  <a:pt x="597968" y="99770"/>
                </a:cubicBezTo>
                <a:cubicBezTo>
                  <a:pt x="594925" y="99770"/>
                  <a:pt x="591229" y="100584"/>
                  <a:pt x="586882" y="102215"/>
                </a:cubicBezTo>
                <a:lnTo>
                  <a:pt x="584599" y="96346"/>
                </a:lnTo>
                <a:lnTo>
                  <a:pt x="629594" y="78087"/>
                </a:lnTo>
                <a:lnTo>
                  <a:pt x="636767" y="78087"/>
                </a:lnTo>
                <a:moveTo>
                  <a:pt x="721702" y="109714"/>
                </a:moveTo>
                <a:cubicBezTo>
                  <a:pt x="739199" y="88630"/>
                  <a:pt x="755882" y="78087"/>
                  <a:pt x="771749" y="78087"/>
                </a:cubicBezTo>
                <a:cubicBezTo>
                  <a:pt x="779901" y="78087"/>
                  <a:pt x="786911" y="80153"/>
                  <a:pt x="792779" y="84283"/>
                </a:cubicBezTo>
                <a:cubicBezTo>
                  <a:pt x="798648" y="88304"/>
                  <a:pt x="803321" y="94988"/>
                  <a:pt x="806799" y="104334"/>
                </a:cubicBezTo>
                <a:cubicBezTo>
                  <a:pt x="809190" y="110855"/>
                  <a:pt x="810386" y="120854"/>
                  <a:pt x="810386" y="134330"/>
                </a:cubicBezTo>
                <a:lnTo>
                  <a:pt x="810386" y="198072"/>
                </a:lnTo>
                <a:cubicBezTo>
                  <a:pt x="810386" y="207527"/>
                  <a:pt x="811146" y="213940"/>
                  <a:pt x="812668" y="217308"/>
                </a:cubicBezTo>
                <a:cubicBezTo>
                  <a:pt x="813864" y="220026"/>
                  <a:pt x="815766" y="222146"/>
                  <a:pt x="818375" y="223667"/>
                </a:cubicBezTo>
                <a:cubicBezTo>
                  <a:pt x="821091" y="225189"/>
                  <a:pt x="826036" y="225949"/>
                  <a:pt x="833209" y="225949"/>
                </a:cubicBezTo>
                <a:lnTo>
                  <a:pt x="833209" y="231818"/>
                </a:lnTo>
                <a:lnTo>
                  <a:pt x="759360" y="231818"/>
                </a:lnTo>
                <a:lnTo>
                  <a:pt x="759360" y="225949"/>
                </a:lnTo>
                <a:lnTo>
                  <a:pt x="762457" y="225949"/>
                </a:lnTo>
                <a:cubicBezTo>
                  <a:pt x="769413" y="225949"/>
                  <a:pt x="774249" y="224916"/>
                  <a:pt x="776966" y="222852"/>
                </a:cubicBezTo>
                <a:cubicBezTo>
                  <a:pt x="779793" y="220678"/>
                  <a:pt x="781748" y="217526"/>
                  <a:pt x="782835" y="213396"/>
                </a:cubicBezTo>
                <a:cubicBezTo>
                  <a:pt x="783269" y="211766"/>
                  <a:pt x="783487" y="206658"/>
                  <a:pt x="783487" y="198072"/>
                </a:cubicBezTo>
                <a:lnTo>
                  <a:pt x="783487" y="136938"/>
                </a:lnTo>
                <a:cubicBezTo>
                  <a:pt x="783487" y="123353"/>
                  <a:pt x="781694" y="113518"/>
                  <a:pt x="778108" y="107432"/>
                </a:cubicBezTo>
                <a:cubicBezTo>
                  <a:pt x="774630" y="101236"/>
                  <a:pt x="768707" y="98139"/>
                  <a:pt x="760338" y="98139"/>
                </a:cubicBezTo>
                <a:cubicBezTo>
                  <a:pt x="747405" y="98139"/>
                  <a:pt x="734527" y="105204"/>
                  <a:pt x="721702" y="119333"/>
                </a:cubicBezTo>
                <a:lnTo>
                  <a:pt x="721702" y="198072"/>
                </a:lnTo>
                <a:cubicBezTo>
                  <a:pt x="721702" y="208179"/>
                  <a:pt x="722299" y="214429"/>
                  <a:pt x="723495" y="216820"/>
                </a:cubicBezTo>
                <a:cubicBezTo>
                  <a:pt x="725017" y="219972"/>
                  <a:pt x="727081" y="222308"/>
                  <a:pt x="729689" y="223829"/>
                </a:cubicBezTo>
                <a:cubicBezTo>
                  <a:pt x="732407" y="225243"/>
                  <a:pt x="737841" y="225949"/>
                  <a:pt x="745992" y="225949"/>
                </a:cubicBezTo>
                <a:lnTo>
                  <a:pt x="745992" y="231818"/>
                </a:lnTo>
                <a:lnTo>
                  <a:pt x="672143" y="231818"/>
                </a:lnTo>
                <a:lnTo>
                  <a:pt x="672143" y="225949"/>
                </a:lnTo>
                <a:lnTo>
                  <a:pt x="675403" y="225949"/>
                </a:lnTo>
                <a:cubicBezTo>
                  <a:pt x="683011" y="225949"/>
                  <a:pt x="688119" y="224047"/>
                  <a:pt x="690728" y="220243"/>
                </a:cubicBezTo>
                <a:cubicBezTo>
                  <a:pt x="693444" y="216331"/>
                  <a:pt x="694803" y="208940"/>
                  <a:pt x="694803" y="198072"/>
                </a:cubicBezTo>
                <a:lnTo>
                  <a:pt x="694803" y="142645"/>
                </a:lnTo>
                <a:cubicBezTo>
                  <a:pt x="694803" y="124712"/>
                  <a:pt x="694368" y="113789"/>
                  <a:pt x="693498" y="109877"/>
                </a:cubicBezTo>
                <a:cubicBezTo>
                  <a:pt x="692738" y="105964"/>
                  <a:pt x="691488" y="103302"/>
                  <a:pt x="689749" y="101888"/>
                </a:cubicBezTo>
                <a:cubicBezTo>
                  <a:pt x="688119" y="100476"/>
                  <a:pt x="685891" y="99770"/>
                  <a:pt x="683065" y="99770"/>
                </a:cubicBezTo>
                <a:cubicBezTo>
                  <a:pt x="680022" y="99770"/>
                  <a:pt x="676382" y="100584"/>
                  <a:pt x="672143" y="102215"/>
                </a:cubicBezTo>
                <a:lnTo>
                  <a:pt x="669697" y="96346"/>
                </a:lnTo>
                <a:lnTo>
                  <a:pt x="714692" y="78087"/>
                </a:lnTo>
                <a:lnTo>
                  <a:pt x="721702" y="78087"/>
                </a:lnTo>
                <a:lnTo>
                  <a:pt x="721702" y="109714"/>
                </a:lnTo>
                <a:moveTo>
                  <a:pt x="883094" y="0"/>
                </a:moveTo>
                <a:cubicBezTo>
                  <a:pt x="887659" y="0"/>
                  <a:pt x="891517" y="1630"/>
                  <a:pt x="894669" y="4890"/>
                </a:cubicBezTo>
                <a:cubicBezTo>
                  <a:pt x="897929" y="8043"/>
                  <a:pt x="899559" y="11900"/>
                  <a:pt x="899559" y="16465"/>
                </a:cubicBezTo>
                <a:cubicBezTo>
                  <a:pt x="899559" y="21029"/>
                  <a:pt x="897929" y="24942"/>
                  <a:pt x="894669" y="28202"/>
                </a:cubicBezTo>
                <a:cubicBezTo>
                  <a:pt x="891517" y="31463"/>
                  <a:pt x="887659" y="33094"/>
                  <a:pt x="883094" y="33094"/>
                </a:cubicBezTo>
                <a:cubicBezTo>
                  <a:pt x="878530" y="33094"/>
                  <a:pt x="874617" y="31463"/>
                  <a:pt x="871357" y="28202"/>
                </a:cubicBezTo>
                <a:cubicBezTo>
                  <a:pt x="868096" y="24942"/>
                  <a:pt x="866465" y="21029"/>
                  <a:pt x="866465" y="16465"/>
                </a:cubicBezTo>
                <a:cubicBezTo>
                  <a:pt x="866465" y="11900"/>
                  <a:pt x="868042" y="8043"/>
                  <a:pt x="871193" y="4890"/>
                </a:cubicBezTo>
                <a:cubicBezTo>
                  <a:pt x="874454" y="1630"/>
                  <a:pt x="878421" y="0"/>
                  <a:pt x="883094" y="0"/>
                </a:cubicBezTo>
                <a:moveTo>
                  <a:pt x="896625" y="78087"/>
                </a:moveTo>
                <a:lnTo>
                  <a:pt x="896625" y="198072"/>
                </a:lnTo>
                <a:cubicBezTo>
                  <a:pt x="896625" y="207419"/>
                  <a:pt x="897277" y="213668"/>
                  <a:pt x="898581" y="216820"/>
                </a:cubicBezTo>
                <a:cubicBezTo>
                  <a:pt x="899994" y="219863"/>
                  <a:pt x="902005" y="222146"/>
                  <a:pt x="904614" y="223667"/>
                </a:cubicBezTo>
                <a:cubicBezTo>
                  <a:pt x="907330" y="225189"/>
                  <a:pt x="912220" y="225949"/>
                  <a:pt x="919285" y="225949"/>
                </a:cubicBezTo>
                <a:lnTo>
                  <a:pt x="919285" y="231818"/>
                </a:lnTo>
                <a:lnTo>
                  <a:pt x="846740" y="231818"/>
                </a:lnTo>
                <a:lnTo>
                  <a:pt x="846740" y="225949"/>
                </a:lnTo>
                <a:cubicBezTo>
                  <a:pt x="854021" y="225949"/>
                  <a:pt x="858913" y="225243"/>
                  <a:pt x="861412" y="223829"/>
                </a:cubicBezTo>
                <a:cubicBezTo>
                  <a:pt x="863912" y="222417"/>
                  <a:pt x="865868" y="220080"/>
                  <a:pt x="867281" y="216820"/>
                </a:cubicBezTo>
                <a:cubicBezTo>
                  <a:pt x="868802" y="213559"/>
                  <a:pt x="869564" y="207310"/>
                  <a:pt x="869564" y="198072"/>
                </a:cubicBezTo>
                <a:lnTo>
                  <a:pt x="869564" y="140525"/>
                </a:lnTo>
                <a:cubicBezTo>
                  <a:pt x="869564" y="124331"/>
                  <a:pt x="869074" y="113843"/>
                  <a:pt x="868096" y="109061"/>
                </a:cubicBezTo>
                <a:cubicBezTo>
                  <a:pt x="867335" y="105584"/>
                  <a:pt x="866140" y="103193"/>
                  <a:pt x="864509" y="101888"/>
                </a:cubicBezTo>
                <a:cubicBezTo>
                  <a:pt x="862879" y="100476"/>
                  <a:pt x="860652" y="99770"/>
                  <a:pt x="857826" y="99770"/>
                </a:cubicBezTo>
                <a:cubicBezTo>
                  <a:pt x="854783" y="99770"/>
                  <a:pt x="851088" y="100584"/>
                  <a:pt x="846740" y="102215"/>
                </a:cubicBezTo>
                <a:lnTo>
                  <a:pt x="844457" y="96346"/>
                </a:lnTo>
                <a:lnTo>
                  <a:pt x="889452" y="78087"/>
                </a:lnTo>
                <a:lnTo>
                  <a:pt x="896625" y="78087"/>
                </a:lnTo>
                <a:moveTo>
                  <a:pt x="981560" y="109714"/>
                </a:moveTo>
                <a:cubicBezTo>
                  <a:pt x="999057" y="88630"/>
                  <a:pt x="1015741" y="78087"/>
                  <a:pt x="1031608" y="78087"/>
                </a:cubicBezTo>
                <a:cubicBezTo>
                  <a:pt x="1039759" y="78087"/>
                  <a:pt x="1046769" y="80153"/>
                  <a:pt x="1052638" y="84283"/>
                </a:cubicBezTo>
                <a:cubicBezTo>
                  <a:pt x="1058506" y="88304"/>
                  <a:pt x="1063180" y="94988"/>
                  <a:pt x="1066657" y="104334"/>
                </a:cubicBezTo>
                <a:cubicBezTo>
                  <a:pt x="1069049" y="110855"/>
                  <a:pt x="1070244" y="120854"/>
                  <a:pt x="1070244" y="134330"/>
                </a:cubicBezTo>
                <a:lnTo>
                  <a:pt x="1070244" y="198072"/>
                </a:lnTo>
                <a:cubicBezTo>
                  <a:pt x="1070244" y="207527"/>
                  <a:pt x="1071004" y="213940"/>
                  <a:pt x="1072526" y="217308"/>
                </a:cubicBezTo>
                <a:cubicBezTo>
                  <a:pt x="1073722" y="220026"/>
                  <a:pt x="1075624" y="222146"/>
                  <a:pt x="1078233" y="223667"/>
                </a:cubicBezTo>
                <a:cubicBezTo>
                  <a:pt x="1080949" y="225189"/>
                  <a:pt x="1085895" y="225949"/>
                  <a:pt x="1093068" y="225949"/>
                </a:cubicBezTo>
                <a:lnTo>
                  <a:pt x="1093068" y="231818"/>
                </a:lnTo>
                <a:lnTo>
                  <a:pt x="1019218" y="231818"/>
                </a:lnTo>
                <a:lnTo>
                  <a:pt x="1019218" y="225949"/>
                </a:lnTo>
                <a:lnTo>
                  <a:pt x="1022316" y="225949"/>
                </a:lnTo>
                <a:cubicBezTo>
                  <a:pt x="1029271" y="225949"/>
                  <a:pt x="1034107" y="224916"/>
                  <a:pt x="1036825" y="222852"/>
                </a:cubicBezTo>
                <a:cubicBezTo>
                  <a:pt x="1039651" y="220678"/>
                  <a:pt x="1041607" y="217526"/>
                  <a:pt x="1042693" y="213396"/>
                </a:cubicBezTo>
                <a:cubicBezTo>
                  <a:pt x="1043128" y="211766"/>
                  <a:pt x="1043346" y="206658"/>
                  <a:pt x="1043346" y="198072"/>
                </a:cubicBezTo>
                <a:lnTo>
                  <a:pt x="1043346" y="136938"/>
                </a:lnTo>
                <a:cubicBezTo>
                  <a:pt x="1043346" y="123353"/>
                  <a:pt x="1041552" y="113518"/>
                  <a:pt x="1037966" y="107432"/>
                </a:cubicBezTo>
                <a:cubicBezTo>
                  <a:pt x="1034488" y="101236"/>
                  <a:pt x="1028565" y="98139"/>
                  <a:pt x="1020196" y="98139"/>
                </a:cubicBezTo>
                <a:cubicBezTo>
                  <a:pt x="1007263" y="98139"/>
                  <a:pt x="994385" y="105204"/>
                  <a:pt x="981560" y="119333"/>
                </a:cubicBezTo>
                <a:lnTo>
                  <a:pt x="981560" y="198072"/>
                </a:lnTo>
                <a:cubicBezTo>
                  <a:pt x="981560" y="208179"/>
                  <a:pt x="982158" y="214429"/>
                  <a:pt x="983353" y="216820"/>
                </a:cubicBezTo>
                <a:cubicBezTo>
                  <a:pt x="984875" y="219972"/>
                  <a:pt x="986939" y="222308"/>
                  <a:pt x="989547" y="223829"/>
                </a:cubicBezTo>
                <a:cubicBezTo>
                  <a:pt x="992265" y="225243"/>
                  <a:pt x="997699" y="225949"/>
                  <a:pt x="1005850" y="225949"/>
                </a:cubicBezTo>
                <a:lnTo>
                  <a:pt x="1005850" y="231818"/>
                </a:lnTo>
                <a:lnTo>
                  <a:pt x="932001" y="231818"/>
                </a:lnTo>
                <a:lnTo>
                  <a:pt x="932001" y="225949"/>
                </a:lnTo>
                <a:lnTo>
                  <a:pt x="935261" y="225949"/>
                </a:lnTo>
                <a:cubicBezTo>
                  <a:pt x="942869" y="225949"/>
                  <a:pt x="947978" y="224047"/>
                  <a:pt x="950586" y="220243"/>
                </a:cubicBezTo>
                <a:cubicBezTo>
                  <a:pt x="953302" y="216331"/>
                  <a:pt x="954661" y="208940"/>
                  <a:pt x="954661" y="198072"/>
                </a:cubicBezTo>
                <a:lnTo>
                  <a:pt x="954661" y="142645"/>
                </a:lnTo>
                <a:cubicBezTo>
                  <a:pt x="954661" y="124712"/>
                  <a:pt x="954226" y="113789"/>
                  <a:pt x="953357" y="109877"/>
                </a:cubicBezTo>
                <a:cubicBezTo>
                  <a:pt x="952596" y="105964"/>
                  <a:pt x="951346" y="103302"/>
                  <a:pt x="949607" y="101888"/>
                </a:cubicBezTo>
                <a:cubicBezTo>
                  <a:pt x="947978" y="100476"/>
                  <a:pt x="945749" y="99770"/>
                  <a:pt x="942923" y="99770"/>
                </a:cubicBezTo>
                <a:cubicBezTo>
                  <a:pt x="939880" y="99770"/>
                  <a:pt x="936240" y="100584"/>
                  <a:pt x="932001" y="102215"/>
                </a:cubicBezTo>
                <a:lnTo>
                  <a:pt x="929556" y="96346"/>
                </a:lnTo>
                <a:lnTo>
                  <a:pt x="974550" y="78087"/>
                </a:lnTo>
                <a:lnTo>
                  <a:pt x="981560" y="78087"/>
                </a:lnTo>
                <a:lnTo>
                  <a:pt x="981560" y="109714"/>
                </a:lnTo>
                <a:moveTo>
                  <a:pt x="1144909" y="177368"/>
                </a:moveTo>
                <a:cubicBezTo>
                  <a:pt x="1135779" y="172913"/>
                  <a:pt x="1128770" y="166717"/>
                  <a:pt x="1123878" y="158784"/>
                </a:cubicBezTo>
                <a:cubicBezTo>
                  <a:pt x="1118988" y="150742"/>
                  <a:pt x="1116543" y="141884"/>
                  <a:pt x="1116543" y="132211"/>
                </a:cubicBezTo>
                <a:cubicBezTo>
                  <a:pt x="1116543" y="117431"/>
                  <a:pt x="1122085" y="104714"/>
                  <a:pt x="1133171" y="94064"/>
                </a:cubicBezTo>
                <a:cubicBezTo>
                  <a:pt x="1144365" y="83413"/>
                  <a:pt x="1158657" y="78087"/>
                  <a:pt x="1176046" y="78087"/>
                </a:cubicBezTo>
                <a:cubicBezTo>
                  <a:pt x="1190283" y="78087"/>
                  <a:pt x="1202619" y="81565"/>
                  <a:pt x="1213052" y="88521"/>
                </a:cubicBezTo>
                <a:lnTo>
                  <a:pt x="1244679" y="88521"/>
                </a:lnTo>
                <a:cubicBezTo>
                  <a:pt x="1249351" y="88521"/>
                  <a:pt x="1252069" y="88684"/>
                  <a:pt x="1252829" y="89010"/>
                </a:cubicBezTo>
                <a:cubicBezTo>
                  <a:pt x="1253591" y="89227"/>
                  <a:pt x="1254133" y="89662"/>
                  <a:pt x="1254460" y="90314"/>
                </a:cubicBezTo>
                <a:cubicBezTo>
                  <a:pt x="1255112" y="91293"/>
                  <a:pt x="1255438" y="93031"/>
                  <a:pt x="1255438" y="95531"/>
                </a:cubicBezTo>
                <a:cubicBezTo>
                  <a:pt x="1255438" y="98356"/>
                  <a:pt x="1255166" y="100313"/>
                  <a:pt x="1254623" y="101400"/>
                </a:cubicBezTo>
                <a:cubicBezTo>
                  <a:pt x="1254297" y="101943"/>
                  <a:pt x="1253699" y="102378"/>
                  <a:pt x="1252829" y="102704"/>
                </a:cubicBezTo>
                <a:cubicBezTo>
                  <a:pt x="1252069" y="103030"/>
                  <a:pt x="1249351" y="103193"/>
                  <a:pt x="1244679" y="103193"/>
                </a:cubicBezTo>
                <a:lnTo>
                  <a:pt x="1225279" y="103193"/>
                </a:lnTo>
                <a:cubicBezTo>
                  <a:pt x="1231365" y="111018"/>
                  <a:pt x="1234408" y="121017"/>
                  <a:pt x="1234408" y="133189"/>
                </a:cubicBezTo>
                <a:cubicBezTo>
                  <a:pt x="1234408" y="147100"/>
                  <a:pt x="1229082" y="159001"/>
                  <a:pt x="1218431" y="168891"/>
                </a:cubicBezTo>
                <a:cubicBezTo>
                  <a:pt x="1207781" y="178781"/>
                  <a:pt x="1193489" y="183726"/>
                  <a:pt x="1175556" y="183726"/>
                </a:cubicBezTo>
                <a:cubicBezTo>
                  <a:pt x="1168167" y="183726"/>
                  <a:pt x="1160613" y="182639"/>
                  <a:pt x="1152896" y="180466"/>
                </a:cubicBezTo>
                <a:cubicBezTo>
                  <a:pt x="1148114" y="184595"/>
                  <a:pt x="1144855" y="188237"/>
                  <a:pt x="1143116" y="191388"/>
                </a:cubicBezTo>
                <a:cubicBezTo>
                  <a:pt x="1141485" y="194431"/>
                  <a:pt x="1140670" y="197039"/>
                  <a:pt x="1140670" y="199213"/>
                </a:cubicBezTo>
                <a:cubicBezTo>
                  <a:pt x="1140670" y="201061"/>
                  <a:pt x="1141539" y="202854"/>
                  <a:pt x="1143278" y="204593"/>
                </a:cubicBezTo>
                <a:cubicBezTo>
                  <a:pt x="1145126" y="206332"/>
                  <a:pt x="1148658" y="207582"/>
                  <a:pt x="1153875" y="208342"/>
                </a:cubicBezTo>
                <a:cubicBezTo>
                  <a:pt x="1156918" y="208777"/>
                  <a:pt x="1164526" y="209158"/>
                  <a:pt x="1176698" y="209483"/>
                </a:cubicBezTo>
                <a:cubicBezTo>
                  <a:pt x="1199086" y="210027"/>
                  <a:pt x="1213595" y="210788"/>
                  <a:pt x="1220225" y="211766"/>
                </a:cubicBezTo>
                <a:cubicBezTo>
                  <a:pt x="1230332" y="213179"/>
                  <a:pt x="1238375" y="216929"/>
                  <a:pt x="1244352" y="223015"/>
                </a:cubicBezTo>
                <a:cubicBezTo>
                  <a:pt x="1250438" y="229100"/>
                  <a:pt x="1253481" y="236600"/>
                  <a:pt x="1253481" y="245512"/>
                </a:cubicBezTo>
                <a:cubicBezTo>
                  <a:pt x="1253481" y="257793"/>
                  <a:pt x="1247722" y="269313"/>
                  <a:pt x="1236201" y="280073"/>
                </a:cubicBezTo>
                <a:cubicBezTo>
                  <a:pt x="1219247" y="295940"/>
                  <a:pt x="1197131" y="303874"/>
                  <a:pt x="1169851" y="303874"/>
                </a:cubicBezTo>
                <a:cubicBezTo>
                  <a:pt x="1148875" y="303874"/>
                  <a:pt x="1131161" y="299146"/>
                  <a:pt x="1116705" y="289691"/>
                </a:cubicBezTo>
                <a:cubicBezTo>
                  <a:pt x="1108555" y="284257"/>
                  <a:pt x="1104479" y="278606"/>
                  <a:pt x="1104479" y="272737"/>
                </a:cubicBezTo>
                <a:cubicBezTo>
                  <a:pt x="1104479" y="270128"/>
                  <a:pt x="1105077" y="267520"/>
                  <a:pt x="1106272" y="264912"/>
                </a:cubicBezTo>
                <a:cubicBezTo>
                  <a:pt x="1108120" y="260890"/>
                  <a:pt x="1111923" y="255293"/>
                  <a:pt x="1117684" y="248120"/>
                </a:cubicBezTo>
                <a:cubicBezTo>
                  <a:pt x="1118444" y="247142"/>
                  <a:pt x="1123988" y="241273"/>
                  <a:pt x="1134312" y="230514"/>
                </a:cubicBezTo>
                <a:cubicBezTo>
                  <a:pt x="1128660" y="227144"/>
                  <a:pt x="1124640" y="224156"/>
                  <a:pt x="1122249" y="221548"/>
                </a:cubicBezTo>
                <a:cubicBezTo>
                  <a:pt x="1119966" y="218830"/>
                  <a:pt x="1118825" y="215787"/>
                  <a:pt x="1118825" y="212418"/>
                </a:cubicBezTo>
                <a:cubicBezTo>
                  <a:pt x="1118825" y="208614"/>
                  <a:pt x="1120346" y="204158"/>
                  <a:pt x="1123390" y="199051"/>
                </a:cubicBezTo>
                <a:cubicBezTo>
                  <a:pt x="1126541" y="193942"/>
                  <a:pt x="1133714" y="186715"/>
                  <a:pt x="1144909" y="177368"/>
                </a:cubicBezTo>
                <a:moveTo>
                  <a:pt x="1173274" y="85912"/>
                </a:moveTo>
                <a:cubicBezTo>
                  <a:pt x="1165232" y="85912"/>
                  <a:pt x="1158494" y="89119"/>
                  <a:pt x="1153059" y="95531"/>
                </a:cubicBezTo>
                <a:cubicBezTo>
                  <a:pt x="1147625" y="101943"/>
                  <a:pt x="1144909" y="111779"/>
                  <a:pt x="1144909" y="125038"/>
                </a:cubicBezTo>
                <a:cubicBezTo>
                  <a:pt x="1144909" y="142210"/>
                  <a:pt x="1148604" y="155524"/>
                  <a:pt x="1155994" y="164978"/>
                </a:cubicBezTo>
                <a:cubicBezTo>
                  <a:pt x="1161646" y="172152"/>
                  <a:pt x="1168819" y="175738"/>
                  <a:pt x="1177514" y="175738"/>
                </a:cubicBezTo>
                <a:cubicBezTo>
                  <a:pt x="1185774" y="175738"/>
                  <a:pt x="1192565" y="172640"/>
                  <a:pt x="1197891" y="166446"/>
                </a:cubicBezTo>
                <a:cubicBezTo>
                  <a:pt x="1203217" y="160251"/>
                  <a:pt x="1205879" y="150524"/>
                  <a:pt x="1205879" y="137265"/>
                </a:cubicBezTo>
                <a:cubicBezTo>
                  <a:pt x="1205879" y="119985"/>
                  <a:pt x="1202129" y="106453"/>
                  <a:pt x="1194630" y="96672"/>
                </a:cubicBezTo>
                <a:cubicBezTo>
                  <a:pt x="1189088" y="89500"/>
                  <a:pt x="1181969" y="85912"/>
                  <a:pt x="1173274" y="85912"/>
                </a:cubicBezTo>
                <a:moveTo>
                  <a:pt x="1143278" y="231818"/>
                </a:moveTo>
                <a:cubicBezTo>
                  <a:pt x="1138170" y="237360"/>
                  <a:pt x="1134312" y="242523"/>
                  <a:pt x="1131704" y="247305"/>
                </a:cubicBezTo>
                <a:cubicBezTo>
                  <a:pt x="1129095" y="252087"/>
                  <a:pt x="1127791" y="256488"/>
                  <a:pt x="1127791" y="260510"/>
                </a:cubicBezTo>
                <a:cubicBezTo>
                  <a:pt x="1127791" y="265727"/>
                  <a:pt x="1130943" y="270292"/>
                  <a:pt x="1137247" y="274204"/>
                </a:cubicBezTo>
                <a:cubicBezTo>
                  <a:pt x="1148114" y="280942"/>
                  <a:pt x="1163820" y="284311"/>
                  <a:pt x="1184360" y="284311"/>
                </a:cubicBezTo>
                <a:cubicBezTo>
                  <a:pt x="1203923" y="284311"/>
                  <a:pt x="1218323" y="280833"/>
                  <a:pt x="1227561" y="273878"/>
                </a:cubicBezTo>
                <a:cubicBezTo>
                  <a:pt x="1236908" y="267031"/>
                  <a:pt x="1241581" y="259695"/>
                  <a:pt x="1241581" y="251870"/>
                </a:cubicBezTo>
                <a:cubicBezTo>
                  <a:pt x="1241581" y="246218"/>
                  <a:pt x="1238810" y="242197"/>
                  <a:pt x="1233267" y="239806"/>
                </a:cubicBezTo>
                <a:cubicBezTo>
                  <a:pt x="1227616" y="237415"/>
                  <a:pt x="1216421" y="236002"/>
                  <a:pt x="1199684" y="235567"/>
                </a:cubicBezTo>
                <a:cubicBezTo>
                  <a:pt x="1175231" y="234915"/>
                  <a:pt x="1156429" y="233665"/>
                  <a:pt x="1143278" y="231818"/>
                </a:cubicBezTo>
                <a:moveTo>
                  <a:pt x="1350643" y="231818"/>
                </a:moveTo>
                <a:lnTo>
                  <a:pt x="1350643" y="225786"/>
                </a:lnTo>
                <a:lnTo>
                  <a:pt x="1358957" y="225786"/>
                </a:lnTo>
                <a:cubicBezTo>
                  <a:pt x="1368304" y="225786"/>
                  <a:pt x="1374934" y="222798"/>
                  <a:pt x="1378846" y="216820"/>
                </a:cubicBezTo>
                <a:cubicBezTo>
                  <a:pt x="1381237" y="213234"/>
                  <a:pt x="1382432" y="205191"/>
                  <a:pt x="1382432" y="192692"/>
                </a:cubicBezTo>
                <a:lnTo>
                  <a:pt x="1382432" y="49885"/>
                </a:lnTo>
                <a:cubicBezTo>
                  <a:pt x="1382432" y="36082"/>
                  <a:pt x="1380911" y="27442"/>
                  <a:pt x="1377868" y="23964"/>
                </a:cubicBezTo>
                <a:cubicBezTo>
                  <a:pt x="1373629" y="19182"/>
                  <a:pt x="1367326" y="16791"/>
                  <a:pt x="1358957" y="16791"/>
                </a:cubicBezTo>
                <a:lnTo>
                  <a:pt x="1350643" y="16791"/>
                </a:lnTo>
                <a:lnTo>
                  <a:pt x="1350643" y="10759"/>
                </a:lnTo>
                <a:lnTo>
                  <a:pt x="1440632" y="10759"/>
                </a:lnTo>
                <a:cubicBezTo>
                  <a:pt x="1473671" y="10759"/>
                  <a:pt x="1498776" y="14508"/>
                  <a:pt x="1515948" y="22008"/>
                </a:cubicBezTo>
                <a:cubicBezTo>
                  <a:pt x="1533229" y="29507"/>
                  <a:pt x="1547085" y="42005"/>
                  <a:pt x="1557519" y="59503"/>
                </a:cubicBezTo>
                <a:cubicBezTo>
                  <a:pt x="1568062" y="77000"/>
                  <a:pt x="1573332" y="97216"/>
                  <a:pt x="1573332" y="120147"/>
                </a:cubicBezTo>
                <a:cubicBezTo>
                  <a:pt x="1573332" y="150904"/>
                  <a:pt x="1563986" y="176607"/>
                  <a:pt x="1545292" y="197257"/>
                </a:cubicBezTo>
                <a:cubicBezTo>
                  <a:pt x="1524317" y="220298"/>
                  <a:pt x="1492364" y="231818"/>
                  <a:pt x="1449435" y="231818"/>
                </a:cubicBezTo>
                <a:lnTo>
                  <a:pt x="1350643" y="231818"/>
                </a:lnTo>
                <a:moveTo>
                  <a:pt x="1413733" y="215842"/>
                </a:moveTo>
                <a:cubicBezTo>
                  <a:pt x="1427536" y="218885"/>
                  <a:pt x="1439111" y="220407"/>
                  <a:pt x="1448457" y="220407"/>
                </a:cubicBezTo>
                <a:cubicBezTo>
                  <a:pt x="1473671" y="220407"/>
                  <a:pt x="1494592" y="211549"/>
                  <a:pt x="1511221" y="193834"/>
                </a:cubicBezTo>
                <a:cubicBezTo>
                  <a:pt x="1527849" y="176118"/>
                  <a:pt x="1536163" y="152100"/>
                  <a:pt x="1536163" y="121778"/>
                </a:cubicBezTo>
                <a:cubicBezTo>
                  <a:pt x="1536163" y="91238"/>
                  <a:pt x="1527849" y="67165"/>
                  <a:pt x="1511221" y="49558"/>
                </a:cubicBezTo>
                <a:cubicBezTo>
                  <a:pt x="1494592" y="31952"/>
                  <a:pt x="1473236" y="23149"/>
                  <a:pt x="1447153" y="23149"/>
                </a:cubicBezTo>
                <a:cubicBezTo>
                  <a:pt x="1437371" y="23149"/>
                  <a:pt x="1426232" y="24725"/>
                  <a:pt x="1413733" y="27877"/>
                </a:cubicBezTo>
                <a:lnTo>
                  <a:pt x="1413733" y="215842"/>
                </a:lnTo>
                <a:moveTo>
                  <a:pt x="1681253" y="210299"/>
                </a:moveTo>
                <a:cubicBezTo>
                  <a:pt x="1665929" y="222146"/>
                  <a:pt x="1656311" y="228992"/>
                  <a:pt x="1652398" y="230839"/>
                </a:cubicBezTo>
                <a:cubicBezTo>
                  <a:pt x="1646530" y="233557"/>
                  <a:pt x="1640280" y="234915"/>
                  <a:pt x="1633651" y="234915"/>
                </a:cubicBezTo>
                <a:cubicBezTo>
                  <a:pt x="1623325" y="234915"/>
                  <a:pt x="1614794" y="231383"/>
                  <a:pt x="1608056" y="224319"/>
                </a:cubicBezTo>
                <a:cubicBezTo>
                  <a:pt x="1601427" y="217254"/>
                  <a:pt x="1598111" y="207962"/>
                  <a:pt x="1598111" y="196442"/>
                </a:cubicBezTo>
                <a:cubicBezTo>
                  <a:pt x="1598111" y="189160"/>
                  <a:pt x="1599742" y="182857"/>
                  <a:pt x="1603002" y="177532"/>
                </a:cubicBezTo>
                <a:cubicBezTo>
                  <a:pt x="1607458" y="170141"/>
                  <a:pt x="1615175" y="163185"/>
                  <a:pt x="1626151" y="156665"/>
                </a:cubicBezTo>
                <a:cubicBezTo>
                  <a:pt x="1637237" y="150144"/>
                  <a:pt x="1655605" y="142210"/>
                  <a:pt x="1681253" y="132863"/>
                </a:cubicBezTo>
                <a:lnTo>
                  <a:pt x="1681253" y="126995"/>
                </a:lnTo>
                <a:cubicBezTo>
                  <a:pt x="1681253" y="112105"/>
                  <a:pt x="1678862" y="101888"/>
                  <a:pt x="1674080" y="96346"/>
                </a:cubicBezTo>
                <a:cubicBezTo>
                  <a:pt x="1669407" y="90804"/>
                  <a:pt x="1662559" y="88032"/>
                  <a:pt x="1653539" y="88032"/>
                </a:cubicBezTo>
                <a:cubicBezTo>
                  <a:pt x="1646693" y="88032"/>
                  <a:pt x="1641259" y="89879"/>
                  <a:pt x="1637237" y="93574"/>
                </a:cubicBezTo>
                <a:cubicBezTo>
                  <a:pt x="1633107" y="97270"/>
                  <a:pt x="1631042" y="101509"/>
                  <a:pt x="1631042" y="106291"/>
                </a:cubicBezTo>
                <a:lnTo>
                  <a:pt x="1631368" y="115746"/>
                </a:lnTo>
                <a:cubicBezTo>
                  <a:pt x="1631368" y="120745"/>
                  <a:pt x="1630064" y="124604"/>
                  <a:pt x="1627455" y="127320"/>
                </a:cubicBezTo>
                <a:cubicBezTo>
                  <a:pt x="1624956" y="130038"/>
                  <a:pt x="1621641" y="131396"/>
                  <a:pt x="1617512" y="131396"/>
                </a:cubicBezTo>
                <a:cubicBezTo>
                  <a:pt x="1613490" y="131396"/>
                  <a:pt x="1610175" y="129983"/>
                  <a:pt x="1607567" y="127157"/>
                </a:cubicBezTo>
                <a:cubicBezTo>
                  <a:pt x="1605067" y="124331"/>
                  <a:pt x="1603818" y="120474"/>
                  <a:pt x="1603818" y="115582"/>
                </a:cubicBezTo>
                <a:cubicBezTo>
                  <a:pt x="1603818" y="106236"/>
                  <a:pt x="1608600" y="97650"/>
                  <a:pt x="1618164" y="89825"/>
                </a:cubicBezTo>
                <a:cubicBezTo>
                  <a:pt x="1627728" y="82000"/>
                  <a:pt x="1641149" y="78087"/>
                  <a:pt x="1658431" y="78087"/>
                </a:cubicBezTo>
                <a:cubicBezTo>
                  <a:pt x="1671689" y="78087"/>
                  <a:pt x="1682557" y="80315"/>
                  <a:pt x="1691034" y="84772"/>
                </a:cubicBezTo>
                <a:cubicBezTo>
                  <a:pt x="1697447" y="88140"/>
                  <a:pt x="1702174" y="93412"/>
                  <a:pt x="1705217" y="100584"/>
                </a:cubicBezTo>
                <a:cubicBezTo>
                  <a:pt x="1707174" y="105258"/>
                  <a:pt x="1708152" y="114822"/>
                  <a:pt x="1708152" y="129276"/>
                </a:cubicBezTo>
                <a:lnTo>
                  <a:pt x="1708152" y="179977"/>
                </a:lnTo>
                <a:cubicBezTo>
                  <a:pt x="1708152" y="194214"/>
                  <a:pt x="1708424" y="202962"/>
                  <a:pt x="1708968" y="206223"/>
                </a:cubicBezTo>
                <a:cubicBezTo>
                  <a:pt x="1709510" y="209375"/>
                  <a:pt x="1710380" y="211495"/>
                  <a:pt x="1711576" y="212582"/>
                </a:cubicBezTo>
                <a:cubicBezTo>
                  <a:pt x="1712880" y="213668"/>
                  <a:pt x="1714347" y="214211"/>
                  <a:pt x="1715977" y="214211"/>
                </a:cubicBezTo>
                <a:cubicBezTo>
                  <a:pt x="1717716" y="214211"/>
                  <a:pt x="1719238" y="213831"/>
                  <a:pt x="1720542" y="213070"/>
                </a:cubicBezTo>
                <a:cubicBezTo>
                  <a:pt x="1722824" y="211657"/>
                  <a:pt x="1727225" y="207690"/>
                  <a:pt x="1733746" y="201169"/>
                </a:cubicBezTo>
                <a:lnTo>
                  <a:pt x="1733746" y="210299"/>
                </a:lnTo>
                <a:cubicBezTo>
                  <a:pt x="1721574" y="226601"/>
                  <a:pt x="1709945" y="234752"/>
                  <a:pt x="1698860" y="234752"/>
                </a:cubicBezTo>
                <a:cubicBezTo>
                  <a:pt x="1693535" y="234752"/>
                  <a:pt x="1689295" y="232905"/>
                  <a:pt x="1686144" y="229210"/>
                </a:cubicBezTo>
                <a:cubicBezTo>
                  <a:pt x="1682992" y="225514"/>
                  <a:pt x="1681362" y="219211"/>
                  <a:pt x="1681253" y="210299"/>
                </a:cubicBezTo>
                <a:moveTo>
                  <a:pt x="1681253" y="199703"/>
                </a:moveTo>
                <a:lnTo>
                  <a:pt x="1681253" y="142807"/>
                </a:lnTo>
                <a:cubicBezTo>
                  <a:pt x="1664842" y="149328"/>
                  <a:pt x="1654245" y="153947"/>
                  <a:pt x="1649463" y="156665"/>
                </a:cubicBezTo>
                <a:cubicBezTo>
                  <a:pt x="1640878" y="161447"/>
                  <a:pt x="1634738" y="166446"/>
                  <a:pt x="1631042" y="171663"/>
                </a:cubicBezTo>
                <a:cubicBezTo>
                  <a:pt x="1627347" y="176880"/>
                  <a:pt x="1625499" y="182585"/>
                  <a:pt x="1625499" y="188780"/>
                </a:cubicBezTo>
                <a:cubicBezTo>
                  <a:pt x="1625499" y="196605"/>
                  <a:pt x="1627836" y="203126"/>
                  <a:pt x="1632509" y="208342"/>
                </a:cubicBezTo>
                <a:cubicBezTo>
                  <a:pt x="1637183" y="213451"/>
                  <a:pt x="1642563" y="216004"/>
                  <a:pt x="1648649" y="216004"/>
                </a:cubicBezTo>
                <a:cubicBezTo>
                  <a:pt x="1656908" y="216004"/>
                  <a:pt x="1667776" y="210570"/>
                  <a:pt x="1681253" y="199703"/>
                </a:cubicBezTo>
                <a:moveTo>
                  <a:pt x="1788359" y="33419"/>
                </a:moveTo>
                <a:lnTo>
                  <a:pt x="1788359" y="82489"/>
                </a:lnTo>
                <a:lnTo>
                  <a:pt x="1823246" y="82489"/>
                </a:lnTo>
                <a:lnTo>
                  <a:pt x="1823246" y="93901"/>
                </a:lnTo>
                <a:lnTo>
                  <a:pt x="1788359" y="93901"/>
                </a:lnTo>
                <a:lnTo>
                  <a:pt x="1788359" y="190736"/>
                </a:lnTo>
                <a:cubicBezTo>
                  <a:pt x="1788359" y="200409"/>
                  <a:pt x="1789717" y="206930"/>
                  <a:pt x="1792435" y="210299"/>
                </a:cubicBezTo>
                <a:cubicBezTo>
                  <a:pt x="1795261" y="213668"/>
                  <a:pt x="1798847" y="215352"/>
                  <a:pt x="1803194" y="215352"/>
                </a:cubicBezTo>
                <a:cubicBezTo>
                  <a:pt x="1806781" y="215352"/>
                  <a:pt x="1810258" y="214265"/>
                  <a:pt x="1813628" y="212092"/>
                </a:cubicBezTo>
                <a:cubicBezTo>
                  <a:pt x="1816997" y="209810"/>
                  <a:pt x="1819606" y="206495"/>
                  <a:pt x="1821453" y="202148"/>
                </a:cubicBezTo>
                <a:lnTo>
                  <a:pt x="1827810" y="202148"/>
                </a:lnTo>
                <a:cubicBezTo>
                  <a:pt x="1824007" y="212799"/>
                  <a:pt x="1818627" y="220841"/>
                  <a:pt x="1811671" y="226276"/>
                </a:cubicBezTo>
                <a:cubicBezTo>
                  <a:pt x="1804716" y="231601"/>
                  <a:pt x="1797543" y="234263"/>
                  <a:pt x="1790152" y="234263"/>
                </a:cubicBezTo>
                <a:cubicBezTo>
                  <a:pt x="1785153" y="234263"/>
                  <a:pt x="1780262" y="232905"/>
                  <a:pt x="1775480" y="230187"/>
                </a:cubicBezTo>
                <a:cubicBezTo>
                  <a:pt x="1770698" y="227362"/>
                  <a:pt x="1767166" y="223395"/>
                  <a:pt x="1764884" y="218287"/>
                </a:cubicBezTo>
                <a:cubicBezTo>
                  <a:pt x="1762602" y="213070"/>
                  <a:pt x="1761460" y="205082"/>
                  <a:pt x="1761460" y="194323"/>
                </a:cubicBezTo>
                <a:lnTo>
                  <a:pt x="1761460" y="93901"/>
                </a:lnTo>
                <a:lnTo>
                  <a:pt x="1737822" y="93901"/>
                </a:lnTo>
                <a:lnTo>
                  <a:pt x="1737822" y="88521"/>
                </a:lnTo>
                <a:cubicBezTo>
                  <a:pt x="1743800" y="86130"/>
                  <a:pt x="1749885" y="82109"/>
                  <a:pt x="1756081" y="76458"/>
                </a:cubicBezTo>
                <a:cubicBezTo>
                  <a:pt x="1762384" y="70697"/>
                  <a:pt x="1767981" y="63904"/>
                  <a:pt x="1772872" y="56079"/>
                </a:cubicBezTo>
                <a:cubicBezTo>
                  <a:pt x="1775371" y="51949"/>
                  <a:pt x="1778849" y="44396"/>
                  <a:pt x="1783306" y="33419"/>
                </a:cubicBezTo>
                <a:lnTo>
                  <a:pt x="1788359" y="33419"/>
                </a:lnTo>
                <a:moveTo>
                  <a:pt x="1922527" y="210299"/>
                </a:moveTo>
                <a:cubicBezTo>
                  <a:pt x="1907203" y="222146"/>
                  <a:pt x="1897585" y="228992"/>
                  <a:pt x="1893672" y="230839"/>
                </a:cubicBezTo>
                <a:cubicBezTo>
                  <a:pt x="1887803" y="233557"/>
                  <a:pt x="1881554" y="234915"/>
                  <a:pt x="1874925" y="234915"/>
                </a:cubicBezTo>
                <a:cubicBezTo>
                  <a:pt x="1864599" y="234915"/>
                  <a:pt x="1856068" y="231383"/>
                  <a:pt x="1849330" y="224319"/>
                </a:cubicBezTo>
                <a:cubicBezTo>
                  <a:pt x="1842700" y="217254"/>
                  <a:pt x="1839385" y="207962"/>
                  <a:pt x="1839385" y="196442"/>
                </a:cubicBezTo>
                <a:cubicBezTo>
                  <a:pt x="1839385" y="189160"/>
                  <a:pt x="1841016" y="182857"/>
                  <a:pt x="1844276" y="177532"/>
                </a:cubicBezTo>
                <a:cubicBezTo>
                  <a:pt x="1848732" y="170141"/>
                  <a:pt x="1856449" y="163185"/>
                  <a:pt x="1867425" y="156665"/>
                </a:cubicBezTo>
                <a:cubicBezTo>
                  <a:pt x="1878511" y="150144"/>
                  <a:pt x="1896878" y="142210"/>
                  <a:pt x="1922527" y="132863"/>
                </a:cubicBezTo>
                <a:lnTo>
                  <a:pt x="1922527" y="126995"/>
                </a:lnTo>
                <a:cubicBezTo>
                  <a:pt x="1922527" y="112105"/>
                  <a:pt x="1920136" y="101888"/>
                  <a:pt x="1915354" y="96346"/>
                </a:cubicBezTo>
                <a:cubicBezTo>
                  <a:pt x="1910681" y="90804"/>
                  <a:pt x="1903833" y="88032"/>
                  <a:pt x="1894813" y="88032"/>
                </a:cubicBezTo>
                <a:cubicBezTo>
                  <a:pt x="1887966" y="88032"/>
                  <a:pt x="1882531" y="89879"/>
                  <a:pt x="1878511" y="93574"/>
                </a:cubicBezTo>
                <a:cubicBezTo>
                  <a:pt x="1874381" y="97270"/>
                  <a:pt x="1872316" y="101509"/>
                  <a:pt x="1872316" y="106291"/>
                </a:cubicBezTo>
                <a:lnTo>
                  <a:pt x="1872642" y="115746"/>
                </a:lnTo>
                <a:cubicBezTo>
                  <a:pt x="1872642" y="120745"/>
                  <a:pt x="1871338" y="124604"/>
                  <a:pt x="1868729" y="127320"/>
                </a:cubicBezTo>
                <a:cubicBezTo>
                  <a:pt x="1866230" y="130038"/>
                  <a:pt x="1862914" y="131396"/>
                  <a:pt x="1858785" y="131396"/>
                </a:cubicBezTo>
                <a:cubicBezTo>
                  <a:pt x="1854764" y="131396"/>
                  <a:pt x="1851449" y="129983"/>
                  <a:pt x="1848841" y="127157"/>
                </a:cubicBezTo>
                <a:cubicBezTo>
                  <a:pt x="1846341" y="124331"/>
                  <a:pt x="1845090" y="120474"/>
                  <a:pt x="1845090" y="115582"/>
                </a:cubicBezTo>
                <a:cubicBezTo>
                  <a:pt x="1845090" y="106236"/>
                  <a:pt x="1849873" y="97650"/>
                  <a:pt x="1859437" y="89825"/>
                </a:cubicBezTo>
                <a:cubicBezTo>
                  <a:pt x="1869001" y="82000"/>
                  <a:pt x="1882423" y="78087"/>
                  <a:pt x="1899703" y="78087"/>
                </a:cubicBezTo>
                <a:cubicBezTo>
                  <a:pt x="1912963" y="78087"/>
                  <a:pt x="1923831" y="80315"/>
                  <a:pt x="1932308" y="84772"/>
                </a:cubicBezTo>
                <a:cubicBezTo>
                  <a:pt x="1938720" y="88140"/>
                  <a:pt x="1943448" y="93412"/>
                  <a:pt x="1946491" y="100584"/>
                </a:cubicBezTo>
                <a:cubicBezTo>
                  <a:pt x="1948447" y="105258"/>
                  <a:pt x="1949426" y="114822"/>
                  <a:pt x="1949426" y="129276"/>
                </a:cubicBezTo>
                <a:lnTo>
                  <a:pt x="1949426" y="179977"/>
                </a:lnTo>
                <a:cubicBezTo>
                  <a:pt x="1949426" y="194214"/>
                  <a:pt x="1949697" y="202962"/>
                  <a:pt x="1950240" y="206223"/>
                </a:cubicBezTo>
                <a:cubicBezTo>
                  <a:pt x="1950784" y="209375"/>
                  <a:pt x="1951654" y="211495"/>
                  <a:pt x="1952849" y="212582"/>
                </a:cubicBezTo>
                <a:cubicBezTo>
                  <a:pt x="1954153" y="213668"/>
                  <a:pt x="1955620" y="214211"/>
                  <a:pt x="1957251" y="214211"/>
                </a:cubicBezTo>
                <a:cubicBezTo>
                  <a:pt x="1958990" y="214211"/>
                  <a:pt x="1960511" y="213831"/>
                  <a:pt x="1961815" y="213070"/>
                </a:cubicBezTo>
                <a:cubicBezTo>
                  <a:pt x="1964098" y="211657"/>
                  <a:pt x="1968499" y="207690"/>
                  <a:pt x="1975020" y="201169"/>
                </a:cubicBezTo>
                <a:lnTo>
                  <a:pt x="1975020" y="210299"/>
                </a:lnTo>
                <a:cubicBezTo>
                  <a:pt x="1962848" y="226601"/>
                  <a:pt x="1951219" y="234752"/>
                  <a:pt x="1940133" y="234752"/>
                </a:cubicBezTo>
                <a:cubicBezTo>
                  <a:pt x="1934807" y="234752"/>
                  <a:pt x="1930569" y="232905"/>
                  <a:pt x="1927417" y="229210"/>
                </a:cubicBezTo>
                <a:cubicBezTo>
                  <a:pt x="1924266" y="225514"/>
                  <a:pt x="1922636" y="219211"/>
                  <a:pt x="1922527" y="210299"/>
                </a:cubicBezTo>
                <a:moveTo>
                  <a:pt x="1922527" y="199703"/>
                </a:moveTo>
                <a:lnTo>
                  <a:pt x="1922527" y="142807"/>
                </a:lnTo>
                <a:cubicBezTo>
                  <a:pt x="1906116" y="149328"/>
                  <a:pt x="1895519" y="153947"/>
                  <a:pt x="1890737" y="156665"/>
                </a:cubicBezTo>
                <a:cubicBezTo>
                  <a:pt x="1882152" y="161447"/>
                  <a:pt x="1876010" y="166446"/>
                  <a:pt x="1872316" y="171663"/>
                </a:cubicBezTo>
                <a:cubicBezTo>
                  <a:pt x="1868620" y="176880"/>
                  <a:pt x="1866773" y="182585"/>
                  <a:pt x="1866773" y="188780"/>
                </a:cubicBezTo>
                <a:cubicBezTo>
                  <a:pt x="1866773" y="196605"/>
                  <a:pt x="1869110" y="203126"/>
                  <a:pt x="1873783" y="208342"/>
                </a:cubicBezTo>
                <a:cubicBezTo>
                  <a:pt x="1878457" y="213451"/>
                  <a:pt x="1883836" y="216004"/>
                  <a:pt x="1889922" y="216004"/>
                </a:cubicBezTo>
                <a:cubicBezTo>
                  <a:pt x="1898182" y="216004"/>
                  <a:pt x="1909050" y="210570"/>
                  <a:pt x="1922527" y="199703"/>
                </a:cubicBezTo>
                <a:moveTo>
                  <a:pt x="1983334" y="6846"/>
                </a:moveTo>
                <a:lnTo>
                  <a:pt x="1983334" y="0"/>
                </a:lnTo>
                <a:cubicBezTo>
                  <a:pt x="1999854" y="8151"/>
                  <a:pt x="2013602" y="17769"/>
                  <a:pt x="2024579" y="28855"/>
                </a:cubicBezTo>
                <a:cubicBezTo>
                  <a:pt x="2040121" y="44722"/>
                  <a:pt x="2052130" y="63362"/>
                  <a:pt x="2060607" y="84772"/>
                </a:cubicBezTo>
                <a:cubicBezTo>
                  <a:pt x="2069084" y="106073"/>
                  <a:pt x="2073322" y="128299"/>
                  <a:pt x="2073322" y="151448"/>
                </a:cubicBezTo>
                <a:cubicBezTo>
                  <a:pt x="2073322" y="185139"/>
                  <a:pt x="2065008" y="215842"/>
                  <a:pt x="2048380" y="243556"/>
                </a:cubicBezTo>
                <a:cubicBezTo>
                  <a:pt x="2031861" y="271378"/>
                  <a:pt x="2010178" y="291267"/>
                  <a:pt x="1983334" y="303222"/>
                </a:cubicBezTo>
                <a:lnTo>
                  <a:pt x="1983334" y="297190"/>
                </a:lnTo>
                <a:cubicBezTo>
                  <a:pt x="1996703" y="289691"/>
                  <a:pt x="2007679" y="279529"/>
                  <a:pt x="2016264" y="266705"/>
                </a:cubicBezTo>
                <a:cubicBezTo>
                  <a:pt x="2024959" y="253989"/>
                  <a:pt x="2031372" y="237795"/>
                  <a:pt x="2035502" y="218124"/>
                </a:cubicBezTo>
                <a:cubicBezTo>
                  <a:pt x="2039740" y="198344"/>
                  <a:pt x="2041859" y="177749"/>
                  <a:pt x="2041859" y="156338"/>
                </a:cubicBezTo>
                <a:cubicBezTo>
                  <a:pt x="2041859" y="133189"/>
                  <a:pt x="2040066" y="112050"/>
                  <a:pt x="2036479" y="92922"/>
                </a:cubicBezTo>
                <a:cubicBezTo>
                  <a:pt x="2033763" y="77924"/>
                  <a:pt x="2030339" y="65915"/>
                  <a:pt x="2026209" y="56895"/>
                </a:cubicBezTo>
                <a:cubicBezTo>
                  <a:pt x="2022188" y="47873"/>
                  <a:pt x="2016808" y="39180"/>
                  <a:pt x="2010070" y="30811"/>
                </a:cubicBezTo>
                <a:cubicBezTo>
                  <a:pt x="2003332" y="22443"/>
                  <a:pt x="1994420" y="14454"/>
                  <a:pt x="1983334" y="684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11">
            <a:extLst xmlns:a="http://schemas.openxmlformats.org/drawingml/2006/main">
              <a:ext uri="{FF2B5EF4-FFF2-40B4-BE49-F238E27FC236}">
                <a16:creationId xmlns:a16="http://schemas.microsoft.com/office/drawing/2014/main" id="{B3C78508-159D-493E-9E48-C72AE763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969" y="769891"/>
            <a:ext cx="219652" cy="219652"/>
          </a:xfrm>
          <a:custGeom xmlns:a="http://schemas.openxmlformats.org/drawingml/2006/main">
            <a:pathLst>
              <a:path w="219652" h="219652">
                <a:moveTo>
                  <a:pt x="210866" y="219652"/>
                </a:moveTo>
                <a:lnTo>
                  <a:pt x="202079" y="219652"/>
                </a:lnTo>
                <a:lnTo>
                  <a:pt x="202079" y="35145"/>
                </a:lnTo>
                <a:lnTo>
                  <a:pt x="210866" y="35145"/>
                </a:lnTo>
                <a:lnTo>
                  <a:pt x="219652" y="35145"/>
                </a:lnTo>
                <a:lnTo>
                  <a:pt x="219651" y="219652"/>
                </a:lnTo>
                <a:lnTo>
                  <a:pt x="210866" y="219652"/>
                </a:lnTo>
                <a:moveTo>
                  <a:pt x="184507" y="8786"/>
                </a:moveTo>
                <a:lnTo>
                  <a:pt x="184507" y="17572"/>
                </a:lnTo>
                <a:lnTo>
                  <a:pt x="0" y="17572"/>
                </a:lnTo>
                <a:lnTo>
                  <a:pt x="0" y="8786"/>
                </a:lnTo>
                <a:lnTo>
                  <a:pt x="0" y="0"/>
                </a:lnTo>
                <a:lnTo>
                  <a:pt x="184507" y="0"/>
                </a:lnTo>
                <a:lnTo>
                  <a:pt x="184507" y="8786"/>
                </a:lnTo>
                <a:moveTo>
                  <a:pt x="210866" y="35145"/>
                </a:moveTo>
                <a:lnTo>
                  <a:pt x="202079" y="35145"/>
                </a:lnTo>
                <a:cubicBezTo>
                  <a:pt x="202079" y="25439"/>
                  <a:pt x="194212" y="17572"/>
                  <a:pt x="184507" y="17572"/>
                </a:cubicBezTo>
                <a:lnTo>
                  <a:pt x="184507" y="8786"/>
                </a:lnTo>
                <a:lnTo>
                  <a:pt x="184507" y="0"/>
                </a:lnTo>
                <a:cubicBezTo>
                  <a:pt x="203917" y="0"/>
                  <a:pt x="219652" y="15735"/>
                  <a:pt x="219652" y="35145"/>
                </a:cubicBezTo>
                <a:lnTo>
                  <a:pt x="21086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12">
            <a:extLst xmlns:a="http://schemas.openxmlformats.org/drawingml/2006/main">
              <a:ext uri="{FF2B5EF4-FFF2-40B4-BE49-F238E27FC236}">
                <a16:creationId xmlns:a16="http://schemas.microsoft.com/office/drawing/2014/main" id="{27D3BE91-CDE9-4CE0-90DB-425245FF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794" y="769891"/>
            <a:ext cx="219652" cy="219652"/>
          </a:xfrm>
          <a:custGeom xmlns:a="http://schemas.openxmlformats.org/drawingml/2006/main">
            <a:pathLst>
              <a:path w="219652" h="219652">
                <a:moveTo>
                  <a:pt x="210866" y="219652"/>
                </a:moveTo>
                <a:lnTo>
                  <a:pt x="202079" y="219652"/>
                </a:lnTo>
                <a:lnTo>
                  <a:pt x="202079" y="35145"/>
                </a:lnTo>
                <a:lnTo>
                  <a:pt x="210866" y="35145"/>
                </a:lnTo>
                <a:lnTo>
                  <a:pt x="219652" y="35145"/>
                </a:lnTo>
                <a:lnTo>
                  <a:pt x="219651" y="219652"/>
                </a:lnTo>
                <a:lnTo>
                  <a:pt x="210866" y="219652"/>
                </a:lnTo>
                <a:moveTo>
                  <a:pt x="184507" y="8786"/>
                </a:moveTo>
                <a:lnTo>
                  <a:pt x="184507" y="17572"/>
                </a:lnTo>
                <a:lnTo>
                  <a:pt x="0" y="17572"/>
                </a:lnTo>
                <a:lnTo>
                  <a:pt x="0" y="8786"/>
                </a:lnTo>
                <a:lnTo>
                  <a:pt x="0" y="0"/>
                </a:lnTo>
                <a:lnTo>
                  <a:pt x="184507" y="0"/>
                </a:lnTo>
                <a:lnTo>
                  <a:pt x="184507" y="8786"/>
                </a:lnTo>
                <a:moveTo>
                  <a:pt x="210866" y="35145"/>
                </a:moveTo>
                <a:lnTo>
                  <a:pt x="202079" y="35145"/>
                </a:lnTo>
                <a:cubicBezTo>
                  <a:pt x="202079" y="25439"/>
                  <a:pt x="194212" y="17572"/>
                  <a:pt x="184507" y="17572"/>
                </a:cubicBezTo>
                <a:lnTo>
                  <a:pt x="184507" y="8786"/>
                </a:lnTo>
                <a:lnTo>
                  <a:pt x="184507" y="0"/>
                </a:lnTo>
                <a:cubicBezTo>
                  <a:pt x="203917" y="0"/>
                  <a:pt x="219652" y="15735"/>
                  <a:pt x="219652" y="35145"/>
                </a:cubicBezTo>
                <a:lnTo>
                  <a:pt x="21086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13">
            <a:extLst xmlns:a="http://schemas.openxmlformats.org/drawingml/2006/main">
              <a:ext uri="{FF2B5EF4-FFF2-40B4-BE49-F238E27FC236}">
                <a16:creationId xmlns:a16="http://schemas.microsoft.com/office/drawing/2014/main" id="{0A723495-03D0-41F5-B175-7A0A7633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786" y="769891"/>
            <a:ext cx="219652" cy="219652"/>
          </a:xfrm>
          <a:custGeom xmlns:a="http://schemas.openxmlformats.org/drawingml/2006/main">
            <a:pathLst>
              <a:path w="219652" h="219652">
                <a:moveTo>
                  <a:pt x="8787" y="219652"/>
                </a:moveTo>
                <a:lnTo>
                  <a:pt x="17573" y="219652"/>
                </a:lnTo>
                <a:lnTo>
                  <a:pt x="17572" y="35145"/>
                </a:lnTo>
                <a:lnTo>
                  <a:pt x="8786" y="35145"/>
                </a:lnTo>
                <a:lnTo>
                  <a:pt x="0" y="35145"/>
                </a:lnTo>
                <a:lnTo>
                  <a:pt x="1" y="219652"/>
                </a:lnTo>
                <a:lnTo>
                  <a:pt x="8787" y="219652"/>
                </a:lnTo>
                <a:moveTo>
                  <a:pt x="35145" y="8786"/>
                </a:moveTo>
                <a:lnTo>
                  <a:pt x="35145" y="17572"/>
                </a:lnTo>
                <a:lnTo>
                  <a:pt x="219652" y="17572"/>
                </a:lnTo>
                <a:lnTo>
                  <a:pt x="219652" y="8786"/>
                </a:lnTo>
                <a:lnTo>
                  <a:pt x="219652" y="0"/>
                </a:lnTo>
                <a:lnTo>
                  <a:pt x="35145" y="0"/>
                </a:lnTo>
                <a:lnTo>
                  <a:pt x="35145" y="8786"/>
                </a:lnTo>
                <a:moveTo>
                  <a:pt x="8786" y="35145"/>
                </a:moveTo>
                <a:lnTo>
                  <a:pt x="17572" y="35145"/>
                </a:lnTo>
                <a:cubicBezTo>
                  <a:pt x="17572" y="25439"/>
                  <a:pt x="25440" y="17572"/>
                  <a:pt x="35145" y="17572"/>
                </a:cubicBezTo>
                <a:lnTo>
                  <a:pt x="35145" y="8786"/>
                </a:lnTo>
                <a:lnTo>
                  <a:pt x="35145" y="0"/>
                </a:lnTo>
                <a:cubicBezTo>
                  <a:pt x="15735" y="0"/>
                  <a:pt x="0" y="15735"/>
                  <a:pt x="0" y="35145"/>
                </a:cubicBezTo>
                <a:lnTo>
                  <a:pt x="878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14">
            <a:extLst xmlns:a="http://schemas.openxmlformats.org/drawingml/2006/main">
              <a:ext uri="{FF2B5EF4-FFF2-40B4-BE49-F238E27FC236}">
                <a16:creationId xmlns:a16="http://schemas.microsoft.com/office/drawing/2014/main" id="{C2D29909-A153-4795-92DC-53D0196B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745" y="769891"/>
            <a:ext cx="219652" cy="219652"/>
          </a:xfrm>
          <a:custGeom xmlns:a="http://schemas.openxmlformats.org/drawingml/2006/main">
            <a:pathLst>
              <a:path w="219652" h="219652">
                <a:moveTo>
                  <a:pt x="8786" y="219652"/>
                </a:moveTo>
                <a:lnTo>
                  <a:pt x="17572" y="219652"/>
                </a:lnTo>
                <a:lnTo>
                  <a:pt x="17572" y="35145"/>
                </a:lnTo>
                <a:lnTo>
                  <a:pt x="8786" y="35145"/>
                </a:lnTo>
                <a:lnTo>
                  <a:pt x="0" y="35145"/>
                </a:lnTo>
                <a:lnTo>
                  <a:pt x="1" y="219652"/>
                </a:lnTo>
                <a:lnTo>
                  <a:pt x="8786" y="219652"/>
                </a:lnTo>
                <a:moveTo>
                  <a:pt x="35145" y="8786"/>
                </a:moveTo>
                <a:lnTo>
                  <a:pt x="35145" y="17572"/>
                </a:lnTo>
                <a:lnTo>
                  <a:pt x="219652" y="17572"/>
                </a:lnTo>
                <a:lnTo>
                  <a:pt x="219652" y="8786"/>
                </a:lnTo>
                <a:lnTo>
                  <a:pt x="219652" y="0"/>
                </a:lnTo>
                <a:lnTo>
                  <a:pt x="35145" y="0"/>
                </a:lnTo>
                <a:lnTo>
                  <a:pt x="35145" y="8786"/>
                </a:lnTo>
                <a:moveTo>
                  <a:pt x="8786" y="35145"/>
                </a:moveTo>
                <a:lnTo>
                  <a:pt x="17572" y="35145"/>
                </a:lnTo>
                <a:cubicBezTo>
                  <a:pt x="17572" y="25439"/>
                  <a:pt x="25440" y="17572"/>
                  <a:pt x="35145" y="17572"/>
                </a:cubicBezTo>
                <a:lnTo>
                  <a:pt x="35145" y="8786"/>
                </a:lnTo>
                <a:lnTo>
                  <a:pt x="35145" y="0"/>
                </a:lnTo>
                <a:cubicBezTo>
                  <a:pt x="15735" y="0"/>
                  <a:pt x="0" y="15735"/>
                  <a:pt x="0" y="35145"/>
                </a:cubicBezTo>
                <a:lnTo>
                  <a:pt x="878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5">
            <a:extLst xmlns:a="http://schemas.openxmlformats.org/drawingml/2006/main">
              <a:ext uri="{FF2B5EF4-FFF2-40B4-BE49-F238E27FC236}">
                <a16:creationId xmlns:a16="http://schemas.microsoft.com/office/drawing/2014/main" id="{C021625A-D22B-44F6-A123-AEA57E6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34" y="646920"/>
            <a:ext cx="716459" cy="224405"/>
          </a:xfrm>
          <a:custGeom xmlns:a="http://schemas.openxmlformats.org/drawingml/2006/main">
            <a:pathLst>
              <a:path w="716459" h="224405">
                <a:moveTo>
                  <a:pt x="222552" y="5405"/>
                </a:moveTo>
                <a:lnTo>
                  <a:pt x="206953" y="73205"/>
                </a:lnTo>
                <a:lnTo>
                  <a:pt x="201393" y="73205"/>
                </a:lnTo>
                <a:lnTo>
                  <a:pt x="200775" y="56217"/>
                </a:lnTo>
                <a:cubicBezTo>
                  <a:pt x="200260" y="50039"/>
                  <a:pt x="199076" y="44531"/>
                  <a:pt x="197223" y="39692"/>
                </a:cubicBezTo>
                <a:cubicBezTo>
                  <a:pt x="195370" y="34852"/>
                  <a:pt x="192590" y="30683"/>
                  <a:pt x="188883" y="27182"/>
                </a:cubicBezTo>
                <a:cubicBezTo>
                  <a:pt x="185176" y="23578"/>
                  <a:pt x="180492" y="20798"/>
                  <a:pt x="174829" y="18842"/>
                </a:cubicBezTo>
                <a:cubicBezTo>
                  <a:pt x="169166" y="16783"/>
                  <a:pt x="162885" y="15753"/>
                  <a:pt x="155987" y="15753"/>
                </a:cubicBezTo>
                <a:cubicBezTo>
                  <a:pt x="137557" y="15753"/>
                  <a:pt x="121443" y="20798"/>
                  <a:pt x="107646" y="30889"/>
                </a:cubicBezTo>
                <a:cubicBezTo>
                  <a:pt x="90040" y="43759"/>
                  <a:pt x="76243" y="61932"/>
                  <a:pt x="66256" y="85407"/>
                </a:cubicBezTo>
                <a:cubicBezTo>
                  <a:pt x="58019" y="104763"/>
                  <a:pt x="53900" y="124378"/>
                  <a:pt x="53900" y="144250"/>
                </a:cubicBezTo>
                <a:cubicBezTo>
                  <a:pt x="53900" y="164532"/>
                  <a:pt x="59821" y="180749"/>
                  <a:pt x="71662" y="192899"/>
                </a:cubicBezTo>
                <a:cubicBezTo>
                  <a:pt x="83502" y="204946"/>
                  <a:pt x="98895" y="210968"/>
                  <a:pt x="117840" y="210968"/>
                </a:cubicBezTo>
                <a:cubicBezTo>
                  <a:pt x="132151" y="210968"/>
                  <a:pt x="144867" y="207777"/>
                  <a:pt x="155987" y="201393"/>
                </a:cubicBezTo>
                <a:cubicBezTo>
                  <a:pt x="167210" y="195009"/>
                  <a:pt x="177609" y="185177"/>
                  <a:pt x="187184" y="171895"/>
                </a:cubicBezTo>
                <a:lnTo>
                  <a:pt x="194443" y="171895"/>
                </a:lnTo>
                <a:cubicBezTo>
                  <a:pt x="183117" y="189913"/>
                  <a:pt x="170556" y="203195"/>
                  <a:pt x="156759" y="211740"/>
                </a:cubicBezTo>
                <a:cubicBezTo>
                  <a:pt x="142962" y="220183"/>
                  <a:pt x="126437" y="224405"/>
                  <a:pt x="107183" y="224405"/>
                </a:cubicBezTo>
                <a:cubicBezTo>
                  <a:pt x="90091" y="224405"/>
                  <a:pt x="74956" y="220853"/>
                  <a:pt x="61777" y="213748"/>
                </a:cubicBezTo>
                <a:cubicBezTo>
                  <a:pt x="48598" y="206541"/>
                  <a:pt x="38559" y="196451"/>
                  <a:pt x="31661" y="183477"/>
                </a:cubicBezTo>
                <a:cubicBezTo>
                  <a:pt x="24762" y="170504"/>
                  <a:pt x="21313" y="156553"/>
                  <a:pt x="21313" y="141624"/>
                </a:cubicBezTo>
                <a:cubicBezTo>
                  <a:pt x="21313" y="118766"/>
                  <a:pt x="27439" y="96527"/>
                  <a:pt x="39692" y="74905"/>
                </a:cubicBezTo>
                <a:cubicBezTo>
                  <a:pt x="51944" y="53283"/>
                  <a:pt x="68727" y="36294"/>
                  <a:pt x="90040" y="23938"/>
                </a:cubicBezTo>
                <a:cubicBezTo>
                  <a:pt x="111456" y="11583"/>
                  <a:pt x="133026" y="5405"/>
                  <a:pt x="154751" y="5405"/>
                </a:cubicBezTo>
                <a:cubicBezTo>
                  <a:pt x="164945" y="5405"/>
                  <a:pt x="176374" y="7825"/>
                  <a:pt x="189037" y="12664"/>
                </a:cubicBezTo>
                <a:cubicBezTo>
                  <a:pt x="194597" y="14724"/>
                  <a:pt x="198613" y="15753"/>
                  <a:pt x="201084" y="15753"/>
                </a:cubicBezTo>
                <a:cubicBezTo>
                  <a:pt x="203555" y="15753"/>
                  <a:pt x="205717" y="15238"/>
                  <a:pt x="207571" y="14209"/>
                </a:cubicBezTo>
                <a:cubicBezTo>
                  <a:pt x="209424" y="13179"/>
                  <a:pt x="212513" y="10244"/>
                  <a:pt x="216837" y="5405"/>
                </a:cubicBezTo>
                <a:lnTo>
                  <a:pt x="222552" y="5405"/>
                </a:lnTo>
                <a:moveTo>
                  <a:pt x="305024" y="0"/>
                </a:moveTo>
                <a:lnTo>
                  <a:pt x="252205" y="183786"/>
                </a:lnTo>
                <a:cubicBezTo>
                  <a:pt x="249630" y="192950"/>
                  <a:pt x="248343" y="198562"/>
                  <a:pt x="248343" y="200621"/>
                </a:cubicBezTo>
                <a:cubicBezTo>
                  <a:pt x="248343" y="202166"/>
                  <a:pt x="248807" y="203452"/>
                  <a:pt x="249733" y="204482"/>
                </a:cubicBezTo>
                <a:cubicBezTo>
                  <a:pt x="250763" y="205511"/>
                  <a:pt x="251999" y="206026"/>
                  <a:pt x="253440" y="206026"/>
                </a:cubicBezTo>
                <a:cubicBezTo>
                  <a:pt x="255396" y="206026"/>
                  <a:pt x="257507" y="205152"/>
                  <a:pt x="259772" y="203401"/>
                </a:cubicBezTo>
                <a:cubicBezTo>
                  <a:pt x="265126" y="199180"/>
                  <a:pt x="270738" y="192641"/>
                  <a:pt x="276607" y="183786"/>
                </a:cubicBezTo>
                <a:lnTo>
                  <a:pt x="281240" y="188575"/>
                </a:lnTo>
                <a:cubicBezTo>
                  <a:pt x="271459" y="202372"/>
                  <a:pt x="262449" y="211998"/>
                  <a:pt x="254212" y="217455"/>
                </a:cubicBezTo>
                <a:cubicBezTo>
                  <a:pt x="248137" y="221368"/>
                  <a:pt x="242372" y="223324"/>
                  <a:pt x="236915" y="223324"/>
                </a:cubicBezTo>
                <a:cubicBezTo>
                  <a:pt x="233003" y="223324"/>
                  <a:pt x="229708" y="221985"/>
                  <a:pt x="227031" y="219308"/>
                </a:cubicBezTo>
                <a:cubicBezTo>
                  <a:pt x="224457" y="216631"/>
                  <a:pt x="223170" y="213543"/>
                  <a:pt x="223170" y="210042"/>
                </a:cubicBezTo>
                <a:cubicBezTo>
                  <a:pt x="223170" y="206335"/>
                  <a:pt x="224817" y="198716"/>
                  <a:pt x="228112" y="187184"/>
                </a:cubicBezTo>
                <a:lnTo>
                  <a:pt x="269966" y="42318"/>
                </a:lnTo>
                <a:cubicBezTo>
                  <a:pt x="273363" y="30477"/>
                  <a:pt x="275062" y="23681"/>
                  <a:pt x="275062" y="21931"/>
                </a:cubicBezTo>
                <a:cubicBezTo>
                  <a:pt x="275062" y="19460"/>
                  <a:pt x="274084" y="17452"/>
                  <a:pt x="272128" y="15907"/>
                </a:cubicBezTo>
                <a:cubicBezTo>
                  <a:pt x="270172" y="14260"/>
                  <a:pt x="267134" y="13436"/>
                  <a:pt x="263016" y="13436"/>
                </a:cubicBezTo>
                <a:cubicBezTo>
                  <a:pt x="260647" y="13436"/>
                  <a:pt x="257044" y="13797"/>
                  <a:pt x="252205" y="14518"/>
                </a:cubicBezTo>
                <a:lnTo>
                  <a:pt x="252205" y="8803"/>
                </a:lnTo>
                <a:lnTo>
                  <a:pt x="305024" y="0"/>
                </a:lnTo>
                <a:moveTo>
                  <a:pt x="445258" y="128188"/>
                </a:moveTo>
                <a:cubicBezTo>
                  <a:pt x="445258" y="143632"/>
                  <a:pt x="441140" y="158921"/>
                  <a:pt x="432902" y="174057"/>
                </a:cubicBezTo>
                <a:cubicBezTo>
                  <a:pt x="424768" y="189192"/>
                  <a:pt x="413391" y="201187"/>
                  <a:pt x="398771" y="210042"/>
                </a:cubicBezTo>
                <a:cubicBezTo>
                  <a:pt x="384150" y="218897"/>
                  <a:pt x="369941" y="223324"/>
                  <a:pt x="356144" y="223324"/>
                </a:cubicBezTo>
                <a:cubicBezTo>
                  <a:pt x="342039" y="223324"/>
                  <a:pt x="330507" y="218845"/>
                  <a:pt x="321549" y="209887"/>
                </a:cubicBezTo>
                <a:cubicBezTo>
                  <a:pt x="312695" y="200827"/>
                  <a:pt x="308267" y="189140"/>
                  <a:pt x="308267" y="174829"/>
                </a:cubicBezTo>
                <a:cubicBezTo>
                  <a:pt x="308267" y="159693"/>
                  <a:pt x="312592" y="144507"/>
                  <a:pt x="321240" y="129268"/>
                </a:cubicBezTo>
                <a:cubicBezTo>
                  <a:pt x="329992" y="114030"/>
                  <a:pt x="341627" y="101983"/>
                  <a:pt x="356144" y="93129"/>
                </a:cubicBezTo>
                <a:cubicBezTo>
                  <a:pt x="370765" y="84274"/>
                  <a:pt x="384871" y="79847"/>
                  <a:pt x="398462" y="79847"/>
                </a:cubicBezTo>
                <a:cubicBezTo>
                  <a:pt x="412053" y="79847"/>
                  <a:pt x="423224" y="84325"/>
                  <a:pt x="431976" y="93283"/>
                </a:cubicBezTo>
                <a:cubicBezTo>
                  <a:pt x="440831" y="102241"/>
                  <a:pt x="445258" y="113876"/>
                  <a:pt x="445258" y="128188"/>
                </a:cubicBezTo>
                <a:moveTo>
                  <a:pt x="419620" y="117530"/>
                </a:moveTo>
                <a:cubicBezTo>
                  <a:pt x="419620" y="107955"/>
                  <a:pt x="417252" y="100646"/>
                  <a:pt x="412516" y="95600"/>
                </a:cubicBezTo>
                <a:cubicBezTo>
                  <a:pt x="407883" y="90452"/>
                  <a:pt x="401859" y="87878"/>
                  <a:pt x="394446" y="87878"/>
                </a:cubicBezTo>
                <a:cubicBezTo>
                  <a:pt x="379311" y="87878"/>
                  <a:pt x="365359" y="98740"/>
                  <a:pt x="352592" y="120465"/>
                </a:cubicBezTo>
                <a:cubicBezTo>
                  <a:pt x="339928" y="142087"/>
                  <a:pt x="333596" y="163606"/>
                  <a:pt x="333596" y="185022"/>
                </a:cubicBezTo>
                <a:cubicBezTo>
                  <a:pt x="333596" y="194803"/>
                  <a:pt x="336067" y="202372"/>
                  <a:pt x="341009" y="207726"/>
                </a:cubicBezTo>
                <a:cubicBezTo>
                  <a:pt x="345951" y="212976"/>
                  <a:pt x="352180" y="215602"/>
                  <a:pt x="359697" y="215602"/>
                </a:cubicBezTo>
                <a:cubicBezTo>
                  <a:pt x="374214" y="215602"/>
                  <a:pt x="387805" y="204843"/>
                  <a:pt x="400469" y="183324"/>
                </a:cubicBezTo>
                <a:cubicBezTo>
                  <a:pt x="413237" y="161701"/>
                  <a:pt x="419620" y="139770"/>
                  <a:pt x="419620" y="117530"/>
                </a:cubicBezTo>
                <a:moveTo>
                  <a:pt x="571901" y="79847"/>
                </a:moveTo>
                <a:lnTo>
                  <a:pt x="562479" y="127261"/>
                </a:lnTo>
                <a:lnTo>
                  <a:pt x="556766" y="127261"/>
                </a:lnTo>
                <a:cubicBezTo>
                  <a:pt x="556251" y="113464"/>
                  <a:pt x="553316" y="103424"/>
                  <a:pt x="547962" y="97145"/>
                </a:cubicBezTo>
                <a:cubicBezTo>
                  <a:pt x="542608" y="90864"/>
                  <a:pt x="535967" y="87723"/>
                  <a:pt x="528039" y="87723"/>
                </a:cubicBezTo>
                <a:cubicBezTo>
                  <a:pt x="521655" y="87723"/>
                  <a:pt x="516559" y="89474"/>
                  <a:pt x="512750" y="92974"/>
                </a:cubicBezTo>
                <a:cubicBezTo>
                  <a:pt x="509043" y="96475"/>
                  <a:pt x="507190" y="100696"/>
                  <a:pt x="507190" y="105639"/>
                </a:cubicBezTo>
                <a:cubicBezTo>
                  <a:pt x="507190" y="109036"/>
                  <a:pt x="507910" y="112279"/>
                  <a:pt x="509352" y="115368"/>
                </a:cubicBezTo>
                <a:cubicBezTo>
                  <a:pt x="510896" y="118457"/>
                  <a:pt x="514191" y="122781"/>
                  <a:pt x="519236" y="128341"/>
                </a:cubicBezTo>
                <a:cubicBezTo>
                  <a:pt x="532621" y="142962"/>
                  <a:pt x="541269" y="153979"/>
                  <a:pt x="545182" y="161392"/>
                </a:cubicBezTo>
                <a:cubicBezTo>
                  <a:pt x="549094" y="168806"/>
                  <a:pt x="551051" y="175807"/>
                  <a:pt x="551051" y="182397"/>
                </a:cubicBezTo>
                <a:cubicBezTo>
                  <a:pt x="551051" y="193105"/>
                  <a:pt x="546572" y="202629"/>
                  <a:pt x="537615" y="210968"/>
                </a:cubicBezTo>
                <a:cubicBezTo>
                  <a:pt x="528760" y="219206"/>
                  <a:pt x="517537" y="223324"/>
                  <a:pt x="503946" y="223324"/>
                </a:cubicBezTo>
                <a:cubicBezTo>
                  <a:pt x="496532" y="223324"/>
                  <a:pt x="487986" y="221574"/>
                  <a:pt x="478309" y="218073"/>
                </a:cubicBezTo>
                <a:cubicBezTo>
                  <a:pt x="474911" y="216837"/>
                  <a:pt x="472285" y="216220"/>
                  <a:pt x="470432" y="216220"/>
                </a:cubicBezTo>
                <a:cubicBezTo>
                  <a:pt x="465799" y="216220"/>
                  <a:pt x="462298" y="218588"/>
                  <a:pt x="459930" y="223324"/>
                </a:cubicBezTo>
                <a:lnTo>
                  <a:pt x="454216" y="223324"/>
                </a:lnTo>
                <a:lnTo>
                  <a:pt x="463636" y="173284"/>
                </a:lnTo>
                <a:lnTo>
                  <a:pt x="469351" y="173284"/>
                </a:lnTo>
                <a:cubicBezTo>
                  <a:pt x="469969" y="188934"/>
                  <a:pt x="473212" y="200003"/>
                  <a:pt x="479081" y="206490"/>
                </a:cubicBezTo>
                <a:cubicBezTo>
                  <a:pt x="484950" y="212976"/>
                  <a:pt x="492981" y="216220"/>
                  <a:pt x="503174" y="216220"/>
                </a:cubicBezTo>
                <a:cubicBezTo>
                  <a:pt x="510999" y="216220"/>
                  <a:pt x="517177" y="214057"/>
                  <a:pt x="521707" y="209733"/>
                </a:cubicBezTo>
                <a:cubicBezTo>
                  <a:pt x="526341" y="205306"/>
                  <a:pt x="528657" y="199901"/>
                  <a:pt x="528657" y="193517"/>
                </a:cubicBezTo>
                <a:cubicBezTo>
                  <a:pt x="528657" y="189398"/>
                  <a:pt x="527833" y="185589"/>
                  <a:pt x="526186" y="182088"/>
                </a:cubicBezTo>
                <a:cubicBezTo>
                  <a:pt x="523303" y="175910"/>
                  <a:pt x="517228" y="167364"/>
                  <a:pt x="507961" y="156450"/>
                </a:cubicBezTo>
                <a:cubicBezTo>
                  <a:pt x="498798" y="145536"/>
                  <a:pt x="492878" y="137351"/>
                  <a:pt x="490201" y="131894"/>
                </a:cubicBezTo>
                <a:cubicBezTo>
                  <a:pt x="487627" y="126437"/>
                  <a:pt x="486339" y="120980"/>
                  <a:pt x="486339" y="115523"/>
                </a:cubicBezTo>
                <a:cubicBezTo>
                  <a:pt x="486339" y="105536"/>
                  <a:pt x="489943" y="97093"/>
                  <a:pt x="497150" y="90194"/>
                </a:cubicBezTo>
                <a:cubicBezTo>
                  <a:pt x="504461" y="83296"/>
                  <a:pt x="513830" y="79847"/>
                  <a:pt x="525259" y="79847"/>
                </a:cubicBezTo>
                <a:cubicBezTo>
                  <a:pt x="528554" y="79847"/>
                  <a:pt x="531540" y="80104"/>
                  <a:pt x="534217" y="80619"/>
                </a:cubicBezTo>
                <a:cubicBezTo>
                  <a:pt x="535658" y="80928"/>
                  <a:pt x="539004" y="82112"/>
                  <a:pt x="544255" y="84171"/>
                </a:cubicBezTo>
                <a:cubicBezTo>
                  <a:pt x="549609" y="86128"/>
                  <a:pt x="553162" y="87105"/>
                  <a:pt x="554912" y="87105"/>
                </a:cubicBezTo>
                <a:cubicBezTo>
                  <a:pt x="559340" y="87105"/>
                  <a:pt x="563046" y="84686"/>
                  <a:pt x="566032" y="79847"/>
                </a:cubicBezTo>
                <a:lnTo>
                  <a:pt x="571901" y="79847"/>
                </a:lnTo>
                <a:moveTo>
                  <a:pt x="618079" y="161392"/>
                </a:moveTo>
                <a:cubicBezTo>
                  <a:pt x="617359" y="166541"/>
                  <a:pt x="616998" y="170813"/>
                  <a:pt x="616998" y="174211"/>
                </a:cubicBezTo>
                <a:cubicBezTo>
                  <a:pt x="616998" y="183374"/>
                  <a:pt x="620242" y="191200"/>
                  <a:pt x="626728" y="197686"/>
                </a:cubicBezTo>
                <a:cubicBezTo>
                  <a:pt x="633215" y="204070"/>
                  <a:pt x="641091" y="207262"/>
                  <a:pt x="650358" y="207262"/>
                </a:cubicBezTo>
                <a:cubicBezTo>
                  <a:pt x="657771" y="207262"/>
                  <a:pt x="664875" y="205769"/>
                  <a:pt x="671671" y="202783"/>
                </a:cubicBezTo>
                <a:cubicBezTo>
                  <a:pt x="678569" y="199695"/>
                  <a:pt x="688763" y="192950"/>
                  <a:pt x="702250" y="182551"/>
                </a:cubicBezTo>
                <a:lnTo>
                  <a:pt x="705494" y="187030"/>
                </a:lnTo>
                <a:cubicBezTo>
                  <a:pt x="681091" y="211225"/>
                  <a:pt x="657822" y="223324"/>
                  <a:pt x="635686" y="223324"/>
                </a:cubicBezTo>
                <a:cubicBezTo>
                  <a:pt x="620653" y="223324"/>
                  <a:pt x="609328" y="218588"/>
                  <a:pt x="601708" y="209115"/>
                </a:cubicBezTo>
                <a:cubicBezTo>
                  <a:pt x="594089" y="199643"/>
                  <a:pt x="590279" y="189192"/>
                  <a:pt x="590279" y="177764"/>
                </a:cubicBezTo>
                <a:cubicBezTo>
                  <a:pt x="590279" y="162422"/>
                  <a:pt x="595016" y="146721"/>
                  <a:pt x="604488" y="130659"/>
                </a:cubicBezTo>
                <a:cubicBezTo>
                  <a:pt x="613961" y="114596"/>
                  <a:pt x="625853" y="102138"/>
                  <a:pt x="640164" y="93283"/>
                </a:cubicBezTo>
                <a:cubicBezTo>
                  <a:pt x="654476" y="84325"/>
                  <a:pt x="669200" y="79847"/>
                  <a:pt x="684335" y="79847"/>
                </a:cubicBezTo>
                <a:cubicBezTo>
                  <a:pt x="695248" y="79847"/>
                  <a:pt x="703331" y="82060"/>
                  <a:pt x="708583" y="86488"/>
                </a:cubicBezTo>
                <a:cubicBezTo>
                  <a:pt x="713834" y="90915"/>
                  <a:pt x="716459" y="96166"/>
                  <a:pt x="716459" y="102241"/>
                </a:cubicBezTo>
                <a:cubicBezTo>
                  <a:pt x="716459" y="110787"/>
                  <a:pt x="713061" y="118972"/>
                  <a:pt x="706265" y="126797"/>
                </a:cubicBezTo>
                <a:cubicBezTo>
                  <a:pt x="697308" y="136990"/>
                  <a:pt x="684129" y="145227"/>
                  <a:pt x="666729" y="151508"/>
                </a:cubicBezTo>
                <a:cubicBezTo>
                  <a:pt x="655197" y="155730"/>
                  <a:pt x="638981" y="159024"/>
                  <a:pt x="618079" y="161392"/>
                </a:cubicBezTo>
                <a:moveTo>
                  <a:pt x="619160" y="153825"/>
                </a:moveTo>
                <a:cubicBezTo>
                  <a:pt x="634398" y="152075"/>
                  <a:pt x="646805" y="149089"/>
                  <a:pt x="656380" y="144867"/>
                </a:cubicBezTo>
                <a:cubicBezTo>
                  <a:pt x="669045" y="139205"/>
                  <a:pt x="678517" y="132460"/>
                  <a:pt x="684798" y="124635"/>
                </a:cubicBezTo>
                <a:cubicBezTo>
                  <a:pt x="691182" y="116707"/>
                  <a:pt x="694374" y="109190"/>
                  <a:pt x="694374" y="102086"/>
                </a:cubicBezTo>
                <a:cubicBezTo>
                  <a:pt x="694374" y="97763"/>
                  <a:pt x="692983" y="94262"/>
                  <a:pt x="690204" y="91585"/>
                </a:cubicBezTo>
                <a:cubicBezTo>
                  <a:pt x="687527" y="88908"/>
                  <a:pt x="683666" y="87569"/>
                  <a:pt x="678620" y="87569"/>
                </a:cubicBezTo>
                <a:cubicBezTo>
                  <a:pt x="668118" y="87569"/>
                  <a:pt x="656947" y="93180"/>
                  <a:pt x="645107" y="104403"/>
                </a:cubicBezTo>
                <a:cubicBezTo>
                  <a:pt x="633369" y="115523"/>
                  <a:pt x="624720" y="131997"/>
                  <a:pt x="619160" y="153825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7">
            <a:extLst xmlns:a="http://schemas.openxmlformats.org/drawingml/2006/main">
              <a:ext uri="{FF2B5EF4-FFF2-40B4-BE49-F238E27FC236}">
                <a16:creationId xmlns:a16="http://schemas.microsoft.com/office/drawing/2014/main" id="{0416F75B-153E-42D8-A3D7-50B33CA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753" y="769891"/>
            <a:ext cx="219652" cy="219652"/>
          </a:xfrm>
          <a:custGeom xmlns:a="http://schemas.openxmlformats.org/drawingml/2006/main">
            <a:pathLst>
              <a:path w="219652" h="219652">
                <a:moveTo>
                  <a:pt x="210866" y="219652"/>
                </a:moveTo>
                <a:lnTo>
                  <a:pt x="202079" y="219652"/>
                </a:lnTo>
                <a:lnTo>
                  <a:pt x="202079" y="35145"/>
                </a:lnTo>
                <a:lnTo>
                  <a:pt x="210866" y="35145"/>
                </a:lnTo>
                <a:lnTo>
                  <a:pt x="219652" y="35145"/>
                </a:lnTo>
                <a:lnTo>
                  <a:pt x="219651" y="219652"/>
                </a:lnTo>
                <a:lnTo>
                  <a:pt x="210866" y="219652"/>
                </a:lnTo>
                <a:moveTo>
                  <a:pt x="184507" y="8786"/>
                </a:moveTo>
                <a:lnTo>
                  <a:pt x="184507" y="17572"/>
                </a:lnTo>
                <a:lnTo>
                  <a:pt x="0" y="17572"/>
                </a:lnTo>
                <a:lnTo>
                  <a:pt x="0" y="8786"/>
                </a:lnTo>
                <a:lnTo>
                  <a:pt x="0" y="0"/>
                </a:lnTo>
                <a:lnTo>
                  <a:pt x="184507" y="0"/>
                </a:lnTo>
                <a:lnTo>
                  <a:pt x="184507" y="8786"/>
                </a:lnTo>
                <a:moveTo>
                  <a:pt x="210866" y="35145"/>
                </a:moveTo>
                <a:lnTo>
                  <a:pt x="202079" y="35145"/>
                </a:lnTo>
                <a:cubicBezTo>
                  <a:pt x="202079" y="25439"/>
                  <a:pt x="194212" y="17572"/>
                  <a:pt x="184507" y="17572"/>
                </a:cubicBezTo>
                <a:lnTo>
                  <a:pt x="184507" y="8786"/>
                </a:lnTo>
                <a:lnTo>
                  <a:pt x="184507" y="0"/>
                </a:lnTo>
                <a:cubicBezTo>
                  <a:pt x="203917" y="0"/>
                  <a:pt x="219652" y="15735"/>
                  <a:pt x="219652" y="35145"/>
                </a:cubicBezTo>
                <a:lnTo>
                  <a:pt x="21086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8">
            <a:extLst xmlns:a="http://schemas.openxmlformats.org/drawingml/2006/main">
              <a:ext uri="{FF2B5EF4-FFF2-40B4-BE49-F238E27FC236}">
                <a16:creationId xmlns:a16="http://schemas.microsoft.com/office/drawing/2014/main" id="{78089728-D4F1-42C8-8CCE-DD7720FB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570" y="769891"/>
            <a:ext cx="219652" cy="219652"/>
          </a:xfrm>
          <a:custGeom xmlns:a="http://schemas.openxmlformats.org/drawingml/2006/main">
            <a:pathLst>
              <a:path w="219652" h="219652">
                <a:moveTo>
                  <a:pt x="8786" y="219652"/>
                </a:moveTo>
                <a:lnTo>
                  <a:pt x="17572" y="219652"/>
                </a:lnTo>
                <a:lnTo>
                  <a:pt x="17572" y="35145"/>
                </a:lnTo>
                <a:lnTo>
                  <a:pt x="8786" y="35145"/>
                </a:lnTo>
                <a:lnTo>
                  <a:pt x="0" y="35145"/>
                </a:lnTo>
                <a:lnTo>
                  <a:pt x="1" y="219652"/>
                </a:lnTo>
                <a:lnTo>
                  <a:pt x="8786" y="219652"/>
                </a:lnTo>
                <a:moveTo>
                  <a:pt x="35145" y="8786"/>
                </a:moveTo>
                <a:lnTo>
                  <a:pt x="35145" y="17572"/>
                </a:lnTo>
                <a:lnTo>
                  <a:pt x="219652" y="17572"/>
                </a:lnTo>
                <a:lnTo>
                  <a:pt x="219652" y="8786"/>
                </a:lnTo>
                <a:lnTo>
                  <a:pt x="219652" y="0"/>
                </a:lnTo>
                <a:lnTo>
                  <a:pt x="35145" y="0"/>
                </a:lnTo>
                <a:lnTo>
                  <a:pt x="35145" y="8786"/>
                </a:lnTo>
                <a:moveTo>
                  <a:pt x="8786" y="35145"/>
                </a:moveTo>
                <a:lnTo>
                  <a:pt x="17572" y="35145"/>
                </a:lnTo>
                <a:cubicBezTo>
                  <a:pt x="17572" y="25439"/>
                  <a:pt x="25440" y="17572"/>
                  <a:pt x="35145" y="17572"/>
                </a:cubicBezTo>
                <a:lnTo>
                  <a:pt x="35145" y="8786"/>
                </a:lnTo>
                <a:lnTo>
                  <a:pt x="35145" y="0"/>
                </a:lnTo>
                <a:cubicBezTo>
                  <a:pt x="15735" y="0"/>
                  <a:pt x="0" y="15735"/>
                  <a:pt x="0" y="35145"/>
                </a:cubicBezTo>
                <a:lnTo>
                  <a:pt x="8786" y="3514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9">
            <a:extLst xmlns:a="http://schemas.openxmlformats.org/drawingml/2006/main">
              <a:ext uri="{FF2B5EF4-FFF2-40B4-BE49-F238E27FC236}">
                <a16:creationId xmlns:a16="http://schemas.microsoft.com/office/drawing/2014/main" id="{79AEB206-266E-406E-9C6B-0617035D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519" y="646920"/>
            <a:ext cx="716459" cy="224405"/>
          </a:xfrm>
          <a:custGeom xmlns:a="http://schemas.openxmlformats.org/drawingml/2006/main">
            <a:pathLst>
              <a:path w="716459" h="224405">
                <a:moveTo>
                  <a:pt x="222551" y="5405"/>
                </a:moveTo>
                <a:lnTo>
                  <a:pt x="206953" y="73205"/>
                </a:lnTo>
                <a:lnTo>
                  <a:pt x="201393" y="73205"/>
                </a:lnTo>
                <a:lnTo>
                  <a:pt x="200775" y="56217"/>
                </a:lnTo>
                <a:cubicBezTo>
                  <a:pt x="200260" y="50039"/>
                  <a:pt x="199077" y="44531"/>
                  <a:pt x="197223" y="39692"/>
                </a:cubicBezTo>
                <a:cubicBezTo>
                  <a:pt x="195370" y="34852"/>
                  <a:pt x="192590" y="30683"/>
                  <a:pt x="188884" y="27182"/>
                </a:cubicBezTo>
                <a:cubicBezTo>
                  <a:pt x="185177" y="23578"/>
                  <a:pt x="180492" y="20798"/>
                  <a:pt x="174829" y="18842"/>
                </a:cubicBezTo>
                <a:cubicBezTo>
                  <a:pt x="169166" y="16783"/>
                  <a:pt x="162885" y="15753"/>
                  <a:pt x="155986" y="15753"/>
                </a:cubicBezTo>
                <a:cubicBezTo>
                  <a:pt x="137557" y="15753"/>
                  <a:pt x="121443" y="20798"/>
                  <a:pt x="107646" y="30889"/>
                </a:cubicBezTo>
                <a:cubicBezTo>
                  <a:pt x="90040" y="43759"/>
                  <a:pt x="76243" y="61932"/>
                  <a:pt x="66256" y="85407"/>
                </a:cubicBezTo>
                <a:cubicBezTo>
                  <a:pt x="58019" y="104763"/>
                  <a:pt x="53900" y="124378"/>
                  <a:pt x="53900" y="144250"/>
                </a:cubicBezTo>
                <a:cubicBezTo>
                  <a:pt x="53900" y="164532"/>
                  <a:pt x="59820" y="180749"/>
                  <a:pt x="71661" y="192899"/>
                </a:cubicBezTo>
                <a:cubicBezTo>
                  <a:pt x="83502" y="204946"/>
                  <a:pt x="98895" y="210968"/>
                  <a:pt x="117839" y="210968"/>
                </a:cubicBezTo>
                <a:cubicBezTo>
                  <a:pt x="132151" y="210968"/>
                  <a:pt x="144867" y="207777"/>
                  <a:pt x="155986" y="201393"/>
                </a:cubicBezTo>
                <a:cubicBezTo>
                  <a:pt x="167209" y="195009"/>
                  <a:pt x="177609" y="185177"/>
                  <a:pt x="187184" y="171895"/>
                </a:cubicBezTo>
                <a:lnTo>
                  <a:pt x="194443" y="171895"/>
                </a:lnTo>
                <a:cubicBezTo>
                  <a:pt x="183118" y="189913"/>
                  <a:pt x="170556" y="203195"/>
                  <a:pt x="156759" y="211740"/>
                </a:cubicBezTo>
                <a:cubicBezTo>
                  <a:pt x="142962" y="220183"/>
                  <a:pt x="126437" y="224405"/>
                  <a:pt x="107183" y="224405"/>
                </a:cubicBezTo>
                <a:cubicBezTo>
                  <a:pt x="90091" y="224405"/>
                  <a:pt x="74956" y="220853"/>
                  <a:pt x="61777" y="213748"/>
                </a:cubicBezTo>
                <a:cubicBezTo>
                  <a:pt x="48598" y="206541"/>
                  <a:pt x="38559" y="196451"/>
                  <a:pt x="31661" y="183477"/>
                </a:cubicBezTo>
                <a:cubicBezTo>
                  <a:pt x="24762" y="170504"/>
                  <a:pt x="21313" y="156553"/>
                  <a:pt x="21313" y="141624"/>
                </a:cubicBezTo>
                <a:cubicBezTo>
                  <a:pt x="21313" y="118766"/>
                  <a:pt x="27439" y="96527"/>
                  <a:pt x="39692" y="74905"/>
                </a:cubicBezTo>
                <a:cubicBezTo>
                  <a:pt x="51944" y="53283"/>
                  <a:pt x="68727" y="36294"/>
                  <a:pt x="90040" y="23938"/>
                </a:cubicBezTo>
                <a:cubicBezTo>
                  <a:pt x="111456" y="11583"/>
                  <a:pt x="133027" y="5405"/>
                  <a:pt x="154752" y="5405"/>
                </a:cubicBezTo>
                <a:cubicBezTo>
                  <a:pt x="164944" y="5405"/>
                  <a:pt x="176373" y="7825"/>
                  <a:pt x="189037" y="12664"/>
                </a:cubicBezTo>
                <a:cubicBezTo>
                  <a:pt x="194597" y="14724"/>
                  <a:pt x="198613" y="15753"/>
                  <a:pt x="201084" y="15753"/>
                </a:cubicBezTo>
                <a:cubicBezTo>
                  <a:pt x="203555" y="15753"/>
                  <a:pt x="205717" y="15238"/>
                  <a:pt x="207571" y="14209"/>
                </a:cubicBezTo>
                <a:cubicBezTo>
                  <a:pt x="209424" y="13179"/>
                  <a:pt x="212513" y="10244"/>
                  <a:pt x="216837" y="5405"/>
                </a:cubicBezTo>
                <a:lnTo>
                  <a:pt x="222551" y="5405"/>
                </a:lnTo>
                <a:moveTo>
                  <a:pt x="305024" y="0"/>
                </a:moveTo>
                <a:lnTo>
                  <a:pt x="252205" y="183786"/>
                </a:lnTo>
                <a:cubicBezTo>
                  <a:pt x="249630" y="192950"/>
                  <a:pt x="248344" y="198562"/>
                  <a:pt x="248344" y="200621"/>
                </a:cubicBezTo>
                <a:cubicBezTo>
                  <a:pt x="248344" y="202166"/>
                  <a:pt x="248807" y="203452"/>
                  <a:pt x="249733" y="204482"/>
                </a:cubicBezTo>
                <a:cubicBezTo>
                  <a:pt x="250763" y="205511"/>
                  <a:pt x="251999" y="206026"/>
                  <a:pt x="253440" y="206026"/>
                </a:cubicBezTo>
                <a:cubicBezTo>
                  <a:pt x="255396" y="206026"/>
                  <a:pt x="257508" y="205152"/>
                  <a:pt x="259773" y="203401"/>
                </a:cubicBezTo>
                <a:cubicBezTo>
                  <a:pt x="265126" y="199180"/>
                  <a:pt x="270738" y="192641"/>
                  <a:pt x="276607" y="183786"/>
                </a:cubicBezTo>
                <a:lnTo>
                  <a:pt x="281240" y="188575"/>
                </a:lnTo>
                <a:cubicBezTo>
                  <a:pt x="271459" y="202372"/>
                  <a:pt x="262450" y="211998"/>
                  <a:pt x="254213" y="217455"/>
                </a:cubicBezTo>
                <a:cubicBezTo>
                  <a:pt x="248138" y="221368"/>
                  <a:pt x="242372" y="223324"/>
                  <a:pt x="236915" y="223324"/>
                </a:cubicBezTo>
                <a:cubicBezTo>
                  <a:pt x="233003" y="223324"/>
                  <a:pt x="229708" y="221985"/>
                  <a:pt x="227031" y="219308"/>
                </a:cubicBezTo>
                <a:cubicBezTo>
                  <a:pt x="224457" y="216631"/>
                  <a:pt x="223169" y="213543"/>
                  <a:pt x="223169" y="210042"/>
                </a:cubicBezTo>
                <a:cubicBezTo>
                  <a:pt x="223169" y="206335"/>
                  <a:pt x="224816" y="198716"/>
                  <a:pt x="228111" y="187184"/>
                </a:cubicBezTo>
                <a:lnTo>
                  <a:pt x="269965" y="42318"/>
                </a:lnTo>
                <a:cubicBezTo>
                  <a:pt x="273363" y="30477"/>
                  <a:pt x="275062" y="23681"/>
                  <a:pt x="275062" y="21931"/>
                </a:cubicBezTo>
                <a:cubicBezTo>
                  <a:pt x="275062" y="19460"/>
                  <a:pt x="274084" y="17452"/>
                  <a:pt x="272127" y="15907"/>
                </a:cubicBezTo>
                <a:cubicBezTo>
                  <a:pt x="270171" y="14260"/>
                  <a:pt x="267134" y="13436"/>
                  <a:pt x="263016" y="13436"/>
                </a:cubicBezTo>
                <a:cubicBezTo>
                  <a:pt x="260647" y="13436"/>
                  <a:pt x="257044" y="13797"/>
                  <a:pt x="252205" y="14518"/>
                </a:cubicBezTo>
                <a:lnTo>
                  <a:pt x="252205" y="8803"/>
                </a:lnTo>
                <a:lnTo>
                  <a:pt x="305024" y="0"/>
                </a:lnTo>
                <a:moveTo>
                  <a:pt x="445258" y="128188"/>
                </a:moveTo>
                <a:cubicBezTo>
                  <a:pt x="445258" y="143632"/>
                  <a:pt x="441139" y="158921"/>
                  <a:pt x="432902" y="174057"/>
                </a:cubicBezTo>
                <a:cubicBezTo>
                  <a:pt x="424769" y="189192"/>
                  <a:pt x="413391" y="201187"/>
                  <a:pt x="398770" y="210042"/>
                </a:cubicBezTo>
                <a:cubicBezTo>
                  <a:pt x="384150" y="218897"/>
                  <a:pt x="369941" y="223324"/>
                  <a:pt x="356145" y="223324"/>
                </a:cubicBezTo>
                <a:cubicBezTo>
                  <a:pt x="342039" y="223324"/>
                  <a:pt x="330507" y="218845"/>
                  <a:pt x="321549" y="209887"/>
                </a:cubicBezTo>
                <a:cubicBezTo>
                  <a:pt x="312695" y="200827"/>
                  <a:pt x="308267" y="189140"/>
                  <a:pt x="308267" y="174829"/>
                </a:cubicBezTo>
                <a:cubicBezTo>
                  <a:pt x="308267" y="159693"/>
                  <a:pt x="312592" y="144507"/>
                  <a:pt x="321240" y="129268"/>
                </a:cubicBezTo>
                <a:cubicBezTo>
                  <a:pt x="329992" y="114030"/>
                  <a:pt x="341627" y="101983"/>
                  <a:pt x="356145" y="93129"/>
                </a:cubicBezTo>
                <a:cubicBezTo>
                  <a:pt x="370765" y="84274"/>
                  <a:pt x="384870" y="79847"/>
                  <a:pt x="398461" y="79847"/>
                </a:cubicBezTo>
                <a:cubicBezTo>
                  <a:pt x="412053" y="79847"/>
                  <a:pt x="423223" y="84325"/>
                  <a:pt x="431975" y="93283"/>
                </a:cubicBezTo>
                <a:cubicBezTo>
                  <a:pt x="440830" y="102241"/>
                  <a:pt x="445258" y="113876"/>
                  <a:pt x="445258" y="128188"/>
                </a:cubicBezTo>
                <a:moveTo>
                  <a:pt x="419621" y="117530"/>
                </a:moveTo>
                <a:cubicBezTo>
                  <a:pt x="419621" y="107955"/>
                  <a:pt x="417253" y="100646"/>
                  <a:pt x="412516" y="95600"/>
                </a:cubicBezTo>
                <a:cubicBezTo>
                  <a:pt x="407883" y="90452"/>
                  <a:pt x="401859" y="87878"/>
                  <a:pt x="394446" y="87878"/>
                </a:cubicBezTo>
                <a:cubicBezTo>
                  <a:pt x="379310" y="87878"/>
                  <a:pt x="365359" y="98740"/>
                  <a:pt x="352592" y="120465"/>
                </a:cubicBezTo>
                <a:cubicBezTo>
                  <a:pt x="339928" y="142087"/>
                  <a:pt x="333596" y="163606"/>
                  <a:pt x="333596" y="185022"/>
                </a:cubicBezTo>
                <a:cubicBezTo>
                  <a:pt x="333596" y="194803"/>
                  <a:pt x="336067" y="202372"/>
                  <a:pt x="341009" y="207726"/>
                </a:cubicBezTo>
                <a:cubicBezTo>
                  <a:pt x="345952" y="212976"/>
                  <a:pt x="352180" y="215602"/>
                  <a:pt x="359697" y="215602"/>
                </a:cubicBezTo>
                <a:cubicBezTo>
                  <a:pt x="374214" y="215602"/>
                  <a:pt x="387805" y="204843"/>
                  <a:pt x="400470" y="183324"/>
                </a:cubicBezTo>
                <a:cubicBezTo>
                  <a:pt x="413237" y="161701"/>
                  <a:pt x="419621" y="139770"/>
                  <a:pt x="419621" y="117530"/>
                </a:cubicBezTo>
                <a:moveTo>
                  <a:pt x="571901" y="79847"/>
                </a:moveTo>
                <a:lnTo>
                  <a:pt x="562480" y="127261"/>
                </a:lnTo>
                <a:lnTo>
                  <a:pt x="556765" y="127261"/>
                </a:lnTo>
                <a:cubicBezTo>
                  <a:pt x="556250" y="113464"/>
                  <a:pt x="553316" y="103424"/>
                  <a:pt x="547962" y="97145"/>
                </a:cubicBezTo>
                <a:cubicBezTo>
                  <a:pt x="542608" y="90864"/>
                  <a:pt x="535967" y="87723"/>
                  <a:pt x="528040" y="87723"/>
                </a:cubicBezTo>
                <a:cubicBezTo>
                  <a:pt x="521656" y="87723"/>
                  <a:pt x="516559" y="89474"/>
                  <a:pt x="512749" y="92974"/>
                </a:cubicBezTo>
                <a:cubicBezTo>
                  <a:pt x="509042" y="96475"/>
                  <a:pt x="507189" y="100696"/>
                  <a:pt x="507189" y="105639"/>
                </a:cubicBezTo>
                <a:cubicBezTo>
                  <a:pt x="507189" y="109036"/>
                  <a:pt x="507910" y="112279"/>
                  <a:pt x="509351" y="115368"/>
                </a:cubicBezTo>
                <a:cubicBezTo>
                  <a:pt x="510896" y="118457"/>
                  <a:pt x="514191" y="122781"/>
                  <a:pt x="519236" y="128341"/>
                </a:cubicBezTo>
                <a:cubicBezTo>
                  <a:pt x="532621" y="142962"/>
                  <a:pt x="541270" y="153979"/>
                  <a:pt x="545182" y="161392"/>
                </a:cubicBezTo>
                <a:cubicBezTo>
                  <a:pt x="549095" y="168806"/>
                  <a:pt x="551051" y="175807"/>
                  <a:pt x="551051" y="182397"/>
                </a:cubicBezTo>
                <a:cubicBezTo>
                  <a:pt x="551051" y="193105"/>
                  <a:pt x="546572" y="202629"/>
                  <a:pt x="537614" y="210968"/>
                </a:cubicBezTo>
                <a:cubicBezTo>
                  <a:pt x="528760" y="219206"/>
                  <a:pt x="517537" y="223324"/>
                  <a:pt x="503946" y="223324"/>
                </a:cubicBezTo>
                <a:cubicBezTo>
                  <a:pt x="496533" y="223324"/>
                  <a:pt x="487987" y="221574"/>
                  <a:pt x="478309" y="218073"/>
                </a:cubicBezTo>
                <a:cubicBezTo>
                  <a:pt x="474911" y="216837"/>
                  <a:pt x="472286" y="216220"/>
                  <a:pt x="470432" y="216220"/>
                </a:cubicBezTo>
                <a:cubicBezTo>
                  <a:pt x="465799" y="216220"/>
                  <a:pt x="462298" y="218588"/>
                  <a:pt x="459930" y="223324"/>
                </a:cubicBezTo>
                <a:lnTo>
                  <a:pt x="454215" y="223324"/>
                </a:lnTo>
                <a:lnTo>
                  <a:pt x="463637" y="173284"/>
                </a:lnTo>
                <a:lnTo>
                  <a:pt x="469351" y="173284"/>
                </a:lnTo>
                <a:cubicBezTo>
                  <a:pt x="469969" y="188934"/>
                  <a:pt x="473212" y="200003"/>
                  <a:pt x="479081" y="206490"/>
                </a:cubicBezTo>
                <a:cubicBezTo>
                  <a:pt x="484949" y="212976"/>
                  <a:pt x="492980" y="216220"/>
                  <a:pt x="503173" y="216220"/>
                </a:cubicBezTo>
                <a:cubicBezTo>
                  <a:pt x="510999" y="216220"/>
                  <a:pt x="517176" y="214057"/>
                  <a:pt x="521707" y="209733"/>
                </a:cubicBezTo>
                <a:cubicBezTo>
                  <a:pt x="526340" y="205306"/>
                  <a:pt x="528657" y="199901"/>
                  <a:pt x="528657" y="193517"/>
                </a:cubicBezTo>
                <a:cubicBezTo>
                  <a:pt x="528657" y="189398"/>
                  <a:pt x="527834" y="185589"/>
                  <a:pt x="526186" y="182088"/>
                </a:cubicBezTo>
                <a:cubicBezTo>
                  <a:pt x="523303" y="175910"/>
                  <a:pt x="517228" y="167364"/>
                  <a:pt x="507962" y="156450"/>
                </a:cubicBezTo>
                <a:cubicBezTo>
                  <a:pt x="498798" y="145536"/>
                  <a:pt x="492877" y="137351"/>
                  <a:pt x="490200" y="131894"/>
                </a:cubicBezTo>
                <a:cubicBezTo>
                  <a:pt x="487626" y="126437"/>
                  <a:pt x="486340" y="120980"/>
                  <a:pt x="486340" y="115523"/>
                </a:cubicBezTo>
                <a:cubicBezTo>
                  <a:pt x="486340" y="105536"/>
                  <a:pt x="489943" y="97093"/>
                  <a:pt x="497151" y="90194"/>
                </a:cubicBezTo>
                <a:cubicBezTo>
                  <a:pt x="504461" y="83296"/>
                  <a:pt x="513831" y="79847"/>
                  <a:pt x="525260" y="79847"/>
                </a:cubicBezTo>
                <a:cubicBezTo>
                  <a:pt x="528554" y="79847"/>
                  <a:pt x="531540" y="80104"/>
                  <a:pt x="534216" y="80619"/>
                </a:cubicBezTo>
                <a:cubicBezTo>
                  <a:pt x="535658" y="80928"/>
                  <a:pt x="539005" y="82112"/>
                  <a:pt x="544256" y="84171"/>
                </a:cubicBezTo>
                <a:cubicBezTo>
                  <a:pt x="549610" y="86128"/>
                  <a:pt x="553161" y="87105"/>
                  <a:pt x="554912" y="87105"/>
                </a:cubicBezTo>
                <a:cubicBezTo>
                  <a:pt x="559339" y="87105"/>
                  <a:pt x="563046" y="84686"/>
                  <a:pt x="566032" y="79847"/>
                </a:cubicBezTo>
                <a:lnTo>
                  <a:pt x="571901" y="79847"/>
                </a:lnTo>
                <a:moveTo>
                  <a:pt x="618079" y="161392"/>
                </a:moveTo>
                <a:cubicBezTo>
                  <a:pt x="617358" y="166541"/>
                  <a:pt x="616998" y="170813"/>
                  <a:pt x="616998" y="174211"/>
                </a:cubicBezTo>
                <a:cubicBezTo>
                  <a:pt x="616998" y="183374"/>
                  <a:pt x="620241" y="191200"/>
                  <a:pt x="626728" y="197686"/>
                </a:cubicBezTo>
                <a:cubicBezTo>
                  <a:pt x="633214" y="204070"/>
                  <a:pt x="641090" y="207262"/>
                  <a:pt x="650357" y="207262"/>
                </a:cubicBezTo>
                <a:cubicBezTo>
                  <a:pt x="657770" y="207262"/>
                  <a:pt x="664875" y="205769"/>
                  <a:pt x="671670" y="202783"/>
                </a:cubicBezTo>
                <a:cubicBezTo>
                  <a:pt x="678569" y="199695"/>
                  <a:pt x="688762" y="192950"/>
                  <a:pt x="702250" y="182551"/>
                </a:cubicBezTo>
                <a:lnTo>
                  <a:pt x="705493" y="187030"/>
                </a:lnTo>
                <a:cubicBezTo>
                  <a:pt x="681092" y="211225"/>
                  <a:pt x="657822" y="223324"/>
                  <a:pt x="635685" y="223324"/>
                </a:cubicBezTo>
                <a:cubicBezTo>
                  <a:pt x="620653" y="223324"/>
                  <a:pt x="609327" y="218588"/>
                  <a:pt x="601708" y="209115"/>
                </a:cubicBezTo>
                <a:cubicBezTo>
                  <a:pt x="594089" y="199643"/>
                  <a:pt x="590279" y="189192"/>
                  <a:pt x="590279" y="177764"/>
                </a:cubicBezTo>
                <a:cubicBezTo>
                  <a:pt x="590279" y="162422"/>
                  <a:pt x="595015" y="146721"/>
                  <a:pt x="604488" y="130659"/>
                </a:cubicBezTo>
                <a:cubicBezTo>
                  <a:pt x="613960" y="114596"/>
                  <a:pt x="625853" y="102138"/>
                  <a:pt x="640165" y="93283"/>
                </a:cubicBezTo>
                <a:cubicBezTo>
                  <a:pt x="654476" y="84325"/>
                  <a:pt x="669199" y="79847"/>
                  <a:pt x="684335" y="79847"/>
                </a:cubicBezTo>
                <a:cubicBezTo>
                  <a:pt x="695249" y="79847"/>
                  <a:pt x="703331" y="82060"/>
                  <a:pt x="708582" y="86488"/>
                </a:cubicBezTo>
                <a:cubicBezTo>
                  <a:pt x="713833" y="90915"/>
                  <a:pt x="716459" y="96166"/>
                  <a:pt x="716459" y="102241"/>
                </a:cubicBezTo>
                <a:cubicBezTo>
                  <a:pt x="716459" y="110787"/>
                  <a:pt x="713061" y="118972"/>
                  <a:pt x="706266" y="126797"/>
                </a:cubicBezTo>
                <a:cubicBezTo>
                  <a:pt x="697308" y="136990"/>
                  <a:pt x="684129" y="145227"/>
                  <a:pt x="666728" y="151508"/>
                </a:cubicBezTo>
                <a:cubicBezTo>
                  <a:pt x="655196" y="155730"/>
                  <a:pt x="638980" y="159024"/>
                  <a:pt x="618079" y="161392"/>
                </a:cubicBezTo>
                <a:moveTo>
                  <a:pt x="619160" y="153825"/>
                </a:moveTo>
                <a:cubicBezTo>
                  <a:pt x="634399" y="152075"/>
                  <a:pt x="646805" y="149089"/>
                  <a:pt x="656381" y="144867"/>
                </a:cubicBezTo>
                <a:cubicBezTo>
                  <a:pt x="669045" y="139205"/>
                  <a:pt x="678518" y="132460"/>
                  <a:pt x="684799" y="124635"/>
                </a:cubicBezTo>
                <a:cubicBezTo>
                  <a:pt x="691182" y="116707"/>
                  <a:pt x="694373" y="109190"/>
                  <a:pt x="694373" y="102086"/>
                </a:cubicBezTo>
                <a:cubicBezTo>
                  <a:pt x="694373" y="97763"/>
                  <a:pt x="692984" y="94262"/>
                  <a:pt x="690204" y="91585"/>
                </a:cubicBezTo>
                <a:cubicBezTo>
                  <a:pt x="687527" y="88908"/>
                  <a:pt x="683666" y="87569"/>
                  <a:pt x="678621" y="87569"/>
                </a:cubicBezTo>
                <a:cubicBezTo>
                  <a:pt x="668119" y="87569"/>
                  <a:pt x="656947" y="93180"/>
                  <a:pt x="645106" y="104403"/>
                </a:cubicBezTo>
                <a:cubicBezTo>
                  <a:pt x="633369" y="115523"/>
                  <a:pt x="624720" y="131997"/>
                  <a:pt x="619160" y="153825"/>
                </a:cubicBezTo>
              </a:path>
            </a:pathLst>
          </a:custGeom>
          <a:solidFill xmlns:a="http://schemas.openxmlformats.org/drawingml/2006/main">
            <a:srgbClr val="009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21">
            <a:extLst xmlns:a="http://schemas.openxmlformats.org/drawingml/2006/main">
              <a:ext uri="{FF2B5EF4-FFF2-40B4-BE49-F238E27FC236}">
                <a16:creationId xmlns:a16="http://schemas.microsoft.com/office/drawing/2014/main" id="{2614B57E-0D69-4C8E-9FFE-99F57D84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067" y="657113"/>
            <a:ext cx="947968" cy="213131"/>
          </a:xfrm>
          <a:custGeom xmlns:a="http://schemas.openxmlformats.org/drawingml/2006/main">
            <a:pathLst>
              <a:path w="947968" h="213131">
                <a:moveTo>
                  <a:pt x="55754" y="5715"/>
                </a:moveTo>
                <a:lnTo>
                  <a:pt x="57607" y="0"/>
                </a:lnTo>
                <a:lnTo>
                  <a:pt x="124480" y="0"/>
                </a:lnTo>
                <a:cubicBezTo>
                  <a:pt x="152795" y="0"/>
                  <a:pt x="173747" y="3244"/>
                  <a:pt x="187338" y="9730"/>
                </a:cubicBezTo>
                <a:cubicBezTo>
                  <a:pt x="201032" y="16217"/>
                  <a:pt x="211946" y="26461"/>
                  <a:pt x="220080" y="40464"/>
                </a:cubicBezTo>
                <a:cubicBezTo>
                  <a:pt x="228214" y="54364"/>
                  <a:pt x="232281" y="69294"/>
                  <a:pt x="232281" y="85252"/>
                </a:cubicBezTo>
                <a:cubicBezTo>
                  <a:pt x="232281" y="98946"/>
                  <a:pt x="229913" y="112280"/>
                  <a:pt x="225176" y="125254"/>
                </a:cubicBezTo>
                <a:cubicBezTo>
                  <a:pt x="220543" y="138123"/>
                  <a:pt x="215241" y="148471"/>
                  <a:pt x="209269" y="156296"/>
                </a:cubicBezTo>
                <a:cubicBezTo>
                  <a:pt x="203400" y="164019"/>
                  <a:pt x="194339" y="172564"/>
                  <a:pt x="182087" y="181934"/>
                </a:cubicBezTo>
                <a:cubicBezTo>
                  <a:pt x="169834" y="191303"/>
                  <a:pt x="156553" y="198253"/>
                  <a:pt x="142241" y="202783"/>
                </a:cubicBezTo>
                <a:cubicBezTo>
                  <a:pt x="127930" y="207211"/>
                  <a:pt x="110066" y="209424"/>
                  <a:pt x="88650" y="209424"/>
                </a:cubicBezTo>
                <a:lnTo>
                  <a:pt x="0" y="209424"/>
                </a:lnTo>
                <a:lnTo>
                  <a:pt x="2007" y="203710"/>
                </a:lnTo>
                <a:cubicBezTo>
                  <a:pt x="10141" y="203504"/>
                  <a:pt x="15598" y="202783"/>
                  <a:pt x="18378" y="201548"/>
                </a:cubicBezTo>
                <a:cubicBezTo>
                  <a:pt x="22497" y="199798"/>
                  <a:pt x="25534" y="197429"/>
                  <a:pt x="27490" y="194443"/>
                </a:cubicBezTo>
                <a:cubicBezTo>
                  <a:pt x="30476" y="190119"/>
                  <a:pt x="33823" y="181419"/>
                  <a:pt x="37529" y="168343"/>
                </a:cubicBezTo>
                <a:lnTo>
                  <a:pt x="74595" y="41700"/>
                </a:lnTo>
                <a:cubicBezTo>
                  <a:pt x="77478" y="31713"/>
                  <a:pt x="78919" y="23887"/>
                  <a:pt x="78919" y="18224"/>
                </a:cubicBezTo>
                <a:cubicBezTo>
                  <a:pt x="78919" y="14209"/>
                  <a:pt x="77581" y="11120"/>
                  <a:pt x="74904" y="8958"/>
                </a:cubicBezTo>
                <a:cubicBezTo>
                  <a:pt x="72227" y="6796"/>
                  <a:pt x="66976" y="5715"/>
                  <a:pt x="59151" y="5715"/>
                </a:cubicBezTo>
                <a:lnTo>
                  <a:pt x="55754" y="5715"/>
                </a:lnTo>
                <a:moveTo>
                  <a:pt x="110581" y="11584"/>
                </a:moveTo>
                <a:lnTo>
                  <a:pt x="65174" y="168343"/>
                </a:lnTo>
                <a:cubicBezTo>
                  <a:pt x="61777" y="180081"/>
                  <a:pt x="60077" y="187339"/>
                  <a:pt x="60077" y="190119"/>
                </a:cubicBezTo>
                <a:cubicBezTo>
                  <a:pt x="60077" y="191766"/>
                  <a:pt x="60592" y="193362"/>
                  <a:pt x="61622" y="194906"/>
                </a:cubicBezTo>
                <a:cubicBezTo>
                  <a:pt x="62754" y="196451"/>
                  <a:pt x="64248" y="197480"/>
                  <a:pt x="66101" y="197995"/>
                </a:cubicBezTo>
                <a:cubicBezTo>
                  <a:pt x="68778" y="198922"/>
                  <a:pt x="73102" y="199386"/>
                  <a:pt x="79074" y="199386"/>
                </a:cubicBezTo>
                <a:cubicBezTo>
                  <a:pt x="95239" y="199386"/>
                  <a:pt x="110220" y="197738"/>
                  <a:pt x="124017" y="194443"/>
                </a:cubicBezTo>
                <a:cubicBezTo>
                  <a:pt x="137917" y="191046"/>
                  <a:pt x="149294" y="186052"/>
                  <a:pt x="158149" y="179463"/>
                </a:cubicBezTo>
                <a:cubicBezTo>
                  <a:pt x="170710" y="169887"/>
                  <a:pt x="180748" y="156708"/>
                  <a:pt x="188265" y="139925"/>
                </a:cubicBezTo>
                <a:cubicBezTo>
                  <a:pt x="195781" y="123142"/>
                  <a:pt x="199540" y="104043"/>
                  <a:pt x="199540" y="82627"/>
                </a:cubicBezTo>
                <a:cubicBezTo>
                  <a:pt x="199540" y="58431"/>
                  <a:pt x="193774" y="40464"/>
                  <a:pt x="182242" y="28727"/>
                </a:cubicBezTo>
                <a:cubicBezTo>
                  <a:pt x="170710" y="16886"/>
                  <a:pt x="153876" y="10966"/>
                  <a:pt x="131739" y="10966"/>
                </a:cubicBezTo>
                <a:cubicBezTo>
                  <a:pt x="126282" y="10966"/>
                  <a:pt x="119229" y="11172"/>
                  <a:pt x="110581" y="11584"/>
                </a:cubicBezTo>
                <a:moveTo>
                  <a:pt x="308730" y="8340"/>
                </a:moveTo>
                <a:cubicBezTo>
                  <a:pt x="313054" y="8340"/>
                  <a:pt x="316710" y="9833"/>
                  <a:pt x="319696" y="12819"/>
                </a:cubicBezTo>
                <a:cubicBezTo>
                  <a:pt x="322682" y="15805"/>
                  <a:pt x="324174" y="19460"/>
                  <a:pt x="324174" y="23784"/>
                </a:cubicBezTo>
                <a:cubicBezTo>
                  <a:pt x="324174" y="28006"/>
                  <a:pt x="322630" y="31661"/>
                  <a:pt x="319541" y="34749"/>
                </a:cubicBezTo>
                <a:cubicBezTo>
                  <a:pt x="316555" y="37735"/>
                  <a:pt x="312951" y="39229"/>
                  <a:pt x="308730" y="39229"/>
                </a:cubicBezTo>
                <a:cubicBezTo>
                  <a:pt x="304509" y="39229"/>
                  <a:pt x="300854" y="37735"/>
                  <a:pt x="297765" y="34749"/>
                </a:cubicBezTo>
                <a:cubicBezTo>
                  <a:pt x="294779" y="31661"/>
                  <a:pt x="293286" y="28006"/>
                  <a:pt x="293286" y="23784"/>
                </a:cubicBezTo>
                <a:cubicBezTo>
                  <a:pt x="293286" y="19460"/>
                  <a:pt x="294779" y="15805"/>
                  <a:pt x="297765" y="12819"/>
                </a:cubicBezTo>
                <a:cubicBezTo>
                  <a:pt x="300751" y="9833"/>
                  <a:pt x="304406" y="8340"/>
                  <a:pt x="308730" y="8340"/>
                </a:cubicBezTo>
                <a:moveTo>
                  <a:pt x="310738" y="69654"/>
                </a:moveTo>
                <a:lnTo>
                  <a:pt x="280158" y="177918"/>
                </a:lnTo>
                <a:cubicBezTo>
                  <a:pt x="278099" y="185229"/>
                  <a:pt x="277069" y="189604"/>
                  <a:pt x="277069" y="191046"/>
                </a:cubicBezTo>
                <a:cubicBezTo>
                  <a:pt x="277069" y="192693"/>
                  <a:pt x="277532" y="194032"/>
                  <a:pt x="278459" y="195061"/>
                </a:cubicBezTo>
                <a:cubicBezTo>
                  <a:pt x="279489" y="196091"/>
                  <a:pt x="280673" y="196606"/>
                  <a:pt x="282012" y="196606"/>
                </a:cubicBezTo>
                <a:cubicBezTo>
                  <a:pt x="283556" y="196606"/>
                  <a:pt x="285409" y="195782"/>
                  <a:pt x="287572" y="194135"/>
                </a:cubicBezTo>
                <a:cubicBezTo>
                  <a:pt x="293441" y="189501"/>
                  <a:pt x="299360" y="182912"/>
                  <a:pt x="305332" y="174366"/>
                </a:cubicBezTo>
                <a:lnTo>
                  <a:pt x="310738" y="177918"/>
                </a:lnTo>
                <a:cubicBezTo>
                  <a:pt x="303737" y="188626"/>
                  <a:pt x="295500" y="197635"/>
                  <a:pt x="286027" y="204946"/>
                </a:cubicBezTo>
                <a:cubicBezTo>
                  <a:pt x="279026" y="210403"/>
                  <a:pt x="272333" y="213131"/>
                  <a:pt x="265950" y="213131"/>
                </a:cubicBezTo>
                <a:cubicBezTo>
                  <a:pt x="261728" y="213131"/>
                  <a:pt x="258279" y="211895"/>
                  <a:pt x="255602" y="209424"/>
                </a:cubicBezTo>
                <a:cubicBezTo>
                  <a:pt x="252925" y="206850"/>
                  <a:pt x="251587" y="203658"/>
                  <a:pt x="251587" y="199849"/>
                </a:cubicBezTo>
                <a:cubicBezTo>
                  <a:pt x="251587" y="196039"/>
                  <a:pt x="252873" y="189707"/>
                  <a:pt x="255447" y="180852"/>
                </a:cubicBezTo>
                <a:lnTo>
                  <a:pt x="275525" y="111663"/>
                </a:lnTo>
                <a:cubicBezTo>
                  <a:pt x="278820" y="100337"/>
                  <a:pt x="280467" y="93232"/>
                  <a:pt x="280467" y="90349"/>
                </a:cubicBezTo>
                <a:cubicBezTo>
                  <a:pt x="280467" y="88084"/>
                  <a:pt x="279644" y="86231"/>
                  <a:pt x="277996" y="84789"/>
                </a:cubicBezTo>
                <a:cubicBezTo>
                  <a:pt x="276452" y="83348"/>
                  <a:pt x="274290" y="82627"/>
                  <a:pt x="271510" y="82627"/>
                </a:cubicBezTo>
                <a:cubicBezTo>
                  <a:pt x="269244" y="82627"/>
                  <a:pt x="264560" y="83193"/>
                  <a:pt x="257456" y="84325"/>
                </a:cubicBezTo>
                <a:lnTo>
                  <a:pt x="257456" y="78303"/>
                </a:lnTo>
                <a:lnTo>
                  <a:pt x="310738" y="69654"/>
                </a:lnTo>
                <a:moveTo>
                  <a:pt x="440778" y="69654"/>
                </a:moveTo>
                <a:lnTo>
                  <a:pt x="431358" y="117068"/>
                </a:lnTo>
                <a:lnTo>
                  <a:pt x="425644" y="117068"/>
                </a:lnTo>
                <a:cubicBezTo>
                  <a:pt x="425129" y="103271"/>
                  <a:pt x="422194" y="93232"/>
                  <a:pt x="416840" y="86951"/>
                </a:cubicBezTo>
                <a:cubicBezTo>
                  <a:pt x="411486" y="80671"/>
                  <a:pt x="404845" y="77531"/>
                  <a:pt x="396917" y="77531"/>
                </a:cubicBezTo>
                <a:cubicBezTo>
                  <a:pt x="390533" y="77531"/>
                  <a:pt x="385436" y="79281"/>
                  <a:pt x="381628" y="82781"/>
                </a:cubicBezTo>
                <a:cubicBezTo>
                  <a:pt x="377921" y="86282"/>
                  <a:pt x="376068" y="90503"/>
                  <a:pt x="376068" y="95445"/>
                </a:cubicBezTo>
                <a:cubicBezTo>
                  <a:pt x="376068" y="98843"/>
                  <a:pt x="376788" y="102087"/>
                  <a:pt x="378230" y="105176"/>
                </a:cubicBezTo>
                <a:cubicBezTo>
                  <a:pt x="379774" y="108265"/>
                  <a:pt x="383068" y="112589"/>
                  <a:pt x="388113" y="118149"/>
                </a:cubicBezTo>
                <a:cubicBezTo>
                  <a:pt x="401498" y="132769"/>
                  <a:pt x="410147" y="143786"/>
                  <a:pt x="414060" y="151199"/>
                </a:cubicBezTo>
                <a:cubicBezTo>
                  <a:pt x="417972" y="158612"/>
                  <a:pt x="419929" y="165614"/>
                  <a:pt x="419929" y="172204"/>
                </a:cubicBezTo>
                <a:cubicBezTo>
                  <a:pt x="419929" y="182912"/>
                  <a:pt x="415450" y="192435"/>
                  <a:pt x="406493" y="200775"/>
                </a:cubicBezTo>
                <a:cubicBezTo>
                  <a:pt x="397638" y="209012"/>
                  <a:pt x="386415" y="213131"/>
                  <a:pt x="372824" y="213131"/>
                </a:cubicBezTo>
                <a:cubicBezTo>
                  <a:pt x="365410" y="213131"/>
                  <a:pt x="356865" y="211380"/>
                  <a:pt x="347186" y="207880"/>
                </a:cubicBezTo>
                <a:cubicBezTo>
                  <a:pt x="343788" y="206644"/>
                  <a:pt x="341163" y="206026"/>
                  <a:pt x="339310" y="206026"/>
                </a:cubicBezTo>
                <a:cubicBezTo>
                  <a:pt x="334677" y="206026"/>
                  <a:pt x="331176" y="208394"/>
                  <a:pt x="328808" y="213131"/>
                </a:cubicBezTo>
                <a:lnTo>
                  <a:pt x="323094" y="213131"/>
                </a:lnTo>
                <a:lnTo>
                  <a:pt x="332514" y="163092"/>
                </a:lnTo>
                <a:lnTo>
                  <a:pt x="338228" y="163092"/>
                </a:lnTo>
                <a:cubicBezTo>
                  <a:pt x="338846" y="178742"/>
                  <a:pt x="342090" y="189810"/>
                  <a:pt x="347959" y="196297"/>
                </a:cubicBezTo>
                <a:cubicBezTo>
                  <a:pt x="353828" y="202783"/>
                  <a:pt x="361859" y="206026"/>
                  <a:pt x="372052" y="206026"/>
                </a:cubicBezTo>
                <a:cubicBezTo>
                  <a:pt x="379876" y="206026"/>
                  <a:pt x="386054" y="203864"/>
                  <a:pt x="390584" y="199540"/>
                </a:cubicBezTo>
                <a:cubicBezTo>
                  <a:pt x="395218" y="195112"/>
                  <a:pt x="397535" y="189707"/>
                  <a:pt x="397535" y="183324"/>
                </a:cubicBezTo>
                <a:cubicBezTo>
                  <a:pt x="397535" y="179205"/>
                  <a:pt x="396711" y="175395"/>
                  <a:pt x="395064" y="171895"/>
                </a:cubicBezTo>
                <a:cubicBezTo>
                  <a:pt x="392181" y="165717"/>
                  <a:pt x="386106" y="157171"/>
                  <a:pt x="376839" y="146257"/>
                </a:cubicBezTo>
                <a:cubicBezTo>
                  <a:pt x="367676" y="135343"/>
                  <a:pt x="361756" y="127158"/>
                  <a:pt x="359079" y="121701"/>
                </a:cubicBezTo>
                <a:cubicBezTo>
                  <a:pt x="356505" y="116244"/>
                  <a:pt x="355217" y="110787"/>
                  <a:pt x="355217" y="105330"/>
                </a:cubicBezTo>
                <a:cubicBezTo>
                  <a:pt x="355217" y="95342"/>
                  <a:pt x="358821" y="86899"/>
                  <a:pt x="366028" y="80001"/>
                </a:cubicBezTo>
                <a:cubicBezTo>
                  <a:pt x="373339" y="73104"/>
                  <a:pt x="382708" y="69654"/>
                  <a:pt x="394137" y="69654"/>
                </a:cubicBezTo>
                <a:cubicBezTo>
                  <a:pt x="397432" y="69654"/>
                  <a:pt x="400418" y="69912"/>
                  <a:pt x="403095" y="70426"/>
                </a:cubicBezTo>
                <a:cubicBezTo>
                  <a:pt x="404536" y="70735"/>
                  <a:pt x="407882" y="71919"/>
                  <a:pt x="413133" y="73978"/>
                </a:cubicBezTo>
                <a:cubicBezTo>
                  <a:pt x="418487" y="75934"/>
                  <a:pt x="422040" y="76913"/>
                  <a:pt x="423790" y="76913"/>
                </a:cubicBezTo>
                <a:cubicBezTo>
                  <a:pt x="428218" y="76913"/>
                  <a:pt x="431924" y="74493"/>
                  <a:pt x="434910" y="69654"/>
                </a:cubicBezTo>
                <a:lnTo>
                  <a:pt x="440778" y="69654"/>
                </a:lnTo>
                <a:moveTo>
                  <a:pt x="531436" y="31352"/>
                </a:moveTo>
                <a:lnTo>
                  <a:pt x="519390" y="73360"/>
                </a:lnTo>
                <a:lnTo>
                  <a:pt x="543637" y="73360"/>
                </a:lnTo>
                <a:lnTo>
                  <a:pt x="541012" y="83090"/>
                </a:lnTo>
                <a:lnTo>
                  <a:pt x="516918" y="83090"/>
                </a:lnTo>
                <a:lnTo>
                  <a:pt x="490354" y="174212"/>
                </a:lnTo>
                <a:cubicBezTo>
                  <a:pt x="487471" y="183993"/>
                  <a:pt x="486030" y="190325"/>
                  <a:pt x="486030" y="193208"/>
                </a:cubicBezTo>
                <a:cubicBezTo>
                  <a:pt x="486030" y="194958"/>
                  <a:pt x="486442" y="196297"/>
                  <a:pt x="487265" y="197223"/>
                </a:cubicBezTo>
                <a:cubicBezTo>
                  <a:pt x="488089" y="198150"/>
                  <a:pt x="489068" y="198613"/>
                  <a:pt x="490200" y="198613"/>
                </a:cubicBezTo>
                <a:cubicBezTo>
                  <a:pt x="492774" y="198613"/>
                  <a:pt x="496172" y="196812"/>
                  <a:pt x="500394" y="193208"/>
                </a:cubicBezTo>
                <a:cubicBezTo>
                  <a:pt x="502865" y="191149"/>
                  <a:pt x="508373" y="184817"/>
                  <a:pt x="516918" y="174212"/>
                </a:cubicBezTo>
                <a:lnTo>
                  <a:pt x="522016" y="178072"/>
                </a:lnTo>
                <a:cubicBezTo>
                  <a:pt x="512543" y="191869"/>
                  <a:pt x="503585" y="201599"/>
                  <a:pt x="495142" y="207262"/>
                </a:cubicBezTo>
                <a:cubicBezTo>
                  <a:pt x="489376" y="211174"/>
                  <a:pt x="483560" y="213131"/>
                  <a:pt x="477691" y="213131"/>
                </a:cubicBezTo>
                <a:cubicBezTo>
                  <a:pt x="473160" y="213131"/>
                  <a:pt x="469454" y="211741"/>
                  <a:pt x="466571" y="208961"/>
                </a:cubicBezTo>
                <a:cubicBezTo>
                  <a:pt x="463688" y="206078"/>
                  <a:pt x="462246" y="202423"/>
                  <a:pt x="462246" y="197995"/>
                </a:cubicBezTo>
                <a:cubicBezTo>
                  <a:pt x="462246" y="192435"/>
                  <a:pt x="463894" y="183941"/>
                  <a:pt x="467189" y="172512"/>
                </a:cubicBezTo>
                <a:lnTo>
                  <a:pt x="492980" y="83090"/>
                </a:lnTo>
                <a:lnTo>
                  <a:pt x="469660" y="83090"/>
                </a:lnTo>
                <a:lnTo>
                  <a:pt x="471204" y="77067"/>
                </a:lnTo>
                <a:cubicBezTo>
                  <a:pt x="482530" y="73978"/>
                  <a:pt x="491951" y="69397"/>
                  <a:pt x="499467" y="63322"/>
                </a:cubicBezTo>
                <a:cubicBezTo>
                  <a:pt x="506983" y="57144"/>
                  <a:pt x="515374" y="46487"/>
                  <a:pt x="524641" y="31352"/>
                </a:cubicBezTo>
                <a:lnTo>
                  <a:pt x="531436" y="31352"/>
                </a:lnTo>
                <a:moveTo>
                  <a:pt x="685724" y="69654"/>
                </a:moveTo>
                <a:lnTo>
                  <a:pt x="655608" y="174366"/>
                </a:lnTo>
                <a:lnTo>
                  <a:pt x="652210" y="188420"/>
                </a:lnTo>
                <a:cubicBezTo>
                  <a:pt x="651902" y="189758"/>
                  <a:pt x="651747" y="190891"/>
                  <a:pt x="651747" y="191817"/>
                </a:cubicBezTo>
                <a:cubicBezTo>
                  <a:pt x="651747" y="193465"/>
                  <a:pt x="652261" y="194906"/>
                  <a:pt x="653291" y="196142"/>
                </a:cubicBezTo>
                <a:cubicBezTo>
                  <a:pt x="654115" y="197069"/>
                  <a:pt x="655144" y="197532"/>
                  <a:pt x="656380" y="197532"/>
                </a:cubicBezTo>
                <a:cubicBezTo>
                  <a:pt x="657718" y="197532"/>
                  <a:pt x="659469" y="196709"/>
                  <a:pt x="661631" y="195061"/>
                </a:cubicBezTo>
                <a:cubicBezTo>
                  <a:pt x="665647" y="192075"/>
                  <a:pt x="671001" y="185898"/>
                  <a:pt x="677693" y="176528"/>
                </a:cubicBezTo>
                <a:lnTo>
                  <a:pt x="682944" y="180235"/>
                </a:lnTo>
                <a:cubicBezTo>
                  <a:pt x="675840" y="190943"/>
                  <a:pt x="668530" y="199128"/>
                  <a:pt x="661013" y="204791"/>
                </a:cubicBezTo>
                <a:cubicBezTo>
                  <a:pt x="653497" y="210351"/>
                  <a:pt x="646547" y="213131"/>
                  <a:pt x="640164" y="213131"/>
                </a:cubicBezTo>
                <a:cubicBezTo>
                  <a:pt x="635736" y="213131"/>
                  <a:pt x="632391" y="211998"/>
                  <a:pt x="630125" y="209733"/>
                </a:cubicBezTo>
                <a:cubicBezTo>
                  <a:pt x="627963" y="207571"/>
                  <a:pt x="626882" y="204379"/>
                  <a:pt x="626882" y="200157"/>
                </a:cubicBezTo>
                <a:cubicBezTo>
                  <a:pt x="626882" y="195112"/>
                  <a:pt x="628014" y="188472"/>
                  <a:pt x="630279" y="180235"/>
                </a:cubicBezTo>
                <a:lnTo>
                  <a:pt x="633523" y="168652"/>
                </a:lnTo>
                <a:cubicBezTo>
                  <a:pt x="620035" y="186258"/>
                  <a:pt x="607628" y="198562"/>
                  <a:pt x="596302" y="205563"/>
                </a:cubicBezTo>
                <a:cubicBezTo>
                  <a:pt x="588169" y="210609"/>
                  <a:pt x="580189" y="213131"/>
                  <a:pt x="572363" y="213131"/>
                </a:cubicBezTo>
                <a:cubicBezTo>
                  <a:pt x="564847" y="213131"/>
                  <a:pt x="558360" y="210042"/>
                  <a:pt x="552903" y="203864"/>
                </a:cubicBezTo>
                <a:cubicBezTo>
                  <a:pt x="547446" y="197583"/>
                  <a:pt x="544718" y="188986"/>
                  <a:pt x="544718" y="178072"/>
                </a:cubicBezTo>
                <a:cubicBezTo>
                  <a:pt x="544718" y="161701"/>
                  <a:pt x="549609" y="144456"/>
                  <a:pt x="559390" y="126334"/>
                </a:cubicBezTo>
                <a:cubicBezTo>
                  <a:pt x="569275" y="108110"/>
                  <a:pt x="581785" y="93541"/>
                  <a:pt x="596919" y="82627"/>
                </a:cubicBezTo>
                <a:cubicBezTo>
                  <a:pt x="608760" y="73978"/>
                  <a:pt x="619932" y="69654"/>
                  <a:pt x="630434" y="69654"/>
                </a:cubicBezTo>
                <a:cubicBezTo>
                  <a:pt x="636715" y="69654"/>
                  <a:pt x="641914" y="71301"/>
                  <a:pt x="646033" y="74596"/>
                </a:cubicBezTo>
                <a:cubicBezTo>
                  <a:pt x="650254" y="77891"/>
                  <a:pt x="653446" y="83348"/>
                  <a:pt x="655608" y="90967"/>
                </a:cubicBezTo>
                <a:lnTo>
                  <a:pt x="661168" y="73360"/>
                </a:lnTo>
                <a:lnTo>
                  <a:pt x="685724" y="69654"/>
                </a:lnTo>
                <a:moveTo>
                  <a:pt x="630743" y="77685"/>
                </a:moveTo>
                <a:cubicBezTo>
                  <a:pt x="624154" y="77685"/>
                  <a:pt x="617152" y="80774"/>
                  <a:pt x="609739" y="86951"/>
                </a:cubicBezTo>
                <a:cubicBezTo>
                  <a:pt x="599237" y="95703"/>
                  <a:pt x="589867" y="108677"/>
                  <a:pt x="581630" y="125871"/>
                </a:cubicBezTo>
                <a:cubicBezTo>
                  <a:pt x="573496" y="143065"/>
                  <a:pt x="569429" y="158612"/>
                  <a:pt x="569429" y="172512"/>
                </a:cubicBezTo>
                <a:cubicBezTo>
                  <a:pt x="569429" y="179514"/>
                  <a:pt x="571180" y="185074"/>
                  <a:pt x="574681" y="189192"/>
                </a:cubicBezTo>
                <a:cubicBezTo>
                  <a:pt x="578181" y="193208"/>
                  <a:pt x="582197" y="195215"/>
                  <a:pt x="586727" y="195215"/>
                </a:cubicBezTo>
                <a:cubicBezTo>
                  <a:pt x="597949" y="195215"/>
                  <a:pt x="610151" y="186927"/>
                  <a:pt x="623330" y="170350"/>
                </a:cubicBezTo>
                <a:cubicBezTo>
                  <a:pt x="640937" y="148316"/>
                  <a:pt x="649739" y="125716"/>
                  <a:pt x="649739" y="102550"/>
                </a:cubicBezTo>
                <a:cubicBezTo>
                  <a:pt x="649739" y="93798"/>
                  <a:pt x="648041" y="87466"/>
                  <a:pt x="644643" y="83554"/>
                </a:cubicBezTo>
                <a:cubicBezTo>
                  <a:pt x="641245" y="79641"/>
                  <a:pt x="636612" y="77685"/>
                  <a:pt x="630743" y="77685"/>
                </a:cubicBezTo>
                <a:moveTo>
                  <a:pt x="765262" y="69654"/>
                </a:moveTo>
                <a:lnTo>
                  <a:pt x="744722" y="139925"/>
                </a:lnTo>
                <a:cubicBezTo>
                  <a:pt x="763975" y="111199"/>
                  <a:pt x="778699" y="92306"/>
                  <a:pt x="788892" y="83245"/>
                </a:cubicBezTo>
                <a:cubicBezTo>
                  <a:pt x="799188" y="74184"/>
                  <a:pt x="809073" y="69654"/>
                  <a:pt x="818545" y="69654"/>
                </a:cubicBezTo>
                <a:cubicBezTo>
                  <a:pt x="823693" y="69654"/>
                  <a:pt x="827915" y="71353"/>
                  <a:pt x="831210" y="74751"/>
                </a:cubicBezTo>
                <a:cubicBezTo>
                  <a:pt x="834607" y="78149"/>
                  <a:pt x="836306" y="82575"/>
                  <a:pt x="836306" y="88032"/>
                </a:cubicBezTo>
                <a:cubicBezTo>
                  <a:pt x="836306" y="94210"/>
                  <a:pt x="834813" y="102447"/>
                  <a:pt x="831827" y="112743"/>
                </a:cubicBezTo>
                <a:lnTo>
                  <a:pt x="812985" y="177764"/>
                </a:lnTo>
                <a:cubicBezTo>
                  <a:pt x="810823" y="185280"/>
                  <a:pt x="809742" y="189861"/>
                  <a:pt x="809742" y="191509"/>
                </a:cubicBezTo>
                <a:cubicBezTo>
                  <a:pt x="809742" y="192950"/>
                  <a:pt x="810154" y="194186"/>
                  <a:pt x="810978" y="195215"/>
                </a:cubicBezTo>
                <a:cubicBezTo>
                  <a:pt x="811802" y="196142"/>
                  <a:pt x="812676" y="196606"/>
                  <a:pt x="813603" y="196606"/>
                </a:cubicBezTo>
                <a:cubicBezTo>
                  <a:pt x="814838" y="196606"/>
                  <a:pt x="816331" y="195936"/>
                  <a:pt x="818081" y="194597"/>
                </a:cubicBezTo>
                <a:cubicBezTo>
                  <a:pt x="823538" y="190273"/>
                  <a:pt x="829510" y="183684"/>
                  <a:pt x="835997" y="174830"/>
                </a:cubicBezTo>
                <a:lnTo>
                  <a:pt x="840785" y="177764"/>
                </a:lnTo>
                <a:cubicBezTo>
                  <a:pt x="831210" y="191458"/>
                  <a:pt x="822149" y="201239"/>
                  <a:pt x="813603" y="207108"/>
                </a:cubicBezTo>
                <a:cubicBezTo>
                  <a:pt x="807631" y="211123"/>
                  <a:pt x="802277" y="213131"/>
                  <a:pt x="797541" y="213131"/>
                </a:cubicBezTo>
                <a:cubicBezTo>
                  <a:pt x="793731" y="213131"/>
                  <a:pt x="790694" y="211947"/>
                  <a:pt x="788429" y="209579"/>
                </a:cubicBezTo>
                <a:cubicBezTo>
                  <a:pt x="786164" y="207314"/>
                  <a:pt x="785031" y="204225"/>
                  <a:pt x="785031" y="200312"/>
                </a:cubicBezTo>
                <a:cubicBezTo>
                  <a:pt x="785031" y="195370"/>
                  <a:pt x="786782" y="186875"/>
                  <a:pt x="790282" y="174830"/>
                </a:cubicBezTo>
                <a:lnTo>
                  <a:pt x="808197" y="112743"/>
                </a:lnTo>
                <a:cubicBezTo>
                  <a:pt x="810462" y="105021"/>
                  <a:pt x="811596" y="98998"/>
                  <a:pt x="811596" y="94674"/>
                </a:cubicBezTo>
                <a:cubicBezTo>
                  <a:pt x="811596" y="92614"/>
                  <a:pt x="810926" y="90967"/>
                  <a:pt x="809587" y="89731"/>
                </a:cubicBezTo>
                <a:cubicBezTo>
                  <a:pt x="808249" y="88393"/>
                  <a:pt x="806601" y="87723"/>
                  <a:pt x="804645" y="87723"/>
                </a:cubicBezTo>
                <a:cubicBezTo>
                  <a:pt x="801762" y="87723"/>
                  <a:pt x="798313" y="88959"/>
                  <a:pt x="794298" y="91430"/>
                </a:cubicBezTo>
                <a:cubicBezTo>
                  <a:pt x="786679" y="96063"/>
                  <a:pt x="778751" y="103734"/>
                  <a:pt x="770514" y="114443"/>
                </a:cubicBezTo>
                <a:cubicBezTo>
                  <a:pt x="762277" y="125048"/>
                  <a:pt x="753577" y="138638"/>
                  <a:pt x="744413" y="155215"/>
                </a:cubicBezTo>
                <a:cubicBezTo>
                  <a:pt x="739574" y="163967"/>
                  <a:pt x="735558" y="173542"/>
                  <a:pt x="732366" y="183941"/>
                </a:cubicBezTo>
                <a:lnTo>
                  <a:pt x="724644" y="209424"/>
                </a:lnTo>
                <a:lnTo>
                  <a:pt x="701478" y="209424"/>
                </a:lnTo>
                <a:lnTo>
                  <a:pt x="729586" y="112743"/>
                </a:lnTo>
                <a:cubicBezTo>
                  <a:pt x="732881" y="101108"/>
                  <a:pt x="734529" y="94107"/>
                  <a:pt x="734529" y="91739"/>
                </a:cubicBezTo>
                <a:cubicBezTo>
                  <a:pt x="734529" y="89474"/>
                  <a:pt x="733602" y="87517"/>
                  <a:pt x="731749" y="85870"/>
                </a:cubicBezTo>
                <a:cubicBezTo>
                  <a:pt x="729998" y="84119"/>
                  <a:pt x="727784" y="83245"/>
                  <a:pt x="725107" y="83245"/>
                </a:cubicBezTo>
                <a:cubicBezTo>
                  <a:pt x="723871" y="83245"/>
                  <a:pt x="721709" y="83451"/>
                  <a:pt x="718620" y="83863"/>
                </a:cubicBezTo>
                <a:lnTo>
                  <a:pt x="712751" y="84789"/>
                </a:lnTo>
                <a:lnTo>
                  <a:pt x="711825" y="79229"/>
                </a:lnTo>
                <a:lnTo>
                  <a:pt x="765262" y="69654"/>
                </a:lnTo>
                <a:moveTo>
                  <a:pt x="935767" y="31352"/>
                </a:moveTo>
                <a:lnTo>
                  <a:pt x="923720" y="73360"/>
                </a:lnTo>
                <a:lnTo>
                  <a:pt x="947968" y="73360"/>
                </a:lnTo>
                <a:lnTo>
                  <a:pt x="945342" y="83090"/>
                </a:lnTo>
                <a:lnTo>
                  <a:pt x="921249" y="83090"/>
                </a:lnTo>
                <a:lnTo>
                  <a:pt x="894686" y="174212"/>
                </a:lnTo>
                <a:cubicBezTo>
                  <a:pt x="891803" y="183993"/>
                  <a:pt x="890361" y="190325"/>
                  <a:pt x="890361" y="193208"/>
                </a:cubicBezTo>
                <a:cubicBezTo>
                  <a:pt x="890361" y="194958"/>
                  <a:pt x="890773" y="196297"/>
                  <a:pt x="891597" y="197223"/>
                </a:cubicBezTo>
                <a:cubicBezTo>
                  <a:pt x="892420" y="198150"/>
                  <a:pt x="893398" y="198613"/>
                  <a:pt x="894531" y="198613"/>
                </a:cubicBezTo>
                <a:cubicBezTo>
                  <a:pt x="897105" y="198613"/>
                  <a:pt x="900502" y="196812"/>
                  <a:pt x="904724" y="193208"/>
                </a:cubicBezTo>
                <a:cubicBezTo>
                  <a:pt x="907195" y="191149"/>
                  <a:pt x="912703" y="184817"/>
                  <a:pt x="921249" y="174212"/>
                </a:cubicBezTo>
                <a:lnTo>
                  <a:pt x="926346" y="178072"/>
                </a:lnTo>
                <a:cubicBezTo>
                  <a:pt x="916873" y="191869"/>
                  <a:pt x="907916" y="201599"/>
                  <a:pt x="899473" y="207262"/>
                </a:cubicBezTo>
                <a:cubicBezTo>
                  <a:pt x="893707" y="211174"/>
                  <a:pt x="887890" y="213131"/>
                  <a:pt x="882021" y="213131"/>
                </a:cubicBezTo>
                <a:cubicBezTo>
                  <a:pt x="877491" y="213131"/>
                  <a:pt x="873784" y="211741"/>
                  <a:pt x="870901" y="208961"/>
                </a:cubicBezTo>
                <a:cubicBezTo>
                  <a:pt x="868018" y="206078"/>
                  <a:pt x="866577" y="202423"/>
                  <a:pt x="866577" y="197995"/>
                </a:cubicBezTo>
                <a:cubicBezTo>
                  <a:pt x="866577" y="192435"/>
                  <a:pt x="868224" y="183941"/>
                  <a:pt x="871519" y="172512"/>
                </a:cubicBezTo>
                <a:lnTo>
                  <a:pt x="897311" y="83090"/>
                </a:lnTo>
                <a:lnTo>
                  <a:pt x="873990" y="83090"/>
                </a:lnTo>
                <a:lnTo>
                  <a:pt x="875534" y="77067"/>
                </a:lnTo>
                <a:cubicBezTo>
                  <a:pt x="886860" y="73978"/>
                  <a:pt x="896281" y="69397"/>
                  <a:pt x="903797" y="63322"/>
                </a:cubicBezTo>
                <a:cubicBezTo>
                  <a:pt x="911313" y="57144"/>
                  <a:pt x="919704" y="46487"/>
                  <a:pt x="928971" y="31352"/>
                </a:cubicBezTo>
                <a:lnTo>
                  <a:pt x="935767" y="31352"/>
                </a:lnTo>
              </a:path>
            </a:pathLst>
          </a:custGeom>
          <a:solidFill xmlns:a="http://schemas.openxmlformats.org/drawingml/2006/main">
            <a:srgbClr val="FF212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6DB18-CA26-4574-AAAD-413EDC48A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a72b084a24dd7"/>
          <a:stretch xmlns:a="http://schemas.openxmlformats.org/drawingml/2006/main"/>
        </p:blipFill>
        <p:spPr>
          <a:xfrm xmlns:a="http://schemas.openxmlformats.org/drawingml/2006/main">
            <a:off x="3449685" y="990991"/>
            <a:ext cx="1152525" cy="11525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9F290-7C54-4566-8F9F-6D3FBE2F1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005ad82334c06"/>
          <a:stretch xmlns:a="http://schemas.openxmlformats.org/drawingml/2006/main"/>
        </p:blipFill>
        <p:spPr>
          <a:xfrm xmlns:a="http://schemas.openxmlformats.org/drawingml/2006/main">
            <a:off x="9040860" y="990991"/>
            <a:ext cx="1152525" cy="1152525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A5DCB-E8A8-4E5A-9EE2-F3688FC05A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4ff763f544aea"/>
          <a:stretch xmlns:a="http://schemas.openxmlformats.org/drawingml/2006/main"/>
        </p:blipFill>
        <p:spPr>
          <a:xfrm xmlns:a="http://schemas.openxmlformats.org/drawingml/2006/main">
            <a:off x="7002510" y="990991"/>
            <a:ext cx="1152525" cy="1152525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08EC3-97A8-4CF6-B29E-E90035903B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d6099dcce47ed"/>
          <a:stretch xmlns:a="http://schemas.openxmlformats.org/drawingml/2006/main"/>
        </p:blipFill>
        <p:spPr>
          <a:xfrm xmlns:a="http://schemas.openxmlformats.org/drawingml/2006/main">
            <a:off x="5488035" y="990991"/>
            <a:ext cx="1152525" cy="1152525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B93C1-8397-4D5E-942C-DCC3FEB7F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25ab2085345cf"/>
          <a:stretch xmlns:a="http://schemas.openxmlformats.org/drawingml/2006/main"/>
        </p:blipFill>
        <p:spPr>
          <a:xfrm xmlns:a="http://schemas.openxmlformats.org/drawingml/2006/main">
            <a:off x="7926435" y="2648341"/>
            <a:ext cx="1152525" cy="1152525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9A82A-92A4-4459-9C8D-0C4B0C802A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3f01be97c4835"/>
          <a:stretch xmlns:a="http://schemas.openxmlformats.org/drawingml/2006/main"/>
        </p:blipFill>
        <p:spPr>
          <a:xfrm xmlns:a="http://schemas.openxmlformats.org/drawingml/2006/main">
            <a:off x="6240510" y="2648341"/>
            <a:ext cx="1152525" cy="1152525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11F5A-C092-41FA-9200-849279EBA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3e2a517174ff3"/>
          <a:stretch xmlns:a="http://schemas.openxmlformats.org/drawingml/2006/main"/>
        </p:blipFill>
        <p:spPr>
          <a:xfrm xmlns:a="http://schemas.openxmlformats.org/drawingml/2006/main">
            <a:off x="4545060" y="2648341"/>
            <a:ext cx="1152525" cy="1152525"/>
          </a:xfrm>
          <a:prstGeom xmlns:a="http://schemas.openxmlformats.org/drawingml/2006/main" prst="rect">
            <a:avLst/>
          </a:prstGeom>
        </p:spPr>
      </p:pic>
      <p:sp>
        <p:nvSpPr>
          <p:cNvPr id="22" name="path-30">
            <a:extLst xmlns:a="http://schemas.openxmlformats.org/drawingml/2006/main">
              <a:ext uri="{FF2B5EF4-FFF2-40B4-BE49-F238E27FC236}">
                <a16:creationId xmlns:a16="http://schemas.microsoft.com/office/drawing/2014/main" id="{0D606102-3C09-4D83-BBC3-45A4009E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39" y="2114158"/>
            <a:ext cx="6747698" cy="562308"/>
          </a:xfrm>
          <a:custGeom xmlns:a="http://schemas.openxmlformats.org/drawingml/2006/main">
            <a:pathLst>
              <a:path w="6747698" h="562308">
                <a:moveTo>
                  <a:pt x="0" y="562308"/>
                </a:moveTo>
                <a:lnTo>
                  <a:pt x="6747698" y="562308"/>
                </a:lnTo>
                <a:lnTo>
                  <a:pt x="6747698" y="0"/>
                </a:lnTo>
                <a:lnTo>
                  <a:pt x="0" y="0"/>
                </a:lnTo>
                <a:lnTo>
                  <a:pt x="0" y="56230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31">
            <a:extLst xmlns:a="http://schemas.openxmlformats.org/drawingml/2006/main">
              <a:ext uri="{FF2B5EF4-FFF2-40B4-BE49-F238E27FC236}">
                <a16:creationId xmlns:a16="http://schemas.microsoft.com/office/drawing/2014/main" id="{0FF12E36-C49D-42E3-996E-8EDA738D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39" y="2114158"/>
            <a:ext cx="6747698" cy="562308"/>
          </a:xfrm>
          <a:custGeom xmlns:a="http://schemas.openxmlformats.org/drawingml/2006/main">
            <a:pathLst>
              <a:path w="6747698" h="562308">
                <a:moveTo>
                  <a:pt x="0" y="562308"/>
                </a:moveTo>
                <a:lnTo>
                  <a:pt x="6747698" y="562308"/>
                </a:lnTo>
                <a:lnTo>
                  <a:pt x="6747698" y="0"/>
                </a:lnTo>
                <a:lnTo>
                  <a:pt x="0" y="0"/>
                </a:lnTo>
                <a:lnTo>
                  <a:pt x="0" y="56230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698CA-A655-42B2-94EC-927DA391F2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1e647ea024af1"/>
          <a:stretch xmlns:a="http://schemas.openxmlformats.org/drawingml/2006/main"/>
        </p:blipFill>
        <p:spPr>
          <a:xfrm xmlns:a="http://schemas.openxmlformats.org/drawingml/2006/main">
            <a:off x="3440160" y="2105416"/>
            <a:ext cx="6762750" cy="571500"/>
          </a:xfrm>
          <a:prstGeom xmlns:a="http://schemas.openxmlformats.org/drawingml/2006/main" prst="rect">
            <a:avLst/>
          </a:prstGeom>
        </p:spPr>
      </p:pic>
      <p:sp>
        <p:nvSpPr>
          <p:cNvPr id="25" name="path-33">
            <a:extLst xmlns:a="http://schemas.openxmlformats.org/drawingml/2006/main">
              <a:ext uri="{FF2B5EF4-FFF2-40B4-BE49-F238E27FC236}">
                <a16:creationId xmlns:a16="http://schemas.microsoft.com/office/drawing/2014/main" id="{1FBF03FB-2842-4527-8CBF-33E950D6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3464" y="2306482"/>
            <a:ext cx="177663" cy="177663"/>
          </a:xfrm>
          <a:custGeom xmlns:a="http://schemas.openxmlformats.org/drawingml/2006/main">
            <a:pathLst>
              <a:path w="177663" h="177663">
                <a:moveTo>
                  <a:pt x="0" y="177663"/>
                </a:moveTo>
                <a:lnTo>
                  <a:pt x="177663" y="177663"/>
                </a:lnTo>
                <a:lnTo>
                  <a:pt x="177663" y="0"/>
                </a:lnTo>
                <a:lnTo>
                  <a:pt x="0" y="0"/>
                </a:lnTo>
                <a:lnTo>
                  <a:pt x="0" y="177663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34">
            <a:extLst xmlns:a="http://schemas.openxmlformats.org/drawingml/2006/main">
              <a:ext uri="{FF2B5EF4-FFF2-40B4-BE49-F238E27FC236}">
                <a16:creationId xmlns:a16="http://schemas.microsoft.com/office/drawing/2014/main" id="{8111543D-CCE5-4ED5-9169-C0015BEC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749" y="2294768"/>
            <a:ext cx="201092" cy="201092"/>
          </a:xfrm>
          <a:custGeom xmlns:a="http://schemas.openxmlformats.org/drawingml/2006/main">
            <a:pathLst>
              <a:path w="201092" h="201092">
                <a:moveTo>
                  <a:pt x="11715" y="189378"/>
                </a:moveTo>
                <a:lnTo>
                  <a:pt x="0" y="189378"/>
                </a:lnTo>
                <a:lnTo>
                  <a:pt x="0" y="201092"/>
                </a:lnTo>
                <a:lnTo>
                  <a:pt x="11715" y="201092"/>
                </a:lnTo>
                <a:lnTo>
                  <a:pt x="11715" y="189378"/>
                </a:lnTo>
                <a:moveTo>
                  <a:pt x="189378" y="189378"/>
                </a:moveTo>
                <a:lnTo>
                  <a:pt x="189378" y="201092"/>
                </a:lnTo>
                <a:lnTo>
                  <a:pt x="201092" y="201092"/>
                </a:lnTo>
                <a:lnTo>
                  <a:pt x="201092" y="189378"/>
                </a:lnTo>
                <a:lnTo>
                  <a:pt x="189378" y="189378"/>
                </a:lnTo>
                <a:moveTo>
                  <a:pt x="189378" y="11715"/>
                </a:moveTo>
                <a:lnTo>
                  <a:pt x="201092" y="11715"/>
                </a:lnTo>
                <a:lnTo>
                  <a:pt x="201092" y="0"/>
                </a:lnTo>
                <a:lnTo>
                  <a:pt x="189378" y="0"/>
                </a:lnTo>
                <a:lnTo>
                  <a:pt x="189378" y="11715"/>
                </a:lnTo>
                <a:moveTo>
                  <a:pt x="11715" y="11715"/>
                </a:moveTo>
                <a:lnTo>
                  <a:pt x="11715" y="0"/>
                </a:lnTo>
                <a:lnTo>
                  <a:pt x="0" y="0"/>
                </a:lnTo>
                <a:lnTo>
                  <a:pt x="0" y="11715"/>
                </a:lnTo>
                <a:lnTo>
                  <a:pt x="11715" y="11715"/>
                </a:lnTo>
                <a:moveTo>
                  <a:pt x="11715" y="189378"/>
                </a:moveTo>
                <a:lnTo>
                  <a:pt x="11715" y="201092"/>
                </a:lnTo>
                <a:lnTo>
                  <a:pt x="189378" y="201092"/>
                </a:lnTo>
                <a:lnTo>
                  <a:pt x="189378" y="189378"/>
                </a:lnTo>
                <a:lnTo>
                  <a:pt x="189378" y="177663"/>
                </a:lnTo>
                <a:lnTo>
                  <a:pt x="11715" y="177663"/>
                </a:lnTo>
                <a:lnTo>
                  <a:pt x="11715" y="189378"/>
                </a:lnTo>
                <a:moveTo>
                  <a:pt x="189378" y="189378"/>
                </a:moveTo>
                <a:lnTo>
                  <a:pt x="201092" y="189378"/>
                </a:lnTo>
                <a:lnTo>
                  <a:pt x="201092" y="11715"/>
                </a:lnTo>
                <a:lnTo>
                  <a:pt x="189378" y="11715"/>
                </a:lnTo>
                <a:lnTo>
                  <a:pt x="177663" y="11715"/>
                </a:lnTo>
                <a:lnTo>
                  <a:pt x="177663" y="189378"/>
                </a:lnTo>
                <a:lnTo>
                  <a:pt x="189378" y="189378"/>
                </a:lnTo>
                <a:moveTo>
                  <a:pt x="189378" y="11715"/>
                </a:moveTo>
                <a:lnTo>
                  <a:pt x="189378" y="0"/>
                </a:lnTo>
                <a:lnTo>
                  <a:pt x="11715" y="0"/>
                </a:lnTo>
                <a:lnTo>
                  <a:pt x="11715" y="11715"/>
                </a:lnTo>
                <a:lnTo>
                  <a:pt x="11715" y="23430"/>
                </a:lnTo>
                <a:lnTo>
                  <a:pt x="189378" y="23430"/>
                </a:lnTo>
                <a:lnTo>
                  <a:pt x="189378" y="11715"/>
                </a:lnTo>
                <a:moveTo>
                  <a:pt x="11715" y="11715"/>
                </a:moveTo>
                <a:lnTo>
                  <a:pt x="0" y="11715"/>
                </a:lnTo>
                <a:lnTo>
                  <a:pt x="0" y="189378"/>
                </a:lnTo>
                <a:lnTo>
                  <a:pt x="11715" y="189378"/>
                </a:lnTo>
                <a:lnTo>
                  <a:pt x="23430" y="189378"/>
                </a:lnTo>
                <a:lnTo>
                  <a:pt x="23430" y="11715"/>
                </a:lnTo>
                <a:lnTo>
                  <a:pt x="11715" y="117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35">
            <a:extLst xmlns:a="http://schemas.openxmlformats.org/drawingml/2006/main">
              <a:ext uri="{FF2B5EF4-FFF2-40B4-BE49-F238E27FC236}">
                <a16:creationId xmlns:a16="http://schemas.microsoft.com/office/drawing/2014/main" id="{E902E532-0CB8-4597-BE5F-503D2A96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697" y="2306482"/>
            <a:ext cx="177663" cy="177663"/>
          </a:xfrm>
          <a:custGeom xmlns:a="http://schemas.openxmlformats.org/drawingml/2006/main">
            <a:pathLst>
              <a:path w="177663" h="177663">
                <a:moveTo>
                  <a:pt x="0" y="177663"/>
                </a:moveTo>
                <a:lnTo>
                  <a:pt x="177663" y="177663"/>
                </a:lnTo>
                <a:lnTo>
                  <a:pt x="177663" y="0"/>
                </a:lnTo>
                <a:lnTo>
                  <a:pt x="0" y="0"/>
                </a:lnTo>
                <a:lnTo>
                  <a:pt x="0" y="177663"/>
                </a:lnTo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36">
            <a:extLst xmlns:a="http://schemas.openxmlformats.org/drawingml/2006/main">
              <a:ext uri="{FF2B5EF4-FFF2-40B4-BE49-F238E27FC236}">
                <a16:creationId xmlns:a16="http://schemas.microsoft.com/office/drawing/2014/main" id="{F5379C8A-133B-4826-8C82-985C8B67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982" y="2294768"/>
            <a:ext cx="201092" cy="201092"/>
          </a:xfrm>
          <a:custGeom xmlns:a="http://schemas.openxmlformats.org/drawingml/2006/main">
            <a:pathLst>
              <a:path w="201092" h="201092">
                <a:moveTo>
                  <a:pt x="11715" y="189378"/>
                </a:moveTo>
                <a:lnTo>
                  <a:pt x="0" y="189378"/>
                </a:lnTo>
                <a:lnTo>
                  <a:pt x="0" y="201092"/>
                </a:lnTo>
                <a:lnTo>
                  <a:pt x="11715" y="201092"/>
                </a:lnTo>
                <a:lnTo>
                  <a:pt x="11715" y="189378"/>
                </a:lnTo>
                <a:moveTo>
                  <a:pt x="189378" y="189378"/>
                </a:moveTo>
                <a:lnTo>
                  <a:pt x="189378" y="201092"/>
                </a:lnTo>
                <a:lnTo>
                  <a:pt x="201092" y="201092"/>
                </a:lnTo>
                <a:lnTo>
                  <a:pt x="201092" y="189378"/>
                </a:lnTo>
                <a:lnTo>
                  <a:pt x="189378" y="189378"/>
                </a:lnTo>
                <a:moveTo>
                  <a:pt x="189378" y="11715"/>
                </a:moveTo>
                <a:lnTo>
                  <a:pt x="201092" y="11715"/>
                </a:lnTo>
                <a:lnTo>
                  <a:pt x="201092" y="0"/>
                </a:lnTo>
                <a:lnTo>
                  <a:pt x="189378" y="0"/>
                </a:lnTo>
                <a:lnTo>
                  <a:pt x="189378" y="11715"/>
                </a:lnTo>
                <a:moveTo>
                  <a:pt x="11715" y="11715"/>
                </a:moveTo>
                <a:lnTo>
                  <a:pt x="11715" y="0"/>
                </a:lnTo>
                <a:lnTo>
                  <a:pt x="0" y="0"/>
                </a:lnTo>
                <a:lnTo>
                  <a:pt x="0" y="11715"/>
                </a:lnTo>
                <a:lnTo>
                  <a:pt x="11715" y="11715"/>
                </a:lnTo>
                <a:moveTo>
                  <a:pt x="11715" y="189378"/>
                </a:moveTo>
                <a:lnTo>
                  <a:pt x="11715" y="201092"/>
                </a:lnTo>
                <a:lnTo>
                  <a:pt x="189378" y="201092"/>
                </a:lnTo>
                <a:lnTo>
                  <a:pt x="189378" y="189378"/>
                </a:lnTo>
                <a:lnTo>
                  <a:pt x="189378" y="177663"/>
                </a:lnTo>
                <a:lnTo>
                  <a:pt x="11715" y="177663"/>
                </a:lnTo>
                <a:lnTo>
                  <a:pt x="11715" y="189378"/>
                </a:lnTo>
                <a:moveTo>
                  <a:pt x="189378" y="189378"/>
                </a:moveTo>
                <a:lnTo>
                  <a:pt x="201092" y="189378"/>
                </a:lnTo>
                <a:lnTo>
                  <a:pt x="201092" y="11715"/>
                </a:lnTo>
                <a:lnTo>
                  <a:pt x="189378" y="11715"/>
                </a:lnTo>
                <a:lnTo>
                  <a:pt x="177663" y="11715"/>
                </a:lnTo>
                <a:lnTo>
                  <a:pt x="177663" y="189378"/>
                </a:lnTo>
                <a:lnTo>
                  <a:pt x="189378" y="189378"/>
                </a:lnTo>
                <a:moveTo>
                  <a:pt x="189378" y="11715"/>
                </a:moveTo>
                <a:lnTo>
                  <a:pt x="189378" y="0"/>
                </a:lnTo>
                <a:lnTo>
                  <a:pt x="11715" y="0"/>
                </a:lnTo>
                <a:lnTo>
                  <a:pt x="11715" y="11715"/>
                </a:lnTo>
                <a:lnTo>
                  <a:pt x="11715" y="23430"/>
                </a:lnTo>
                <a:lnTo>
                  <a:pt x="189378" y="23430"/>
                </a:lnTo>
                <a:lnTo>
                  <a:pt x="189378" y="11715"/>
                </a:lnTo>
                <a:moveTo>
                  <a:pt x="11715" y="11715"/>
                </a:moveTo>
                <a:lnTo>
                  <a:pt x="0" y="11715"/>
                </a:lnTo>
                <a:lnTo>
                  <a:pt x="0" y="189378"/>
                </a:lnTo>
                <a:lnTo>
                  <a:pt x="11715" y="189378"/>
                </a:lnTo>
                <a:lnTo>
                  <a:pt x="23430" y="189378"/>
                </a:lnTo>
                <a:lnTo>
                  <a:pt x="23430" y="11715"/>
                </a:lnTo>
                <a:lnTo>
                  <a:pt x="11715" y="117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37">
            <a:extLst xmlns:a="http://schemas.openxmlformats.org/drawingml/2006/main">
              <a:ext uri="{FF2B5EF4-FFF2-40B4-BE49-F238E27FC236}">
                <a16:creationId xmlns:a16="http://schemas.microsoft.com/office/drawing/2014/main" id="{4BF57E8C-1904-4D49-B5CB-1B11442E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847" y="2306482"/>
            <a:ext cx="177663" cy="177663"/>
          </a:xfrm>
          <a:custGeom xmlns:a="http://schemas.openxmlformats.org/drawingml/2006/main">
            <a:pathLst>
              <a:path w="177663" h="177663">
                <a:moveTo>
                  <a:pt x="88832" y="0"/>
                </a:moveTo>
                <a:lnTo>
                  <a:pt x="0" y="177663"/>
                </a:lnTo>
                <a:lnTo>
                  <a:pt x="177663" y="177663"/>
                </a:lnTo>
                <a:lnTo>
                  <a:pt x="88832" y="0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8">
            <a:extLst xmlns:a="http://schemas.openxmlformats.org/drawingml/2006/main">
              <a:ext uri="{FF2B5EF4-FFF2-40B4-BE49-F238E27FC236}">
                <a16:creationId xmlns:a16="http://schemas.microsoft.com/office/drawing/2014/main" id="{55F28E83-D4B8-494B-B905-C138ADBA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893" y="2280287"/>
            <a:ext cx="215573" cy="215573"/>
          </a:xfrm>
          <a:custGeom xmlns:a="http://schemas.openxmlformats.org/drawingml/2006/main">
            <a:pathLst>
              <a:path w="215573" h="215573">
                <a:moveTo>
                  <a:pt x="107786" y="26195"/>
                </a:moveTo>
                <a:lnTo>
                  <a:pt x="118264" y="20957"/>
                </a:lnTo>
                <a:lnTo>
                  <a:pt x="107786" y="0"/>
                </a:lnTo>
                <a:lnTo>
                  <a:pt x="97308" y="20957"/>
                </a:lnTo>
                <a:lnTo>
                  <a:pt x="107786" y="26195"/>
                </a:lnTo>
                <a:moveTo>
                  <a:pt x="18954" y="203858"/>
                </a:moveTo>
                <a:lnTo>
                  <a:pt x="8476" y="198619"/>
                </a:lnTo>
                <a:lnTo>
                  <a:pt x="0" y="215573"/>
                </a:lnTo>
                <a:lnTo>
                  <a:pt x="18954" y="215573"/>
                </a:lnTo>
                <a:lnTo>
                  <a:pt x="18954" y="203858"/>
                </a:lnTo>
                <a:moveTo>
                  <a:pt x="196617" y="203858"/>
                </a:moveTo>
                <a:lnTo>
                  <a:pt x="196617" y="215573"/>
                </a:lnTo>
                <a:lnTo>
                  <a:pt x="215573" y="215573"/>
                </a:lnTo>
                <a:lnTo>
                  <a:pt x="207095" y="198619"/>
                </a:lnTo>
                <a:lnTo>
                  <a:pt x="196617" y="203858"/>
                </a:lnTo>
                <a:moveTo>
                  <a:pt x="107786" y="26195"/>
                </a:moveTo>
                <a:lnTo>
                  <a:pt x="97308" y="20957"/>
                </a:lnTo>
                <a:lnTo>
                  <a:pt x="8476" y="198619"/>
                </a:lnTo>
                <a:lnTo>
                  <a:pt x="18954" y="203858"/>
                </a:lnTo>
                <a:lnTo>
                  <a:pt x="29433" y="209097"/>
                </a:lnTo>
                <a:lnTo>
                  <a:pt x="118264" y="31434"/>
                </a:lnTo>
                <a:lnTo>
                  <a:pt x="107786" y="26195"/>
                </a:lnTo>
                <a:moveTo>
                  <a:pt x="18954" y="203858"/>
                </a:moveTo>
                <a:lnTo>
                  <a:pt x="18954" y="215573"/>
                </a:lnTo>
                <a:lnTo>
                  <a:pt x="196617" y="215573"/>
                </a:lnTo>
                <a:lnTo>
                  <a:pt x="196617" y="203858"/>
                </a:lnTo>
                <a:lnTo>
                  <a:pt x="196617" y="192143"/>
                </a:lnTo>
                <a:lnTo>
                  <a:pt x="18954" y="192143"/>
                </a:lnTo>
                <a:lnTo>
                  <a:pt x="18954" y="203858"/>
                </a:lnTo>
                <a:moveTo>
                  <a:pt x="196617" y="203858"/>
                </a:moveTo>
                <a:lnTo>
                  <a:pt x="207095" y="198619"/>
                </a:lnTo>
                <a:lnTo>
                  <a:pt x="118264" y="20957"/>
                </a:lnTo>
                <a:lnTo>
                  <a:pt x="107786" y="26195"/>
                </a:lnTo>
                <a:lnTo>
                  <a:pt x="97308" y="31434"/>
                </a:lnTo>
                <a:lnTo>
                  <a:pt x="186140" y="209097"/>
                </a:lnTo>
                <a:lnTo>
                  <a:pt x="196617" y="2038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9">
            <a:extLst xmlns:a="http://schemas.openxmlformats.org/drawingml/2006/main">
              <a:ext uri="{FF2B5EF4-FFF2-40B4-BE49-F238E27FC236}">
                <a16:creationId xmlns:a16="http://schemas.microsoft.com/office/drawing/2014/main" id="{CF5DEE3F-FD7E-457F-92E4-75AAAE85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615" y="2306482"/>
            <a:ext cx="177663" cy="177663"/>
          </a:xfrm>
          <a:custGeom xmlns:a="http://schemas.openxmlformats.org/drawingml/2006/main">
            <a:pathLst>
              <a:path w="177663" h="177663">
                <a:moveTo>
                  <a:pt x="88831" y="0"/>
                </a:moveTo>
                <a:lnTo>
                  <a:pt x="0" y="177663"/>
                </a:lnTo>
                <a:lnTo>
                  <a:pt x="177663" y="177663"/>
                </a:lnTo>
                <a:lnTo>
                  <a:pt x="88831" y="0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40">
            <a:extLst xmlns:a="http://schemas.openxmlformats.org/drawingml/2006/main">
              <a:ext uri="{FF2B5EF4-FFF2-40B4-BE49-F238E27FC236}">
                <a16:creationId xmlns:a16="http://schemas.microsoft.com/office/drawing/2014/main" id="{C3DFD3DA-334B-48DA-B604-FBEDE50F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660" y="2280287"/>
            <a:ext cx="215573" cy="215573"/>
          </a:xfrm>
          <a:custGeom xmlns:a="http://schemas.openxmlformats.org/drawingml/2006/main">
            <a:pathLst>
              <a:path w="215573" h="215573">
                <a:moveTo>
                  <a:pt x="107786" y="26195"/>
                </a:moveTo>
                <a:lnTo>
                  <a:pt x="118265" y="20957"/>
                </a:lnTo>
                <a:lnTo>
                  <a:pt x="107786" y="0"/>
                </a:lnTo>
                <a:lnTo>
                  <a:pt x="97309" y="20957"/>
                </a:lnTo>
                <a:lnTo>
                  <a:pt x="107786" y="26195"/>
                </a:lnTo>
                <a:moveTo>
                  <a:pt x="18955" y="203858"/>
                </a:moveTo>
                <a:lnTo>
                  <a:pt x="8477" y="198619"/>
                </a:lnTo>
                <a:lnTo>
                  <a:pt x="0" y="215573"/>
                </a:lnTo>
                <a:lnTo>
                  <a:pt x="18955" y="215573"/>
                </a:lnTo>
                <a:lnTo>
                  <a:pt x="18955" y="203858"/>
                </a:lnTo>
                <a:moveTo>
                  <a:pt x="196618" y="203858"/>
                </a:moveTo>
                <a:lnTo>
                  <a:pt x="196618" y="215573"/>
                </a:lnTo>
                <a:lnTo>
                  <a:pt x="215573" y="215573"/>
                </a:lnTo>
                <a:lnTo>
                  <a:pt x="207096" y="198619"/>
                </a:lnTo>
                <a:lnTo>
                  <a:pt x="196618" y="203858"/>
                </a:lnTo>
                <a:moveTo>
                  <a:pt x="107786" y="26195"/>
                </a:moveTo>
                <a:lnTo>
                  <a:pt x="97309" y="20957"/>
                </a:lnTo>
                <a:lnTo>
                  <a:pt x="8477" y="198619"/>
                </a:lnTo>
                <a:lnTo>
                  <a:pt x="18955" y="203858"/>
                </a:lnTo>
                <a:lnTo>
                  <a:pt x="29433" y="209097"/>
                </a:lnTo>
                <a:lnTo>
                  <a:pt x="118265" y="31434"/>
                </a:lnTo>
                <a:lnTo>
                  <a:pt x="107786" y="26195"/>
                </a:lnTo>
                <a:moveTo>
                  <a:pt x="18955" y="203858"/>
                </a:moveTo>
                <a:lnTo>
                  <a:pt x="18955" y="215573"/>
                </a:lnTo>
                <a:lnTo>
                  <a:pt x="196618" y="215573"/>
                </a:lnTo>
                <a:lnTo>
                  <a:pt x="196618" y="203858"/>
                </a:lnTo>
                <a:lnTo>
                  <a:pt x="196618" y="192143"/>
                </a:lnTo>
                <a:lnTo>
                  <a:pt x="18955" y="192143"/>
                </a:lnTo>
                <a:lnTo>
                  <a:pt x="18955" y="203858"/>
                </a:lnTo>
                <a:moveTo>
                  <a:pt x="196618" y="203858"/>
                </a:moveTo>
                <a:lnTo>
                  <a:pt x="207096" y="198619"/>
                </a:lnTo>
                <a:lnTo>
                  <a:pt x="118265" y="20957"/>
                </a:lnTo>
                <a:lnTo>
                  <a:pt x="107786" y="26195"/>
                </a:lnTo>
                <a:lnTo>
                  <a:pt x="97309" y="31434"/>
                </a:lnTo>
                <a:lnTo>
                  <a:pt x="186140" y="209097"/>
                </a:lnTo>
                <a:lnTo>
                  <a:pt x="196618" y="2038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41">
            <a:extLst xmlns:a="http://schemas.openxmlformats.org/drawingml/2006/main">
              <a:ext uri="{FF2B5EF4-FFF2-40B4-BE49-F238E27FC236}">
                <a16:creationId xmlns:a16="http://schemas.microsoft.com/office/drawing/2014/main" id="{19ED073E-DA0D-4DE2-A5E1-F72B394E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39" y="989542"/>
            <a:ext cx="6747698" cy="2811541"/>
          </a:xfrm>
          <a:custGeom xmlns:a="http://schemas.openxmlformats.org/drawingml/2006/main">
            <a:pathLst>
              <a:path w="6747698" h="2811541">
                <a:moveTo>
                  <a:pt x="2048662" y="10294"/>
                </a:moveTo>
                <a:lnTo>
                  <a:pt x="2041130" y="21465"/>
                </a:lnTo>
                <a:lnTo>
                  <a:pt x="2038368" y="35145"/>
                </a:lnTo>
                <a:lnTo>
                  <a:pt x="2038368" y="1107045"/>
                </a:lnTo>
                <a:lnTo>
                  <a:pt x="1159795" y="1107045"/>
                </a:lnTo>
                <a:lnTo>
                  <a:pt x="1164049" y="35284"/>
                </a:lnTo>
                <a:lnTo>
                  <a:pt x="1161328" y="21560"/>
                </a:lnTo>
                <a:lnTo>
                  <a:pt x="1153805" y="10343"/>
                </a:lnTo>
                <a:lnTo>
                  <a:pt x="1142619" y="2776"/>
                </a:lnTo>
                <a:lnTo>
                  <a:pt x="1128905" y="0"/>
                </a:lnTo>
                <a:lnTo>
                  <a:pt x="35145" y="0"/>
                </a:lnTo>
                <a:lnTo>
                  <a:pt x="21465" y="2762"/>
                </a:lnTo>
                <a:lnTo>
                  <a:pt x="10294" y="10294"/>
                </a:lnTo>
                <a:lnTo>
                  <a:pt x="2762" y="21465"/>
                </a:lnTo>
                <a:lnTo>
                  <a:pt x="0" y="35145"/>
                </a:lnTo>
                <a:lnTo>
                  <a:pt x="0" y="1669353"/>
                </a:lnTo>
                <a:lnTo>
                  <a:pt x="2762" y="1683032"/>
                </a:lnTo>
                <a:lnTo>
                  <a:pt x="10294" y="1694203"/>
                </a:lnTo>
                <a:lnTo>
                  <a:pt x="21465" y="1701735"/>
                </a:lnTo>
                <a:lnTo>
                  <a:pt x="35145" y="1704496"/>
                </a:lnTo>
                <a:lnTo>
                  <a:pt x="1098259" y="1704496"/>
                </a:lnTo>
                <a:lnTo>
                  <a:pt x="1098259" y="2776396"/>
                </a:lnTo>
                <a:lnTo>
                  <a:pt x="1101021" y="2790077"/>
                </a:lnTo>
                <a:lnTo>
                  <a:pt x="1108552" y="2801248"/>
                </a:lnTo>
                <a:lnTo>
                  <a:pt x="1119723" y="2808779"/>
                </a:lnTo>
                <a:lnTo>
                  <a:pt x="1133403" y="2811541"/>
                </a:lnTo>
                <a:lnTo>
                  <a:pt x="2222875" y="2811541"/>
                </a:lnTo>
                <a:lnTo>
                  <a:pt x="2236555" y="2808779"/>
                </a:lnTo>
                <a:lnTo>
                  <a:pt x="2247726" y="2801248"/>
                </a:lnTo>
                <a:lnTo>
                  <a:pt x="2255258" y="2790077"/>
                </a:lnTo>
                <a:lnTo>
                  <a:pt x="2258020" y="2776396"/>
                </a:lnTo>
                <a:lnTo>
                  <a:pt x="2258020" y="1704496"/>
                </a:lnTo>
                <a:lnTo>
                  <a:pt x="2789577" y="1704496"/>
                </a:lnTo>
                <a:lnTo>
                  <a:pt x="2789577" y="2776396"/>
                </a:lnTo>
                <a:lnTo>
                  <a:pt x="2792338" y="2790077"/>
                </a:lnTo>
                <a:lnTo>
                  <a:pt x="2799870" y="2801248"/>
                </a:lnTo>
                <a:lnTo>
                  <a:pt x="2811041" y="2808779"/>
                </a:lnTo>
                <a:lnTo>
                  <a:pt x="2824720" y="2811541"/>
                </a:lnTo>
                <a:lnTo>
                  <a:pt x="3914192" y="2811541"/>
                </a:lnTo>
                <a:lnTo>
                  <a:pt x="3927872" y="2808779"/>
                </a:lnTo>
                <a:lnTo>
                  <a:pt x="3939043" y="2801248"/>
                </a:lnTo>
                <a:lnTo>
                  <a:pt x="3946575" y="2790077"/>
                </a:lnTo>
                <a:lnTo>
                  <a:pt x="3949337" y="2776396"/>
                </a:lnTo>
                <a:lnTo>
                  <a:pt x="3949337" y="1704496"/>
                </a:lnTo>
                <a:lnTo>
                  <a:pt x="4480894" y="1704496"/>
                </a:lnTo>
                <a:lnTo>
                  <a:pt x="4480894" y="2776396"/>
                </a:lnTo>
                <a:lnTo>
                  <a:pt x="4483656" y="2790077"/>
                </a:lnTo>
                <a:lnTo>
                  <a:pt x="4491187" y="2801248"/>
                </a:lnTo>
                <a:lnTo>
                  <a:pt x="4502359" y="2808779"/>
                </a:lnTo>
                <a:lnTo>
                  <a:pt x="4516039" y="2811541"/>
                </a:lnTo>
                <a:lnTo>
                  <a:pt x="5605510" y="2811541"/>
                </a:lnTo>
                <a:lnTo>
                  <a:pt x="5619190" y="2808779"/>
                </a:lnTo>
                <a:lnTo>
                  <a:pt x="5630361" y="2801248"/>
                </a:lnTo>
                <a:lnTo>
                  <a:pt x="5637892" y="2790077"/>
                </a:lnTo>
                <a:lnTo>
                  <a:pt x="5640654" y="2776396"/>
                </a:lnTo>
                <a:lnTo>
                  <a:pt x="5640654" y="1704496"/>
                </a:lnTo>
                <a:lnTo>
                  <a:pt x="6712554" y="1704496"/>
                </a:lnTo>
                <a:lnTo>
                  <a:pt x="6726234" y="1701735"/>
                </a:lnTo>
                <a:lnTo>
                  <a:pt x="6737405" y="1694203"/>
                </a:lnTo>
                <a:lnTo>
                  <a:pt x="6744937" y="1683032"/>
                </a:lnTo>
                <a:lnTo>
                  <a:pt x="6747698" y="1669358"/>
                </a:lnTo>
                <a:lnTo>
                  <a:pt x="6747698" y="35139"/>
                </a:lnTo>
                <a:lnTo>
                  <a:pt x="6744937" y="21465"/>
                </a:lnTo>
                <a:lnTo>
                  <a:pt x="6737405" y="10294"/>
                </a:lnTo>
                <a:lnTo>
                  <a:pt x="6726234" y="2762"/>
                </a:lnTo>
                <a:lnTo>
                  <a:pt x="6712554" y="0"/>
                </a:lnTo>
                <a:lnTo>
                  <a:pt x="5623082" y="0"/>
                </a:lnTo>
                <a:lnTo>
                  <a:pt x="5609402" y="2762"/>
                </a:lnTo>
                <a:lnTo>
                  <a:pt x="5598231" y="10294"/>
                </a:lnTo>
                <a:lnTo>
                  <a:pt x="5590699" y="21465"/>
                </a:lnTo>
                <a:lnTo>
                  <a:pt x="5587937" y="35145"/>
                </a:lnTo>
                <a:lnTo>
                  <a:pt x="5587937" y="1107045"/>
                </a:lnTo>
                <a:lnTo>
                  <a:pt x="4709331" y="1107045"/>
                </a:lnTo>
                <a:lnTo>
                  <a:pt x="4709331" y="35145"/>
                </a:lnTo>
                <a:lnTo>
                  <a:pt x="4706569" y="21465"/>
                </a:lnTo>
                <a:lnTo>
                  <a:pt x="4699038" y="10294"/>
                </a:lnTo>
                <a:lnTo>
                  <a:pt x="4687867" y="2762"/>
                </a:lnTo>
                <a:lnTo>
                  <a:pt x="4674187" y="0"/>
                </a:lnTo>
                <a:lnTo>
                  <a:pt x="3584716" y="0"/>
                </a:lnTo>
                <a:lnTo>
                  <a:pt x="3571036" y="2762"/>
                </a:lnTo>
                <a:lnTo>
                  <a:pt x="3559865" y="10294"/>
                </a:lnTo>
                <a:lnTo>
                  <a:pt x="3552333" y="21465"/>
                </a:lnTo>
                <a:lnTo>
                  <a:pt x="3549571" y="35145"/>
                </a:lnTo>
                <a:lnTo>
                  <a:pt x="3549571" y="1107045"/>
                </a:lnTo>
                <a:lnTo>
                  <a:pt x="3198128" y="1107045"/>
                </a:lnTo>
                <a:lnTo>
                  <a:pt x="3198128" y="35145"/>
                </a:lnTo>
                <a:lnTo>
                  <a:pt x="3195367" y="21465"/>
                </a:lnTo>
                <a:lnTo>
                  <a:pt x="3187835" y="10294"/>
                </a:lnTo>
                <a:lnTo>
                  <a:pt x="3176664" y="2762"/>
                </a:lnTo>
                <a:lnTo>
                  <a:pt x="3162984" y="0"/>
                </a:lnTo>
                <a:lnTo>
                  <a:pt x="2073513" y="0"/>
                </a:lnTo>
                <a:lnTo>
                  <a:pt x="2059833" y="2762"/>
                </a:lnTo>
                <a:lnTo>
                  <a:pt x="2048662" y="10294"/>
                </a:lnTo>
                <a:close/>
                <a:moveTo>
                  <a:pt x="1137795" y="19984"/>
                </a:moveTo>
                <a:lnTo>
                  <a:pt x="1144102" y="26315"/>
                </a:lnTo>
                <a:lnTo>
                  <a:pt x="1146477" y="35214"/>
                </a:lnTo>
                <a:lnTo>
                  <a:pt x="1142189" y="1115795"/>
                </a:lnTo>
                <a:lnTo>
                  <a:pt x="1142154" y="1124617"/>
                </a:lnTo>
                <a:lnTo>
                  <a:pt x="1150975" y="1124617"/>
                </a:lnTo>
                <a:lnTo>
                  <a:pt x="2047154" y="1124617"/>
                </a:lnTo>
                <a:lnTo>
                  <a:pt x="2055940" y="1124617"/>
                </a:lnTo>
                <a:lnTo>
                  <a:pt x="2055940" y="1115831"/>
                </a:lnTo>
                <a:lnTo>
                  <a:pt x="2055940" y="35145"/>
                </a:lnTo>
                <a:lnTo>
                  <a:pt x="2058339" y="26276"/>
                </a:lnTo>
                <a:lnTo>
                  <a:pt x="2064643" y="19972"/>
                </a:lnTo>
                <a:lnTo>
                  <a:pt x="2073513" y="17572"/>
                </a:lnTo>
                <a:lnTo>
                  <a:pt x="3162984" y="17572"/>
                </a:lnTo>
                <a:lnTo>
                  <a:pt x="3171853" y="19972"/>
                </a:lnTo>
                <a:lnTo>
                  <a:pt x="3178157" y="26276"/>
                </a:lnTo>
                <a:lnTo>
                  <a:pt x="3180556" y="35145"/>
                </a:lnTo>
                <a:lnTo>
                  <a:pt x="3180556" y="1115831"/>
                </a:lnTo>
                <a:lnTo>
                  <a:pt x="3180556" y="1124617"/>
                </a:lnTo>
                <a:lnTo>
                  <a:pt x="3189342" y="1124617"/>
                </a:lnTo>
                <a:lnTo>
                  <a:pt x="3558358" y="1124617"/>
                </a:lnTo>
                <a:lnTo>
                  <a:pt x="3567144" y="1124617"/>
                </a:lnTo>
                <a:lnTo>
                  <a:pt x="3567144" y="1115831"/>
                </a:lnTo>
                <a:lnTo>
                  <a:pt x="3567144" y="35145"/>
                </a:lnTo>
                <a:lnTo>
                  <a:pt x="3569543" y="26276"/>
                </a:lnTo>
                <a:lnTo>
                  <a:pt x="3575847" y="19972"/>
                </a:lnTo>
                <a:lnTo>
                  <a:pt x="3584716" y="17572"/>
                </a:lnTo>
                <a:lnTo>
                  <a:pt x="4674187" y="17572"/>
                </a:lnTo>
                <a:lnTo>
                  <a:pt x="4683056" y="19972"/>
                </a:lnTo>
                <a:lnTo>
                  <a:pt x="4689360" y="26276"/>
                </a:lnTo>
                <a:lnTo>
                  <a:pt x="4691759" y="35145"/>
                </a:lnTo>
                <a:lnTo>
                  <a:pt x="4691759" y="1115831"/>
                </a:lnTo>
                <a:lnTo>
                  <a:pt x="4691759" y="1124617"/>
                </a:lnTo>
                <a:lnTo>
                  <a:pt x="4700545" y="1124617"/>
                </a:lnTo>
                <a:lnTo>
                  <a:pt x="5596724" y="1124617"/>
                </a:lnTo>
                <a:lnTo>
                  <a:pt x="5605510" y="1124617"/>
                </a:lnTo>
                <a:lnTo>
                  <a:pt x="5605510" y="1115831"/>
                </a:lnTo>
                <a:lnTo>
                  <a:pt x="5605510" y="35145"/>
                </a:lnTo>
                <a:lnTo>
                  <a:pt x="5607909" y="26276"/>
                </a:lnTo>
                <a:lnTo>
                  <a:pt x="5614213" y="19972"/>
                </a:lnTo>
                <a:lnTo>
                  <a:pt x="5623082" y="17572"/>
                </a:lnTo>
                <a:lnTo>
                  <a:pt x="6712554" y="17572"/>
                </a:lnTo>
                <a:lnTo>
                  <a:pt x="6721423" y="19972"/>
                </a:lnTo>
                <a:lnTo>
                  <a:pt x="6727727" y="26276"/>
                </a:lnTo>
                <a:lnTo>
                  <a:pt x="6730126" y="35145"/>
                </a:lnTo>
                <a:lnTo>
                  <a:pt x="6730126" y="1669353"/>
                </a:lnTo>
                <a:lnTo>
                  <a:pt x="6727727" y="1678222"/>
                </a:lnTo>
                <a:lnTo>
                  <a:pt x="6721423" y="1684526"/>
                </a:lnTo>
                <a:lnTo>
                  <a:pt x="6712554" y="1686925"/>
                </a:lnTo>
                <a:lnTo>
                  <a:pt x="5631868" y="1686925"/>
                </a:lnTo>
                <a:lnTo>
                  <a:pt x="5623082" y="1686925"/>
                </a:lnTo>
                <a:lnTo>
                  <a:pt x="5623082" y="1695710"/>
                </a:lnTo>
                <a:lnTo>
                  <a:pt x="5623082" y="2776396"/>
                </a:lnTo>
                <a:lnTo>
                  <a:pt x="5620683" y="2785266"/>
                </a:lnTo>
                <a:lnTo>
                  <a:pt x="5614379" y="2791570"/>
                </a:lnTo>
                <a:lnTo>
                  <a:pt x="5605510" y="2793969"/>
                </a:lnTo>
                <a:lnTo>
                  <a:pt x="4516039" y="2793969"/>
                </a:lnTo>
                <a:lnTo>
                  <a:pt x="4507170" y="2791570"/>
                </a:lnTo>
                <a:lnTo>
                  <a:pt x="4500865" y="2785266"/>
                </a:lnTo>
                <a:lnTo>
                  <a:pt x="4498466" y="2776396"/>
                </a:lnTo>
                <a:lnTo>
                  <a:pt x="4498466" y="1695710"/>
                </a:lnTo>
                <a:lnTo>
                  <a:pt x="4498466" y="1686925"/>
                </a:lnTo>
                <a:lnTo>
                  <a:pt x="4489680" y="1686925"/>
                </a:lnTo>
                <a:lnTo>
                  <a:pt x="3940551" y="1686925"/>
                </a:lnTo>
                <a:lnTo>
                  <a:pt x="3931765" y="1686925"/>
                </a:lnTo>
                <a:lnTo>
                  <a:pt x="3931765" y="1695710"/>
                </a:lnTo>
                <a:lnTo>
                  <a:pt x="3931765" y="2776396"/>
                </a:lnTo>
                <a:lnTo>
                  <a:pt x="3929366" y="2785266"/>
                </a:lnTo>
                <a:lnTo>
                  <a:pt x="3923062" y="2791570"/>
                </a:lnTo>
                <a:lnTo>
                  <a:pt x="3914192" y="2793969"/>
                </a:lnTo>
                <a:lnTo>
                  <a:pt x="2824720" y="2793969"/>
                </a:lnTo>
                <a:lnTo>
                  <a:pt x="2815852" y="2791570"/>
                </a:lnTo>
                <a:lnTo>
                  <a:pt x="2809548" y="2785266"/>
                </a:lnTo>
                <a:lnTo>
                  <a:pt x="2807149" y="2776396"/>
                </a:lnTo>
                <a:lnTo>
                  <a:pt x="2807149" y="1695710"/>
                </a:lnTo>
                <a:lnTo>
                  <a:pt x="2807149" y="1686925"/>
                </a:lnTo>
                <a:lnTo>
                  <a:pt x="2798363" y="1686925"/>
                </a:lnTo>
                <a:lnTo>
                  <a:pt x="2249234" y="1686925"/>
                </a:lnTo>
                <a:lnTo>
                  <a:pt x="2240447" y="1686925"/>
                </a:lnTo>
                <a:lnTo>
                  <a:pt x="2240447" y="1695710"/>
                </a:lnTo>
                <a:lnTo>
                  <a:pt x="2240447" y="2776396"/>
                </a:lnTo>
                <a:lnTo>
                  <a:pt x="2238048" y="2785266"/>
                </a:lnTo>
                <a:lnTo>
                  <a:pt x="2231745" y="2791570"/>
                </a:lnTo>
                <a:lnTo>
                  <a:pt x="2222875" y="2793969"/>
                </a:lnTo>
                <a:lnTo>
                  <a:pt x="1133403" y="2793969"/>
                </a:lnTo>
                <a:lnTo>
                  <a:pt x="1124534" y="2791570"/>
                </a:lnTo>
                <a:lnTo>
                  <a:pt x="1118230" y="2785266"/>
                </a:lnTo>
                <a:lnTo>
                  <a:pt x="1115831" y="2776396"/>
                </a:lnTo>
                <a:lnTo>
                  <a:pt x="1115831" y="1695710"/>
                </a:lnTo>
                <a:lnTo>
                  <a:pt x="1115831" y="1686925"/>
                </a:lnTo>
                <a:lnTo>
                  <a:pt x="1107045" y="1686925"/>
                </a:lnTo>
                <a:lnTo>
                  <a:pt x="35145" y="1686925"/>
                </a:lnTo>
                <a:lnTo>
                  <a:pt x="26275" y="1684526"/>
                </a:lnTo>
                <a:lnTo>
                  <a:pt x="19971" y="1678222"/>
                </a:lnTo>
                <a:lnTo>
                  <a:pt x="17572" y="1669353"/>
                </a:lnTo>
                <a:lnTo>
                  <a:pt x="17572" y="35145"/>
                </a:lnTo>
                <a:lnTo>
                  <a:pt x="19971" y="26275"/>
                </a:lnTo>
                <a:lnTo>
                  <a:pt x="26275" y="19971"/>
                </a:lnTo>
                <a:lnTo>
                  <a:pt x="35145" y="17572"/>
                </a:lnTo>
                <a:lnTo>
                  <a:pt x="1128905" y="17572"/>
                </a:lnTo>
                <a:lnTo>
                  <a:pt x="1137795" y="19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42 Figure">
            <a:extLst xmlns:a="http://schemas.openxmlformats.org/drawingml/2006/main">
              <a:ext uri="{FF2B5EF4-FFF2-40B4-BE49-F238E27FC236}">
                <a16:creationId xmlns:a16="http://schemas.microsoft.com/office/drawing/2014/main" id="{425E7B54-FE4A-47A6-ABD4-30FB01F1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8" y="4701582"/>
            <a:ext cx="947618" cy="475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</a:t>
            </a:r>
          </a:p>
        </p:txBody>
      </p:sp>
      <p:sp>
        <p:nvSpPr>
          <p:cNvPr id="35" name="text-42 11:">
            <a:extLst xmlns:a="http://schemas.openxmlformats.org/drawingml/2006/main">
              <a:ext uri="{FF2B5EF4-FFF2-40B4-BE49-F238E27FC236}">
                <a16:creationId xmlns:a16="http://schemas.microsoft.com/office/drawing/2014/main" id="{44A3D9C6-2D00-47CB-9186-6D3138E3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685" y="4691407"/>
            <a:ext cx="496867" cy="489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5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11:</a:t>
            </a:r>
          </a:p>
        </p:txBody>
      </p:sp>
      <p:sp>
        <p:nvSpPr>
          <p:cNvPr id="36" name="text-43 Comparison">
            <a:extLst xmlns:a="http://schemas.openxmlformats.org/drawingml/2006/main">
              <a:ext uri="{FF2B5EF4-FFF2-40B4-BE49-F238E27FC236}">
                <a16:creationId xmlns:a16="http://schemas.microsoft.com/office/drawing/2014/main" id="{9C593628-3B34-491A-A072-D9018271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616" y="4701626"/>
            <a:ext cx="1853113" cy="475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Comparison</a:t>
            </a:r>
          </a:p>
        </p:txBody>
      </p:sp>
      <p:sp>
        <p:nvSpPr>
          <p:cNvPr id="37" name="text-43 of">
            <a:extLst xmlns:a="http://schemas.openxmlformats.org/drawingml/2006/main">
              <a:ext uri="{FF2B5EF4-FFF2-40B4-BE49-F238E27FC236}">
                <a16:creationId xmlns:a16="http://schemas.microsoft.com/office/drawing/2014/main" id="{40FC8A09-A93B-4E05-8402-31BAC17D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1546" y="4701626"/>
            <a:ext cx="343940" cy="475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38" name="text-44 “good”">
            <a:extLst xmlns:a="http://schemas.openxmlformats.org/drawingml/2006/main">
              <a:ext uri="{FF2B5EF4-FFF2-40B4-BE49-F238E27FC236}">
                <a16:creationId xmlns:a16="http://schemas.microsoft.com/office/drawing/2014/main" id="{F9A49E02-3D85-4FCD-ABCD-05CCF77F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2303" y="4701618"/>
            <a:ext cx="1098697" cy="475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1" i="0">
                <a:solidFill>
                  <a:srgbClr val="FF212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1" i="0">
                <a:solidFill>
                  <a:srgbClr val="FF212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1" i="0">
                <a:solidFill>
                  <a:srgbClr val="FF2121"/>
                </a:solidFill>
                <a:latin typeface="Times New Roman"/>
                <a:ea typeface="Times New Roman"/>
                <a:cs typeface="Times New Roman"/>
              </a:rPr>
              <a:t>“good”</a:t>
            </a:r>
          </a:p>
        </p:txBody>
      </p:sp>
      <p:sp>
        <p:nvSpPr>
          <p:cNvPr id="39" name="text-45 vs.">
            <a:extLst xmlns:a="http://schemas.openxmlformats.org/drawingml/2006/main">
              <a:ext uri="{FF2B5EF4-FFF2-40B4-BE49-F238E27FC236}">
                <a16:creationId xmlns:a16="http://schemas.microsoft.com/office/drawing/2014/main" id="{582AD165-E8CC-493A-8D4E-A760F15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7816" y="4701654"/>
            <a:ext cx="447829" cy="475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vs.</a:t>
            </a:r>
          </a:p>
        </p:txBody>
      </p:sp>
      <p:sp>
        <p:nvSpPr>
          <p:cNvPr id="40" name="text-46 “bad”">
            <a:extLst xmlns:a="http://schemas.openxmlformats.org/drawingml/2006/main">
              <a:ext uri="{FF2B5EF4-FFF2-40B4-BE49-F238E27FC236}">
                <a16:creationId xmlns:a16="http://schemas.microsoft.com/office/drawing/2014/main" id="{D39D920A-48AE-4AE5-A371-C87D1F1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2127" y="4701635"/>
            <a:ext cx="947948" cy="475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1" i="0">
                <a:solidFill>
                  <a:srgbClr val="009F86"/>
                </a:solidFill>
                <a:latin typeface="Times New Roman"/>
                <a:ea typeface="Times New Roman"/>
                <a:cs typeface="Times New Roman"/>
              </a:rPr>
              <a:t>“bad”</a:t>
            </a:r>
          </a:p>
        </p:txBody>
      </p:sp>
      <p:sp>
        <p:nvSpPr>
          <p:cNvPr id="41" name="text-47 samples">
            <a:extLst xmlns:a="http://schemas.openxmlformats.org/drawingml/2006/main">
              <a:ext uri="{FF2B5EF4-FFF2-40B4-BE49-F238E27FC236}">
                <a16:creationId xmlns:a16="http://schemas.microsoft.com/office/drawing/2014/main" id="{CB87D60E-A509-4678-BA74-6015E2F9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6894" y="4701621"/>
            <a:ext cx="1211759" cy="475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samples</a:t>
            </a:r>
          </a:p>
        </p:txBody>
      </p:sp>
      <p:sp>
        <p:nvSpPr>
          <p:cNvPr id="42" name="text-48 on">
            <a:extLst xmlns:a="http://schemas.openxmlformats.org/drawingml/2006/main">
              <a:ext uri="{FF2B5EF4-FFF2-40B4-BE49-F238E27FC236}">
                <a16:creationId xmlns:a16="http://schemas.microsoft.com/office/drawing/2014/main" id="{62FF2708-2FD2-4F71-BA32-A6104CC5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5470" y="4701605"/>
            <a:ext cx="400644" cy="47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</a:t>
            </a:r>
          </a:p>
        </p:txBody>
      </p:sp>
      <p:sp>
        <p:nvSpPr>
          <p:cNvPr id="43" name="text-48 ImageNet,">
            <a:extLst xmlns:a="http://schemas.openxmlformats.org/drawingml/2006/main">
              <a:ext uri="{FF2B5EF4-FFF2-40B4-BE49-F238E27FC236}">
                <a16:creationId xmlns:a16="http://schemas.microsoft.com/office/drawing/2014/main" id="{F5DDBF68-45E7-4403-AA11-3DF06C92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2927" y="4701562"/>
            <a:ext cx="1484745" cy="475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ImageNet,</a:t>
            </a:r>
          </a:p>
        </p:txBody>
      </p:sp>
      <p:sp>
        <p:nvSpPr>
          <p:cNvPr id="44" name="text-48 illustrated">
            <a:extLst xmlns:a="http://schemas.openxmlformats.org/drawingml/2006/main">
              <a:ext uri="{FF2B5EF4-FFF2-40B4-BE49-F238E27FC236}">
                <a16:creationId xmlns:a16="http://schemas.microsoft.com/office/drawing/2014/main" id="{126B7A46-E05A-45AA-A9F5-6CF6803E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5157" y="4701533"/>
            <a:ext cx="1419220" cy="47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illustrated</a:t>
            </a:r>
          </a:p>
        </p:txBody>
      </p:sp>
      <p:sp>
        <p:nvSpPr>
          <p:cNvPr id="45" name="text-48 with">
            <a:extLst xmlns:a="http://schemas.openxmlformats.org/drawingml/2006/main">
              <a:ext uri="{FF2B5EF4-FFF2-40B4-BE49-F238E27FC236}">
                <a16:creationId xmlns:a16="http://schemas.microsoft.com/office/drawing/2014/main" id="{4BFA8CEB-4072-4611-8A84-076D69CE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0837" y="4701562"/>
            <a:ext cx="664799" cy="475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</a:t>
            </a:r>
          </a:p>
        </p:txBody>
      </p:sp>
      <p:sp>
        <p:nvSpPr>
          <p:cNvPr id="46" name="text-48 an">
            <a:extLst xmlns:a="http://schemas.openxmlformats.org/drawingml/2006/main">
              <a:ext uri="{FF2B5EF4-FFF2-40B4-BE49-F238E27FC236}">
                <a16:creationId xmlns:a16="http://schemas.microsoft.com/office/drawing/2014/main" id="{9C234599-47D5-42B6-A962-7371718F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2442" y="4701562"/>
            <a:ext cx="381639" cy="475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</a:t>
            </a:r>
          </a:p>
        </p:txBody>
      </p:sp>
      <p:sp>
        <p:nvSpPr>
          <p:cNvPr id="47" name="text-48 analogy">
            <a:extLst xmlns:a="http://schemas.openxmlformats.org/drawingml/2006/main">
              <a:ext uri="{FF2B5EF4-FFF2-40B4-BE49-F238E27FC236}">
                <a16:creationId xmlns:a16="http://schemas.microsoft.com/office/drawing/2014/main" id="{FBBDFD50-BF5D-4B00-B1D0-8F61DA4A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0887" y="4701556"/>
            <a:ext cx="1136056" cy="475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analogy</a:t>
            </a:r>
          </a:p>
        </p:txBody>
      </p:sp>
      <p:sp>
        <p:nvSpPr>
          <p:cNvPr id="48" name="text-48 to">
            <a:extLst xmlns:a="http://schemas.openxmlformats.org/drawingml/2006/main">
              <a:ext uri="{FF2B5EF4-FFF2-40B4-BE49-F238E27FC236}">
                <a16:creationId xmlns:a16="http://schemas.microsoft.com/office/drawing/2014/main" id="{65C1681A-73AF-428C-AD26-5C8998C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3747" y="4701508"/>
            <a:ext cx="325287" cy="475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49" name="text-48 a">
            <a:extLst xmlns:a="http://schemas.openxmlformats.org/drawingml/2006/main">
              <a:ext uri="{FF2B5EF4-FFF2-40B4-BE49-F238E27FC236}">
                <a16:creationId xmlns:a16="http://schemas.microsoft.com/office/drawing/2014/main" id="{EF747080-1AD4-4CF8-A469-7F2D3B8D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8" y="5074995"/>
            <a:ext cx="211887" cy="475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50" name="text-48 2D">
            <a:extLst xmlns:a="http://schemas.openxmlformats.org/drawingml/2006/main">
              <a:ext uri="{FF2B5EF4-FFF2-40B4-BE49-F238E27FC236}">
                <a16:creationId xmlns:a16="http://schemas.microsoft.com/office/drawing/2014/main" id="{6DDA1172-A21D-4349-A111-CC46B5CC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886" y="5075146"/>
            <a:ext cx="476007" cy="47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2D</a:t>
            </a:r>
          </a:p>
        </p:txBody>
      </p:sp>
      <p:sp>
        <p:nvSpPr>
          <p:cNvPr id="51" name="text-48 toy">
            <a:extLst xmlns:a="http://schemas.openxmlformats.org/drawingml/2006/main">
              <a:ext uri="{FF2B5EF4-FFF2-40B4-BE49-F238E27FC236}">
                <a16:creationId xmlns:a16="http://schemas.microsoft.com/office/drawing/2014/main" id="{572004E8-A9BF-45FE-8A89-8FB2A60F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661" y="5077683"/>
            <a:ext cx="491168" cy="471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5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toy</a:t>
            </a:r>
          </a:p>
        </p:txBody>
      </p:sp>
      <p:sp>
        <p:nvSpPr>
          <p:cNvPr id="52" name="text-48 example.">
            <a:extLst xmlns:a="http://schemas.openxmlformats.org/drawingml/2006/main">
              <a:ext uri="{FF2B5EF4-FFF2-40B4-BE49-F238E27FC236}">
                <a16:creationId xmlns:a16="http://schemas.microsoft.com/office/drawing/2014/main" id="{91B442EF-7CA0-4C2F-AC04-B3A9A7DD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055" y="5076411"/>
            <a:ext cx="1290971" cy="473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6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example.</a:t>
            </a:r>
          </a:p>
        </p:txBody>
      </p:sp>
      <p:sp>
        <p:nvSpPr>
          <p:cNvPr id="53" name="text-48 Toy">
            <a:extLst xmlns:a="http://schemas.openxmlformats.org/drawingml/2006/main">
              <a:ext uri="{FF2B5EF4-FFF2-40B4-BE49-F238E27FC236}">
                <a16:creationId xmlns:a16="http://schemas.microsoft.com/office/drawing/2014/main" id="{D485C174-95A6-438F-B47E-1A57DB7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8393" y="5079484"/>
            <a:ext cx="576742" cy="469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3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Toy</a:t>
            </a:r>
          </a:p>
        </p:txBody>
      </p:sp>
      <p:sp>
        <p:nvSpPr>
          <p:cNvPr id="54" name="text-48 training">
            <a:extLst xmlns:a="http://schemas.openxmlformats.org/drawingml/2006/main">
              <a:ext uri="{FF2B5EF4-FFF2-40B4-BE49-F238E27FC236}">
                <a16:creationId xmlns:a16="http://schemas.microsoft.com/office/drawing/2014/main" id="{6901612D-F592-4763-BD15-B8F964C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9685" y="5075004"/>
            <a:ext cx="1117389" cy="475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</p:txBody>
      </p:sp>
      <p:sp>
        <p:nvSpPr>
          <p:cNvPr id="55" name="text-48 data:">
            <a:extLst xmlns:a="http://schemas.openxmlformats.org/drawingml/2006/main">
              <a:ext uri="{FF2B5EF4-FFF2-40B4-BE49-F238E27FC236}">
                <a16:creationId xmlns:a16="http://schemas.microsoft.com/office/drawing/2014/main" id="{93793D50-01FE-47D7-B076-0CA623FE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817" y="5074966"/>
            <a:ext cx="721175" cy="47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data:</a:t>
            </a:r>
          </a:p>
        </p:txBody>
      </p:sp>
      <p:sp>
        <p:nvSpPr>
          <p:cNvPr id="56" name="text-48 (">
            <a:extLst xmlns:a="http://schemas.openxmlformats.org/drawingml/2006/main">
              <a:ext uri="{FF2B5EF4-FFF2-40B4-BE49-F238E27FC236}">
                <a16:creationId xmlns:a16="http://schemas.microsoft.com/office/drawing/2014/main" id="{1C177082-9927-4A13-876D-9076FFCA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6099" y="5075139"/>
            <a:ext cx="174173" cy="475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57" name="path-49">
            <a:extLst xmlns:a="http://schemas.openxmlformats.org/drawingml/2006/main">
              <a:ext uri="{FF2B5EF4-FFF2-40B4-BE49-F238E27FC236}">
                <a16:creationId xmlns:a16="http://schemas.microsoft.com/office/drawing/2014/main" id="{B1DBF7F4-08FA-45B5-AFE9-50257B2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857" y="5230617"/>
            <a:ext cx="193207" cy="193206"/>
          </a:xfrm>
          <a:custGeom xmlns:a="http://schemas.openxmlformats.org/drawingml/2006/main">
            <a:pathLst>
              <a:path w="193207" h="193206">
                <a:moveTo>
                  <a:pt x="0" y="193206"/>
                </a:moveTo>
                <a:lnTo>
                  <a:pt x="193207" y="193206"/>
                </a:lnTo>
                <a:lnTo>
                  <a:pt x="96610" y="0"/>
                </a:lnTo>
                <a:lnTo>
                  <a:pt x="0" y="193206"/>
                </a:lnTo>
              </a:path>
            </a:pathLst>
          </a:custGeom>
          <a:solidFill xmlns:a="http://schemas.openxmlformats.org/drawingml/2006/main">
            <a:srgbClr val="4169E1"/>
          </a:solidFill>
          <a:ln xmlns:a="http://schemas.openxmlformats.org/drawingml/2006/main" w="25465">
            <a:solidFill>
              <a:srgbClr val="000000"/>
            </a:solidFill>
            <a:prstDash val="solid"/>
          </a:ln>
        </p:spPr>
      </p:sp>
      <p:sp>
        <p:nvSpPr>
          <p:cNvPr id="58" name="text-50 ,">
            <a:extLst xmlns:a="http://schemas.openxmlformats.org/drawingml/2006/main">
              <a:ext uri="{FF2B5EF4-FFF2-40B4-BE49-F238E27FC236}">
                <a16:creationId xmlns:a16="http://schemas.microsoft.com/office/drawing/2014/main" id="{661AFE6F-20A1-4A25-AC89-063F5E97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7800" y="5075083"/>
            <a:ext cx="146004" cy="475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59" name="path-51">
            <a:extLst xmlns:a="http://schemas.openxmlformats.org/drawingml/2006/main">
              <a:ext uri="{FF2B5EF4-FFF2-40B4-BE49-F238E27FC236}">
                <a16:creationId xmlns:a16="http://schemas.microsoft.com/office/drawing/2014/main" id="{D413E5AF-687B-42A7-887B-9ABE2BBF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297" y="5230617"/>
            <a:ext cx="193207" cy="193206"/>
          </a:xfrm>
          <a:custGeom xmlns:a="http://schemas.openxmlformats.org/drawingml/2006/main">
            <a:pathLst>
              <a:path w="193207" h="193206">
                <a:moveTo>
                  <a:pt x="0" y="193206"/>
                </a:moveTo>
                <a:lnTo>
                  <a:pt x="193207" y="193206"/>
                </a:lnTo>
                <a:lnTo>
                  <a:pt x="96610" y="0"/>
                </a:lnTo>
                <a:lnTo>
                  <a:pt x="0" y="193206"/>
                </a:lnTo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25465">
            <a:solidFill>
              <a:srgbClr val="000000"/>
            </a:solidFill>
            <a:prstDash val="solid"/>
          </a:ln>
        </p:spPr>
      </p:sp>
      <p:sp>
        <p:nvSpPr>
          <p:cNvPr id="60" name="text-52 ,">
            <a:extLst xmlns:a="http://schemas.openxmlformats.org/drawingml/2006/main">
              <a:ext uri="{FF2B5EF4-FFF2-40B4-BE49-F238E27FC236}">
                <a16:creationId xmlns:a16="http://schemas.microsoft.com/office/drawing/2014/main" id="{83566673-472D-4CFB-9C09-3B9BADB0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240" y="5075083"/>
            <a:ext cx="146004" cy="475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1" name="path-53">
            <a:extLst xmlns:a="http://schemas.openxmlformats.org/drawingml/2006/main">
              <a:ext uri="{FF2B5EF4-FFF2-40B4-BE49-F238E27FC236}">
                <a16:creationId xmlns:a16="http://schemas.microsoft.com/office/drawing/2014/main" id="{72D1B777-C6B9-44D4-AF26-92506336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735" y="5230617"/>
            <a:ext cx="193207" cy="193206"/>
          </a:xfrm>
          <a:custGeom xmlns:a="http://schemas.openxmlformats.org/drawingml/2006/main">
            <a:pathLst>
              <a:path w="193207" h="193206">
                <a:moveTo>
                  <a:pt x="0" y="0"/>
                </a:moveTo>
                <a:lnTo>
                  <a:pt x="193207" y="0"/>
                </a:lnTo>
                <a:lnTo>
                  <a:pt x="193207" y="193206"/>
                </a:lnTo>
                <a:lnTo>
                  <a:pt x="0" y="193206"/>
                </a:lnTo>
                <a:close/>
              </a:path>
            </a:pathLst>
          </a:custGeom>
          <a:solidFill xmlns:a="http://schemas.openxmlformats.org/drawingml/2006/main">
            <a:srgbClr val="06AEEF"/>
          </a:solidFill>
          <a:ln xmlns:a="http://schemas.openxmlformats.org/drawingml/2006/main" w="25465">
            <a:solidFill>
              <a:srgbClr val="000000"/>
            </a:solidFill>
            <a:prstDash val="solid"/>
          </a:ln>
        </p:spPr>
      </p:sp>
      <p:sp>
        <p:nvSpPr>
          <p:cNvPr id="62" name="text-54 ,">
            <a:extLst xmlns:a="http://schemas.openxmlformats.org/drawingml/2006/main">
              <a:ext uri="{FF2B5EF4-FFF2-40B4-BE49-F238E27FC236}">
                <a16:creationId xmlns:a16="http://schemas.microsoft.com/office/drawing/2014/main" id="{B7E406FD-6F04-4AFC-A36C-CE238352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4679" y="5075083"/>
            <a:ext cx="146004" cy="475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63" name="path-55">
            <a:extLst xmlns:a="http://schemas.openxmlformats.org/drawingml/2006/main">
              <a:ext uri="{FF2B5EF4-FFF2-40B4-BE49-F238E27FC236}">
                <a16:creationId xmlns:a16="http://schemas.microsoft.com/office/drawing/2014/main" id="{515DEF68-246D-4D40-BC17-FF9E3F8E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175" y="5230617"/>
            <a:ext cx="193207" cy="193206"/>
          </a:xfrm>
          <a:custGeom xmlns:a="http://schemas.openxmlformats.org/drawingml/2006/main">
            <a:pathLst>
              <a:path w="193207" h="193206">
                <a:moveTo>
                  <a:pt x="0" y="0"/>
                </a:moveTo>
                <a:lnTo>
                  <a:pt x="193207" y="0"/>
                </a:lnTo>
                <a:lnTo>
                  <a:pt x="193207" y="193206"/>
                </a:lnTo>
                <a:lnTo>
                  <a:pt x="0" y="193206"/>
                </a:lnTo>
                <a:close/>
              </a:path>
            </a:pathLst>
          </a:custGeom>
          <a:solidFill xmlns:a="http://schemas.openxmlformats.org/drawingml/2006/main">
            <a:srgbClr val="CEEFFC"/>
          </a:solidFill>
          <a:ln xmlns:a="http://schemas.openxmlformats.org/drawingml/2006/main" w="25465">
            <a:solidFill>
              <a:srgbClr val="000000"/>
            </a:solidFill>
            <a:prstDash val="solid"/>
          </a:ln>
        </p:spPr>
      </p:sp>
      <p:sp>
        <p:nvSpPr>
          <p:cNvPr id="64" name="text-56 );">
            <a:extLst xmlns:a="http://schemas.openxmlformats.org/drawingml/2006/main">
              <a:ext uri="{FF2B5EF4-FFF2-40B4-BE49-F238E27FC236}">
                <a16:creationId xmlns:a16="http://schemas.microsoft.com/office/drawing/2014/main" id="{85949455-2F20-42F7-9D47-A8B838D3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1371" y="5074991"/>
            <a:ext cx="268587" cy="475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);</a:t>
            </a:r>
          </a:p>
        </p:txBody>
      </p:sp>
      <p:sp>
        <p:nvSpPr>
          <p:cNvPr id="65" name="text-56 generated">
            <a:extLst xmlns:a="http://schemas.openxmlformats.org/drawingml/2006/main">
              <a:ext uri="{FF2B5EF4-FFF2-40B4-BE49-F238E27FC236}">
                <a16:creationId xmlns:a16="http://schemas.microsoft.com/office/drawing/2014/main" id="{D32ACE74-101B-45DB-84C9-9BB0DA0E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3698" y="5075029"/>
            <a:ext cx="1380853" cy="475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generated</a:t>
            </a:r>
          </a:p>
        </p:txBody>
      </p:sp>
      <p:sp>
        <p:nvSpPr>
          <p:cNvPr id="66" name="text-56 samples:">
            <a:extLst xmlns:a="http://schemas.openxmlformats.org/drawingml/2006/main">
              <a:ext uri="{FF2B5EF4-FFF2-40B4-BE49-F238E27FC236}">
                <a16:creationId xmlns:a16="http://schemas.microsoft.com/office/drawing/2014/main" id="{66B2A02D-A00B-43D1-A06E-0F9138D2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8299" y="5075030"/>
            <a:ext cx="1249459" cy="475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samples:</a:t>
            </a:r>
          </a:p>
        </p:txBody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8B1A31-0563-43A7-A890-0BB05BE426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995b7624743b0"/>
          <a:stretch xmlns:a="http://schemas.openxmlformats.org/drawingml/2006/main"/>
        </p:blipFill>
        <p:spPr>
          <a:xfrm xmlns:a="http://schemas.openxmlformats.org/drawingml/2006/main">
            <a:off x="9640935" y="5153416"/>
            <a:ext cx="723900" cy="352425"/>
          </a:xfrm>
          <a:prstGeom xmlns:a="http://schemas.openxmlformats.org/drawingml/2006/main" prst="rect">
            <a:avLst/>
          </a:prstGeom>
        </p:spPr>
      </p:pic>
      <p:sp>
        <p:nvSpPr>
          <p:cNvPr id="68" name="text-58 ,">
            <a:extLst xmlns:a="http://schemas.openxmlformats.org/drawingml/2006/main">
              <a:ext uri="{FF2B5EF4-FFF2-40B4-BE49-F238E27FC236}">
                <a16:creationId xmlns:a16="http://schemas.microsoft.com/office/drawing/2014/main" id="{E7EAFF9E-F018-4D3C-A25D-5DC6B2C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8098" y="5075083"/>
            <a:ext cx="146004" cy="475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EBD959-B8E1-4B07-9F4E-C652E07C5D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8ab518632481e"/>
          <a:stretch xmlns:a="http://schemas.openxmlformats.org/drawingml/2006/main"/>
        </p:blipFill>
        <p:spPr>
          <a:xfrm xmlns:a="http://schemas.openxmlformats.org/drawingml/2006/main">
            <a:off x="10498185" y="5153416"/>
            <a:ext cx="723900" cy="352425"/>
          </a:xfrm>
          <a:prstGeom xmlns:a="http://schemas.openxmlformats.org/drawingml/2006/main" prst="rect">
            <a:avLst/>
          </a:prstGeom>
        </p:spPr>
      </p:pic>
      <p:sp>
        <p:nvSpPr>
          <p:cNvPr id="70" name="text-60 .">
            <a:extLst xmlns:a="http://schemas.openxmlformats.org/drawingml/2006/main">
              <a:ext uri="{FF2B5EF4-FFF2-40B4-BE49-F238E27FC236}">
                <a16:creationId xmlns:a16="http://schemas.microsoft.com/office/drawing/2014/main" id="{8BCE4C75-87FF-4485-95FD-73B19C45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4090" y="5075083"/>
            <a:ext cx="146004" cy="475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7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0230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2026-10-14T12:33:36.3870000Z</dcterms:created>
  <dcterms:modified xsi:type="dcterms:W3CDTF">2026-10-14T12:33:36.3870000Z</dcterms:modified>
</coreProperties>
</file>