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4b6eaba4044e40" /><Relationship Type="http://schemas.openxmlformats.org/officeDocument/2006/relationships/extended-properties" Target="/docProps/app.xml" Id="Rac41db49aaf241b9" /><Relationship Type="http://schemas.openxmlformats.org/officeDocument/2006/relationships/officeDocument" Target="/ppt/presentation.xml" Id="R722395072f444b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9d92ee3ac2465a"/>
  </p:sldMasterIdLst>
  <p:notesMasterIdLst>
    <p:notesMasterId xmlns:r="http://schemas.openxmlformats.org/officeDocument/2006/relationships" r:id="R8cbf1dde7be74bbb"/>
  </p:notesMasterIdLst>
  <p:sldIdLst>
    <p:sldId xmlns:r="http://schemas.openxmlformats.org/officeDocument/2006/relationships" id="256" r:id="Re02b7bd1d4254054"/>
  </p:sldIdLst>
  <p:sldSz cx="12392025" cy="7572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3bdd4ef1ac4b0b" /><Relationship Type="http://schemas.openxmlformats.org/officeDocument/2006/relationships/slideMaster" Target="/ppt/slideMasters/slideMaster1.xml" Id="R359d92ee3ac2465a" /><Relationship Type="http://schemas.openxmlformats.org/officeDocument/2006/relationships/notesMaster" Target="/ppt/notesMasters/notesMaster1.xml" Id="R8cbf1dde7be74bbb" /><Relationship Type="http://schemas.openxmlformats.org/officeDocument/2006/relationships/presProps" Target="/ppt/presProps.xml" Id="R93c4cdecbba548e2" /><Relationship Type="http://schemas.openxmlformats.org/officeDocument/2006/relationships/tableStyles" Target="/ppt/tableStyles.xml" Id="Rf68f50f7146b4e6d" /><Relationship Type="http://schemas.openxmlformats.org/officeDocument/2006/relationships/slide" Target="/ppt/slides/slide1.xml" Id="Re02b7bd1d42540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cd3f0a39d341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3aa39f6ae34506" /><Relationship Type="http://schemas.openxmlformats.org/officeDocument/2006/relationships/notesMaster" Target="/ppt/notesMasters/notesMaster1.xml" Id="Rcae89b55955e4a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Supervision Region Size and Generalization-Memorization Trade-off</a:t>
            </a:r>
          </a:p>
          <a:p xmlns:a="http://schemas.openxmlformats.org/drawingml/2006/main">
            <a:r>
              <a:t>Source: https://arxiv.org/abs/2510.01378</a:t>
            </a:r>
          </a:p>
          <a:p xmlns:a="http://schemas.openxmlformats.org/drawingml/2006/main">
            <a:r>
              <a:t>Approved image: image3.png; SHA-256: 114bdea390a4e2fbf5eb8add5dff08cc5f37a913066d03a2c8f79c984ead5515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(26).</a:t>
            </a:r>
          </a:p>
          <a:p xmlns:a="http://schemas.openxmlformats.org/drawingml/2006/main">
            <a:r>
              <a:t>Font substitution: source PDF families mapped to Times New Roman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be1f2a61843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1162f8f8e44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49f0c63e545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2167bfe2444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f4aedf72446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f925f17c44e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8241C7-38A9-4376-B9C7-0121C76EF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39203" y="2860675"/>
            <a:ext cx="9913620" cy="1093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2F4798-2242-4C58-9ACC-5E1E44E5B5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58804" y="4164806"/>
            <a:ext cx="8674418" cy="84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C0581B-CFC1-445E-87D6-9E9EAFDFC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39203" y="3155156"/>
            <a:ext cx="9913620" cy="1262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5671EA-BD1D-4C6A-B931-9887B6D91B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7051" y="588963"/>
            <a:ext cx="10997922" cy="925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A14D7C-1CDB-460C-B035-B47FAB9E23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7051" y="2103438"/>
            <a:ext cx="10997922" cy="47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2350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1pPr>
            <a:lvl2pPr marL="542151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2pPr>
            <a:lvl3pPr marL="851952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3pPr>
            <a:lvl4pPr marL="1161752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4pPr>
            <a:lvl5pPr marL="1471553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5pPr>
            <a:lvl6pPr marL="1781354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6pPr>
            <a:lvl7pPr marL="2091154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7pPr>
            <a:lvl8pPr marL="2400955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8pPr>
            <a:lvl9pPr marL="2710755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A596DD-C5F7-475B-9845-F021DCFCB6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7051" y="588963"/>
            <a:ext cx="10997922" cy="925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422ADB-49FA-4BEB-8748-88E77CEBBC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7051" y="2103438"/>
            <a:ext cx="5111710" cy="47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2350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1pPr>
            <a:lvl2pPr marL="542151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2pPr>
            <a:lvl3pPr marL="851952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3pPr>
            <a:lvl4pPr marL="1161752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4pPr>
            <a:lvl5pPr marL="1471553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5pPr>
            <a:lvl6pPr marL="1781354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6pPr>
            <a:lvl7pPr marL="2091154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7pPr>
            <a:lvl8pPr marL="2400955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8pPr>
            <a:lvl9pPr marL="2710755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09DC74-EA39-422B-A135-19A9C2A80D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3263" y="2103438"/>
            <a:ext cx="5111710" cy="47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2350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1pPr>
            <a:lvl2pPr marL="542151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2pPr>
            <a:lvl3pPr marL="851952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3pPr>
            <a:lvl4pPr marL="1161752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4pPr>
            <a:lvl5pPr marL="1471553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5pPr>
            <a:lvl6pPr marL="1781354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6pPr>
            <a:lvl7pPr marL="2091154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7pPr>
            <a:lvl8pPr marL="2400955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8pPr>
            <a:lvl9pPr marL="2710755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0906B8-7001-4176-807B-CF1F3DF5D8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7051" y="588963"/>
            <a:ext cx="10997922" cy="925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E4FBCD-BBDB-4B80-A2A3-5824B65D03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7051" y="2103438"/>
            <a:ext cx="5111710" cy="47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2350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1pPr>
            <a:lvl2pPr marL="542151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2pPr>
            <a:lvl3pPr marL="851952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3pPr>
            <a:lvl4pPr marL="1161752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4pPr>
            <a:lvl5pPr marL="1471553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5pPr>
            <a:lvl6pPr marL="1781354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6pPr>
            <a:lvl7pPr marL="2091154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7pPr>
            <a:lvl8pPr marL="2400955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8pPr>
            <a:lvl9pPr marL="2710755" indent="-232350">
              <a:lnSpc>
                <a:spcPct val="110000"/>
              </a:lnSpc>
              <a:spcBef>
                <a:spcPts val="0"/>
              </a:spcBef>
              <a:spcAft>
                <a:spcPts val="12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74943c071f4319" /><Relationship Type="http://schemas.openxmlformats.org/officeDocument/2006/relationships/slideLayout" Target="/ppt/slideLayouts/slideLayout1.xml" Id="R8a103a73e1e640aa" /><Relationship Type="http://schemas.openxmlformats.org/officeDocument/2006/relationships/slideLayout" Target="/ppt/slideLayouts/slideLayout2.xml" Id="R54338a13432f47b4" /><Relationship Type="http://schemas.openxmlformats.org/officeDocument/2006/relationships/slideLayout" Target="/ppt/slideLayouts/slideLayout3.xml" Id="R58925c117f33465b" /><Relationship Type="http://schemas.openxmlformats.org/officeDocument/2006/relationships/slideLayout" Target="/ppt/slideLayouts/slideLayout4.xml" Id="R1044751e7c09421a" /><Relationship Type="http://schemas.openxmlformats.org/officeDocument/2006/relationships/slideLayout" Target="/ppt/slideLayouts/slideLayout5.xml" Id="R866045514abc4188" /><Relationship Type="http://schemas.openxmlformats.org/officeDocument/2006/relationships/slideLayout" Target="/ppt/slideLayouts/slideLayout6.xml" Id="R6c69b573f61648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03a73e1e640aa"/>
    <p:sldLayoutId xmlns:r="http://schemas.openxmlformats.org/officeDocument/2006/relationships" id="2147483650" r:id="R54338a13432f47b4"/>
    <p:sldLayoutId xmlns:r="http://schemas.openxmlformats.org/officeDocument/2006/relationships" id="2147483651" r:id="R58925c117f33465b"/>
    <p:sldLayoutId xmlns:r="http://schemas.openxmlformats.org/officeDocument/2006/relationships" id="2147483652" r:id="R1044751e7c09421a"/>
    <p:sldLayoutId xmlns:r="http://schemas.openxmlformats.org/officeDocument/2006/relationships" id="2147483653" r:id="R866045514abc4188"/>
    <p:sldLayoutId xmlns:r="http://schemas.openxmlformats.org/officeDocument/2006/relationships" id="2147483654" r:id="R6c69b573f61648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20f0fb88449df" /><Relationship Type="http://schemas.openxmlformats.org/officeDocument/2006/relationships/image" Target="/ppt/media/image.png" Id="Rad035660ff944068" /><Relationship Type="http://schemas.openxmlformats.org/officeDocument/2006/relationships/image" Target="/ppt/media/image2.png" Id="R5370ee20b4124602" /><Relationship Type="http://schemas.openxmlformats.org/officeDocument/2006/relationships/image" Target="/ppt/media/image3.png" Id="R726f5403c16a4917" /><Relationship Type="http://schemas.openxmlformats.org/officeDocument/2006/relationships/image" Target="/ppt/media/image4.png" Id="R6034b35f314842c4" /><Relationship Type="http://schemas.openxmlformats.org/officeDocument/2006/relationships/image" Target="/ppt/media/image5.png" Id="Rc3cdf9c4333649c0" /><Relationship Type="http://schemas.openxmlformats.org/officeDocument/2006/relationships/image" Target="/ppt/media/image6.png" Id="Rbdb9561e9ad848db" /><Relationship Type="http://schemas.openxmlformats.org/officeDocument/2006/relationships/image" Target="/ppt/media/image7.png" Id="Rc72c7fdc5bb44398" /><Relationship Type="http://schemas.openxmlformats.org/officeDocument/2006/relationships/image" Target="/ppt/media/image8.png" Id="Rce8714a9b148496b" /><Relationship Type="http://schemas.openxmlformats.org/officeDocument/2006/relationships/image" Target="/ppt/media/image9.png" Id="R39d7b5336c9f4c69" /><Relationship Type="http://schemas.openxmlformats.org/officeDocument/2006/relationships/image" Target="/ppt/media/image10.png" Id="R6f65ece5e6ff4b47" /><Relationship Type="http://schemas.openxmlformats.org/officeDocument/2006/relationships/image" Target="/ppt/media/image11.png" Id="R1f15d8bf96b34a89" /><Relationship Type="http://schemas.openxmlformats.org/officeDocument/2006/relationships/image" Target="/ppt/media/image12.png" Id="R9258fcee0efc4e06" /><Relationship Type="http://schemas.openxmlformats.org/officeDocument/2006/relationships/image" Target="/ppt/media/image13.png" Id="Rebcaa6bc642b4ad5" /><Relationship Type="http://schemas.openxmlformats.org/officeDocument/2006/relationships/image" Target="/ppt/media/image14.png" Id="R1c74e2bf89e44851" /><Relationship Type="http://schemas.openxmlformats.org/officeDocument/2006/relationships/image" Target="/ppt/media/image15.png" Id="Ra92d955ca72343d7" /><Relationship Type="http://schemas.openxmlformats.org/officeDocument/2006/relationships/image" Target="/ppt/media/image16.png" Id="Rcef7104638fe4bd0" /><Relationship Type="http://schemas.openxmlformats.org/officeDocument/2006/relationships/image" Target="/ppt/media/image17.png" Id="R3ede0b405f6f4e58" /><Relationship Type="http://schemas.openxmlformats.org/officeDocument/2006/relationships/image" Target="/ppt/media/image18.png" Id="R90f3e197533146ad" /><Relationship Type="http://schemas.openxmlformats.org/officeDocument/2006/relationships/image" Target="/ppt/media/image19.png" Id="R4334522a4cd1425f" /><Relationship Type="http://schemas.openxmlformats.org/officeDocument/2006/relationships/image" Target="/ppt/media/image20.png" Id="Ra5d68608b8124f96" /><Relationship Type="http://schemas.openxmlformats.org/officeDocument/2006/relationships/image" Target="/ppt/media/image21.png" Id="R82d2d6065499486e" /><Relationship Type="http://schemas.openxmlformats.org/officeDocument/2006/relationships/image" Target="/ppt/media/image22.png" Id="Rfa4c6b67cad94ac2" /><Relationship Type="http://schemas.openxmlformats.org/officeDocument/2006/relationships/image" Target="/ppt/media/image23.png" Id="R416d9d68ff6c4c8e" /><Relationship Type="http://schemas.openxmlformats.org/officeDocument/2006/relationships/image" Target="/ppt/media/image24.png" Id="Rc9e929ecc96a4190" /><Relationship Type="http://schemas.openxmlformats.org/officeDocument/2006/relationships/image" Target="/ppt/media/image25.png" Id="R81d80ab6c2a54bb5" /><Relationship Type="http://schemas.openxmlformats.org/officeDocument/2006/relationships/image" Target="/ppt/media/image26.png" Id="R92f2b17da0874a09" /><Relationship Type="http://schemas.openxmlformats.org/officeDocument/2006/relationships/notesSlide" Target="/ppt/notesSlides/notesSlide1.xml" Id="Redfba012d04843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C0EBDD6-7E34-4213-A775-CA17194708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35660ff944068"/>
          <a:stretch xmlns:a="http://schemas.openxmlformats.org/drawingml/2006/main"/>
        </p:blipFill>
        <p:spPr>
          <a:xfrm xmlns:a="http://schemas.openxmlformats.org/drawingml/2006/main">
            <a:off x="196278" y="393344"/>
            <a:ext cx="5543550" cy="2009775"/>
          </a:xfrm>
          <a:prstGeom xmlns:a="http://schemas.openxmlformats.org/drawingml/2006/main" prst="rect">
            <a:avLst/>
          </a:prstGeom>
        </p:spPr>
      </p:pic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C1DC4BBC-3612-457A-9635-0FA9BEC0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0" y="55091"/>
            <a:ext cx="4818553" cy="309846"/>
          </a:xfrm>
          <a:custGeom xmlns:a="http://schemas.openxmlformats.org/drawingml/2006/main">
            <a:pathLst>
              <a:path w="4818553" h="309846">
                <a:moveTo>
                  <a:pt x="127210" y="258953"/>
                </a:moveTo>
                <a:cubicBezTo>
                  <a:pt x="121693" y="258953"/>
                  <a:pt x="116831" y="256242"/>
                  <a:pt x="112623" y="250819"/>
                </a:cubicBezTo>
                <a:lnTo>
                  <a:pt x="39832" y="158111"/>
                </a:lnTo>
                <a:cubicBezTo>
                  <a:pt x="38429" y="156430"/>
                  <a:pt x="37401" y="154747"/>
                  <a:pt x="36746" y="153063"/>
                </a:cubicBezTo>
                <a:cubicBezTo>
                  <a:pt x="36092" y="151286"/>
                  <a:pt x="35764" y="149557"/>
                  <a:pt x="35764" y="147873"/>
                </a:cubicBezTo>
                <a:cubicBezTo>
                  <a:pt x="35764" y="144040"/>
                  <a:pt x="37027" y="140909"/>
                  <a:pt x="39552" y="138475"/>
                </a:cubicBezTo>
                <a:cubicBezTo>
                  <a:pt x="42076" y="135951"/>
                  <a:pt x="45302" y="134691"/>
                  <a:pt x="49229" y="134691"/>
                </a:cubicBezTo>
                <a:cubicBezTo>
                  <a:pt x="53904" y="134691"/>
                  <a:pt x="57925" y="136982"/>
                  <a:pt x="61291" y="141562"/>
                </a:cubicBezTo>
                <a:lnTo>
                  <a:pt x="126649" y="227117"/>
                </a:lnTo>
                <a:lnTo>
                  <a:pt x="252596" y="26416"/>
                </a:lnTo>
                <a:cubicBezTo>
                  <a:pt x="254279" y="23795"/>
                  <a:pt x="256009" y="21972"/>
                  <a:pt x="257786" y="20945"/>
                </a:cubicBezTo>
                <a:cubicBezTo>
                  <a:pt x="259562" y="19823"/>
                  <a:pt x="261853" y="19261"/>
                  <a:pt x="264658" y="19261"/>
                </a:cubicBezTo>
                <a:cubicBezTo>
                  <a:pt x="268491" y="19261"/>
                  <a:pt x="271577" y="20431"/>
                  <a:pt x="273915" y="22767"/>
                </a:cubicBezTo>
                <a:cubicBezTo>
                  <a:pt x="276252" y="25104"/>
                  <a:pt x="277421" y="28190"/>
                  <a:pt x="277421" y="32023"/>
                </a:cubicBezTo>
                <a:cubicBezTo>
                  <a:pt x="277421" y="33707"/>
                  <a:pt x="277141" y="35390"/>
                  <a:pt x="276580" y="37074"/>
                </a:cubicBezTo>
                <a:cubicBezTo>
                  <a:pt x="276018" y="38664"/>
                  <a:pt x="275130" y="40438"/>
                  <a:pt x="273915" y="42403"/>
                </a:cubicBezTo>
                <a:lnTo>
                  <a:pt x="141375" y="251100"/>
                </a:lnTo>
                <a:cubicBezTo>
                  <a:pt x="137916" y="256336"/>
                  <a:pt x="133194" y="258953"/>
                  <a:pt x="127210" y="258953"/>
                </a:cubicBezTo>
                <a:moveTo>
                  <a:pt x="448301" y="23273"/>
                </a:moveTo>
                <a:lnTo>
                  <a:pt x="448301" y="112369"/>
                </a:lnTo>
                <a:lnTo>
                  <a:pt x="497837" y="112369"/>
                </a:lnTo>
                <a:cubicBezTo>
                  <a:pt x="510692" y="112369"/>
                  <a:pt x="519280" y="110430"/>
                  <a:pt x="523602" y="106552"/>
                </a:cubicBezTo>
                <a:cubicBezTo>
                  <a:pt x="529364" y="101452"/>
                  <a:pt x="532578" y="92478"/>
                  <a:pt x="533243" y="79622"/>
                </a:cubicBezTo>
                <a:lnTo>
                  <a:pt x="539393" y="79622"/>
                </a:lnTo>
                <a:lnTo>
                  <a:pt x="539393" y="158080"/>
                </a:lnTo>
                <a:lnTo>
                  <a:pt x="533243" y="158080"/>
                </a:lnTo>
                <a:cubicBezTo>
                  <a:pt x="531691" y="147109"/>
                  <a:pt x="530140" y="140074"/>
                  <a:pt x="528589" y="136971"/>
                </a:cubicBezTo>
                <a:cubicBezTo>
                  <a:pt x="526594" y="133092"/>
                  <a:pt x="523325" y="130043"/>
                  <a:pt x="518781" y="127828"/>
                </a:cubicBezTo>
                <a:cubicBezTo>
                  <a:pt x="514238" y="125611"/>
                  <a:pt x="507256" y="124504"/>
                  <a:pt x="497837" y="124504"/>
                </a:cubicBezTo>
                <a:lnTo>
                  <a:pt x="448301" y="124504"/>
                </a:lnTo>
                <a:lnTo>
                  <a:pt x="448301" y="198805"/>
                </a:lnTo>
                <a:cubicBezTo>
                  <a:pt x="448301" y="208779"/>
                  <a:pt x="448745" y="214875"/>
                  <a:pt x="449631" y="217092"/>
                </a:cubicBezTo>
                <a:cubicBezTo>
                  <a:pt x="450518" y="219196"/>
                  <a:pt x="452069" y="220914"/>
                  <a:pt x="454286" y="222245"/>
                </a:cubicBezTo>
                <a:cubicBezTo>
                  <a:pt x="456502" y="223463"/>
                  <a:pt x="460713" y="224074"/>
                  <a:pt x="466919" y="224074"/>
                </a:cubicBezTo>
                <a:lnTo>
                  <a:pt x="505151" y="224074"/>
                </a:lnTo>
                <a:cubicBezTo>
                  <a:pt x="517895" y="224074"/>
                  <a:pt x="527148" y="223185"/>
                  <a:pt x="532910" y="221414"/>
                </a:cubicBezTo>
                <a:cubicBezTo>
                  <a:pt x="538673" y="219639"/>
                  <a:pt x="544214" y="216150"/>
                  <a:pt x="549533" y="210940"/>
                </a:cubicBezTo>
                <a:cubicBezTo>
                  <a:pt x="556404" y="204069"/>
                  <a:pt x="563441" y="193709"/>
                  <a:pt x="570644" y="179856"/>
                </a:cubicBezTo>
                <a:lnTo>
                  <a:pt x="577293" y="179856"/>
                </a:lnTo>
                <a:lnTo>
                  <a:pt x="557845" y="236373"/>
                </a:lnTo>
                <a:lnTo>
                  <a:pt x="384138" y="236373"/>
                </a:lnTo>
                <a:lnTo>
                  <a:pt x="384138" y="230224"/>
                </a:lnTo>
                <a:lnTo>
                  <a:pt x="392117" y="230224"/>
                </a:lnTo>
                <a:cubicBezTo>
                  <a:pt x="397436" y="230224"/>
                  <a:pt x="402478" y="228949"/>
                  <a:pt x="407244" y="226399"/>
                </a:cubicBezTo>
                <a:cubicBezTo>
                  <a:pt x="410790" y="224628"/>
                  <a:pt x="413172" y="221967"/>
                  <a:pt x="414391" y="218421"/>
                </a:cubicBezTo>
                <a:cubicBezTo>
                  <a:pt x="415721" y="214875"/>
                  <a:pt x="416386" y="207615"/>
                  <a:pt x="416386" y="196645"/>
                </a:cubicBezTo>
                <a:lnTo>
                  <a:pt x="416386" y="50200"/>
                </a:lnTo>
                <a:cubicBezTo>
                  <a:pt x="416386" y="35904"/>
                  <a:pt x="414945" y="27094"/>
                  <a:pt x="412064" y="23770"/>
                </a:cubicBezTo>
                <a:cubicBezTo>
                  <a:pt x="408075" y="19338"/>
                  <a:pt x="401426" y="17120"/>
                  <a:pt x="392117" y="17120"/>
                </a:cubicBezTo>
                <a:lnTo>
                  <a:pt x="384138" y="17120"/>
                </a:lnTo>
                <a:lnTo>
                  <a:pt x="384138" y="10971"/>
                </a:lnTo>
                <a:lnTo>
                  <a:pt x="557845" y="10971"/>
                </a:lnTo>
                <a:lnTo>
                  <a:pt x="560338" y="60341"/>
                </a:lnTo>
                <a:lnTo>
                  <a:pt x="553855" y="60341"/>
                </a:lnTo>
                <a:cubicBezTo>
                  <a:pt x="551528" y="48482"/>
                  <a:pt x="548924" y="40336"/>
                  <a:pt x="546042" y="35904"/>
                </a:cubicBezTo>
                <a:cubicBezTo>
                  <a:pt x="543272" y="31472"/>
                  <a:pt x="539116" y="28091"/>
                  <a:pt x="533576" y="25766"/>
                </a:cubicBezTo>
                <a:cubicBezTo>
                  <a:pt x="529143" y="24102"/>
                  <a:pt x="521330" y="23273"/>
                  <a:pt x="510138" y="23273"/>
                </a:cubicBezTo>
                <a:lnTo>
                  <a:pt x="448301" y="23273"/>
                </a:lnTo>
                <a:moveTo>
                  <a:pt x="640293" y="111869"/>
                </a:moveTo>
                <a:cubicBezTo>
                  <a:pt x="658134" y="90371"/>
                  <a:pt x="675145" y="79622"/>
                  <a:pt x="691324" y="79622"/>
                </a:cubicBezTo>
                <a:cubicBezTo>
                  <a:pt x="699635" y="79622"/>
                  <a:pt x="706783" y="81729"/>
                  <a:pt x="712767" y="85939"/>
                </a:cubicBezTo>
                <a:cubicBezTo>
                  <a:pt x="718752" y="90039"/>
                  <a:pt x="723516" y="96856"/>
                  <a:pt x="727063" y="106384"/>
                </a:cubicBezTo>
                <a:cubicBezTo>
                  <a:pt x="729501" y="113033"/>
                  <a:pt x="730719" y="123229"/>
                  <a:pt x="730719" y="136971"/>
                </a:cubicBezTo>
                <a:lnTo>
                  <a:pt x="730719" y="201965"/>
                </a:lnTo>
                <a:cubicBezTo>
                  <a:pt x="730719" y="211607"/>
                  <a:pt x="731495" y="218143"/>
                  <a:pt x="733047" y="221578"/>
                </a:cubicBezTo>
                <a:cubicBezTo>
                  <a:pt x="734266" y="224349"/>
                  <a:pt x="736205" y="226510"/>
                  <a:pt x="738865" y="228063"/>
                </a:cubicBezTo>
                <a:cubicBezTo>
                  <a:pt x="741635" y="229613"/>
                  <a:pt x="746678" y="230388"/>
                  <a:pt x="753992" y="230388"/>
                </a:cubicBezTo>
                <a:lnTo>
                  <a:pt x="753992" y="236373"/>
                </a:lnTo>
                <a:lnTo>
                  <a:pt x="678691" y="236373"/>
                </a:lnTo>
                <a:lnTo>
                  <a:pt x="678691" y="230388"/>
                </a:lnTo>
                <a:lnTo>
                  <a:pt x="681849" y="230388"/>
                </a:lnTo>
                <a:cubicBezTo>
                  <a:pt x="688942" y="230388"/>
                  <a:pt x="693873" y="229338"/>
                  <a:pt x="696644" y="227231"/>
                </a:cubicBezTo>
                <a:cubicBezTo>
                  <a:pt x="699525" y="225014"/>
                  <a:pt x="701519" y="221800"/>
                  <a:pt x="702627" y="217589"/>
                </a:cubicBezTo>
                <a:cubicBezTo>
                  <a:pt x="703071" y="215928"/>
                  <a:pt x="703292" y="210718"/>
                  <a:pt x="703292" y="201965"/>
                </a:cubicBezTo>
                <a:lnTo>
                  <a:pt x="703292" y="139631"/>
                </a:lnTo>
                <a:cubicBezTo>
                  <a:pt x="703292" y="125779"/>
                  <a:pt x="701464" y="115748"/>
                  <a:pt x="697807" y="109544"/>
                </a:cubicBezTo>
                <a:cubicBezTo>
                  <a:pt x="694261" y="103227"/>
                  <a:pt x="688221" y="100067"/>
                  <a:pt x="679688" y="100067"/>
                </a:cubicBezTo>
                <a:cubicBezTo>
                  <a:pt x="666501" y="100067"/>
                  <a:pt x="653369" y="107270"/>
                  <a:pt x="640293" y="121679"/>
                </a:cubicBezTo>
                <a:lnTo>
                  <a:pt x="640293" y="201965"/>
                </a:lnTo>
                <a:cubicBezTo>
                  <a:pt x="640293" y="212271"/>
                  <a:pt x="640902" y="218643"/>
                  <a:pt x="642121" y="221081"/>
                </a:cubicBezTo>
                <a:cubicBezTo>
                  <a:pt x="643672" y="224295"/>
                  <a:pt x="645778" y="226677"/>
                  <a:pt x="648438" y="228228"/>
                </a:cubicBezTo>
                <a:cubicBezTo>
                  <a:pt x="651208" y="229670"/>
                  <a:pt x="656749" y="230388"/>
                  <a:pt x="665061" y="230388"/>
                </a:cubicBezTo>
                <a:lnTo>
                  <a:pt x="665061" y="236373"/>
                </a:lnTo>
                <a:lnTo>
                  <a:pt x="589760" y="236373"/>
                </a:lnTo>
                <a:lnTo>
                  <a:pt x="589760" y="230388"/>
                </a:lnTo>
                <a:lnTo>
                  <a:pt x="593084" y="230388"/>
                </a:lnTo>
                <a:cubicBezTo>
                  <a:pt x="600842" y="230388"/>
                  <a:pt x="606050" y="228449"/>
                  <a:pt x="608710" y="224571"/>
                </a:cubicBezTo>
                <a:cubicBezTo>
                  <a:pt x="611480" y="220582"/>
                  <a:pt x="612865" y="213047"/>
                  <a:pt x="612865" y="201965"/>
                </a:cubicBezTo>
                <a:lnTo>
                  <a:pt x="612865" y="145448"/>
                </a:lnTo>
                <a:cubicBezTo>
                  <a:pt x="612865" y="127164"/>
                  <a:pt x="612422" y="116026"/>
                  <a:pt x="611536" y="112037"/>
                </a:cubicBezTo>
                <a:cubicBezTo>
                  <a:pt x="610760" y="108048"/>
                  <a:pt x="609486" y="105331"/>
                  <a:pt x="607713" y="103891"/>
                </a:cubicBezTo>
                <a:cubicBezTo>
                  <a:pt x="606050" y="102452"/>
                  <a:pt x="603778" y="101731"/>
                  <a:pt x="600897" y="101731"/>
                </a:cubicBezTo>
                <a:cubicBezTo>
                  <a:pt x="597794" y="101731"/>
                  <a:pt x="594082" y="102563"/>
                  <a:pt x="589760" y="104224"/>
                </a:cubicBezTo>
                <a:lnTo>
                  <a:pt x="587267" y="98239"/>
                </a:lnTo>
                <a:lnTo>
                  <a:pt x="633145" y="79622"/>
                </a:lnTo>
                <a:lnTo>
                  <a:pt x="640293" y="79622"/>
                </a:lnTo>
                <a:lnTo>
                  <a:pt x="640293" y="111869"/>
                </a:lnTo>
                <a:moveTo>
                  <a:pt x="840595" y="79622"/>
                </a:moveTo>
                <a:cubicBezTo>
                  <a:pt x="863645" y="79622"/>
                  <a:pt x="882151" y="88378"/>
                  <a:pt x="896115" y="105887"/>
                </a:cubicBezTo>
                <a:cubicBezTo>
                  <a:pt x="907972" y="120847"/>
                  <a:pt x="913901" y="138024"/>
                  <a:pt x="913901" y="157416"/>
                </a:cubicBezTo>
                <a:cubicBezTo>
                  <a:pt x="913901" y="171046"/>
                  <a:pt x="910632" y="184845"/>
                  <a:pt x="904093" y="198805"/>
                </a:cubicBezTo>
                <a:cubicBezTo>
                  <a:pt x="897555" y="212768"/>
                  <a:pt x="888524" y="223296"/>
                  <a:pt x="876999" y="230388"/>
                </a:cubicBezTo>
                <a:cubicBezTo>
                  <a:pt x="865584" y="237481"/>
                  <a:pt x="852840" y="241027"/>
                  <a:pt x="838767" y="241027"/>
                </a:cubicBezTo>
                <a:cubicBezTo>
                  <a:pt x="815827" y="241027"/>
                  <a:pt x="797598" y="231884"/>
                  <a:pt x="784078" y="213600"/>
                </a:cubicBezTo>
                <a:cubicBezTo>
                  <a:pt x="772664" y="198198"/>
                  <a:pt x="766957" y="180910"/>
                  <a:pt x="766957" y="161737"/>
                </a:cubicBezTo>
                <a:cubicBezTo>
                  <a:pt x="766957" y="147774"/>
                  <a:pt x="770392" y="133924"/>
                  <a:pt x="777263" y="120183"/>
                </a:cubicBezTo>
                <a:cubicBezTo>
                  <a:pt x="784244" y="106330"/>
                  <a:pt x="793387" y="96135"/>
                  <a:pt x="804690" y="89596"/>
                </a:cubicBezTo>
                <a:cubicBezTo>
                  <a:pt x="815994" y="82947"/>
                  <a:pt x="827962" y="79622"/>
                  <a:pt x="840595" y="79622"/>
                </a:cubicBezTo>
                <a:moveTo>
                  <a:pt x="835442" y="90428"/>
                </a:moveTo>
                <a:cubicBezTo>
                  <a:pt x="829569" y="90428"/>
                  <a:pt x="823640" y="92200"/>
                  <a:pt x="817656" y="95746"/>
                </a:cubicBezTo>
                <a:cubicBezTo>
                  <a:pt x="811782" y="99181"/>
                  <a:pt x="807017" y="105277"/>
                  <a:pt x="803361" y="114030"/>
                </a:cubicBezTo>
                <a:cubicBezTo>
                  <a:pt x="799704" y="122786"/>
                  <a:pt x="797875" y="134035"/>
                  <a:pt x="797875" y="147774"/>
                </a:cubicBezTo>
                <a:cubicBezTo>
                  <a:pt x="797875" y="169939"/>
                  <a:pt x="802253" y="189055"/>
                  <a:pt x="811007" y="205122"/>
                </a:cubicBezTo>
                <a:cubicBezTo>
                  <a:pt x="819873" y="221192"/>
                  <a:pt x="831508" y="229227"/>
                  <a:pt x="845914" y="229227"/>
                </a:cubicBezTo>
                <a:cubicBezTo>
                  <a:pt x="856663" y="229227"/>
                  <a:pt x="865529" y="224792"/>
                  <a:pt x="872510" y="215928"/>
                </a:cubicBezTo>
                <a:cubicBezTo>
                  <a:pt x="879492" y="207062"/>
                  <a:pt x="882983" y="191824"/>
                  <a:pt x="882983" y="170215"/>
                </a:cubicBezTo>
                <a:cubicBezTo>
                  <a:pt x="882983" y="143177"/>
                  <a:pt x="877165" y="121900"/>
                  <a:pt x="865529" y="106384"/>
                </a:cubicBezTo>
                <a:cubicBezTo>
                  <a:pt x="857661" y="95746"/>
                  <a:pt x="847632" y="90428"/>
                  <a:pt x="835442" y="90428"/>
                </a:cubicBezTo>
                <a:moveTo>
                  <a:pt x="1069821" y="84111"/>
                </a:moveTo>
                <a:lnTo>
                  <a:pt x="1069821" y="176367"/>
                </a:lnTo>
                <a:cubicBezTo>
                  <a:pt x="1069821" y="193987"/>
                  <a:pt x="1070209" y="204790"/>
                  <a:pt x="1070985" y="208779"/>
                </a:cubicBezTo>
                <a:cubicBezTo>
                  <a:pt x="1071871" y="212658"/>
                  <a:pt x="1073201" y="215375"/>
                  <a:pt x="1074974" y="216925"/>
                </a:cubicBezTo>
                <a:cubicBezTo>
                  <a:pt x="1076858" y="218478"/>
                  <a:pt x="1079019" y="219253"/>
                  <a:pt x="1081457" y="219253"/>
                </a:cubicBezTo>
                <a:cubicBezTo>
                  <a:pt x="1084892" y="219253"/>
                  <a:pt x="1088771" y="218310"/>
                  <a:pt x="1093093" y="216425"/>
                </a:cubicBezTo>
                <a:lnTo>
                  <a:pt x="1095420" y="222245"/>
                </a:lnTo>
                <a:lnTo>
                  <a:pt x="1049874" y="241027"/>
                </a:lnTo>
                <a:lnTo>
                  <a:pt x="1042393" y="241027"/>
                </a:lnTo>
                <a:lnTo>
                  <a:pt x="1042393" y="208779"/>
                </a:lnTo>
                <a:cubicBezTo>
                  <a:pt x="1029317" y="222964"/>
                  <a:pt x="1019344" y="231884"/>
                  <a:pt x="1012473" y="235541"/>
                </a:cubicBezTo>
                <a:cubicBezTo>
                  <a:pt x="1005603" y="239198"/>
                  <a:pt x="998344" y="241027"/>
                  <a:pt x="990698" y="241027"/>
                </a:cubicBezTo>
                <a:cubicBezTo>
                  <a:pt x="982164" y="241027"/>
                  <a:pt x="974739" y="238591"/>
                  <a:pt x="968423" y="233713"/>
                </a:cubicBezTo>
                <a:cubicBezTo>
                  <a:pt x="962217" y="228727"/>
                  <a:pt x="957895" y="222356"/>
                  <a:pt x="955458" y="214597"/>
                </a:cubicBezTo>
                <a:cubicBezTo>
                  <a:pt x="953020" y="206840"/>
                  <a:pt x="951800" y="195869"/>
                  <a:pt x="951800" y="181685"/>
                </a:cubicBezTo>
                <a:lnTo>
                  <a:pt x="951800" y="113698"/>
                </a:lnTo>
                <a:cubicBezTo>
                  <a:pt x="951800" y="106495"/>
                  <a:pt x="951025" y="101509"/>
                  <a:pt x="949473" y="98738"/>
                </a:cubicBezTo>
                <a:cubicBezTo>
                  <a:pt x="947922" y="95967"/>
                  <a:pt x="945594" y="93863"/>
                  <a:pt x="942492" y="92421"/>
                </a:cubicBezTo>
                <a:cubicBezTo>
                  <a:pt x="939499" y="90871"/>
                  <a:pt x="934014" y="90150"/>
                  <a:pt x="926035" y="90260"/>
                </a:cubicBezTo>
                <a:lnTo>
                  <a:pt x="926035" y="84111"/>
                </a:lnTo>
                <a:lnTo>
                  <a:pt x="979394" y="84111"/>
                </a:lnTo>
                <a:lnTo>
                  <a:pt x="979394" y="186006"/>
                </a:lnTo>
                <a:cubicBezTo>
                  <a:pt x="979394" y="200191"/>
                  <a:pt x="981832" y="209500"/>
                  <a:pt x="986708" y="213932"/>
                </a:cubicBezTo>
                <a:cubicBezTo>
                  <a:pt x="991695" y="218367"/>
                  <a:pt x="997678" y="220582"/>
                  <a:pt x="1004660" y="220582"/>
                </a:cubicBezTo>
                <a:cubicBezTo>
                  <a:pt x="1009426" y="220582"/>
                  <a:pt x="1014800" y="219085"/>
                  <a:pt x="1020784" y="216093"/>
                </a:cubicBezTo>
                <a:cubicBezTo>
                  <a:pt x="1026879" y="213103"/>
                  <a:pt x="1034082" y="207394"/>
                  <a:pt x="1042393" y="198973"/>
                </a:cubicBezTo>
                <a:lnTo>
                  <a:pt x="1042393" y="112701"/>
                </a:lnTo>
                <a:cubicBezTo>
                  <a:pt x="1042393" y="104059"/>
                  <a:pt x="1040787" y="98239"/>
                  <a:pt x="1037573" y="95249"/>
                </a:cubicBezTo>
                <a:cubicBezTo>
                  <a:pt x="1034470" y="92146"/>
                  <a:pt x="1027932" y="90482"/>
                  <a:pt x="1017959" y="90260"/>
                </a:cubicBezTo>
                <a:lnTo>
                  <a:pt x="1017959" y="84111"/>
                </a:lnTo>
                <a:lnTo>
                  <a:pt x="1069821" y="84111"/>
                </a:lnTo>
                <a:moveTo>
                  <a:pt x="1147282" y="180853"/>
                </a:moveTo>
                <a:cubicBezTo>
                  <a:pt x="1137974" y="176310"/>
                  <a:pt x="1130826" y="169993"/>
                  <a:pt x="1125839" y="161904"/>
                </a:cubicBezTo>
                <a:cubicBezTo>
                  <a:pt x="1120852" y="153705"/>
                  <a:pt x="1118359" y="144673"/>
                  <a:pt x="1118359" y="134810"/>
                </a:cubicBezTo>
                <a:cubicBezTo>
                  <a:pt x="1118359" y="119740"/>
                  <a:pt x="1124011" y="106773"/>
                  <a:pt x="1135314" y="95913"/>
                </a:cubicBezTo>
                <a:cubicBezTo>
                  <a:pt x="1146728" y="85053"/>
                  <a:pt x="1161301" y="79622"/>
                  <a:pt x="1179031" y="79622"/>
                </a:cubicBezTo>
                <a:cubicBezTo>
                  <a:pt x="1193549" y="79622"/>
                  <a:pt x="1206126" y="83168"/>
                  <a:pt x="1216765" y="90260"/>
                </a:cubicBezTo>
                <a:lnTo>
                  <a:pt x="1249013" y="90260"/>
                </a:lnTo>
                <a:cubicBezTo>
                  <a:pt x="1253778" y="90260"/>
                  <a:pt x="1256549" y="90428"/>
                  <a:pt x="1257324" y="90760"/>
                </a:cubicBezTo>
                <a:cubicBezTo>
                  <a:pt x="1258100" y="90982"/>
                  <a:pt x="1258654" y="91424"/>
                  <a:pt x="1258986" y="92089"/>
                </a:cubicBezTo>
                <a:cubicBezTo>
                  <a:pt x="1259651" y="93085"/>
                  <a:pt x="1259983" y="94860"/>
                  <a:pt x="1259983" y="97409"/>
                </a:cubicBezTo>
                <a:cubicBezTo>
                  <a:pt x="1259983" y="100288"/>
                  <a:pt x="1259707" y="102284"/>
                  <a:pt x="1259153" y="103392"/>
                </a:cubicBezTo>
                <a:cubicBezTo>
                  <a:pt x="1258820" y="103948"/>
                  <a:pt x="1258210" y="104391"/>
                  <a:pt x="1257324" y="104723"/>
                </a:cubicBezTo>
                <a:cubicBezTo>
                  <a:pt x="1256549" y="105055"/>
                  <a:pt x="1253778" y="105220"/>
                  <a:pt x="1249013" y="105220"/>
                </a:cubicBezTo>
                <a:lnTo>
                  <a:pt x="1229232" y="105220"/>
                </a:lnTo>
                <a:cubicBezTo>
                  <a:pt x="1235438" y="113201"/>
                  <a:pt x="1238540" y="123397"/>
                  <a:pt x="1238540" y="135807"/>
                </a:cubicBezTo>
                <a:cubicBezTo>
                  <a:pt x="1238540" y="149991"/>
                  <a:pt x="1233111" y="162126"/>
                  <a:pt x="1222251" y="172211"/>
                </a:cubicBezTo>
                <a:cubicBezTo>
                  <a:pt x="1211390" y="182295"/>
                  <a:pt x="1196818" y="187338"/>
                  <a:pt x="1178533" y="187338"/>
                </a:cubicBezTo>
                <a:cubicBezTo>
                  <a:pt x="1170997" y="187338"/>
                  <a:pt x="1163296" y="186228"/>
                  <a:pt x="1155428" y="184013"/>
                </a:cubicBezTo>
                <a:cubicBezTo>
                  <a:pt x="1150551" y="188224"/>
                  <a:pt x="1147227" y="191937"/>
                  <a:pt x="1145454" y="195148"/>
                </a:cubicBezTo>
                <a:cubicBezTo>
                  <a:pt x="1143791" y="198252"/>
                  <a:pt x="1142961" y="200912"/>
                  <a:pt x="1142961" y="203129"/>
                </a:cubicBezTo>
                <a:cubicBezTo>
                  <a:pt x="1142961" y="205012"/>
                  <a:pt x="1143847" y="206840"/>
                  <a:pt x="1145620" y="208615"/>
                </a:cubicBezTo>
                <a:cubicBezTo>
                  <a:pt x="1147504" y="210386"/>
                  <a:pt x="1151106" y="211661"/>
                  <a:pt x="1156425" y="212436"/>
                </a:cubicBezTo>
                <a:cubicBezTo>
                  <a:pt x="1159527" y="212879"/>
                  <a:pt x="1167285" y="213268"/>
                  <a:pt x="1179696" y="213600"/>
                </a:cubicBezTo>
                <a:cubicBezTo>
                  <a:pt x="1202525" y="214154"/>
                  <a:pt x="1217319" y="214932"/>
                  <a:pt x="1224079" y="215928"/>
                </a:cubicBezTo>
                <a:cubicBezTo>
                  <a:pt x="1234385" y="217368"/>
                  <a:pt x="1242586" y="221192"/>
                  <a:pt x="1248681" y="227399"/>
                </a:cubicBezTo>
                <a:cubicBezTo>
                  <a:pt x="1254886" y="233602"/>
                  <a:pt x="1257989" y="241251"/>
                  <a:pt x="1257989" y="250336"/>
                </a:cubicBezTo>
                <a:cubicBezTo>
                  <a:pt x="1257989" y="262860"/>
                  <a:pt x="1252116" y="274606"/>
                  <a:pt x="1240369" y="285576"/>
                </a:cubicBezTo>
                <a:cubicBezTo>
                  <a:pt x="1223081" y="301757"/>
                  <a:pt x="1200530" y="309846"/>
                  <a:pt x="1172715" y="309846"/>
                </a:cubicBezTo>
                <a:cubicBezTo>
                  <a:pt x="1151327" y="309846"/>
                  <a:pt x="1133264" y="305025"/>
                  <a:pt x="1118525" y="295383"/>
                </a:cubicBezTo>
                <a:cubicBezTo>
                  <a:pt x="1110214" y="289844"/>
                  <a:pt x="1106059" y="284080"/>
                  <a:pt x="1106059" y="278095"/>
                </a:cubicBezTo>
                <a:cubicBezTo>
                  <a:pt x="1106059" y="275438"/>
                  <a:pt x="1106668" y="272777"/>
                  <a:pt x="1107887" y="270117"/>
                </a:cubicBezTo>
                <a:cubicBezTo>
                  <a:pt x="1109771" y="266017"/>
                  <a:pt x="1113649" y="260310"/>
                  <a:pt x="1119523" y="252997"/>
                </a:cubicBezTo>
                <a:cubicBezTo>
                  <a:pt x="1120298" y="252000"/>
                  <a:pt x="1125950" y="246015"/>
                  <a:pt x="1136478" y="235044"/>
                </a:cubicBezTo>
                <a:cubicBezTo>
                  <a:pt x="1130715" y="231609"/>
                  <a:pt x="1126615" y="228560"/>
                  <a:pt x="1124177" y="225902"/>
                </a:cubicBezTo>
                <a:cubicBezTo>
                  <a:pt x="1121850" y="223131"/>
                  <a:pt x="1120686" y="220028"/>
                  <a:pt x="1120686" y="216593"/>
                </a:cubicBezTo>
                <a:cubicBezTo>
                  <a:pt x="1120686" y="212714"/>
                  <a:pt x="1122238" y="208172"/>
                  <a:pt x="1125341" y="202962"/>
                </a:cubicBezTo>
                <a:cubicBezTo>
                  <a:pt x="1128554" y="197755"/>
                  <a:pt x="1135869" y="190384"/>
                  <a:pt x="1147282" y="180853"/>
                </a:cubicBezTo>
                <a:moveTo>
                  <a:pt x="1176205" y="87600"/>
                </a:moveTo>
                <a:cubicBezTo>
                  <a:pt x="1168005" y="87600"/>
                  <a:pt x="1161134" y="90871"/>
                  <a:pt x="1155594" y="97409"/>
                </a:cubicBezTo>
                <a:cubicBezTo>
                  <a:pt x="1150053" y="103948"/>
                  <a:pt x="1147282" y="113976"/>
                  <a:pt x="1147282" y="127496"/>
                </a:cubicBezTo>
                <a:cubicBezTo>
                  <a:pt x="1147282" y="145006"/>
                  <a:pt x="1151050" y="158580"/>
                  <a:pt x="1158586" y="168222"/>
                </a:cubicBezTo>
                <a:cubicBezTo>
                  <a:pt x="1164348" y="175535"/>
                  <a:pt x="1171662" y="179192"/>
                  <a:pt x="1180527" y="179192"/>
                </a:cubicBezTo>
                <a:cubicBezTo>
                  <a:pt x="1188950" y="179192"/>
                  <a:pt x="1195876" y="176032"/>
                  <a:pt x="1201306" y="169718"/>
                </a:cubicBezTo>
                <a:cubicBezTo>
                  <a:pt x="1206736" y="163401"/>
                  <a:pt x="1209451" y="153483"/>
                  <a:pt x="1209451" y="139963"/>
                </a:cubicBezTo>
                <a:cubicBezTo>
                  <a:pt x="1209451" y="122343"/>
                  <a:pt x="1205628" y="108545"/>
                  <a:pt x="1197981" y="98574"/>
                </a:cubicBezTo>
                <a:cubicBezTo>
                  <a:pt x="1192330" y="91257"/>
                  <a:pt x="1185071" y="87600"/>
                  <a:pt x="1176205" y="87600"/>
                </a:cubicBezTo>
                <a:moveTo>
                  <a:pt x="1145620" y="236373"/>
                </a:moveTo>
                <a:cubicBezTo>
                  <a:pt x="1140412" y="242026"/>
                  <a:pt x="1136478" y="247290"/>
                  <a:pt x="1133818" y="252165"/>
                </a:cubicBezTo>
                <a:cubicBezTo>
                  <a:pt x="1131158" y="257042"/>
                  <a:pt x="1129829" y="261528"/>
                  <a:pt x="1129829" y="265628"/>
                </a:cubicBezTo>
                <a:cubicBezTo>
                  <a:pt x="1129829" y="270949"/>
                  <a:pt x="1133042" y="275602"/>
                  <a:pt x="1139470" y="279591"/>
                </a:cubicBezTo>
                <a:cubicBezTo>
                  <a:pt x="1150551" y="286462"/>
                  <a:pt x="1166564" y="289897"/>
                  <a:pt x="1187509" y="289897"/>
                </a:cubicBezTo>
                <a:cubicBezTo>
                  <a:pt x="1207456" y="289897"/>
                  <a:pt x="1222140" y="286351"/>
                  <a:pt x="1231559" y="279259"/>
                </a:cubicBezTo>
                <a:cubicBezTo>
                  <a:pt x="1241089" y="272278"/>
                  <a:pt x="1245854" y="264799"/>
                  <a:pt x="1245854" y="256818"/>
                </a:cubicBezTo>
                <a:cubicBezTo>
                  <a:pt x="1245854" y="251057"/>
                  <a:pt x="1243028" y="246958"/>
                  <a:pt x="1237377" y="244519"/>
                </a:cubicBezTo>
                <a:cubicBezTo>
                  <a:pt x="1231614" y="242080"/>
                  <a:pt x="1220200" y="240641"/>
                  <a:pt x="1203134" y="240198"/>
                </a:cubicBezTo>
                <a:cubicBezTo>
                  <a:pt x="1178201" y="239533"/>
                  <a:pt x="1159029" y="238258"/>
                  <a:pt x="1145620" y="236373"/>
                </a:cubicBezTo>
                <a:moveTo>
                  <a:pt x="1321487" y="0"/>
                </a:moveTo>
                <a:lnTo>
                  <a:pt x="1321487" y="111373"/>
                </a:lnTo>
                <a:cubicBezTo>
                  <a:pt x="1333788" y="97852"/>
                  <a:pt x="1343540" y="89207"/>
                  <a:pt x="1350743" y="85439"/>
                </a:cubicBezTo>
                <a:cubicBezTo>
                  <a:pt x="1357946" y="81561"/>
                  <a:pt x="1365149" y="79622"/>
                  <a:pt x="1372352" y="79622"/>
                </a:cubicBezTo>
                <a:cubicBezTo>
                  <a:pt x="1380996" y="79622"/>
                  <a:pt x="1388421" y="82004"/>
                  <a:pt x="1394627" y="86771"/>
                </a:cubicBezTo>
                <a:cubicBezTo>
                  <a:pt x="1400832" y="91535"/>
                  <a:pt x="1405432" y="99016"/>
                  <a:pt x="1408424" y="109212"/>
                </a:cubicBezTo>
                <a:cubicBezTo>
                  <a:pt x="1410530" y="116304"/>
                  <a:pt x="1411582" y="129268"/>
                  <a:pt x="1411582" y="148109"/>
                </a:cubicBezTo>
                <a:lnTo>
                  <a:pt x="1411582" y="201965"/>
                </a:lnTo>
                <a:cubicBezTo>
                  <a:pt x="1411582" y="211607"/>
                  <a:pt x="1412358" y="218200"/>
                  <a:pt x="1413909" y="221746"/>
                </a:cubicBezTo>
                <a:cubicBezTo>
                  <a:pt x="1415018" y="224406"/>
                  <a:pt x="1416901" y="226510"/>
                  <a:pt x="1419561" y="228063"/>
                </a:cubicBezTo>
                <a:cubicBezTo>
                  <a:pt x="1422221" y="229613"/>
                  <a:pt x="1427096" y="230388"/>
                  <a:pt x="1434188" y="230388"/>
                </a:cubicBezTo>
                <a:lnTo>
                  <a:pt x="1434188" y="236373"/>
                </a:lnTo>
                <a:lnTo>
                  <a:pt x="1359387" y="236373"/>
                </a:lnTo>
                <a:lnTo>
                  <a:pt x="1359387" y="230388"/>
                </a:lnTo>
                <a:lnTo>
                  <a:pt x="1362877" y="230388"/>
                </a:lnTo>
                <a:cubicBezTo>
                  <a:pt x="1369970" y="230388"/>
                  <a:pt x="1374901" y="229338"/>
                  <a:pt x="1377672" y="227231"/>
                </a:cubicBezTo>
                <a:cubicBezTo>
                  <a:pt x="1380442" y="225014"/>
                  <a:pt x="1382381" y="221800"/>
                  <a:pt x="1383490" y="217589"/>
                </a:cubicBezTo>
                <a:cubicBezTo>
                  <a:pt x="1383822" y="215818"/>
                  <a:pt x="1383988" y="210608"/>
                  <a:pt x="1383988" y="201965"/>
                </a:cubicBezTo>
                <a:lnTo>
                  <a:pt x="1383988" y="148109"/>
                </a:lnTo>
                <a:cubicBezTo>
                  <a:pt x="1383988" y="131485"/>
                  <a:pt x="1383102" y="120569"/>
                  <a:pt x="1381329" y="115362"/>
                </a:cubicBezTo>
                <a:cubicBezTo>
                  <a:pt x="1379666" y="110152"/>
                  <a:pt x="1376951" y="106273"/>
                  <a:pt x="1373184" y="103724"/>
                </a:cubicBezTo>
                <a:cubicBezTo>
                  <a:pt x="1369416" y="101066"/>
                  <a:pt x="1364873" y="99735"/>
                  <a:pt x="1359553" y="99735"/>
                </a:cubicBezTo>
                <a:cubicBezTo>
                  <a:pt x="1354123" y="99735"/>
                  <a:pt x="1348471" y="101177"/>
                  <a:pt x="1342598" y="104059"/>
                </a:cubicBezTo>
                <a:cubicBezTo>
                  <a:pt x="1336725" y="106938"/>
                  <a:pt x="1329688" y="112758"/>
                  <a:pt x="1321487" y="121511"/>
                </a:cubicBezTo>
                <a:lnTo>
                  <a:pt x="1321487" y="201965"/>
                </a:lnTo>
                <a:cubicBezTo>
                  <a:pt x="1321487" y="212382"/>
                  <a:pt x="1322041" y="218864"/>
                  <a:pt x="1323149" y="221414"/>
                </a:cubicBezTo>
                <a:cubicBezTo>
                  <a:pt x="1324369" y="223963"/>
                  <a:pt x="1326530" y="226124"/>
                  <a:pt x="1329633" y="227895"/>
                </a:cubicBezTo>
                <a:cubicBezTo>
                  <a:pt x="1332846" y="229559"/>
                  <a:pt x="1338332" y="230388"/>
                  <a:pt x="1346089" y="230388"/>
                </a:cubicBezTo>
                <a:lnTo>
                  <a:pt x="1346089" y="236373"/>
                </a:lnTo>
                <a:lnTo>
                  <a:pt x="1270622" y="236373"/>
                </a:lnTo>
                <a:lnTo>
                  <a:pt x="1270622" y="230388"/>
                </a:lnTo>
                <a:cubicBezTo>
                  <a:pt x="1277382" y="230388"/>
                  <a:pt x="1282701" y="229338"/>
                  <a:pt x="1286580" y="227231"/>
                </a:cubicBezTo>
                <a:cubicBezTo>
                  <a:pt x="1288796" y="226124"/>
                  <a:pt x="1290569" y="224017"/>
                  <a:pt x="1291899" y="220914"/>
                </a:cubicBezTo>
                <a:cubicBezTo>
                  <a:pt x="1293229" y="217811"/>
                  <a:pt x="1293894" y="211496"/>
                  <a:pt x="1293894" y="201965"/>
                </a:cubicBezTo>
                <a:lnTo>
                  <a:pt x="1293894" y="64163"/>
                </a:lnTo>
                <a:cubicBezTo>
                  <a:pt x="1293894" y="46764"/>
                  <a:pt x="1293450" y="36072"/>
                  <a:pt x="1292564" y="32083"/>
                </a:cubicBezTo>
                <a:cubicBezTo>
                  <a:pt x="1291789" y="28091"/>
                  <a:pt x="1290514" y="25377"/>
                  <a:pt x="1288741" y="23937"/>
                </a:cubicBezTo>
                <a:cubicBezTo>
                  <a:pt x="1287078" y="22495"/>
                  <a:pt x="1284807" y="21777"/>
                  <a:pt x="1281925" y="21777"/>
                </a:cubicBezTo>
                <a:cubicBezTo>
                  <a:pt x="1279599" y="21777"/>
                  <a:pt x="1275830" y="22662"/>
                  <a:pt x="1270622" y="24434"/>
                </a:cubicBezTo>
                <a:lnTo>
                  <a:pt x="1268295" y="18617"/>
                </a:lnTo>
                <a:lnTo>
                  <a:pt x="1313841" y="0"/>
                </a:lnTo>
                <a:lnTo>
                  <a:pt x="1321487" y="0"/>
                </a:lnTo>
                <a:moveTo>
                  <a:pt x="1632164" y="22941"/>
                </a:moveTo>
                <a:lnTo>
                  <a:pt x="1605568" y="112202"/>
                </a:lnTo>
                <a:lnTo>
                  <a:pt x="1635156" y="112202"/>
                </a:lnTo>
                <a:cubicBezTo>
                  <a:pt x="1648454" y="112202"/>
                  <a:pt x="1658372" y="110152"/>
                  <a:pt x="1664910" y="106052"/>
                </a:cubicBezTo>
                <a:cubicBezTo>
                  <a:pt x="1671560" y="101952"/>
                  <a:pt x="1678375" y="93196"/>
                  <a:pt x="1685357" y="79790"/>
                </a:cubicBezTo>
                <a:lnTo>
                  <a:pt x="1691673" y="79790"/>
                </a:lnTo>
                <a:lnTo>
                  <a:pt x="1668235" y="161904"/>
                </a:lnTo>
                <a:lnTo>
                  <a:pt x="1661586" y="161904"/>
                </a:lnTo>
                <a:cubicBezTo>
                  <a:pt x="1663248" y="155255"/>
                  <a:pt x="1664080" y="149770"/>
                  <a:pt x="1664080" y="145448"/>
                </a:cubicBezTo>
                <a:cubicBezTo>
                  <a:pt x="1664080" y="138688"/>
                  <a:pt x="1661808" y="133478"/>
                  <a:pt x="1657264" y="129822"/>
                </a:cubicBezTo>
                <a:cubicBezTo>
                  <a:pt x="1652831" y="126054"/>
                  <a:pt x="1644465" y="124172"/>
                  <a:pt x="1632164" y="124172"/>
                </a:cubicBezTo>
                <a:lnTo>
                  <a:pt x="1602243" y="124172"/>
                </a:lnTo>
                <a:lnTo>
                  <a:pt x="1582629" y="192159"/>
                </a:lnTo>
                <a:cubicBezTo>
                  <a:pt x="1579083" y="204237"/>
                  <a:pt x="1577309" y="212271"/>
                  <a:pt x="1577309" y="216260"/>
                </a:cubicBezTo>
                <a:cubicBezTo>
                  <a:pt x="1577309" y="220360"/>
                  <a:pt x="1578805" y="223517"/>
                  <a:pt x="1581797" y="225735"/>
                </a:cubicBezTo>
                <a:cubicBezTo>
                  <a:pt x="1584901" y="227952"/>
                  <a:pt x="1592381" y="229448"/>
                  <a:pt x="1604238" y="230224"/>
                </a:cubicBezTo>
                <a:lnTo>
                  <a:pt x="1602243" y="236373"/>
                </a:lnTo>
                <a:lnTo>
                  <a:pt x="1513146" y="236373"/>
                </a:lnTo>
                <a:lnTo>
                  <a:pt x="1515307" y="230224"/>
                </a:lnTo>
                <a:cubicBezTo>
                  <a:pt x="1523951" y="230002"/>
                  <a:pt x="1529713" y="229227"/>
                  <a:pt x="1532594" y="227895"/>
                </a:cubicBezTo>
                <a:cubicBezTo>
                  <a:pt x="1537027" y="226013"/>
                  <a:pt x="1540296" y="223463"/>
                  <a:pt x="1542402" y="220250"/>
                </a:cubicBezTo>
                <a:cubicBezTo>
                  <a:pt x="1545394" y="215707"/>
                  <a:pt x="1548940" y="206343"/>
                  <a:pt x="1553040" y="192159"/>
                </a:cubicBezTo>
                <a:lnTo>
                  <a:pt x="1592768" y="56352"/>
                </a:lnTo>
                <a:cubicBezTo>
                  <a:pt x="1595982" y="45379"/>
                  <a:pt x="1597589" y="36790"/>
                  <a:pt x="1597589" y="30587"/>
                </a:cubicBezTo>
                <a:cubicBezTo>
                  <a:pt x="1597589" y="27705"/>
                  <a:pt x="1596869" y="25266"/>
                  <a:pt x="1595428" y="23273"/>
                </a:cubicBezTo>
                <a:cubicBezTo>
                  <a:pt x="1593988" y="21166"/>
                  <a:pt x="1591826" y="19616"/>
                  <a:pt x="1588945" y="18617"/>
                </a:cubicBezTo>
                <a:cubicBezTo>
                  <a:pt x="1586175" y="17620"/>
                  <a:pt x="1580579" y="17120"/>
                  <a:pt x="1572156" y="17120"/>
                </a:cubicBezTo>
                <a:lnTo>
                  <a:pt x="1574151" y="10971"/>
                </a:lnTo>
                <a:lnTo>
                  <a:pt x="1749021" y="10971"/>
                </a:lnTo>
                <a:lnTo>
                  <a:pt x="1732398" y="67987"/>
                </a:lnTo>
                <a:lnTo>
                  <a:pt x="1726082" y="67987"/>
                </a:lnTo>
                <a:cubicBezTo>
                  <a:pt x="1727301" y="61116"/>
                  <a:pt x="1727910" y="55463"/>
                  <a:pt x="1727910" y="51031"/>
                </a:cubicBezTo>
                <a:cubicBezTo>
                  <a:pt x="1727910" y="43718"/>
                  <a:pt x="1725860" y="37954"/>
                  <a:pt x="1721760" y="33744"/>
                </a:cubicBezTo>
                <a:cubicBezTo>
                  <a:pt x="1717770" y="29422"/>
                  <a:pt x="1712617" y="26376"/>
                  <a:pt x="1706301" y="24602"/>
                </a:cubicBezTo>
                <a:cubicBezTo>
                  <a:pt x="1701868" y="23494"/>
                  <a:pt x="1691950" y="22941"/>
                  <a:pt x="1676547" y="22941"/>
                </a:cubicBezTo>
                <a:lnTo>
                  <a:pt x="1632164" y="22941"/>
                </a:lnTo>
                <a:moveTo>
                  <a:pt x="1747359" y="95249"/>
                </a:moveTo>
                <a:lnTo>
                  <a:pt x="1804707" y="85939"/>
                </a:lnTo>
                <a:lnTo>
                  <a:pt x="1780770" y="166725"/>
                </a:lnTo>
                <a:cubicBezTo>
                  <a:pt x="1800163" y="133589"/>
                  <a:pt x="1817783" y="110430"/>
                  <a:pt x="1833630" y="97242"/>
                </a:cubicBezTo>
                <a:cubicBezTo>
                  <a:pt x="1842606" y="89707"/>
                  <a:pt x="1849920" y="85939"/>
                  <a:pt x="1855572" y="85939"/>
                </a:cubicBezTo>
                <a:cubicBezTo>
                  <a:pt x="1859229" y="85939"/>
                  <a:pt x="1862110" y="87046"/>
                  <a:pt x="1864216" y="89264"/>
                </a:cubicBezTo>
                <a:cubicBezTo>
                  <a:pt x="1866321" y="91368"/>
                  <a:pt x="1867374" y="94471"/>
                  <a:pt x="1867374" y="98574"/>
                </a:cubicBezTo>
                <a:cubicBezTo>
                  <a:pt x="1867374" y="105887"/>
                  <a:pt x="1865490" y="112869"/>
                  <a:pt x="1861722" y="119515"/>
                </a:cubicBezTo>
                <a:cubicBezTo>
                  <a:pt x="1859063" y="124504"/>
                  <a:pt x="1855239" y="126997"/>
                  <a:pt x="1850253" y="126997"/>
                </a:cubicBezTo>
                <a:cubicBezTo>
                  <a:pt x="1847704" y="126997"/>
                  <a:pt x="1845487" y="126165"/>
                  <a:pt x="1843603" y="124504"/>
                </a:cubicBezTo>
                <a:cubicBezTo>
                  <a:pt x="1841830" y="122840"/>
                  <a:pt x="1840722" y="120293"/>
                  <a:pt x="1840279" y="116858"/>
                </a:cubicBezTo>
                <a:cubicBezTo>
                  <a:pt x="1840057" y="114751"/>
                  <a:pt x="1839559" y="113366"/>
                  <a:pt x="1838783" y="112701"/>
                </a:cubicBezTo>
                <a:cubicBezTo>
                  <a:pt x="1837897" y="111815"/>
                  <a:pt x="1836844" y="111373"/>
                  <a:pt x="1835625" y="111373"/>
                </a:cubicBezTo>
                <a:cubicBezTo>
                  <a:pt x="1833741" y="111373"/>
                  <a:pt x="1831968" y="111815"/>
                  <a:pt x="1830305" y="112701"/>
                </a:cubicBezTo>
                <a:cubicBezTo>
                  <a:pt x="1827424" y="114252"/>
                  <a:pt x="1823047" y="118576"/>
                  <a:pt x="1817173" y="125668"/>
                </a:cubicBezTo>
                <a:cubicBezTo>
                  <a:pt x="1807976" y="136528"/>
                  <a:pt x="1798003" y="150602"/>
                  <a:pt x="1787253" y="167889"/>
                </a:cubicBezTo>
                <a:cubicBezTo>
                  <a:pt x="1782599" y="175203"/>
                  <a:pt x="1778610" y="183459"/>
                  <a:pt x="1775285" y="192656"/>
                </a:cubicBezTo>
                <a:cubicBezTo>
                  <a:pt x="1770630" y="205290"/>
                  <a:pt x="1767971" y="212879"/>
                  <a:pt x="1767306" y="215429"/>
                </a:cubicBezTo>
                <a:lnTo>
                  <a:pt x="1761986" y="236373"/>
                </a:lnTo>
                <a:lnTo>
                  <a:pt x="1736554" y="236373"/>
                </a:lnTo>
                <a:lnTo>
                  <a:pt x="1767306" y="133146"/>
                </a:lnTo>
                <a:cubicBezTo>
                  <a:pt x="1770851" y="121179"/>
                  <a:pt x="1772625" y="112645"/>
                  <a:pt x="1772625" y="107548"/>
                </a:cubicBezTo>
                <a:cubicBezTo>
                  <a:pt x="1772625" y="105552"/>
                  <a:pt x="1771794" y="103891"/>
                  <a:pt x="1770132" y="102563"/>
                </a:cubicBezTo>
                <a:cubicBezTo>
                  <a:pt x="1767916" y="100788"/>
                  <a:pt x="1764979" y="99902"/>
                  <a:pt x="1761322" y="99902"/>
                </a:cubicBezTo>
                <a:cubicBezTo>
                  <a:pt x="1758994" y="99902"/>
                  <a:pt x="1754728" y="100402"/>
                  <a:pt x="1748522" y="101399"/>
                </a:cubicBezTo>
                <a:lnTo>
                  <a:pt x="1747359" y="95249"/>
                </a:lnTo>
                <a:moveTo>
                  <a:pt x="1890147" y="173707"/>
                </a:moveTo>
                <a:cubicBezTo>
                  <a:pt x="1889371" y="179246"/>
                  <a:pt x="1888983" y="183846"/>
                  <a:pt x="1888983" y="187502"/>
                </a:cubicBezTo>
                <a:cubicBezTo>
                  <a:pt x="1888983" y="197366"/>
                  <a:pt x="1892474" y="205787"/>
                  <a:pt x="1899456" y="212768"/>
                </a:cubicBezTo>
                <a:cubicBezTo>
                  <a:pt x="1906437" y="219639"/>
                  <a:pt x="1914914" y="223074"/>
                  <a:pt x="1924888" y="223074"/>
                </a:cubicBezTo>
                <a:cubicBezTo>
                  <a:pt x="1932867" y="223074"/>
                  <a:pt x="1940514" y="221468"/>
                  <a:pt x="1947828" y="218254"/>
                </a:cubicBezTo>
                <a:cubicBezTo>
                  <a:pt x="1955252" y="214932"/>
                  <a:pt x="1966223" y="207672"/>
                  <a:pt x="1980740" y="196480"/>
                </a:cubicBezTo>
                <a:lnTo>
                  <a:pt x="1984231" y="201301"/>
                </a:lnTo>
                <a:cubicBezTo>
                  <a:pt x="1957967" y="227342"/>
                  <a:pt x="1932923" y="240362"/>
                  <a:pt x="1909097" y="240362"/>
                </a:cubicBezTo>
                <a:cubicBezTo>
                  <a:pt x="1892918" y="240362"/>
                  <a:pt x="1880728" y="235266"/>
                  <a:pt x="1872527" y="225070"/>
                </a:cubicBezTo>
                <a:cubicBezTo>
                  <a:pt x="1864327" y="214875"/>
                  <a:pt x="1860226" y="203626"/>
                  <a:pt x="1860226" y="191327"/>
                </a:cubicBezTo>
                <a:cubicBezTo>
                  <a:pt x="1860226" y="174814"/>
                  <a:pt x="1865324" y="157915"/>
                  <a:pt x="1875519" y="140628"/>
                </a:cubicBezTo>
                <a:cubicBezTo>
                  <a:pt x="1885714" y="123340"/>
                  <a:pt x="1898514" y="109930"/>
                  <a:pt x="1913917" y="100402"/>
                </a:cubicBezTo>
                <a:cubicBezTo>
                  <a:pt x="1929321" y="90760"/>
                  <a:pt x="1945168" y="85939"/>
                  <a:pt x="1961458" y="85939"/>
                </a:cubicBezTo>
                <a:cubicBezTo>
                  <a:pt x="1973204" y="85939"/>
                  <a:pt x="1981903" y="88321"/>
                  <a:pt x="1987556" y="93085"/>
                </a:cubicBezTo>
                <a:cubicBezTo>
                  <a:pt x="1993207" y="97852"/>
                  <a:pt x="1996033" y="103502"/>
                  <a:pt x="1996033" y="110041"/>
                </a:cubicBezTo>
                <a:cubicBezTo>
                  <a:pt x="1996033" y="119240"/>
                  <a:pt x="1992376" y="128050"/>
                  <a:pt x="1985062" y="136471"/>
                </a:cubicBezTo>
                <a:cubicBezTo>
                  <a:pt x="1975421" y="147442"/>
                  <a:pt x="1961236" y="156308"/>
                  <a:pt x="1942508" y="163068"/>
                </a:cubicBezTo>
                <a:cubicBezTo>
                  <a:pt x="1930097" y="167611"/>
                  <a:pt x="1912643" y="171157"/>
                  <a:pt x="1890147" y="173707"/>
                </a:cubicBezTo>
                <a:moveTo>
                  <a:pt x="1891311" y="165561"/>
                </a:moveTo>
                <a:cubicBezTo>
                  <a:pt x="1907711" y="163676"/>
                  <a:pt x="1921065" y="160465"/>
                  <a:pt x="1931371" y="155919"/>
                </a:cubicBezTo>
                <a:cubicBezTo>
                  <a:pt x="1945001" y="149826"/>
                  <a:pt x="1955197" y="142567"/>
                  <a:pt x="1961957" y="134146"/>
                </a:cubicBezTo>
                <a:cubicBezTo>
                  <a:pt x="1968828" y="125611"/>
                  <a:pt x="1972263" y="117522"/>
                  <a:pt x="1972263" y="109876"/>
                </a:cubicBezTo>
                <a:cubicBezTo>
                  <a:pt x="1972263" y="105220"/>
                  <a:pt x="1970767" y="101452"/>
                  <a:pt x="1967774" y="98574"/>
                </a:cubicBezTo>
                <a:cubicBezTo>
                  <a:pt x="1964893" y="95692"/>
                  <a:pt x="1960737" y="94249"/>
                  <a:pt x="1955307" y="94249"/>
                </a:cubicBezTo>
                <a:cubicBezTo>
                  <a:pt x="1944004" y="94249"/>
                  <a:pt x="1931981" y="100288"/>
                  <a:pt x="1919236" y="112369"/>
                </a:cubicBezTo>
                <a:cubicBezTo>
                  <a:pt x="1906603" y="124336"/>
                  <a:pt x="1897294" y="142067"/>
                  <a:pt x="1891311" y="165561"/>
                </a:cubicBezTo>
                <a:moveTo>
                  <a:pt x="2041413" y="173707"/>
                </a:moveTo>
                <a:cubicBezTo>
                  <a:pt x="2040637" y="179246"/>
                  <a:pt x="2040249" y="183846"/>
                  <a:pt x="2040249" y="187502"/>
                </a:cubicBezTo>
                <a:cubicBezTo>
                  <a:pt x="2040249" y="197366"/>
                  <a:pt x="2043739" y="205787"/>
                  <a:pt x="2050721" y="212768"/>
                </a:cubicBezTo>
                <a:cubicBezTo>
                  <a:pt x="2057703" y="219639"/>
                  <a:pt x="2066180" y="223074"/>
                  <a:pt x="2076154" y="223074"/>
                </a:cubicBezTo>
                <a:cubicBezTo>
                  <a:pt x="2084132" y="223074"/>
                  <a:pt x="2091779" y="221468"/>
                  <a:pt x="2099094" y="218254"/>
                </a:cubicBezTo>
                <a:cubicBezTo>
                  <a:pt x="2106518" y="214932"/>
                  <a:pt x="2117489" y="207672"/>
                  <a:pt x="2132006" y="196480"/>
                </a:cubicBezTo>
                <a:lnTo>
                  <a:pt x="2135497" y="201301"/>
                </a:lnTo>
                <a:cubicBezTo>
                  <a:pt x="2109233" y="227342"/>
                  <a:pt x="2084188" y="240362"/>
                  <a:pt x="2060363" y="240362"/>
                </a:cubicBezTo>
                <a:cubicBezTo>
                  <a:pt x="2044183" y="240362"/>
                  <a:pt x="2031993" y="235266"/>
                  <a:pt x="2023793" y="225070"/>
                </a:cubicBezTo>
                <a:cubicBezTo>
                  <a:pt x="2015592" y="214875"/>
                  <a:pt x="2011492" y="203626"/>
                  <a:pt x="2011492" y="191327"/>
                </a:cubicBezTo>
                <a:cubicBezTo>
                  <a:pt x="2011492" y="174814"/>
                  <a:pt x="2016590" y="157915"/>
                  <a:pt x="2026785" y="140628"/>
                </a:cubicBezTo>
                <a:cubicBezTo>
                  <a:pt x="2036980" y="123340"/>
                  <a:pt x="2049780" y="109930"/>
                  <a:pt x="2065183" y="100402"/>
                </a:cubicBezTo>
                <a:cubicBezTo>
                  <a:pt x="2080586" y="90760"/>
                  <a:pt x="2096433" y="85939"/>
                  <a:pt x="2112724" y="85939"/>
                </a:cubicBezTo>
                <a:cubicBezTo>
                  <a:pt x="2124470" y="85939"/>
                  <a:pt x="2133169" y="88321"/>
                  <a:pt x="2138821" y="93085"/>
                </a:cubicBezTo>
                <a:cubicBezTo>
                  <a:pt x="2144473" y="97852"/>
                  <a:pt x="2147299" y="103502"/>
                  <a:pt x="2147299" y="110041"/>
                </a:cubicBezTo>
                <a:cubicBezTo>
                  <a:pt x="2147299" y="119240"/>
                  <a:pt x="2143642" y="128050"/>
                  <a:pt x="2136328" y="136471"/>
                </a:cubicBezTo>
                <a:cubicBezTo>
                  <a:pt x="2126687" y="147442"/>
                  <a:pt x="2112502" y="156308"/>
                  <a:pt x="2093774" y="163068"/>
                </a:cubicBezTo>
                <a:cubicBezTo>
                  <a:pt x="2081362" y="167611"/>
                  <a:pt x="2063909" y="171157"/>
                  <a:pt x="2041413" y="173707"/>
                </a:cubicBezTo>
                <a:moveTo>
                  <a:pt x="2042576" y="165561"/>
                </a:moveTo>
                <a:cubicBezTo>
                  <a:pt x="2058977" y="163676"/>
                  <a:pt x="2072331" y="160465"/>
                  <a:pt x="2082637" y="155919"/>
                </a:cubicBezTo>
                <a:cubicBezTo>
                  <a:pt x="2096267" y="149826"/>
                  <a:pt x="2106463" y="142567"/>
                  <a:pt x="2113223" y="134146"/>
                </a:cubicBezTo>
                <a:cubicBezTo>
                  <a:pt x="2120093" y="125611"/>
                  <a:pt x="2123528" y="117522"/>
                  <a:pt x="2123528" y="109876"/>
                </a:cubicBezTo>
                <a:cubicBezTo>
                  <a:pt x="2123528" y="105220"/>
                  <a:pt x="2122033" y="101452"/>
                  <a:pt x="2119040" y="98574"/>
                </a:cubicBezTo>
                <a:cubicBezTo>
                  <a:pt x="2116159" y="95692"/>
                  <a:pt x="2112003" y="94249"/>
                  <a:pt x="2106573" y="94249"/>
                </a:cubicBezTo>
                <a:cubicBezTo>
                  <a:pt x="2095270" y="94249"/>
                  <a:pt x="2083247" y="100288"/>
                  <a:pt x="2070502" y="112369"/>
                </a:cubicBezTo>
                <a:cubicBezTo>
                  <a:pt x="2057869" y="124336"/>
                  <a:pt x="2048560" y="142067"/>
                  <a:pt x="2042576" y="165561"/>
                </a:cubicBezTo>
                <a:moveTo>
                  <a:pt x="2336298" y="0"/>
                </a:moveTo>
                <a:lnTo>
                  <a:pt x="2279116" y="196148"/>
                </a:lnTo>
                <a:cubicBezTo>
                  <a:pt x="2276013" y="206786"/>
                  <a:pt x="2274462" y="213768"/>
                  <a:pt x="2274462" y="217092"/>
                </a:cubicBezTo>
                <a:cubicBezTo>
                  <a:pt x="2274462" y="218200"/>
                  <a:pt x="2274905" y="219253"/>
                  <a:pt x="2275791" y="220250"/>
                </a:cubicBezTo>
                <a:cubicBezTo>
                  <a:pt x="2276789" y="221246"/>
                  <a:pt x="2277786" y="221746"/>
                  <a:pt x="2278784" y="221746"/>
                </a:cubicBezTo>
                <a:cubicBezTo>
                  <a:pt x="2280224" y="221746"/>
                  <a:pt x="2281942" y="221025"/>
                  <a:pt x="2283937" y="219585"/>
                </a:cubicBezTo>
                <a:cubicBezTo>
                  <a:pt x="2287705" y="216925"/>
                  <a:pt x="2294021" y="210275"/>
                  <a:pt x="2302886" y="199637"/>
                </a:cubicBezTo>
                <a:lnTo>
                  <a:pt x="2308539" y="203129"/>
                </a:lnTo>
                <a:cubicBezTo>
                  <a:pt x="2300559" y="214211"/>
                  <a:pt x="2292469" y="223185"/>
                  <a:pt x="2284269" y="230056"/>
                </a:cubicBezTo>
                <a:cubicBezTo>
                  <a:pt x="2276179" y="236927"/>
                  <a:pt x="2268588" y="240362"/>
                  <a:pt x="2261496" y="240362"/>
                </a:cubicBezTo>
                <a:cubicBezTo>
                  <a:pt x="2257729" y="240362"/>
                  <a:pt x="2254625" y="239034"/>
                  <a:pt x="2252187" y="236373"/>
                </a:cubicBezTo>
                <a:cubicBezTo>
                  <a:pt x="2249749" y="233713"/>
                  <a:pt x="2248530" y="229945"/>
                  <a:pt x="2248530" y="225070"/>
                </a:cubicBezTo>
                <a:cubicBezTo>
                  <a:pt x="2248530" y="218753"/>
                  <a:pt x="2250193" y="210275"/>
                  <a:pt x="2253517" y="199637"/>
                </a:cubicBezTo>
                <a:lnTo>
                  <a:pt x="2260000" y="179025"/>
                </a:lnTo>
                <a:cubicBezTo>
                  <a:pt x="2243932" y="203848"/>
                  <a:pt x="2229303" y="221025"/>
                  <a:pt x="2216116" y="230556"/>
                </a:cubicBezTo>
                <a:cubicBezTo>
                  <a:pt x="2207029" y="237094"/>
                  <a:pt x="2198330" y="240362"/>
                  <a:pt x="2190019" y="240362"/>
                </a:cubicBezTo>
                <a:cubicBezTo>
                  <a:pt x="2181597" y="240362"/>
                  <a:pt x="2174228" y="236651"/>
                  <a:pt x="2167911" y="229227"/>
                </a:cubicBezTo>
                <a:cubicBezTo>
                  <a:pt x="2161705" y="221689"/>
                  <a:pt x="2158602" y="211496"/>
                  <a:pt x="2158602" y="198640"/>
                </a:cubicBezTo>
                <a:cubicBezTo>
                  <a:pt x="2158602" y="182128"/>
                  <a:pt x="2163866" y="164508"/>
                  <a:pt x="2174394" y="145781"/>
                </a:cubicBezTo>
                <a:cubicBezTo>
                  <a:pt x="2184921" y="127053"/>
                  <a:pt x="2198829" y="111815"/>
                  <a:pt x="2216116" y="100067"/>
                </a:cubicBezTo>
                <a:cubicBezTo>
                  <a:pt x="2229747" y="90649"/>
                  <a:pt x="2242269" y="85939"/>
                  <a:pt x="2253683" y="85939"/>
                </a:cubicBezTo>
                <a:cubicBezTo>
                  <a:pt x="2259668" y="85939"/>
                  <a:pt x="2264821" y="87157"/>
                  <a:pt x="2269143" y="89596"/>
                </a:cubicBezTo>
                <a:cubicBezTo>
                  <a:pt x="2273465" y="92035"/>
                  <a:pt x="2277731" y="96078"/>
                  <a:pt x="2281942" y="101731"/>
                </a:cubicBezTo>
                <a:lnTo>
                  <a:pt x="2298232" y="43882"/>
                </a:lnTo>
                <a:cubicBezTo>
                  <a:pt x="2299451" y="39783"/>
                  <a:pt x="2300448" y="36515"/>
                  <a:pt x="2301224" y="34076"/>
                </a:cubicBezTo>
                <a:cubicBezTo>
                  <a:pt x="2302554" y="29644"/>
                  <a:pt x="2303219" y="25987"/>
                  <a:pt x="2303219" y="23105"/>
                </a:cubicBezTo>
                <a:cubicBezTo>
                  <a:pt x="2303219" y="20777"/>
                  <a:pt x="2302387" y="18838"/>
                  <a:pt x="2300725" y="17288"/>
                </a:cubicBezTo>
                <a:cubicBezTo>
                  <a:pt x="2298398" y="15403"/>
                  <a:pt x="2295406" y="14463"/>
                  <a:pt x="2291749" y="14463"/>
                </a:cubicBezTo>
                <a:cubicBezTo>
                  <a:pt x="2289201" y="14463"/>
                  <a:pt x="2284989" y="14849"/>
                  <a:pt x="2279116" y="15624"/>
                </a:cubicBezTo>
                <a:lnTo>
                  <a:pt x="2279116" y="9474"/>
                </a:lnTo>
                <a:lnTo>
                  <a:pt x="2336298" y="0"/>
                </a:lnTo>
                <a:moveTo>
                  <a:pt x="2274628" y="118022"/>
                </a:moveTo>
                <a:cubicBezTo>
                  <a:pt x="2274628" y="110930"/>
                  <a:pt x="2272577" y="105220"/>
                  <a:pt x="2268478" y="100899"/>
                </a:cubicBezTo>
                <a:cubicBezTo>
                  <a:pt x="2264377" y="96578"/>
                  <a:pt x="2259169" y="94417"/>
                  <a:pt x="2252852" y="94417"/>
                </a:cubicBezTo>
                <a:cubicBezTo>
                  <a:pt x="2238889" y="94417"/>
                  <a:pt x="2224317" y="105941"/>
                  <a:pt x="2209135" y="128993"/>
                </a:cubicBezTo>
                <a:cubicBezTo>
                  <a:pt x="2194063" y="152041"/>
                  <a:pt x="2186528" y="174093"/>
                  <a:pt x="2186528" y="195148"/>
                </a:cubicBezTo>
                <a:cubicBezTo>
                  <a:pt x="2186528" y="203461"/>
                  <a:pt x="2188357" y="209833"/>
                  <a:pt x="2192014" y="214265"/>
                </a:cubicBezTo>
                <a:cubicBezTo>
                  <a:pt x="2195670" y="218589"/>
                  <a:pt x="2200048" y="220749"/>
                  <a:pt x="2205145" y="220749"/>
                </a:cubicBezTo>
                <a:cubicBezTo>
                  <a:pt x="2216670" y="220749"/>
                  <a:pt x="2231133" y="208282"/>
                  <a:pt x="2248530" y="183349"/>
                </a:cubicBezTo>
                <a:cubicBezTo>
                  <a:pt x="2265929" y="158412"/>
                  <a:pt x="2274628" y="136638"/>
                  <a:pt x="2274628" y="118022"/>
                </a:cubicBezTo>
                <a:moveTo>
                  <a:pt x="2479751" y="137967"/>
                </a:moveTo>
                <a:cubicBezTo>
                  <a:pt x="2479751" y="154591"/>
                  <a:pt x="2475318" y="171046"/>
                  <a:pt x="2466453" y="187338"/>
                </a:cubicBezTo>
                <a:cubicBezTo>
                  <a:pt x="2457698" y="203626"/>
                  <a:pt x="2445453" y="216536"/>
                  <a:pt x="2429717" y="226067"/>
                </a:cubicBezTo>
                <a:cubicBezTo>
                  <a:pt x="2413981" y="235598"/>
                  <a:pt x="2398688" y="240362"/>
                  <a:pt x="2383839" y="240362"/>
                </a:cubicBezTo>
                <a:cubicBezTo>
                  <a:pt x="2368657" y="240362"/>
                  <a:pt x="2356245" y="235541"/>
                  <a:pt x="2346603" y="225902"/>
                </a:cubicBezTo>
                <a:cubicBezTo>
                  <a:pt x="2337074" y="216150"/>
                  <a:pt x="2332308" y="203572"/>
                  <a:pt x="2332308" y="188167"/>
                </a:cubicBezTo>
                <a:cubicBezTo>
                  <a:pt x="2332308" y="171878"/>
                  <a:pt x="2336963" y="155533"/>
                  <a:pt x="2346271" y="139131"/>
                </a:cubicBezTo>
                <a:cubicBezTo>
                  <a:pt x="2355691" y="122729"/>
                  <a:pt x="2368213" y="109766"/>
                  <a:pt x="2383839" y="100234"/>
                </a:cubicBezTo>
                <a:cubicBezTo>
                  <a:pt x="2399575" y="90703"/>
                  <a:pt x="2414757" y="85939"/>
                  <a:pt x="2429385" y="85939"/>
                </a:cubicBezTo>
                <a:cubicBezTo>
                  <a:pt x="2444012" y="85939"/>
                  <a:pt x="2456036" y="90760"/>
                  <a:pt x="2465456" y="100402"/>
                </a:cubicBezTo>
                <a:cubicBezTo>
                  <a:pt x="2474986" y="110041"/>
                  <a:pt x="2479751" y="122565"/>
                  <a:pt x="2479751" y="137967"/>
                </a:cubicBezTo>
                <a:moveTo>
                  <a:pt x="2452157" y="126497"/>
                </a:moveTo>
                <a:cubicBezTo>
                  <a:pt x="2452157" y="116194"/>
                  <a:pt x="2449609" y="108323"/>
                  <a:pt x="2444511" y="102895"/>
                </a:cubicBezTo>
                <a:cubicBezTo>
                  <a:pt x="2439524" y="97353"/>
                  <a:pt x="2433042" y="94582"/>
                  <a:pt x="2425063" y="94582"/>
                </a:cubicBezTo>
                <a:cubicBezTo>
                  <a:pt x="2408772" y="94582"/>
                  <a:pt x="2393757" y="106273"/>
                  <a:pt x="2380015" y="129657"/>
                </a:cubicBezTo>
                <a:cubicBezTo>
                  <a:pt x="2366385" y="152927"/>
                  <a:pt x="2359569" y="176089"/>
                  <a:pt x="2359569" y="199140"/>
                </a:cubicBezTo>
                <a:cubicBezTo>
                  <a:pt x="2359569" y="209668"/>
                  <a:pt x="2362229" y="217811"/>
                  <a:pt x="2367548" y="223574"/>
                </a:cubicBezTo>
                <a:cubicBezTo>
                  <a:pt x="2372867" y="229227"/>
                  <a:pt x="2379572" y="232052"/>
                  <a:pt x="2387662" y="232052"/>
                </a:cubicBezTo>
                <a:cubicBezTo>
                  <a:pt x="2403287" y="232052"/>
                  <a:pt x="2417915" y="220471"/>
                  <a:pt x="2431545" y="197312"/>
                </a:cubicBezTo>
                <a:cubicBezTo>
                  <a:pt x="2445287" y="174039"/>
                  <a:pt x="2452157" y="150434"/>
                  <a:pt x="2452157" y="126497"/>
                </a:cubicBezTo>
                <a:moveTo>
                  <a:pt x="2566355" y="85939"/>
                </a:moveTo>
                <a:lnTo>
                  <a:pt x="2544746" y="160908"/>
                </a:lnTo>
                <a:cubicBezTo>
                  <a:pt x="2554386" y="143288"/>
                  <a:pt x="2562587" y="130043"/>
                  <a:pt x="2569347" y="121179"/>
                </a:cubicBezTo>
                <a:cubicBezTo>
                  <a:pt x="2579875" y="107437"/>
                  <a:pt x="2590125" y="97463"/>
                  <a:pt x="2600098" y="91257"/>
                </a:cubicBezTo>
                <a:cubicBezTo>
                  <a:pt x="2605972" y="87711"/>
                  <a:pt x="2612122" y="85939"/>
                  <a:pt x="2618550" y="85939"/>
                </a:cubicBezTo>
                <a:cubicBezTo>
                  <a:pt x="2624091" y="85939"/>
                  <a:pt x="2628690" y="87711"/>
                  <a:pt x="2632346" y="91257"/>
                </a:cubicBezTo>
                <a:cubicBezTo>
                  <a:pt x="2636003" y="94803"/>
                  <a:pt x="2637832" y="99349"/>
                  <a:pt x="2637832" y="104888"/>
                </a:cubicBezTo>
                <a:cubicBezTo>
                  <a:pt x="2637832" y="110319"/>
                  <a:pt x="2636558" y="117412"/>
                  <a:pt x="2634009" y="126165"/>
                </a:cubicBezTo>
                <a:lnTo>
                  <a:pt x="2622207" y="168386"/>
                </a:lnTo>
                <a:cubicBezTo>
                  <a:pt x="2640270" y="134589"/>
                  <a:pt x="2657392" y="110873"/>
                  <a:pt x="2673571" y="97242"/>
                </a:cubicBezTo>
                <a:cubicBezTo>
                  <a:pt x="2682547" y="89707"/>
                  <a:pt x="2691412" y="85939"/>
                  <a:pt x="2700167" y="85939"/>
                </a:cubicBezTo>
                <a:cubicBezTo>
                  <a:pt x="2705264" y="85939"/>
                  <a:pt x="2709420" y="87711"/>
                  <a:pt x="2712634" y="91257"/>
                </a:cubicBezTo>
                <a:cubicBezTo>
                  <a:pt x="2715958" y="94692"/>
                  <a:pt x="2717621" y="100067"/>
                  <a:pt x="2717621" y="107384"/>
                </a:cubicBezTo>
                <a:cubicBezTo>
                  <a:pt x="2717621" y="113809"/>
                  <a:pt x="2716623" y="120625"/>
                  <a:pt x="2714628" y="127828"/>
                </a:cubicBezTo>
                <a:lnTo>
                  <a:pt x="2696344" y="192491"/>
                </a:lnTo>
                <a:cubicBezTo>
                  <a:pt x="2692354" y="206565"/>
                  <a:pt x="2690359" y="214375"/>
                  <a:pt x="2690359" y="215928"/>
                </a:cubicBezTo>
                <a:cubicBezTo>
                  <a:pt x="2690359" y="217478"/>
                  <a:pt x="2690858" y="218810"/>
                  <a:pt x="2691856" y="219917"/>
                </a:cubicBezTo>
                <a:cubicBezTo>
                  <a:pt x="2692521" y="220692"/>
                  <a:pt x="2693407" y="221081"/>
                  <a:pt x="2694515" y="221081"/>
                </a:cubicBezTo>
                <a:cubicBezTo>
                  <a:pt x="2695623" y="221081"/>
                  <a:pt x="2697562" y="220028"/>
                  <a:pt x="2700333" y="217921"/>
                </a:cubicBezTo>
                <a:cubicBezTo>
                  <a:pt x="2706650" y="213047"/>
                  <a:pt x="2712578" y="206619"/>
                  <a:pt x="2718119" y="198640"/>
                </a:cubicBezTo>
                <a:lnTo>
                  <a:pt x="2723605" y="202130"/>
                </a:lnTo>
                <a:cubicBezTo>
                  <a:pt x="2720835" y="206565"/>
                  <a:pt x="2715903" y="212658"/>
                  <a:pt x="2708811" y="220417"/>
                </a:cubicBezTo>
                <a:cubicBezTo>
                  <a:pt x="2701829" y="228174"/>
                  <a:pt x="2695845" y="233438"/>
                  <a:pt x="2690858" y="236209"/>
                </a:cubicBezTo>
                <a:cubicBezTo>
                  <a:pt x="2685871" y="238977"/>
                  <a:pt x="2681273" y="240362"/>
                  <a:pt x="2677061" y="240362"/>
                </a:cubicBezTo>
                <a:cubicBezTo>
                  <a:pt x="2673183" y="240362"/>
                  <a:pt x="2669914" y="239034"/>
                  <a:pt x="2667254" y="236373"/>
                </a:cubicBezTo>
                <a:cubicBezTo>
                  <a:pt x="2664705" y="233713"/>
                  <a:pt x="2663431" y="230445"/>
                  <a:pt x="2663431" y="226567"/>
                </a:cubicBezTo>
                <a:cubicBezTo>
                  <a:pt x="2663431" y="221246"/>
                  <a:pt x="2665703" y="210554"/>
                  <a:pt x="2670246" y="194484"/>
                </a:cubicBezTo>
                <a:lnTo>
                  <a:pt x="2685373" y="141127"/>
                </a:lnTo>
                <a:cubicBezTo>
                  <a:pt x="2688808" y="128825"/>
                  <a:pt x="2690637" y="122011"/>
                  <a:pt x="2690858" y="120679"/>
                </a:cubicBezTo>
                <a:cubicBezTo>
                  <a:pt x="2691191" y="118576"/>
                  <a:pt x="2691357" y="116526"/>
                  <a:pt x="2691357" y="114530"/>
                </a:cubicBezTo>
                <a:cubicBezTo>
                  <a:pt x="2691357" y="111759"/>
                  <a:pt x="2690748" y="109598"/>
                  <a:pt x="2689528" y="108048"/>
                </a:cubicBezTo>
                <a:cubicBezTo>
                  <a:pt x="2688198" y="106495"/>
                  <a:pt x="2686703" y="105720"/>
                  <a:pt x="2685040" y="105720"/>
                </a:cubicBezTo>
                <a:cubicBezTo>
                  <a:pt x="2680386" y="105720"/>
                  <a:pt x="2675454" y="108102"/>
                  <a:pt x="2670246" y="112869"/>
                </a:cubicBezTo>
                <a:cubicBezTo>
                  <a:pt x="2654953" y="126943"/>
                  <a:pt x="2640657" y="146666"/>
                  <a:pt x="2627360" y="172043"/>
                </a:cubicBezTo>
                <a:cubicBezTo>
                  <a:pt x="2618606" y="188777"/>
                  <a:pt x="2610405" y="210222"/>
                  <a:pt x="2602759" y="236373"/>
                </a:cubicBezTo>
                <a:lnTo>
                  <a:pt x="2577658" y="236373"/>
                </a:lnTo>
                <a:lnTo>
                  <a:pt x="2606083" y="135807"/>
                </a:lnTo>
                <a:cubicBezTo>
                  <a:pt x="2609186" y="124947"/>
                  <a:pt x="2610737" y="117687"/>
                  <a:pt x="2610737" y="114030"/>
                </a:cubicBezTo>
                <a:cubicBezTo>
                  <a:pt x="2610737" y="111040"/>
                  <a:pt x="2610128" y="108823"/>
                  <a:pt x="2608908" y="107384"/>
                </a:cubicBezTo>
                <a:cubicBezTo>
                  <a:pt x="2607690" y="105941"/>
                  <a:pt x="2606194" y="105220"/>
                  <a:pt x="2604421" y="105220"/>
                </a:cubicBezTo>
                <a:cubicBezTo>
                  <a:pt x="2600763" y="105220"/>
                  <a:pt x="2596885" y="106552"/>
                  <a:pt x="2592785" y="109212"/>
                </a:cubicBezTo>
                <a:cubicBezTo>
                  <a:pt x="2586136" y="113533"/>
                  <a:pt x="2577547" y="122786"/>
                  <a:pt x="2567020" y="136971"/>
                </a:cubicBezTo>
                <a:cubicBezTo>
                  <a:pt x="2556603" y="151155"/>
                  <a:pt x="2548513" y="164729"/>
                  <a:pt x="2542751" y="177696"/>
                </a:cubicBezTo>
                <a:cubicBezTo>
                  <a:pt x="2539980" y="183792"/>
                  <a:pt x="2533387" y="203351"/>
                  <a:pt x="2522970" y="236373"/>
                </a:cubicBezTo>
                <a:lnTo>
                  <a:pt x="2498368" y="236373"/>
                </a:lnTo>
                <a:lnTo>
                  <a:pt x="2529120" y="128660"/>
                </a:lnTo>
                <a:lnTo>
                  <a:pt x="2533109" y="114697"/>
                </a:lnTo>
                <a:cubicBezTo>
                  <a:pt x="2533886" y="112591"/>
                  <a:pt x="2534273" y="111040"/>
                  <a:pt x="2534273" y="110041"/>
                </a:cubicBezTo>
                <a:cubicBezTo>
                  <a:pt x="2534273" y="107605"/>
                  <a:pt x="2533165" y="105442"/>
                  <a:pt x="2530949" y="103559"/>
                </a:cubicBezTo>
                <a:cubicBezTo>
                  <a:pt x="2528733" y="101563"/>
                  <a:pt x="2525906" y="100567"/>
                  <a:pt x="2522471" y="100567"/>
                </a:cubicBezTo>
                <a:cubicBezTo>
                  <a:pt x="2521031" y="100567"/>
                  <a:pt x="2517041" y="101231"/>
                  <a:pt x="2510503" y="102563"/>
                </a:cubicBezTo>
                <a:lnTo>
                  <a:pt x="2509007" y="96410"/>
                </a:lnTo>
                <a:lnTo>
                  <a:pt x="2566355" y="85939"/>
                </a:lnTo>
                <a:moveTo>
                  <a:pt x="2912105" y="44714"/>
                </a:moveTo>
                <a:lnTo>
                  <a:pt x="2899139" y="89928"/>
                </a:lnTo>
                <a:lnTo>
                  <a:pt x="2925237" y="89928"/>
                </a:lnTo>
                <a:lnTo>
                  <a:pt x="2922411" y="100402"/>
                </a:lnTo>
                <a:lnTo>
                  <a:pt x="2896480" y="100402"/>
                </a:lnTo>
                <a:lnTo>
                  <a:pt x="2867889" y="198473"/>
                </a:lnTo>
                <a:cubicBezTo>
                  <a:pt x="2864786" y="209001"/>
                  <a:pt x="2863235" y="215818"/>
                  <a:pt x="2863235" y="218921"/>
                </a:cubicBezTo>
                <a:cubicBezTo>
                  <a:pt x="2863235" y="220803"/>
                  <a:pt x="2863678" y="222245"/>
                  <a:pt x="2864565" y="223242"/>
                </a:cubicBezTo>
                <a:cubicBezTo>
                  <a:pt x="2865451" y="224239"/>
                  <a:pt x="2866504" y="224738"/>
                  <a:pt x="2867722" y="224738"/>
                </a:cubicBezTo>
                <a:cubicBezTo>
                  <a:pt x="2870493" y="224738"/>
                  <a:pt x="2874150" y="222799"/>
                  <a:pt x="2878694" y="218921"/>
                </a:cubicBezTo>
                <a:cubicBezTo>
                  <a:pt x="2881353" y="216703"/>
                  <a:pt x="2887282" y="209889"/>
                  <a:pt x="2896480" y="198473"/>
                </a:cubicBezTo>
                <a:lnTo>
                  <a:pt x="2901966" y="202630"/>
                </a:lnTo>
                <a:cubicBezTo>
                  <a:pt x="2891770" y="217478"/>
                  <a:pt x="2882129" y="227952"/>
                  <a:pt x="2873042" y="234045"/>
                </a:cubicBezTo>
                <a:cubicBezTo>
                  <a:pt x="2866836" y="238258"/>
                  <a:pt x="2860575" y="240362"/>
                  <a:pt x="2854258" y="240362"/>
                </a:cubicBezTo>
                <a:cubicBezTo>
                  <a:pt x="2849383" y="240362"/>
                  <a:pt x="2845393" y="238866"/>
                  <a:pt x="2842290" y="235874"/>
                </a:cubicBezTo>
                <a:cubicBezTo>
                  <a:pt x="2839187" y="232773"/>
                  <a:pt x="2837636" y="228838"/>
                  <a:pt x="2837636" y="224074"/>
                </a:cubicBezTo>
                <a:cubicBezTo>
                  <a:pt x="2837636" y="218089"/>
                  <a:pt x="2839409" y="208947"/>
                  <a:pt x="2842955" y="196645"/>
                </a:cubicBezTo>
                <a:lnTo>
                  <a:pt x="2870715" y="100402"/>
                </a:lnTo>
                <a:lnTo>
                  <a:pt x="2845615" y="100402"/>
                </a:lnTo>
                <a:lnTo>
                  <a:pt x="2847277" y="93917"/>
                </a:lnTo>
                <a:cubicBezTo>
                  <a:pt x="2859467" y="90593"/>
                  <a:pt x="2869607" y="85661"/>
                  <a:pt x="2877696" y="79122"/>
                </a:cubicBezTo>
                <a:cubicBezTo>
                  <a:pt x="2885786" y="72476"/>
                  <a:pt x="2894817" y="61005"/>
                  <a:pt x="2904791" y="44714"/>
                </a:cubicBezTo>
                <a:lnTo>
                  <a:pt x="2912105" y="44714"/>
                </a:lnTo>
                <a:moveTo>
                  <a:pt x="3075838" y="137967"/>
                </a:moveTo>
                <a:cubicBezTo>
                  <a:pt x="3075838" y="154591"/>
                  <a:pt x="3071405" y="171046"/>
                  <a:pt x="3062540" y="187338"/>
                </a:cubicBezTo>
                <a:cubicBezTo>
                  <a:pt x="3053785" y="203626"/>
                  <a:pt x="3041540" y="216536"/>
                  <a:pt x="3025804" y="226067"/>
                </a:cubicBezTo>
                <a:cubicBezTo>
                  <a:pt x="3010068" y="235598"/>
                  <a:pt x="2994775" y="240362"/>
                  <a:pt x="2979925" y="240362"/>
                </a:cubicBezTo>
                <a:cubicBezTo>
                  <a:pt x="2964743" y="240362"/>
                  <a:pt x="2952331" y="235541"/>
                  <a:pt x="2942691" y="225902"/>
                </a:cubicBezTo>
                <a:cubicBezTo>
                  <a:pt x="2933161" y="216150"/>
                  <a:pt x="2928396" y="203572"/>
                  <a:pt x="2928396" y="188167"/>
                </a:cubicBezTo>
                <a:cubicBezTo>
                  <a:pt x="2928396" y="171878"/>
                  <a:pt x="2933050" y="155533"/>
                  <a:pt x="2942358" y="139131"/>
                </a:cubicBezTo>
                <a:cubicBezTo>
                  <a:pt x="2951778" y="122729"/>
                  <a:pt x="2964300" y="109766"/>
                  <a:pt x="2979925" y="100234"/>
                </a:cubicBezTo>
                <a:cubicBezTo>
                  <a:pt x="2995662" y="90703"/>
                  <a:pt x="3010843" y="85939"/>
                  <a:pt x="3025472" y="85939"/>
                </a:cubicBezTo>
                <a:cubicBezTo>
                  <a:pt x="3040099" y="85939"/>
                  <a:pt x="3052123" y="90760"/>
                  <a:pt x="3061542" y="100402"/>
                </a:cubicBezTo>
                <a:cubicBezTo>
                  <a:pt x="3071073" y="110041"/>
                  <a:pt x="3075838" y="122565"/>
                  <a:pt x="3075838" y="137967"/>
                </a:cubicBezTo>
                <a:moveTo>
                  <a:pt x="3048245" y="126497"/>
                </a:moveTo>
                <a:cubicBezTo>
                  <a:pt x="3048245" y="116194"/>
                  <a:pt x="3045695" y="108323"/>
                  <a:pt x="3040598" y="102895"/>
                </a:cubicBezTo>
                <a:cubicBezTo>
                  <a:pt x="3035611" y="97353"/>
                  <a:pt x="3029129" y="94582"/>
                  <a:pt x="3021149" y="94582"/>
                </a:cubicBezTo>
                <a:cubicBezTo>
                  <a:pt x="3004859" y="94582"/>
                  <a:pt x="2989843" y="106273"/>
                  <a:pt x="2976103" y="129657"/>
                </a:cubicBezTo>
                <a:cubicBezTo>
                  <a:pt x="2962472" y="152927"/>
                  <a:pt x="2955656" y="176089"/>
                  <a:pt x="2955656" y="199140"/>
                </a:cubicBezTo>
                <a:cubicBezTo>
                  <a:pt x="2955656" y="209668"/>
                  <a:pt x="2958316" y="217811"/>
                  <a:pt x="2963636" y="223574"/>
                </a:cubicBezTo>
                <a:cubicBezTo>
                  <a:pt x="2968955" y="229227"/>
                  <a:pt x="2975659" y="232052"/>
                  <a:pt x="2983748" y="232052"/>
                </a:cubicBezTo>
                <a:cubicBezTo>
                  <a:pt x="2999374" y="232052"/>
                  <a:pt x="3014001" y="220471"/>
                  <a:pt x="3027632" y="197312"/>
                </a:cubicBezTo>
                <a:cubicBezTo>
                  <a:pt x="3041374" y="174039"/>
                  <a:pt x="3048245" y="150434"/>
                  <a:pt x="3048245" y="126497"/>
                </a:cubicBezTo>
                <a:moveTo>
                  <a:pt x="3302404" y="23437"/>
                </a:moveTo>
                <a:lnTo>
                  <a:pt x="3277304" y="110873"/>
                </a:lnTo>
                <a:lnTo>
                  <a:pt x="3284950" y="110873"/>
                </a:lnTo>
                <a:cubicBezTo>
                  <a:pt x="3305120" y="110873"/>
                  <a:pt x="3319802" y="108213"/>
                  <a:pt x="3329000" y="102895"/>
                </a:cubicBezTo>
                <a:cubicBezTo>
                  <a:pt x="3338309" y="97574"/>
                  <a:pt x="3346177" y="88157"/>
                  <a:pt x="3352604" y="74636"/>
                </a:cubicBezTo>
                <a:lnTo>
                  <a:pt x="3358755" y="74636"/>
                </a:lnTo>
                <a:lnTo>
                  <a:pt x="3333489" y="162404"/>
                </a:lnTo>
                <a:lnTo>
                  <a:pt x="3327671" y="162404"/>
                </a:lnTo>
                <a:cubicBezTo>
                  <a:pt x="3328668" y="156530"/>
                  <a:pt x="3329166" y="151766"/>
                  <a:pt x="3329166" y="148109"/>
                </a:cubicBezTo>
                <a:cubicBezTo>
                  <a:pt x="3329166" y="142013"/>
                  <a:pt x="3327338" y="137025"/>
                  <a:pt x="3323681" y="133146"/>
                </a:cubicBezTo>
                <a:cubicBezTo>
                  <a:pt x="3320135" y="129268"/>
                  <a:pt x="3315481" y="126497"/>
                  <a:pt x="3309718" y="124836"/>
                </a:cubicBezTo>
                <a:cubicBezTo>
                  <a:pt x="3305950" y="123729"/>
                  <a:pt x="3298138" y="123172"/>
                  <a:pt x="3286280" y="123172"/>
                </a:cubicBezTo>
                <a:lnTo>
                  <a:pt x="3273314" y="123172"/>
                </a:lnTo>
                <a:lnTo>
                  <a:pt x="3251705" y="198805"/>
                </a:lnTo>
                <a:cubicBezTo>
                  <a:pt x="3249821" y="205455"/>
                  <a:pt x="3248880" y="210386"/>
                  <a:pt x="3248880" y="213600"/>
                </a:cubicBezTo>
                <a:cubicBezTo>
                  <a:pt x="3248880" y="216150"/>
                  <a:pt x="3250098" y="218200"/>
                  <a:pt x="3252537" y="219750"/>
                </a:cubicBezTo>
                <a:cubicBezTo>
                  <a:pt x="3256083" y="221967"/>
                  <a:pt x="3262787" y="223074"/>
                  <a:pt x="3272649" y="223074"/>
                </a:cubicBezTo>
                <a:cubicBezTo>
                  <a:pt x="3291599" y="223074"/>
                  <a:pt x="3309441" y="219085"/>
                  <a:pt x="3326174" y="211107"/>
                </a:cubicBezTo>
                <a:cubicBezTo>
                  <a:pt x="3342908" y="203019"/>
                  <a:pt x="3357924" y="190827"/>
                  <a:pt x="3371221" y="174539"/>
                </a:cubicBezTo>
                <a:lnTo>
                  <a:pt x="3378037" y="174539"/>
                </a:lnTo>
                <a:lnTo>
                  <a:pt x="3354600" y="236373"/>
                </a:lnTo>
                <a:lnTo>
                  <a:pt x="3161776" y="236373"/>
                </a:lnTo>
                <a:lnTo>
                  <a:pt x="3163771" y="230224"/>
                </a:lnTo>
                <a:cubicBezTo>
                  <a:pt x="3175075" y="230224"/>
                  <a:pt x="3183331" y="228117"/>
                  <a:pt x="3188539" y="223906"/>
                </a:cubicBezTo>
                <a:cubicBezTo>
                  <a:pt x="3193748" y="219585"/>
                  <a:pt x="3198457" y="210165"/>
                  <a:pt x="3202669" y="195648"/>
                </a:cubicBezTo>
                <a:lnTo>
                  <a:pt x="3245056" y="50532"/>
                </a:lnTo>
                <a:cubicBezTo>
                  <a:pt x="3247383" y="42443"/>
                  <a:pt x="3248547" y="36072"/>
                  <a:pt x="3248547" y="31416"/>
                </a:cubicBezTo>
                <a:cubicBezTo>
                  <a:pt x="3248547" y="27205"/>
                  <a:pt x="3247051" y="23991"/>
                  <a:pt x="3244059" y="21777"/>
                </a:cubicBezTo>
                <a:cubicBezTo>
                  <a:pt x="3241066" y="19448"/>
                  <a:pt x="3234252" y="17898"/>
                  <a:pt x="3223612" y="17120"/>
                </a:cubicBezTo>
                <a:lnTo>
                  <a:pt x="3225442" y="10971"/>
                </a:lnTo>
                <a:lnTo>
                  <a:pt x="3405132" y="10971"/>
                </a:lnTo>
                <a:lnTo>
                  <a:pt x="3390670" y="67323"/>
                </a:lnTo>
                <a:lnTo>
                  <a:pt x="3384686" y="67323"/>
                </a:lnTo>
                <a:cubicBezTo>
                  <a:pt x="3384243" y="56239"/>
                  <a:pt x="3382525" y="48428"/>
                  <a:pt x="3379533" y="43882"/>
                </a:cubicBezTo>
                <a:cubicBezTo>
                  <a:pt x="3374878" y="36790"/>
                  <a:pt x="3368673" y="31637"/>
                  <a:pt x="3360915" y="28426"/>
                </a:cubicBezTo>
                <a:cubicBezTo>
                  <a:pt x="3353269" y="25101"/>
                  <a:pt x="3340803" y="23437"/>
                  <a:pt x="3323515" y="23437"/>
                </a:cubicBezTo>
                <a:lnTo>
                  <a:pt x="3302404" y="23437"/>
                </a:lnTo>
                <a:moveTo>
                  <a:pt x="3416269" y="92256"/>
                </a:moveTo>
                <a:lnTo>
                  <a:pt x="3474282" y="82282"/>
                </a:lnTo>
                <a:cubicBezTo>
                  <a:pt x="3484810" y="98795"/>
                  <a:pt x="3492235" y="116969"/>
                  <a:pt x="3496556" y="136803"/>
                </a:cubicBezTo>
                <a:cubicBezTo>
                  <a:pt x="3507416" y="120736"/>
                  <a:pt x="3515617" y="109487"/>
                  <a:pt x="3521157" y="103059"/>
                </a:cubicBezTo>
                <a:cubicBezTo>
                  <a:pt x="3528582" y="94417"/>
                  <a:pt x="3534677" y="88821"/>
                  <a:pt x="3539443" y="86271"/>
                </a:cubicBezTo>
                <a:cubicBezTo>
                  <a:pt x="3544319" y="83611"/>
                  <a:pt x="3549472" y="82282"/>
                  <a:pt x="3554902" y="82282"/>
                </a:cubicBezTo>
                <a:cubicBezTo>
                  <a:pt x="3560997" y="82282"/>
                  <a:pt x="3565651" y="83943"/>
                  <a:pt x="3568865" y="87268"/>
                </a:cubicBezTo>
                <a:cubicBezTo>
                  <a:pt x="3572189" y="90593"/>
                  <a:pt x="3573851" y="95081"/>
                  <a:pt x="3573851" y="100734"/>
                </a:cubicBezTo>
                <a:cubicBezTo>
                  <a:pt x="3573851" y="106052"/>
                  <a:pt x="3572189" y="110430"/>
                  <a:pt x="3568865" y="113865"/>
                </a:cubicBezTo>
                <a:cubicBezTo>
                  <a:pt x="3565651" y="117190"/>
                  <a:pt x="3561606" y="118851"/>
                  <a:pt x="3556730" y="118851"/>
                </a:cubicBezTo>
                <a:cubicBezTo>
                  <a:pt x="3553184" y="118851"/>
                  <a:pt x="3549083" y="118243"/>
                  <a:pt x="3544429" y="117023"/>
                </a:cubicBezTo>
                <a:cubicBezTo>
                  <a:pt x="3539886" y="115694"/>
                  <a:pt x="3536727" y="115029"/>
                  <a:pt x="3534954" y="115029"/>
                </a:cubicBezTo>
                <a:cubicBezTo>
                  <a:pt x="3530300" y="115029"/>
                  <a:pt x="3525867" y="116690"/>
                  <a:pt x="3521656" y="120015"/>
                </a:cubicBezTo>
                <a:cubicBezTo>
                  <a:pt x="3515894" y="124558"/>
                  <a:pt x="3508801" y="134256"/>
                  <a:pt x="3500379" y="149105"/>
                </a:cubicBezTo>
                <a:cubicBezTo>
                  <a:pt x="3509799" y="182349"/>
                  <a:pt x="3517334" y="202630"/>
                  <a:pt x="3522986" y="209943"/>
                </a:cubicBezTo>
                <a:cubicBezTo>
                  <a:pt x="3526310" y="214265"/>
                  <a:pt x="3529690" y="216425"/>
                  <a:pt x="3533126" y="216425"/>
                </a:cubicBezTo>
                <a:cubicBezTo>
                  <a:pt x="3536008" y="216425"/>
                  <a:pt x="3538500" y="215707"/>
                  <a:pt x="3540606" y="214265"/>
                </a:cubicBezTo>
                <a:cubicBezTo>
                  <a:pt x="3543820" y="211939"/>
                  <a:pt x="3548751" y="206122"/>
                  <a:pt x="3555401" y="196812"/>
                </a:cubicBezTo>
                <a:lnTo>
                  <a:pt x="3561384" y="200301"/>
                </a:lnTo>
                <a:cubicBezTo>
                  <a:pt x="3551633" y="216039"/>
                  <a:pt x="3542102" y="227120"/>
                  <a:pt x="3532794" y="233548"/>
                </a:cubicBezTo>
                <a:cubicBezTo>
                  <a:pt x="3525701" y="238534"/>
                  <a:pt x="3518720" y="241027"/>
                  <a:pt x="3511849" y="241027"/>
                </a:cubicBezTo>
                <a:cubicBezTo>
                  <a:pt x="3504757" y="241027"/>
                  <a:pt x="3498828" y="239476"/>
                  <a:pt x="3494063" y="236373"/>
                </a:cubicBezTo>
                <a:cubicBezTo>
                  <a:pt x="3489408" y="233159"/>
                  <a:pt x="3485253" y="228006"/>
                  <a:pt x="3481596" y="220914"/>
                </a:cubicBezTo>
                <a:cubicBezTo>
                  <a:pt x="3477939" y="213711"/>
                  <a:pt x="3473617" y="202241"/>
                  <a:pt x="3468630" y="186506"/>
                </a:cubicBezTo>
                <a:cubicBezTo>
                  <a:pt x="3455664" y="203019"/>
                  <a:pt x="3445469" y="215096"/>
                  <a:pt x="3438044" y="222742"/>
                </a:cubicBezTo>
                <a:cubicBezTo>
                  <a:pt x="3430731" y="230278"/>
                  <a:pt x="3424636" y="235209"/>
                  <a:pt x="3419760" y="237537"/>
                </a:cubicBezTo>
                <a:cubicBezTo>
                  <a:pt x="3414884" y="239865"/>
                  <a:pt x="3409675" y="241027"/>
                  <a:pt x="3404135" y="241027"/>
                </a:cubicBezTo>
                <a:cubicBezTo>
                  <a:pt x="3398373" y="241027"/>
                  <a:pt x="3393828" y="239366"/>
                  <a:pt x="3390504" y="236041"/>
                </a:cubicBezTo>
                <a:cubicBezTo>
                  <a:pt x="3387068" y="232716"/>
                  <a:pt x="3385351" y="228395"/>
                  <a:pt x="3385351" y="223074"/>
                </a:cubicBezTo>
                <a:cubicBezTo>
                  <a:pt x="3385351" y="217425"/>
                  <a:pt x="3387179" y="212768"/>
                  <a:pt x="3390836" y="209111"/>
                </a:cubicBezTo>
                <a:cubicBezTo>
                  <a:pt x="3394494" y="205455"/>
                  <a:pt x="3399148" y="203626"/>
                  <a:pt x="3404799" y="203626"/>
                </a:cubicBezTo>
                <a:cubicBezTo>
                  <a:pt x="3407792" y="203626"/>
                  <a:pt x="3411172" y="204515"/>
                  <a:pt x="3414939" y="206286"/>
                </a:cubicBezTo>
                <a:cubicBezTo>
                  <a:pt x="3420480" y="208947"/>
                  <a:pt x="3424470" y="210275"/>
                  <a:pt x="3426908" y="210275"/>
                </a:cubicBezTo>
                <a:cubicBezTo>
                  <a:pt x="3430122" y="210275"/>
                  <a:pt x="3433002" y="209611"/>
                  <a:pt x="3435552" y="208282"/>
                </a:cubicBezTo>
                <a:cubicBezTo>
                  <a:pt x="3438876" y="206619"/>
                  <a:pt x="3443087" y="203019"/>
                  <a:pt x="3448185" y="197476"/>
                </a:cubicBezTo>
                <a:cubicBezTo>
                  <a:pt x="3451287" y="194041"/>
                  <a:pt x="3456995" y="186727"/>
                  <a:pt x="3465306" y="175535"/>
                </a:cubicBezTo>
                <a:cubicBezTo>
                  <a:pt x="3454667" y="136085"/>
                  <a:pt x="3446356" y="112480"/>
                  <a:pt x="3440372" y="104723"/>
                </a:cubicBezTo>
                <a:cubicBezTo>
                  <a:pt x="3436604" y="99735"/>
                  <a:pt x="3431839" y="97242"/>
                  <a:pt x="3426076" y="97242"/>
                </a:cubicBezTo>
                <a:cubicBezTo>
                  <a:pt x="3423085" y="97242"/>
                  <a:pt x="3419427" y="97685"/>
                  <a:pt x="3415105" y="98574"/>
                </a:cubicBezTo>
                <a:lnTo>
                  <a:pt x="3416269" y="92256"/>
                </a:lnTo>
                <a:moveTo>
                  <a:pt x="3668600" y="41722"/>
                </a:moveTo>
                <a:lnTo>
                  <a:pt x="3655302" y="86936"/>
                </a:lnTo>
                <a:lnTo>
                  <a:pt x="3677078" y="86936"/>
                </a:lnTo>
                <a:lnTo>
                  <a:pt x="3671260" y="106052"/>
                </a:lnTo>
                <a:lnTo>
                  <a:pt x="3649817" y="106052"/>
                </a:lnTo>
                <a:lnTo>
                  <a:pt x="3622057" y="202465"/>
                </a:lnTo>
                <a:cubicBezTo>
                  <a:pt x="3620284" y="208447"/>
                  <a:pt x="3619397" y="212990"/>
                  <a:pt x="3619397" y="216093"/>
                </a:cubicBezTo>
                <a:cubicBezTo>
                  <a:pt x="3619397" y="217535"/>
                  <a:pt x="3619896" y="218810"/>
                  <a:pt x="3620893" y="219917"/>
                </a:cubicBezTo>
                <a:cubicBezTo>
                  <a:pt x="3621891" y="220914"/>
                  <a:pt x="3622999" y="221414"/>
                  <a:pt x="3624218" y="221414"/>
                </a:cubicBezTo>
                <a:cubicBezTo>
                  <a:pt x="3626102" y="221414"/>
                  <a:pt x="3628041" y="220638"/>
                  <a:pt x="3630036" y="219085"/>
                </a:cubicBezTo>
                <a:cubicBezTo>
                  <a:pt x="3635133" y="215207"/>
                  <a:pt x="3641062" y="208447"/>
                  <a:pt x="3647822" y="198805"/>
                </a:cubicBezTo>
                <a:lnTo>
                  <a:pt x="3653640" y="202465"/>
                </a:lnTo>
                <a:cubicBezTo>
                  <a:pt x="3645993" y="215761"/>
                  <a:pt x="3637572" y="225513"/>
                  <a:pt x="3628373" y="231720"/>
                </a:cubicBezTo>
                <a:cubicBezTo>
                  <a:pt x="3619176" y="237926"/>
                  <a:pt x="3610144" y="241027"/>
                  <a:pt x="3601279" y="241027"/>
                </a:cubicBezTo>
                <a:cubicBezTo>
                  <a:pt x="3593743" y="241027"/>
                  <a:pt x="3587870" y="239144"/>
                  <a:pt x="3583659" y="235377"/>
                </a:cubicBezTo>
                <a:cubicBezTo>
                  <a:pt x="3579559" y="231498"/>
                  <a:pt x="3577508" y="226621"/>
                  <a:pt x="3577508" y="220749"/>
                </a:cubicBezTo>
                <a:cubicBezTo>
                  <a:pt x="3577508" y="214321"/>
                  <a:pt x="3578949" y="206065"/>
                  <a:pt x="3581831" y="195980"/>
                </a:cubicBezTo>
                <a:lnTo>
                  <a:pt x="3608094" y="106052"/>
                </a:lnTo>
                <a:lnTo>
                  <a:pt x="3585487" y="106052"/>
                </a:lnTo>
                <a:lnTo>
                  <a:pt x="3588812" y="93753"/>
                </a:lnTo>
                <a:cubicBezTo>
                  <a:pt x="3602997" y="88543"/>
                  <a:pt x="3614965" y="82447"/>
                  <a:pt x="3624716" y="75465"/>
                </a:cubicBezTo>
                <a:cubicBezTo>
                  <a:pt x="3634468" y="68484"/>
                  <a:pt x="3646215" y="57238"/>
                  <a:pt x="3659956" y="41722"/>
                </a:cubicBezTo>
                <a:lnTo>
                  <a:pt x="3668600" y="41722"/>
                </a:lnTo>
                <a:moveTo>
                  <a:pt x="3746394" y="82282"/>
                </a:moveTo>
                <a:lnTo>
                  <a:pt x="3721294" y="175700"/>
                </a:lnTo>
                <a:cubicBezTo>
                  <a:pt x="3741906" y="130154"/>
                  <a:pt x="3757420" y="102120"/>
                  <a:pt x="3767837" y="91592"/>
                </a:cubicBezTo>
                <a:cubicBezTo>
                  <a:pt x="3773932" y="85386"/>
                  <a:pt x="3780360" y="82282"/>
                  <a:pt x="3787119" y="82282"/>
                </a:cubicBezTo>
                <a:cubicBezTo>
                  <a:pt x="3791774" y="82282"/>
                  <a:pt x="3795541" y="84000"/>
                  <a:pt x="3798423" y="87435"/>
                </a:cubicBezTo>
                <a:cubicBezTo>
                  <a:pt x="3801304" y="90760"/>
                  <a:pt x="3802744" y="95524"/>
                  <a:pt x="3802744" y="101731"/>
                </a:cubicBezTo>
                <a:cubicBezTo>
                  <a:pt x="3802744" y="112480"/>
                  <a:pt x="3800141" y="121511"/>
                  <a:pt x="3794932" y="128825"/>
                </a:cubicBezTo>
                <a:cubicBezTo>
                  <a:pt x="3791608" y="133478"/>
                  <a:pt x="3787896" y="135807"/>
                  <a:pt x="3783795" y="135807"/>
                </a:cubicBezTo>
                <a:cubicBezTo>
                  <a:pt x="3779362" y="135807"/>
                  <a:pt x="3776038" y="133757"/>
                  <a:pt x="3773822" y="129657"/>
                </a:cubicBezTo>
                <a:cubicBezTo>
                  <a:pt x="3771605" y="125557"/>
                  <a:pt x="3770054" y="123172"/>
                  <a:pt x="3769167" y="122508"/>
                </a:cubicBezTo>
                <a:cubicBezTo>
                  <a:pt x="3768280" y="121733"/>
                  <a:pt x="3767338" y="121344"/>
                  <a:pt x="3766341" y="121344"/>
                </a:cubicBezTo>
                <a:cubicBezTo>
                  <a:pt x="3765233" y="121344"/>
                  <a:pt x="3764069" y="121679"/>
                  <a:pt x="3762850" y="122343"/>
                </a:cubicBezTo>
                <a:cubicBezTo>
                  <a:pt x="3760412" y="123672"/>
                  <a:pt x="3757198" y="126943"/>
                  <a:pt x="3753209" y="132150"/>
                </a:cubicBezTo>
                <a:cubicBezTo>
                  <a:pt x="3749331" y="137246"/>
                  <a:pt x="3744510" y="145835"/>
                  <a:pt x="3738748" y="157915"/>
                </a:cubicBezTo>
                <a:cubicBezTo>
                  <a:pt x="3732986" y="169993"/>
                  <a:pt x="3728497" y="180245"/>
                  <a:pt x="3725283" y="188666"/>
                </a:cubicBezTo>
                <a:cubicBezTo>
                  <a:pt x="3722069" y="196977"/>
                  <a:pt x="3717582" y="212879"/>
                  <a:pt x="3711819" y="236373"/>
                </a:cubicBezTo>
                <a:lnTo>
                  <a:pt x="3671593" y="236373"/>
                </a:lnTo>
                <a:lnTo>
                  <a:pt x="3699019" y="126165"/>
                </a:lnTo>
                <a:cubicBezTo>
                  <a:pt x="3701014" y="117965"/>
                  <a:pt x="3702012" y="112534"/>
                  <a:pt x="3702012" y="109876"/>
                </a:cubicBezTo>
                <a:cubicBezTo>
                  <a:pt x="3702012" y="106884"/>
                  <a:pt x="3701458" y="104556"/>
                  <a:pt x="3700349" y="102895"/>
                </a:cubicBezTo>
                <a:cubicBezTo>
                  <a:pt x="3699352" y="101231"/>
                  <a:pt x="3697912" y="100013"/>
                  <a:pt x="3696028" y="99238"/>
                </a:cubicBezTo>
                <a:cubicBezTo>
                  <a:pt x="3694255" y="98460"/>
                  <a:pt x="3690487" y="98074"/>
                  <a:pt x="3684724" y="98074"/>
                </a:cubicBezTo>
                <a:lnTo>
                  <a:pt x="3686220" y="93253"/>
                </a:lnTo>
                <a:lnTo>
                  <a:pt x="3736420" y="82282"/>
                </a:lnTo>
                <a:lnTo>
                  <a:pt x="3746394" y="82282"/>
                </a:lnTo>
                <a:moveTo>
                  <a:pt x="3961491" y="84610"/>
                </a:moveTo>
                <a:lnTo>
                  <a:pt x="3929243" y="195148"/>
                </a:lnTo>
                <a:lnTo>
                  <a:pt x="3925918" y="208615"/>
                </a:lnTo>
                <a:cubicBezTo>
                  <a:pt x="3925586" y="210275"/>
                  <a:pt x="3925420" y="211496"/>
                  <a:pt x="3925420" y="212271"/>
                </a:cubicBezTo>
                <a:cubicBezTo>
                  <a:pt x="3925420" y="213600"/>
                  <a:pt x="3925863" y="214764"/>
                  <a:pt x="3926750" y="215761"/>
                </a:cubicBezTo>
                <a:cubicBezTo>
                  <a:pt x="3927747" y="216760"/>
                  <a:pt x="3928744" y="217257"/>
                  <a:pt x="3929741" y="217257"/>
                </a:cubicBezTo>
                <a:cubicBezTo>
                  <a:pt x="3932069" y="217257"/>
                  <a:pt x="3935282" y="215485"/>
                  <a:pt x="3939383" y="211939"/>
                </a:cubicBezTo>
                <a:cubicBezTo>
                  <a:pt x="3941045" y="210497"/>
                  <a:pt x="3945034" y="205401"/>
                  <a:pt x="3951351" y="196645"/>
                </a:cubicBezTo>
                <a:lnTo>
                  <a:pt x="3957169" y="199637"/>
                </a:lnTo>
                <a:cubicBezTo>
                  <a:pt x="3949301" y="214043"/>
                  <a:pt x="3940879" y="224571"/>
                  <a:pt x="3931902" y="231220"/>
                </a:cubicBezTo>
                <a:cubicBezTo>
                  <a:pt x="3923037" y="237759"/>
                  <a:pt x="3913451" y="241027"/>
                  <a:pt x="3903145" y="241027"/>
                </a:cubicBezTo>
                <a:cubicBezTo>
                  <a:pt x="3896829" y="241027"/>
                  <a:pt x="3892008" y="239423"/>
                  <a:pt x="3888684" y="236209"/>
                </a:cubicBezTo>
                <a:cubicBezTo>
                  <a:pt x="3885359" y="232884"/>
                  <a:pt x="3883697" y="228727"/>
                  <a:pt x="3883697" y="223742"/>
                </a:cubicBezTo>
                <a:cubicBezTo>
                  <a:pt x="3883697" y="219418"/>
                  <a:pt x="3885470" y="211386"/>
                  <a:pt x="3889016" y="199637"/>
                </a:cubicBezTo>
                <a:lnTo>
                  <a:pt x="3893006" y="186174"/>
                </a:lnTo>
                <a:cubicBezTo>
                  <a:pt x="3880150" y="208226"/>
                  <a:pt x="3867794" y="223852"/>
                  <a:pt x="3855937" y="233049"/>
                </a:cubicBezTo>
                <a:cubicBezTo>
                  <a:pt x="3849066" y="238369"/>
                  <a:pt x="3841752" y="241027"/>
                  <a:pt x="3833995" y="241027"/>
                </a:cubicBezTo>
                <a:cubicBezTo>
                  <a:pt x="3823800" y="241027"/>
                  <a:pt x="3816431" y="236873"/>
                  <a:pt x="3811887" y="228560"/>
                </a:cubicBezTo>
                <a:cubicBezTo>
                  <a:pt x="3807344" y="220139"/>
                  <a:pt x="3805072" y="210664"/>
                  <a:pt x="3805072" y="200137"/>
                </a:cubicBezTo>
                <a:cubicBezTo>
                  <a:pt x="3805072" y="184510"/>
                  <a:pt x="3809837" y="166615"/>
                  <a:pt x="3819368" y="146445"/>
                </a:cubicBezTo>
                <a:cubicBezTo>
                  <a:pt x="3828898" y="126165"/>
                  <a:pt x="3841420" y="109876"/>
                  <a:pt x="3856934" y="97574"/>
                </a:cubicBezTo>
                <a:cubicBezTo>
                  <a:pt x="3869678" y="87379"/>
                  <a:pt x="3881647" y="82282"/>
                  <a:pt x="3892839" y="82282"/>
                </a:cubicBezTo>
                <a:cubicBezTo>
                  <a:pt x="3899045" y="82282"/>
                  <a:pt x="3904032" y="84111"/>
                  <a:pt x="3907800" y="87768"/>
                </a:cubicBezTo>
                <a:cubicBezTo>
                  <a:pt x="3911567" y="91314"/>
                  <a:pt x="3914338" y="97852"/>
                  <a:pt x="3916111" y="107384"/>
                </a:cubicBezTo>
                <a:lnTo>
                  <a:pt x="3922095" y="86936"/>
                </a:lnTo>
                <a:lnTo>
                  <a:pt x="3961491" y="84610"/>
                </a:lnTo>
                <a:moveTo>
                  <a:pt x="3908298" y="116194"/>
                </a:moveTo>
                <a:cubicBezTo>
                  <a:pt x="3908298" y="107216"/>
                  <a:pt x="3906913" y="100734"/>
                  <a:pt x="3904143" y="96742"/>
                </a:cubicBezTo>
                <a:cubicBezTo>
                  <a:pt x="3902148" y="93974"/>
                  <a:pt x="3899433" y="92589"/>
                  <a:pt x="3895997" y="92589"/>
                </a:cubicBezTo>
                <a:cubicBezTo>
                  <a:pt x="3892562" y="92589"/>
                  <a:pt x="3889016" y="94249"/>
                  <a:pt x="3885359" y="97574"/>
                </a:cubicBezTo>
                <a:cubicBezTo>
                  <a:pt x="3877934" y="104445"/>
                  <a:pt x="3869900" y="118408"/>
                  <a:pt x="3861256" y="139463"/>
                </a:cubicBezTo>
                <a:cubicBezTo>
                  <a:pt x="3852723" y="160408"/>
                  <a:pt x="3848457" y="178528"/>
                  <a:pt x="3848457" y="193820"/>
                </a:cubicBezTo>
                <a:cubicBezTo>
                  <a:pt x="3848457" y="199694"/>
                  <a:pt x="3849399" y="203958"/>
                  <a:pt x="3851283" y="206619"/>
                </a:cubicBezTo>
                <a:cubicBezTo>
                  <a:pt x="3853278" y="209168"/>
                  <a:pt x="3855438" y="210443"/>
                  <a:pt x="3857766" y="210443"/>
                </a:cubicBezTo>
                <a:cubicBezTo>
                  <a:pt x="3862752" y="210443"/>
                  <a:pt x="3867794" y="207561"/>
                  <a:pt x="3872892" y="201798"/>
                </a:cubicBezTo>
                <a:cubicBezTo>
                  <a:pt x="3880206" y="193598"/>
                  <a:pt x="3886800" y="183570"/>
                  <a:pt x="3892673" y="171711"/>
                </a:cubicBezTo>
                <a:cubicBezTo>
                  <a:pt x="3903090" y="150877"/>
                  <a:pt x="3908298" y="132371"/>
                  <a:pt x="3908298" y="116194"/>
                </a:cubicBezTo>
                <a:moveTo>
                  <a:pt x="3989250" y="91592"/>
                </a:moveTo>
                <a:lnTo>
                  <a:pt x="4044271" y="82282"/>
                </a:lnTo>
                <a:lnTo>
                  <a:pt x="4054245" y="82282"/>
                </a:lnTo>
                <a:lnTo>
                  <a:pt x="4046765" y="109377"/>
                </a:lnTo>
                <a:cubicBezTo>
                  <a:pt x="4058401" y="98738"/>
                  <a:pt x="4067931" y="91592"/>
                  <a:pt x="4075356" y="87932"/>
                </a:cubicBezTo>
                <a:cubicBezTo>
                  <a:pt x="4082780" y="84165"/>
                  <a:pt x="4090150" y="82282"/>
                  <a:pt x="4097464" y="82282"/>
                </a:cubicBezTo>
                <a:cubicBezTo>
                  <a:pt x="4107881" y="82282"/>
                  <a:pt x="4115915" y="86328"/>
                  <a:pt x="4121566" y="94417"/>
                </a:cubicBezTo>
                <a:cubicBezTo>
                  <a:pt x="4127218" y="102395"/>
                  <a:pt x="4130044" y="112202"/>
                  <a:pt x="4130044" y="123839"/>
                </a:cubicBezTo>
                <a:cubicBezTo>
                  <a:pt x="4130044" y="155644"/>
                  <a:pt x="4119018" y="183846"/>
                  <a:pt x="4096965" y="208447"/>
                </a:cubicBezTo>
                <a:cubicBezTo>
                  <a:pt x="4077461" y="230167"/>
                  <a:pt x="4056184" y="241027"/>
                  <a:pt x="4033134" y="241027"/>
                </a:cubicBezTo>
                <a:cubicBezTo>
                  <a:pt x="4029034" y="241027"/>
                  <a:pt x="4025544" y="240641"/>
                  <a:pt x="4022662" y="239865"/>
                </a:cubicBezTo>
                <a:cubicBezTo>
                  <a:pt x="4019781" y="239087"/>
                  <a:pt x="4015736" y="237370"/>
                  <a:pt x="4010527" y="234712"/>
                </a:cubicBezTo>
                <a:lnTo>
                  <a:pt x="4001883" y="264632"/>
                </a:lnTo>
                <a:cubicBezTo>
                  <a:pt x="3998781" y="275491"/>
                  <a:pt x="3997230" y="283748"/>
                  <a:pt x="3997230" y="289401"/>
                </a:cubicBezTo>
                <a:cubicBezTo>
                  <a:pt x="3997230" y="292947"/>
                  <a:pt x="3998449" y="295715"/>
                  <a:pt x="4000887" y="297711"/>
                </a:cubicBezTo>
                <a:cubicBezTo>
                  <a:pt x="4003324" y="299818"/>
                  <a:pt x="4009032" y="301589"/>
                  <a:pt x="4018008" y="303032"/>
                </a:cubicBezTo>
                <a:lnTo>
                  <a:pt x="4016512" y="309181"/>
                </a:lnTo>
                <a:lnTo>
                  <a:pt x="3927082" y="309181"/>
                </a:lnTo>
                <a:lnTo>
                  <a:pt x="3928744" y="303032"/>
                </a:lnTo>
                <a:cubicBezTo>
                  <a:pt x="3935837" y="302810"/>
                  <a:pt x="3941765" y="300536"/>
                  <a:pt x="3946531" y="296215"/>
                </a:cubicBezTo>
                <a:cubicBezTo>
                  <a:pt x="3951185" y="291893"/>
                  <a:pt x="3955562" y="282584"/>
                  <a:pt x="3959662" y="268288"/>
                </a:cubicBezTo>
                <a:lnTo>
                  <a:pt x="4000222" y="128493"/>
                </a:lnTo>
                <a:cubicBezTo>
                  <a:pt x="4003213" y="118076"/>
                  <a:pt x="4004710" y="110705"/>
                  <a:pt x="4004710" y="106384"/>
                </a:cubicBezTo>
                <a:cubicBezTo>
                  <a:pt x="4004710" y="104502"/>
                  <a:pt x="4004267" y="102949"/>
                  <a:pt x="4003379" y="101731"/>
                </a:cubicBezTo>
                <a:cubicBezTo>
                  <a:pt x="4002493" y="100402"/>
                  <a:pt x="4001163" y="99459"/>
                  <a:pt x="3999390" y="98906"/>
                </a:cubicBezTo>
                <a:cubicBezTo>
                  <a:pt x="3997617" y="98349"/>
                  <a:pt x="3993628" y="98074"/>
                  <a:pt x="3987422" y="98074"/>
                </a:cubicBezTo>
                <a:lnTo>
                  <a:pt x="3989250" y="91592"/>
                </a:lnTo>
                <a:moveTo>
                  <a:pt x="4015182" y="219253"/>
                </a:moveTo>
                <a:cubicBezTo>
                  <a:pt x="4018507" y="224681"/>
                  <a:pt x="4021498" y="228338"/>
                  <a:pt x="4024158" y="230224"/>
                </a:cubicBezTo>
                <a:cubicBezTo>
                  <a:pt x="4026818" y="231995"/>
                  <a:pt x="4029920" y="232884"/>
                  <a:pt x="4033466" y="232884"/>
                </a:cubicBezTo>
                <a:cubicBezTo>
                  <a:pt x="4037012" y="232884"/>
                  <a:pt x="4040448" y="231941"/>
                  <a:pt x="4043773" y="230056"/>
                </a:cubicBezTo>
                <a:cubicBezTo>
                  <a:pt x="4047208" y="228063"/>
                  <a:pt x="4051419" y="224128"/>
                  <a:pt x="4056405" y="218254"/>
                </a:cubicBezTo>
                <a:cubicBezTo>
                  <a:pt x="4061392" y="212382"/>
                  <a:pt x="4066158" y="204847"/>
                  <a:pt x="4070701" y="195648"/>
                </a:cubicBezTo>
                <a:cubicBezTo>
                  <a:pt x="4075356" y="186449"/>
                  <a:pt x="4079068" y="176032"/>
                  <a:pt x="4081839" y="164397"/>
                </a:cubicBezTo>
                <a:cubicBezTo>
                  <a:pt x="4084608" y="152651"/>
                  <a:pt x="4085994" y="141459"/>
                  <a:pt x="4085994" y="130821"/>
                </a:cubicBezTo>
                <a:cubicBezTo>
                  <a:pt x="4085994" y="122286"/>
                  <a:pt x="4084442" y="116080"/>
                  <a:pt x="4081340" y="112202"/>
                </a:cubicBezTo>
                <a:cubicBezTo>
                  <a:pt x="4078348" y="108323"/>
                  <a:pt x="4074691" y="106384"/>
                  <a:pt x="4070369" y="106384"/>
                </a:cubicBezTo>
                <a:cubicBezTo>
                  <a:pt x="4066490" y="106384"/>
                  <a:pt x="4062833" y="107384"/>
                  <a:pt x="4059398" y="109377"/>
                </a:cubicBezTo>
                <a:cubicBezTo>
                  <a:pt x="4054411" y="112258"/>
                  <a:pt x="4048538" y="117633"/>
                  <a:pt x="4041778" y="125500"/>
                </a:cubicBezTo>
                <a:lnTo>
                  <a:pt x="4015182" y="219253"/>
                </a:lnTo>
                <a:moveTo>
                  <a:pt x="4250725" y="82282"/>
                </a:moveTo>
                <a:cubicBezTo>
                  <a:pt x="4259479" y="82282"/>
                  <a:pt x="4267679" y="84332"/>
                  <a:pt x="4275326" y="88432"/>
                </a:cubicBezTo>
                <a:cubicBezTo>
                  <a:pt x="4283083" y="92421"/>
                  <a:pt x="4288900" y="98017"/>
                  <a:pt x="4292779" y="105220"/>
                </a:cubicBezTo>
                <a:cubicBezTo>
                  <a:pt x="4296769" y="112423"/>
                  <a:pt x="4298764" y="120404"/>
                  <a:pt x="4298764" y="129157"/>
                </a:cubicBezTo>
                <a:cubicBezTo>
                  <a:pt x="4298764" y="147109"/>
                  <a:pt x="4293721" y="165061"/>
                  <a:pt x="4283636" y="183014"/>
                </a:cubicBezTo>
                <a:cubicBezTo>
                  <a:pt x="4273664" y="200969"/>
                  <a:pt x="4260476" y="215153"/>
                  <a:pt x="4244075" y="225570"/>
                </a:cubicBezTo>
                <a:cubicBezTo>
                  <a:pt x="4227675" y="235874"/>
                  <a:pt x="4211162" y="241027"/>
                  <a:pt x="4194540" y="241027"/>
                </a:cubicBezTo>
                <a:cubicBezTo>
                  <a:pt x="4179468" y="241027"/>
                  <a:pt x="4167777" y="236541"/>
                  <a:pt x="4159466" y="227563"/>
                </a:cubicBezTo>
                <a:cubicBezTo>
                  <a:pt x="4151265" y="218589"/>
                  <a:pt x="4147166" y="207615"/>
                  <a:pt x="4147166" y="194651"/>
                </a:cubicBezTo>
                <a:cubicBezTo>
                  <a:pt x="4147166" y="179246"/>
                  <a:pt x="4150213" y="164840"/>
                  <a:pt x="4156308" y="151433"/>
                </a:cubicBezTo>
                <a:cubicBezTo>
                  <a:pt x="4162513" y="137913"/>
                  <a:pt x="4170326" y="126165"/>
                  <a:pt x="4179745" y="116194"/>
                </a:cubicBezTo>
                <a:cubicBezTo>
                  <a:pt x="4189276" y="106109"/>
                  <a:pt x="4200192" y="97963"/>
                  <a:pt x="4212492" y="91757"/>
                </a:cubicBezTo>
                <a:cubicBezTo>
                  <a:pt x="4224793" y="85439"/>
                  <a:pt x="4237537" y="82282"/>
                  <a:pt x="4250725" y="82282"/>
                </a:cubicBezTo>
                <a:moveTo>
                  <a:pt x="4243909" y="91092"/>
                </a:moveTo>
                <a:cubicBezTo>
                  <a:pt x="4238035" y="91092"/>
                  <a:pt x="4233160" y="92810"/>
                  <a:pt x="4229281" y="96245"/>
                </a:cubicBezTo>
                <a:cubicBezTo>
                  <a:pt x="4221524" y="103227"/>
                  <a:pt x="4212769" y="119572"/>
                  <a:pt x="4203017" y="145281"/>
                </a:cubicBezTo>
                <a:cubicBezTo>
                  <a:pt x="4193265" y="170882"/>
                  <a:pt x="4188389" y="193987"/>
                  <a:pt x="4188389" y="214597"/>
                </a:cubicBezTo>
                <a:cubicBezTo>
                  <a:pt x="4188389" y="219696"/>
                  <a:pt x="4189941" y="223906"/>
                  <a:pt x="4193044" y="227231"/>
                </a:cubicBezTo>
                <a:cubicBezTo>
                  <a:pt x="4196146" y="230556"/>
                  <a:pt x="4199804" y="232217"/>
                  <a:pt x="4204014" y="232217"/>
                </a:cubicBezTo>
                <a:cubicBezTo>
                  <a:pt x="4208336" y="232217"/>
                  <a:pt x="4212160" y="230888"/>
                  <a:pt x="4215485" y="228228"/>
                </a:cubicBezTo>
                <a:cubicBezTo>
                  <a:pt x="4220360" y="224239"/>
                  <a:pt x="4226345" y="215318"/>
                  <a:pt x="4233437" y="201465"/>
                </a:cubicBezTo>
                <a:cubicBezTo>
                  <a:pt x="4240529" y="187502"/>
                  <a:pt x="4246347" y="172154"/>
                  <a:pt x="4250891" y="155422"/>
                </a:cubicBezTo>
                <a:cubicBezTo>
                  <a:pt x="4255434" y="138578"/>
                  <a:pt x="4257706" y="123172"/>
                  <a:pt x="4257706" y="109212"/>
                </a:cubicBezTo>
                <a:cubicBezTo>
                  <a:pt x="4257706" y="103448"/>
                  <a:pt x="4256321" y="99016"/>
                  <a:pt x="4253550" y="95913"/>
                </a:cubicBezTo>
                <a:cubicBezTo>
                  <a:pt x="4250780" y="92699"/>
                  <a:pt x="4247566" y="91092"/>
                  <a:pt x="4243909" y="91092"/>
                </a:cubicBezTo>
                <a:moveTo>
                  <a:pt x="4416784" y="5817"/>
                </a:moveTo>
                <a:lnTo>
                  <a:pt x="4361764" y="192988"/>
                </a:lnTo>
                <a:cubicBezTo>
                  <a:pt x="4358550" y="204069"/>
                  <a:pt x="4356943" y="210997"/>
                  <a:pt x="4356943" y="213768"/>
                </a:cubicBezTo>
                <a:cubicBezTo>
                  <a:pt x="4356943" y="215207"/>
                  <a:pt x="4357386" y="216425"/>
                  <a:pt x="4358273" y="217425"/>
                </a:cubicBezTo>
                <a:cubicBezTo>
                  <a:pt x="4359269" y="218421"/>
                  <a:pt x="4360323" y="218921"/>
                  <a:pt x="4361431" y="218921"/>
                </a:cubicBezTo>
                <a:cubicBezTo>
                  <a:pt x="4363426" y="218921"/>
                  <a:pt x="4365310" y="218143"/>
                  <a:pt x="4367083" y="216593"/>
                </a:cubicBezTo>
                <a:cubicBezTo>
                  <a:pt x="4372402" y="212271"/>
                  <a:pt x="4378330" y="204958"/>
                  <a:pt x="4384869" y="194651"/>
                </a:cubicBezTo>
                <a:lnTo>
                  <a:pt x="4391351" y="197644"/>
                </a:lnTo>
                <a:cubicBezTo>
                  <a:pt x="4380824" y="214486"/>
                  <a:pt x="4370463" y="226510"/>
                  <a:pt x="4360267" y="233713"/>
                </a:cubicBezTo>
                <a:cubicBezTo>
                  <a:pt x="4353286" y="238591"/>
                  <a:pt x="4345861" y="241027"/>
                  <a:pt x="4337993" y="241027"/>
                </a:cubicBezTo>
                <a:cubicBezTo>
                  <a:pt x="4330679" y="241027"/>
                  <a:pt x="4324861" y="239087"/>
                  <a:pt x="4320539" y="235209"/>
                </a:cubicBezTo>
                <a:cubicBezTo>
                  <a:pt x="4316218" y="231220"/>
                  <a:pt x="4314056" y="226456"/>
                  <a:pt x="4314056" y="220914"/>
                </a:cubicBezTo>
                <a:cubicBezTo>
                  <a:pt x="4314056" y="216814"/>
                  <a:pt x="4315386" y="210222"/>
                  <a:pt x="4318046" y="201133"/>
                </a:cubicBezTo>
                <a:lnTo>
                  <a:pt x="4362926" y="47874"/>
                </a:lnTo>
                <a:cubicBezTo>
                  <a:pt x="4365365" y="39450"/>
                  <a:pt x="4366584" y="33854"/>
                  <a:pt x="4366584" y="31083"/>
                </a:cubicBezTo>
                <a:cubicBezTo>
                  <a:pt x="4366584" y="28426"/>
                  <a:pt x="4365421" y="26319"/>
                  <a:pt x="4363093" y="24769"/>
                </a:cubicBezTo>
                <a:cubicBezTo>
                  <a:pt x="4359991" y="22552"/>
                  <a:pt x="4355280" y="21609"/>
                  <a:pt x="4348964" y="21941"/>
                </a:cubicBezTo>
                <a:lnTo>
                  <a:pt x="4350792" y="15624"/>
                </a:lnTo>
                <a:lnTo>
                  <a:pt x="4406810" y="5817"/>
                </a:lnTo>
                <a:lnTo>
                  <a:pt x="4416784" y="5817"/>
                </a:lnTo>
                <a:moveTo>
                  <a:pt x="4566886" y="84610"/>
                </a:moveTo>
                <a:lnTo>
                  <a:pt x="4534639" y="195148"/>
                </a:lnTo>
                <a:lnTo>
                  <a:pt x="4531314" y="208615"/>
                </a:lnTo>
                <a:cubicBezTo>
                  <a:pt x="4530982" y="210275"/>
                  <a:pt x="4530816" y="211496"/>
                  <a:pt x="4530816" y="212271"/>
                </a:cubicBezTo>
                <a:cubicBezTo>
                  <a:pt x="4530816" y="213600"/>
                  <a:pt x="4531259" y="214764"/>
                  <a:pt x="4532145" y="215761"/>
                </a:cubicBezTo>
                <a:cubicBezTo>
                  <a:pt x="4533142" y="216760"/>
                  <a:pt x="4534140" y="217257"/>
                  <a:pt x="4535137" y="217257"/>
                </a:cubicBezTo>
                <a:cubicBezTo>
                  <a:pt x="4537464" y="217257"/>
                  <a:pt x="4540678" y="215485"/>
                  <a:pt x="4544779" y="211939"/>
                </a:cubicBezTo>
                <a:cubicBezTo>
                  <a:pt x="4546440" y="210497"/>
                  <a:pt x="4550430" y="205401"/>
                  <a:pt x="4556747" y="196645"/>
                </a:cubicBezTo>
                <a:lnTo>
                  <a:pt x="4562565" y="199637"/>
                </a:lnTo>
                <a:cubicBezTo>
                  <a:pt x="4554696" y="214043"/>
                  <a:pt x="4546274" y="224571"/>
                  <a:pt x="4537298" y="231220"/>
                </a:cubicBezTo>
                <a:cubicBezTo>
                  <a:pt x="4528432" y="237759"/>
                  <a:pt x="4518847" y="241027"/>
                  <a:pt x="4508541" y="241027"/>
                </a:cubicBezTo>
                <a:cubicBezTo>
                  <a:pt x="4502224" y="241027"/>
                  <a:pt x="4497404" y="239423"/>
                  <a:pt x="4494079" y="236209"/>
                </a:cubicBezTo>
                <a:cubicBezTo>
                  <a:pt x="4490755" y="232884"/>
                  <a:pt x="4489092" y="228727"/>
                  <a:pt x="4489092" y="223742"/>
                </a:cubicBezTo>
                <a:cubicBezTo>
                  <a:pt x="4489092" y="219418"/>
                  <a:pt x="4490866" y="211386"/>
                  <a:pt x="4494412" y="199637"/>
                </a:cubicBezTo>
                <a:lnTo>
                  <a:pt x="4498401" y="186174"/>
                </a:lnTo>
                <a:cubicBezTo>
                  <a:pt x="4485546" y="208226"/>
                  <a:pt x="4473190" y="223852"/>
                  <a:pt x="4461332" y="233049"/>
                </a:cubicBezTo>
                <a:cubicBezTo>
                  <a:pt x="4454462" y="238369"/>
                  <a:pt x="4447148" y="241027"/>
                  <a:pt x="4439391" y="241027"/>
                </a:cubicBezTo>
                <a:cubicBezTo>
                  <a:pt x="4429196" y="241027"/>
                  <a:pt x="4421827" y="236873"/>
                  <a:pt x="4417282" y="228560"/>
                </a:cubicBezTo>
                <a:cubicBezTo>
                  <a:pt x="4412739" y="220139"/>
                  <a:pt x="4410467" y="210664"/>
                  <a:pt x="4410467" y="200137"/>
                </a:cubicBezTo>
                <a:cubicBezTo>
                  <a:pt x="4410467" y="184510"/>
                  <a:pt x="4415233" y="166615"/>
                  <a:pt x="4424763" y="146445"/>
                </a:cubicBezTo>
                <a:cubicBezTo>
                  <a:pt x="4434293" y="126165"/>
                  <a:pt x="4446816" y="109876"/>
                  <a:pt x="4462330" y="97574"/>
                </a:cubicBezTo>
                <a:cubicBezTo>
                  <a:pt x="4475074" y="87379"/>
                  <a:pt x="4487043" y="82282"/>
                  <a:pt x="4498235" y="82282"/>
                </a:cubicBezTo>
                <a:cubicBezTo>
                  <a:pt x="4504441" y="82282"/>
                  <a:pt x="4509428" y="84111"/>
                  <a:pt x="4513196" y="87768"/>
                </a:cubicBezTo>
                <a:cubicBezTo>
                  <a:pt x="4516963" y="91314"/>
                  <a:pt x="4519734" y="97852"/>
                  <a:pt x="4521507" y="107384"/>
                </a:cubicBezTo>
                <a:lnTo>
                  <a:pt x="4527491" y="86936"/>
                </a:lnTo>
                <a:lnTo>
                  <a:pt x="4566886" y="84610"/>
                </a:lnTo>
                <a:moveTo>
                  <a:pt x="4513694" y="116194"/>
                </a:moveTo>
                <a:cubicBezTo>
                  <a:pt x="4513694" y="107216"/>
                  <a:pt x="4512308" y="100734"/>
                  <a:pt x="4509538" y="96742"/>
                </a:cubicBezTo>
                <a:cubicBezTo>
                  <a:pt x="4507544" y="93974"/>
                  <a:pt x="4504829" y="92589"/>
                  <a:pt x="4501393" y="92589"/>
                </a:cubicBezTo>
                <a:cubicBezTo>
                  <a:pt x="4497958" y="92589"/>
                  <a:pt x="4494412" y="94249"/>
                  <a:pt x="4490755" y="97574"/>
                </a:cubicBezTo>
                <a:cubicBezTo>
                  <a:pt x="4483330" y="104445"/>
                  <a:pt x="4475295" y="118408"/>
                  <a:pt x="4466652" y="139463"/>
                </a:cubicBezTo>
                <a:cubicBezTo>
                  <a:pt x="4458118" y="160408"/>
                  <a:pt x="4453853" y="178528"/>
                  <a:pt x="4453853" y="193820"/>
                </a:cubicBezTo>
                <a:cubicBezTo>
                  <a:pt x="4453853" y="199694"/>
                  <a:pt x="4454794" y="203958"/>
                  <a:pt x="4456678" y="206619"/>
                </a:cubicBezTo>
                <a:cubicBezTo>
                  <a:pt x="4458673" y="209168"/>
                  <a:pt x="4460834" y="210443"/>
                  <a:pt x="4463161" y="210443"/>
                </a:cubicBezTo>
                <a:cubicBezTo>
                  <a:pt x="4468148" y="210443"/>
                  <a:pt x="4473190" y="207561"/>
                  <a:pt x="4478288" y="201798"/>
                </a:cubicBezTo>
                <a:cubicBezTo>
                  <a:pt x="4485602" y="193598"/>
                  <a:pt x="4492196" y="183570"/>
                  <a:pt x="4498069" y="171711"/>
                </a:cubicBezTo>
                <a:cubicBezTo>
                  <a:pt x="4508485" y="150877"/>
                  <a:pt x="4513694" y="132371"/>
                  <a:pt x="4513694" y="116194"/>
                </a:cubicBezTo>
                <a:moveTo>
                  <a:pt x="4671609" y="41722"/>
                </a:moveTo>
                <a:lnTo>
                  <a:pt x="4658311" y="86936"/>
                </a:lnTo>
                <a:lnTo>
                  <a:pt x="4680086" y="86936"/>
                </a:lnTo>
                <a:lnTo>
                  <a:pt x="4674268" y="106052"/>
                </a:lnTo>
                <a:lnTo>
                  <a:pt x="4652825" y="106052"/>
                </a:lnTo>
                <a:lnTo>
                  <a:pt x="4625065" y="202465"/>
                </a:lnTo>
                <a:cubicBezTo>
                  <a:pt x="4623292" y="208447"/>
                  <a:pt x="4622406" y="212990"/>
                  <a:pt x="4622406" y="216093"/>
                </a:cubicBezTo>
                <a:cubicBezTo>
                  <a:pt x="4622406" y="217535"/>
                  <a:pt x="4622905" y="218810"/>
                  <a:pt x="4623902" y="219917"/>
                </a:cubicBezTo>
                <a:cubicBezTo>
                  <a:pt x="4624899" y="220914"/>
                  <a:pt x="4626008" y="221414"/>
                  <a:pt x="4627226" y="221414"/>
                </a:cubicBezTo>
                <a:cubicBezTo>
                  <a:pt x="4629110" y="221414"/>
                  <a:pt x="4631049" y="220638"/>
                  <a:pt x="4633045" y="219085"/>
                </a:cubicBezTo>
                <a:cubicBezTo>
                  <a:pt x="4638142" y="215207"/>
                  <a:pt x="4644071" y="208447"/>
                  <a:pt x="4650831" y="198805"/>
                </a:cubicBezTo>
                <a:lnTo>
                  <a:pt x="4656648" y="202465"/>
                </a:lnTo>
                <a:cubicBezTo>
                  <a:pt x="4649002" y="215761"/>
                  <a:pt x="4640580" y="225513"/>
                  <a:pt x="4631382" y="231720"/>
                </a:cubicBezTo>
                <a:cubicBezTo>
                  <a:pt x="4622184" y="237926"/>
                  <a:pt x="4613153" y="241027"/>
                  <a:pt x="4604287" y="241027"/>
                </a:cubicBezTo>
                <a:cubicBezTo>
                  <a:pt x="4596751" y="241027"/>
                  <a:pt x="4590879" y="239144"/>
                  <a:pt x="4586667" y="235377"/>
                </a:cubicBezTo>
                <a:cubicBezTo>
                  <a:pt x="4582567" y="231498"/>
                  <a:pt x="4580517" y="226621"/>
                  <a:pt x="4580517" y="220749"/>
                </a:cubicBezTo>
                <a:cubicBezTo>
                  <a:pt x="4580517" y="214321"/>
                  <a:pt x="4581958" y="206065"/>
                  <a:pt x="4584839" y="195980"/>
                </a:cubicBezTo>
                <a:lnTo>
                  <a:pt x="4611102" y="106052"/>
                </a:lnTo>
                <a:lnTo>
                  <a:pt x="4588496" y="106052"/>
                </a:lnTo>
                <a:lnTo>
                  <a:pt x="4591820" y="93753"/>
                </a:lnTo>
                <a:cubicBezTo>
                  <a:pt x="4606005" y="88543"/>
                  <a:pt x="4617973" y="82447"/>
                  <a:pt x="4627725" y="75465"/>
                </a:cubicBezTo>
                <a:cubicBezTo>
                  <a:pt x="4637477" y="68484"/>
                  <a:pt x="4649224" y="57238"/>
                  <a:pt x="4662965" y="41722"/>
                </a:cubicBezTo>
                <a:lnTo>
                  <a:pt x="4671609" y="41722"/>
                </a:lnTo>
                <a:moveTo>
                  <a:pt x="4721975" y="174039"/>
                </a:moveTo>
                <a:cubicBezTo>
                  <a:pt x="4720978" y="181242"/>
                  <a:pt x="4720479" y="187170"/>
                  <a:pt x="4720479" y="191824"/>
                </a:cubicBezTo>
                <a:cubicBezTo>
                  <a:pt x="4720479" y="200137"/>
                  <a:pt x="4722862" y="206786"/>
                  <a:pt x="4727627" y="211772"/>
                </a:cubicBezTo>
                <a:cubicBezTo>
                  <a:pt x="4732503" y="216760"/>
                  <a:pt x="4738986" y="219253"/>
                  <a:pt x="4747075" y="219253"/>
                </a:cubicBezTo>
                <a:cubicBezTo>
                  <a:pt x="4754833" y="219253"/>
                  <a:pt x="4762590" y="217368"/>
                  <a:pt x="4770347" y="213600"/>
                </a:cubicBezTo>
                <a:cubicBezTo>
                  <a:pt x="4778215" y="209833"/>
                  <a:pt x="4787302" y="203240"/>
                  <a:pt x="4797608" y="193820"/>
                </a:cubicBezTo>
                <a:lnTo>
                  <a:pt x="4802595" y="198308"/>
                </a:lnTo>
                <a:cubicBezTo>
                  <a:pt x="4789851" y="213711"/>
                  <a:pt x="4777440" y="224681"/>
                  <a:pt x="4765360" y="231220"/>
                </a:cubicBezTo>
                <a:cubicBezTo>
                  <a:pt x="4753281" y="237759"/>
                  <a:pt x="4739928" y="241027"/>
                  <a:pt x="4725300" y="241027"/>
                </a:cubicBezTo>
                <a:cubicBezTo>
                  <a:pt x="4706793" y="241027"/>
                  <a:pt x="4693993" y="236595"/>
                  <a:pt x="4686901" y="227731"/>
                </a:cubicBezTo>
                <a:cubicBezTo>
                  <a:pt x="4679810" y="218864"/>
                  <a:pt x="4676263" y="208615"/>
                  <a:pt x="4676263" y="196977"/>
                </a:cubicBezTo>
                <a:cubicBezTo>
                  <a:pt x="4676263" y="178803"/>
                  <a:pt x="4681527" y="160630"/>
                  <a:pt x="4692054" y="142456"/>
                </a:cubicBezTo>
                <a:cubicBezTo>
                  <a:pt x="4702693" y="124282"/>
                  <a:pt x="4717099" y="109709"/>
                  <a:pt x="4735274" y="98738"/>
                </a:cubicBezTo>
                <a:cubicBezTo>
                  <a:pt x="4753558" y="87768"/>
                  <a:pt x="4771899" y="82282"/>
                  <a:pt x="4790294" y="82282"/>
                </a:cubicBezTo>
                <a:cubicBezTo>
                  <a:pt x="4799602" y="82282"/>
                  <a:pt x="4806640" y="84500"/>
                  <a:pt x="4811405" y="88932"/>
                </a:cubicBezTo>
                <a:cubicBezTo>
                  <a:pt x="4816170" y="93364"/>
                  <a:pt x="4818553" y="98960"/>
                  <a:pt x="4818553" y="105720"/>
                </a:cubicBezTo>
                <a:cubicBezTo>
                  <a:pt x="4818553" y="113809"/>
                  <a:pt x="4816226" y="121679"/>
                  <a:pt x="4811571" y="129325"/>
                </a:cubicBezTo>
                <a:cubicBezTo>
                  <a:pt x="4805144" y="139742"/>
                  <a:pt x="4797054" y="148163"/>
                  <a:pt x="4787302" y="154591"/>
                </a:cubicBezTo>
                <a:cubicBezTo>
                  <a:pt x="4777550" y="160908"/>
                  <a:pt x="4766635" y="165729"/>
                  <a:pt x="4754556" y="169053"/>
                </a:cubicBezTo>
                <a:cubicBezTo>
                  <a:pt x="4746466" y="171268"/>
                  <a:pt x="4735606" y="172932"/>
                  <a:pt x="4721975" y="174039"/>
                </a:cubicBezTo>
                <a:moveTo>
                  <a:pt x="4723471" y="165394"/>
                </a:moveTo>
                <a:cubicBezTo>
                  <a:pt x="4733223" y="163954"/>
                  <a:pt x="4740759" y="162015"/>
                  <a:pt x="4746078" y="159576"/>
                </a:cubicBezTo>
                <a:cubicBezTo>
                  <a:pt x="4751508" y="157029"/>
                  <a:pt x="4756772" y="153038"/>
                  <a:pt x="4761870" y="147609"/>
                </a:cubicBezTo>
                <a:cubicBezTo>
                  <a:pt x="4767078" y="142067"/>
                  <a:pt x="4771566" y="135142"/>
                  <a:pt x="4775334" y="126832"/>
                </a:cubicBezTo>
                <a:cubicBezTo>
                  <a:pt x="4779102" y="118408"/>
                  <a:pt x="4780986" y="110541"/>
                  <a:pt x="4780986" y="103227"/>
                </a:cubicBezTo>
                <a:cubicBezTo>
                  <a:pt x="4780986" y="100124"/>
                  <a:pt x="4780099" y="97685"/>
                  <a:pt x="4778326" y="95913"/>
                </a:cubicBezTo>
                <a:cubicBezTo>
                  <a:pt x="4776663" y="94139"/>
                  <a:pt x="4774503" y="93253"/>
                  <a:pt x="4771843" y="93253"/>
                </a:cubicBezTo>
                <a:cubicBezTo>
                  <a:pt x="4766524" y="93253"/>
                  <a:pt x="4760540" y="96967"/>
                  <a:pt x="4753891" y="104391"/>
                </a:cubicBezTo>
                <a:cubicBezTo>
                  <a:pt x="4741701" y="117908"/>
                  <a:pt x="4731561" y="138245"/>
                  <a:pt x="4723471" y="165394"/>
                </a:cubicBezTo>
              </a:path>
            </a:pathLst>
          </a:cu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6">
            <a:extLst xmlns:a="http://schemas.openxmlformats.org/drawingml/2006/main">
              <a:ext uri="{FF2B5EF4-FFF2-40B4-BE49-F238E27FC236}">
                <a16:creationId xmlns:a16="http://schemas.microsoft.com/office/drawing/2014/main" id="{E92CBD60-34AB-4E4C-9FC6-50503A42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010" y="1413237"/>
            <a:ext cx="1567951" cy="1567952"/>
          </a:xfrm>
          <a:custGeom xmlns:a="http://schemas.openxmlformats.org/drawingml/2006/main">
            <a:pathLst>
              <a:path w="1567951" h="1567952">
                <a:moveTo>
                  <a:pt x="1546674" y="783978"/>
                </a:moveTo>
                <a:lnTo>
                  <a:pt x="1557312" y="783978"/>
                </a:lnTo>
                <a:cubicBezTo>
                  <a:pt x="1557312" y="769421"/>
                  <a:pt x="1556910" y="754958"/>
                  <a:pt x="1556116" y="740601"/>
                </a:cubicBezTo>
                <a:lnTo>
                  <a:pt x="1545494" y="741188"/>
                </a:lnTo>
                <a:lnTo>
                  <a:pt x="1534872" y="741776"/>
                </a:lnTo>
                <a:cubicBezTo>
                  <a:pt x="1535644" y="755742"/>
                  <a:pt x="1536036" y="769813"/>
                  <a:pt x="1536036" y="783978"/>
                </a:cubicBezTo>
                <a:lnTo>
                  <a:pt x="1546674" y="783978"/>
                </a:lnTo>
                <a:moveTo>
                  <a:pt x="1536011" y="656158"/>
                </a:moveTo>
                <a:lnTo>
                  <a:pt x="1546501" y="654386"/>
                </a:lnTo>
                <a:cubicBezTo>
                  <a:pt x="1541647" y="625625"/>
                  <a:pt x="1535207" y="597401"/>
                  <a:pt x="1527270" y="569807"/>
                </a:cubicBezTo>
                <a:lnTo>
                  <a:pt x="1517046" y="572748"/>
                </a:lnTo>
                <a:lnTo>
                  <a:pt x="1506823" y="575689"/>
                </a:lnTo>
                <a:cubicBezTo>
                  <a:pt x="1514538" y="602517"/>
                  <a:pt x="1520801" y="629958"/>
                  <a:pt x="1525520" y="657926"/>
                </a:cubicBezTo>
                <a:lnTo>
                  <a:pt x="1536011" y="656158"/>
                </a:lnTo>
                <a:moveTo>
                  <a:pt x="1488800" y="492024"/>
                </a:moveTo>
                <a:lnTo>
                  <a:pt x="1498627" y="487950"/>
                </a:lnTo>
                <a:cubicBezTo>
                  <a:pt x="1487498" y="461111"/>
                  <a:pt x="1474902" y="435039"/>
                  <a:pt x="1460940" y="409830"/>
                </a:cubicBezTo>
                <a:lnTo>
                  <a:pt x="1451633" y="414983"/>
                </a:lnTo>
                <a:lnTo>
                  <a:pt x="1442327" y="420136"/>
                </a:lnTo>
                <a:cubicBezTo>
                  <a:pt x="1455905" y="444653"/>
                  <a:pt x="1468153" y="470007"/>
                  <a:pt x="1478973" y="496099"/>
                </a:cubicBezTo>
                <a:lnTo>
                  <a:pt x="1488800" y="492024"/>
                </a:lnTo>
                <a:moveTo>
                  <a:pt x="1406056" y="342596"/>
                </a:moveTo>
                <a:lnTo>
                  <a:pt x="1414727" y="336432"/>
                </a:lnTo>
                <a:cubicBezTo>
                  <a:pt x="1397947" y="312824"/>
                  <a:pt x="1379875" y="290198"/>
                  <a:pt x="1360614" y="268660"/>
                </a:cubicBezTo>
                <a:lnTo>
                  <a:pt x="1352684" y="275753"/>
                </a:lnTo>
                <a:lnTo>
                  <a:pt x="1344754" y="282845"/>
                </a:lnTo>
                <a:cubicBezTo>
                  <a:pt x="1363488" y="303792"/>
                  <a:pt x="1381065" y="325799"/>
                  <a:pt x="1397385" y="348759"/>
                </a:cubicBezTo>
                <a:lnTo>
                  <a:pt x="1406056" y="342596"/>
                </a:lnTo>
                <a:moveTo>
                  <a:pt x="1292199" y="215267"/>
                </a:moveTo>
                <a:lnTo>
                  <a:pt x="1299290" y="207337"/>
                </a:lnTo>
                <a:cubicBezTo>
                  <a:pt x="1277752" y="188076"/>
                  <a:pt x="1255128" y="170005"/>
                  <a:pt x="1231521" y="153225"/>
                </a:cubicBezTo>
                <a:lnTo>
                  <a:pt x="1225357" y="161896"/>
                </a:lnTo>
                <a:lnTo>
                  <a:pt x="1219194" y="170567"/>
                </a:lnTo>
                <a:cubicBezTo>
                  <a:pt x="1242153" y="186886"/>
                  <a:pt x="1264158" y="204464"/>
                  <a:pt x="1285107" y="223197"/>
                </a:cubicBezTo>
                <a:lnTo>
                  <a:pt x="1292199" y="215267"/>
                </a:lnTo>
                <a:moveTo>
                  <a:pt x="1152968" y="116318"/>
                </a:moveTo>
                <a:lnTo>
                  <a:pt x="1158123" y="107012"/>
                </a:lnTo>
                <a:cubicBezTo>
                  <a:pt x="1132912" y="93048"/>
                  <a:pt x="1106839" y="80454"/>
                  <a:pt x="1080003" y="69324"/>
                </a:cubicBezTo>
                <a:lnTo>
                  <a:pt x="1075927" y="79151"/>
                </a:lnTo>
                <a:lnTo>
                  <a:pt x="1071852" y="88980"/>
                </a:lnTo>
                <a:cubicBezTo>
                  <a:pt x="1097946" y="99800"/>
                  <a:pt x="1123299" y="112048"/>
                  <a:pt x="1147814" y="125625"/>
                </a:cubicBezTo>
                <a:lnTo>
                  <a:pt x="1152968" y="116318"/>
                </a:lnTo>
                <a:moveTo>
                  <a:pt x="995203" y="50907"/>
                </a:moveTo>
                <a:lnTo>
                  <a:pt x="998144" y="40683"/>
                </a:lnTo>
                <a:cubicBezTo>
                  <a:pt x="970552" y="32744"/>
                  <a:pt x="942328" y="26305"/>
                  <a:pt x="913566" y="21450"/>
                </a:cubicBezTo>
                <a:lnTo>
                  <a:pt x="911795" y="31941"/>
                </a:lnTo>
                <a:lnTo>
                  <a:pt x="910025" y="42432"/>
                </a:lnTo>
                <a:cubicBezTo>
                  <a:pt x="937993" y="47150"/>
                  <a:pt x="965436" y="53414"/>
                  <a:pt x="992263" y="61130"/>
                </a:cubicBezTo>
                <a:lnTo>
                  <a:pt x="995203" y="50907"/>
                </a:lnTo>
                <a:moveTo>
                  <a:pt x="826764" y="22458"/>
                </a:moveTo>
                <a:lnTo>
                  <a:pt x="827351" y="11837"/>
                </a:lnTo>
                <a:cubicBezTo>
                  <a:pt x="812993" y="11042"/>
                  <a:pt x="798530" y="10638"/>
                  <a:pt x="783975" y="10638"/>
                </a:cubicBezTo>
                <a:lnTo>
                  <a:pt x="783975" y="21277"/>
                </a:lnTo>
                <a:lnTo>
                  <a:pt x="783975" y="31915"/>
                </a:lnTo>
                <a:cubicBezTo>
                  <a:pt x="798139" y="31915"/>
                  <a:pt x="812209" y="32307"/>
                  <a:pt x="826176" y="33079"/>
                </a:cubicBezTo>
                <a:lnTo>
                  <a:pt x="826764" y="22458"/>
                </a:lnTo>
                <a:moveTo>
                  <a:pt x="783975" y="21277"/>
                </a:moveTo>
                <a:lnTo>
                  <a:pt x="783975" y="10638"/>
                </a:lnTo>
                <a:cubicBezTo>
                  <a:pt x="769420" y="10638"/>
                  <a:pt x="754958" y="11042"/>
                  <a:pt x="740600" y="11837"/>
                </a:cubicBezTo>
                <a:lnTo>
                  <a:pt x="741188" y="22458"/>
                </a:lnTo>
                <a:lnTo>
                  <a:pt x="741775" y="33079"/>
                </a:lnTo>
                <a:cubicBezTo>
                  <a:pt x="755743" y="32307"/>
                  <a:pt x="769813" y="31915"/>
                  <a:pt x="783975" y="31915"/>
                </a:cubicBezTo>
                <a:lnTo>
                  <a:pt x="783975" y="21277"/>
                </a:lnTo>
                <a:moveTo>
                  <a:pt x="656156" y="31941"/>
                </a:moveTo>
                <a:lnTo>
                  <a:pt x="654386" y="21450"/>
                </a:lnTo>
                <a:cubicBezTo>
                  <a:pt x="625624" y="26305"/>
                  <a:pt x="597399" y="32744"/>
                  <a:pt x="569807" y="40683"/>
                </a:cubicBezTo>
                <a:lnTo>
                  <a:pt x="572748" y="50907"/>
                </a:lnTo>
                <a:lnTo>
                  <a:pt x="575689" y="61130"/>
                </a:lnTo>
                <a:cubicBezTo>
                  <a:pt x="602515" y="53414"/>
                  <a:pt x="629958" y="47150"/>
                  <a:pt x="657926" y="42432"/>
                </a:cubicBezTo>
                <a:lnTo>
                  <a:pt x="656156" y="31941"/>
                </a:lnTo>
                <a:moveTo>
                  <a:pt x="492024" y="79151"/>
                </a:moveTo>
                <a:lnTo>
                  <a:pt x="487949" y="69324"/>
                </a:lnTo>
                <a:cubicBezTo>
                  <a:pt x="461112" y="80454"/>
                  <a:pt x="435039" y="93048"/>
                  <a:pt x="409828" y="107012"/>
                </a:cubicBezTo>
                <a:lnTo>
                  <a:pt x="414983" y="116318"/>
                </a:lnTo>
                <a:lnTo>
                  <a:pt x="420136" y="125625"/>
                </a:lnTo>
                <a:cubicBezTo>
                  <a:pt x="444652" y="112048"/>
                  <a:pt x="470005" y="99800"/>
                  <a:pt x="496099" y="88980"/>
                </a:cubicBezTo>
                <a:lnTo>
                  <a:pt x="492024" y="79151"/>
                </a:lnTo>
                <a:moveTo>
                  <a:pt x="342593" y="161896"/>
                </a:moveTo>
                <a:lnTo>
                  <a:pt x="336430" y="153225"/>
                </a:lnTo>
                <a:cubicBezTo>
                  <a:pt x="312822" y="170005"/>
                  <a:pt x="290198" y="188076"/>
                  <a:pt x="268660" y="207337"/>
                </a:cubicBezTo>
                <a:lnTo>
                  <a:pt x="275752" y="215267"/>
                </a:lnTo>
                <a:lnTo>
                  <a:pt x="282844" y="223197"/>
                </a:lnTo>
                <a:cubicBezTo>
                  <a:pt x="303792" y="204464"/>
                  <a:pt x="325798" y="186886"/>
                  <a:pt x="348757" y="170567"/>
                </a:cubicBezTo>
                <a:lnTo>
                  <a:pt x="342593" y="161896"/>
                </a:lnTo>
                <a:moveTo>
                  <a:pt x="215267" y="275753"/>
                </a:moveTo>
                <a:lnTo>
                  <a:pt x="207337" y="268660"/>
                </a:lnTo>
                <a:cubicBezTo>
                  <a:pt x="188076" y="290198"/>
                  <a:pt x="170004" y="312824"/>
                  <a:pt x="153224" y="336432"/>
                </a:cubicBezTo>
                <a:lnTo>
                  <a:pt x="161894" y="342596"/>
                </a:lnTo>
                <a:lnTo>
                  <a:pt x="170566" y="348759"/>
                </a:lnTo>
                <a:cubicBezTo>
                  <a:pt x="186886" y="325799"/>
                  <a:pt x="204463" y="303792"/>
                  <a:pt x="223197" y="282845"/>
                </a:cubicBezTo>
                <a:lnTo>
                  <a:pt x="215267" y="275753"/>
                </a:lnTo>
                <a:moveTo>
                  <a:pt x="116318" y="414983"/>
                </a:moveTo>
                <a:lnTo>
                  <a:pt x="107011" y="409830"/>
                </a:lnTo>
                <a:cubicBezTo>
                  <a:pt x="93048" y="435039"/>
                  <a:pt x="80452" y="461111"/>
                  <a:pt x="69324" y="487950"/>
                </a:cubicBezTo>
                <a:lnTo>
                  <a:pt x="79151" y="492024"/>
                </a:lnTo>
                <a:lnTo>
                  <a:pt x="88978" y="496099"/>
                </a:lnTo>
                <a:cubicBezTo>
                  <a:pt x="99799" y="470007"/>
                  <a:pt x="112046" y="444653"/>
                  <a:pt x="125624" y="420136"/>
                </a:cubicBezTo>
                <a:lnTo>
                  <a:pt x="116318" y="414983"/>
                </a:lnTo>
                <a:moveTo>
                  <a:pt x="50904" y="572748"/>
                </a:moveTo>
                <a:lnTo>
                  <a:pt x="40681" y="569807"/>
                </a:lnTo>
                <a:cubicBezTo>
                  <a:pt x="32745" y="597401"/>
                  <a:pt x="26304" y="625625"/>
                  <a:pt x="21450" y="654386"/>
                </a:cubicBezTo>
                <a:lnTo>
                  <a:pt x="31941" y="656158"/>
                </a:lnTo>
                <a:lnTo>
                  <a:pt x="42431" y="657926"/>
                </a:lnTo>
                <a:cubicBezTo>
                  <a:pt x="47150" y="629958"/>
                  <a:pt x="53413" y="602517"/>
                  <a:pt x="61129" y="575689"/>
                </a:cubicBezTo>
                <a:lnTo>
                  <a:pt x="50904" y="572748"/>
                </a:lnTo>
                <a:moveTo>
                  <a:pt x="22457" y="741188"/>
                </a:moveTo>
                <a:lnTo>
                  <a:pt x="11834" y="740601"/>
                </a:lnTo>
                <a:cubicBezTo>
                  <a:pt x="11041" y="754958"/>
                  <a:pt x="10638" y="769421"/>
                  <a:pt x="10638" y="783978"/>
                </a:cubicBezTo>
                <a:lnTo>
                  <a:pt x="21277" y="783978"/>
                </a:lnTo>
                <a:lnTo>
                  <a:pt x="31915" y="783978"/>
                </a:lnTo>
                <a:cubicBezTo>
                  <a:pt x="31915" y="769813"/>
                  <a:pt x="32306" y="755742"/>
                  <a:pt x="33079" y="741776"/>
                </a:cubicBezTo>
                <a:lnTo>
                  <a:pt x="22457" y="741188"/>
                </a:lnTo>
                <a:moveTo>
                  <a:pt x="21277" y="783978"/>
                </a:moveTo>
                <a:lnTo>
                  <a:pt x="10638" y="783978"/>
                </a:lnTo>
                <a:cubicBezTo>
                  <a:pt x="10638" y="798531"/>
                  <a:pt x="11041" y="812994"/>
                  <a:pt x="11834" y="827352"/>
                </a:cubicBezTo>
                <a:lnTo>
                  <a:pt x="22457" y="826764"/>
                </a:lnTo>
                <a:lnTo>
                  <a:pt x="33079" y="826176"/>
                </a:lnTo>
                <a:cubicBezTo>
                  <a:pt x="32306" y="812210"/>
                  <a:pt x="31915" y="798139"/>
                  <a:pt x="31915" y="783978"/>
                </a:cubicBezTo>
                <a:lnTo>
                  <a:pt x="21277" y="783978"/>
                </a:lnTo>
                <a:moveTo>
                  <a:pt x="31941" y="911795"/>
                </a:moveTo>
                <a:lnTo>
                  <a:pt x="21450" y="913566"/>
                </a:lnTo>
                <a:cubicBezTo>
                  <a:pt x="26304" y="942327"/>
                  <a:pt x="32745" y="970552"/>
                  <a:pt x="40681" y="998146"/>
                </a:cubicBezTo>
                <a:lnTo>
                  <a:pt x="50904" y="995204"/>
                </a:lnTo>
                <a:lnTo>
                  <a:pt x="61129" y="992263"/>
                </a:lnTo>
                <a:cubicBezTo>
                  <a:pt x="53413" y="965438"/>
                  <a:pt x="47150" y="937995"/>
                  <a:pt x="42431" y="910026"/>
                </a:cubicBezTo>
                <a:lnTo>
                  <a:pt x="31941" y="911795"/>
                </a:lnTo>
                <a:moveTo>
                  <a:pt x="79151" y="1075928"/>
                </a:moveTo>
                <a:lnTo>
                  <a:pt x="69324" y="1080002"/>
                </a:lnTo>
                <a:cubicBezTo>
                  <a:pt x="80452" y="1106841"/>
                  <a:pt x="93048" y="1132913"/>
                  <a:pt x="107011" y="1158125"/>
                </a:cubicBezTo>
                <a:lnTo>
                  <a:pt x="116318" y="1152969"/>
                </a:lnTo>
                <a:lnTo>
                  <a:pt x="125624" y="1147816"/>
                </a:lnTo>
                <a:cubicBezTo>
                  <a:pt x="112046" y="1123299"/>
                  <a:pt x="99799" y="1097946"/>
                  <a:pt x="88978" y="1071854"/>
                </a:cubicBezTo>
                <a:lnTo>
                  <a:pt x="79151" y="1075928"/>
                </a:lnTo>
                <a:moveTo>
                  <a:pt x="161895" y="1225357"/>
                </a:moveTo>
                <a:lnTo>
                  <a:pt x="153224" y="1231521"/>
                </a:lnTo>
                <a:cubicBezTo>
                  <a:pt x="170004" y="1255128"/>
                  <a:pt x="188076" y="1277754"/>
                  <a:pt x="207337" y="1299292"/>
                </a:cubicBezTo>
                <a:lnTo>
                  <a:pt x="215267" y="1292200"/>
                </a:lnTo>
                <a:lnTo>
                  <a:pt x="223197" y="1285107"/>
                </a:lnTo>
                <a:cubicBezTo>
                  <a:pt x="204463" y="1264160"/>
                  <a:pt x="186886" y="1242153"/>
                  <a:pt x="170566" y="1219196"/>
                </a:cubicBezTo>
                <a:lnTo>
                  <a:pt x="161895" y="1225357"/>
                </a:lnTo>
                <a:moveTo>
                  <a:pt x="275752" y="1352685"/>
                </a:moveTo>
                <a:lnTo>
                  <a:pt x="268660" y="1360615"/>
                </a:lnTo>
                <a:cubicBezTo>
                  <a:pt x="290198" y="1379876"/>
                  <a:pt x="312823" y="1397948"/>
                  <a:pt x="336430" y="1414727"/>
                </a:cubicBezTo>
                <a:lnTo>
                  <a:pt x="342594" y="1406056"/>
                </a:lnTo>
                <a:lnTo>
                  <a:pt x="348757" y="1397386"/>
                </a:lnTo>
                <a:cubicBezTo>
                  <a:pt x="325798" y="1381066"/>
                  <a:pt x="303792" y="1363489"/>
                  <a:pt x="282844" y="1344756"/>
                </a:cubicBezTo>
                <a:lnTo>
                  <a:pt x="275752" y="1352685"/>
                </a:lnTo>
                <a:moveTo>
                  <a:pt x="414983" y="1451634"/>
                </a:moveTo>
                <a:lnTo>
                  <a:pt x="409828" y="1460941"/>
                </a:lnTo>
                <a:cubicBezTo>
                  <a:pt x="435039" y="1474904"/>
                  <a:pt x="461112" y="1487498"/>
                  <a:pt x="487949" y="1498628"/>
                </a:cubicBezTo>
                <a:lnTo>
                  <a:pt x="492024" y="1488802"/>
                </a:lnTo>
                <a:lnTo>
                  <a:pt x="496099" y="1478975"/>
                </a:lnTo>
                <a:cubicBezTo>
                  <a:pt x="470005" y="1468152"/>
                  <a:pt x="444652" y="1455907"/>
                  <a:pt x="420136" y="1442327"/>
                </a:cubicBezTo>
                <a:lnTo>
                  <a:pt x="414983" y="1451634"/>
                </a:lnTo>
                <a:moveTo>
                  <a:pt x="572747" y="1517049"/>
                </a:moveTo>
                <a:lnTo>
                  <a:pt x="569807" y="1527272"/>
                </a:lnTo>
                <a:cubicBezTo>
                  <a:pt x="597399" y="1535208"/>
                  <a:pt x="625624" y="1541647"/>
                  <a:pt x="654386" y="1546502"/>
                </a:cubicBezTo>
                <a:lnTo>
                  <a:pt x="656155" y="1536011"/>
                </a:lnTo>
                <a:lnTo>
                  <a:pt x="657926" y="1525521"/>
                </a:lnTo>
                <a:cubicBezTo>
                  <a:pt x="629958" y="1520802"/>
                  <a:pt x="602515" y="1514539"/>
                  <a:pt x="575688" y="1506822"/>
                </a:cubicBezTo>
                <a:lnTo>
                  <a:pt x="572747" y="1517049"/>
                </a:lnTo>
                <a:moveTo>
                  <a:pt x="741187" y="1545494"/>
                </a:moveTo>
                <a:lnTo>
                  <a:pt x="740600" y="1556119"/>
                </a:lnTo>
                <a:cubicBezTo>
                  <a:pt x="754958" y="1556911"/>
                  <a:pt x="769420" y="1557314"/>
                  <a:pt x="783975" y="1557314"/>
                </a:cubicBezTo>
                <a:lnTo>
                  <a:pt x="783975" y="1546675"/>
                </a:lnTo>
                <a:lnTo>
                  <a:pt x="783975" y="1536037"/>
                </a:lnTo>
                <a:cubicBezTo>
                  <a:pt x="769813" y="1536037"/>
                  <a:pt x="755742" y="1535645"/>
                  <a:pt x="741775" y="1534873"/>
                </a:cubicBezTo>
                <a:lnTo>
                  <a:pt x="741187" y="1545494"/>
                </a:lnTo>
                <a:moveTo>
                  <a:pt x="783975" y="1546675"/>
                </a:moveTo>
                <a:lnTo>
                  <a:pt x="783975" y="1557314"/>
                </a:lnTo>
                <a:cubicBezTo>
                  <a:pt x="798530" y="1557314"/>
                  <a:pt x="812993" y="1556911"/>
                  <a:pt x="827351" y="1556119"/>
                </a:cubicBezTo>
                <a:lnTo>
                  <a:pt x="826764" y="1545494"/>
                </a:lnTo>
                <a:lnTo>
                  <a:pt x="826176" y="1534873"/>
                </a:lnTo>
                <a:cubicBezTo>
                  <a:pt x="812209" y="1535645"/>
                  <a:pt x="798139" y="1536037"/>
                  <a:pt x="783975" y="1536037"/>
                </a:cubicBezTo>
                <a:lnTo>
                  <a:pt x="783975" y="1546675"/>
                </a:lnTo>
                <a:moveTo>
                  <a:pt x="911795" y="1536011"/>
                </a:moveTo>
                <a:lnTo>
                  <a:pt x="913565" y="1546502"/>
                </a:lnTo>
                <a:cubicBezTo>
                  <a:pt x="942328" y="1541647"/>
                  <a:pt x="970552" y="1535208"/>
                  <a:pt x="998144" y="1527272"/>
                </a:cubicBezTo>
                <a:lnTo>
                  <a:pt x="995203" y="1517049"/>
                </a:lnTo>
                <a:lnTo>
                  <a:pt x="992263" y="1506822"/>
                </a:lnTo>
                <a:cubicBezTo>
                  <a:pt x="965436" y="1514539"/>
                  <a:pt x="937993" y="1520802"/>
                  <a:pt x="910025" y="1525521"/>
                </a:cubicBezTo>
                <a:lnTo>
                  <a:pt x="911795" y="1536011"/>
                </a:lnTo>
                <a:moveTo>
                  <a:pt x="1075927" y="1488802"/>
                </a:moveTo>
                <a:lnTo>
                  <a:pt x="1080003" y="1498628"/>
                </a:lnTo>
                <a:cubicBezTo>
                  <a:pt x="1106839" y="1487498"/>
                  <a:pt x="1132913" y="1474904"/>
                  <a:pt x="1158123" y="1460941"/>
                </a:cubicBezTo>
                <a:lnTo>
                  <a:pt x="1152969" y="1451634"/>
                </a:lnTo>
                <a:lnTo>
                  <a:pt x="1147814" y="1442327"/>
                </a:lnTo>
                <a:cubicBezTo>
                  <a:pt x="1123299" y="1455907"/>
                  <a:pt x="1097946" y="1468152"/>
                  <a:pt x="1071852" y="1478975"/>
                </a:cubicBezTo>
                <a:lnTo>
                  <a:pt x="1075927" y="1488802"/>
                </a:lnTo>
                <a:moveTo>
                  <a:pt x="1225357" y="1406056"/>
                </a:moveTo>
                <a:lnTo>
                  <a:pt x="1231521" y="1414727"/>
                </a:lnTo>
                <a:cubicBezTo>
                  <a:pt x="1255128" y="1397948"/>
                  <a:pt x="1277752" y="1379876"/>
                  <a:pt x="1299290" y="1360615"/>
                </a:cubicBezTo>
                <a:lnTo>
                  <a:pt x="1292199" y="1352685"/>
                </a:lnTo>
                <a:lnTo>
                  <a:pt x="1285107" y="1344756"/>
                </a:lnTo>
                <a:cubicBezTo>
                  <a:pt x="1264158" y="1363489"/>
                  <a:pt x="1242154" y="1381066"/>
                  <a:pt x="1219194" y="1397386"/>
                </a:cubicBezTo>
                <a:lnTo>
                  <a:pt x="1225357" y="1406056"/>
                </a:lnTo>
                <a:moveTo>
                  <a:pt x="1352684" y="1292200"/>
                </a:moveTo>
                <a:lnTo>
                  <a:pt x="1360614" y="1299292"/>
                </a:lnTo>
                <a:cubicBezTo>
                  <a:pt x="1379875" y="1277754"/>
                  <a:pt x="1397947" y="1255128"/>
                  <a:pt x="1414727" y="1231521"/>
                </a:cubicBezTo>
                <a:lnTo>
                  <a:pt x="1406056" y="1225357"/>
                </a:lnTo>
                <a:lnTo>
                  <a:pt x="1397385" y="1219196"/>
                </a:lnTo>
                <a:cubicBezTo>
                  <a:pt x="1381065" y="1242153"/>
                  <a:pt x="1363488" y="1264160"/>
                  <a:pt x="1344754" y="1285107"/>
                </a:cubicBezTo>
                <a:lnTo>
                  <a:pt x="1352684" y="1292200"/>
                </a:lnTo>
                <a:moveTo>
                  <a:pt x="1451633" y="1152969"/>
                </a:moveTo>
                <a:lnTo>
                  <a:pt x="1460940" y="1158125"/>
                </a:lnTo>
                <a:cubicBezTo>
                  <a:pt x="1474902" y="1132913"/>
                  <a:pt x="1487498" y="1106841"/>
                  <a:pt x="1498627" y="1080002"/>
                </a:cubicBezTo>
                <a:lnTo>
                  <a:pt x="1488800" y="1075928"/>
                </a:lnTo>
                <a:lnTo>
                  <a:pt x="1478973" y="1071854"/>
                </a:lnTo>
                <a:cubicBezTo>
                  <a:pt x="1468153" y="1097946"/>
                  <a:pt x="1455905" y="1123299"/>
                  <a:pt x="1442327" y="1147816"/>
                </a:cubicBezTo>
                <a:lnTo>
                  <a:pt x="1451633" y="1152969"/>
                </a:lnTo>
                <a:moveTo>
                  <a:pt x="1517046" y="995204"/>
                </a:moveTo>
                <a:lnTo>
                  <a:pt x="1527270" y="998146"/>
                </a:lnTo>
                <a:cubicBezTo>
                  <a:pt x="1535207" y="970552"/>
                  <a:pt x="1541647" y="942327"/>
                  <a:pt x="1546501" y="913566"/>
                </a:cubicBezTo>
                <a:lnTo>
                  <a:pt x="1536011" y="911795"/>
                </a:lnTo>
                <a:lnTo>
                  <a:pt x="1525520" y="910026"/>
                </a:lnTo>
                <a:cubicBezTo>
                  <a:pt x="1520801" y="937995"/>
                  <a:pt x="1514538" y="965438"/>
                  <a:pt x="1506823" y="992263"/>
                </a:cubicBezTo>
                <a:lnTo>
                  <a:pt x="1517046" y="995204"/>
                </a:lnTo>
                <a:moveTo>
                  <a:pt x="1545494" y="826764"/>
                </a:moveTo>
                <a:lnTo>
                  <a:pt x="1556116" y="827352"/>
                </a:lnTo>
                <a:cubicBezTo>
                  <a:pt x="1556910" y="812994"/>
                  <a:pt x="1557312" y="798531"/>
                  <a:pt x="1557312" y="783978"/>
                </a:cubicBezTo>
                <a:lnTo>
                  <a:pt x="1546674" y="783978"/>
                </a:lnTo>
                <a:lnTo>
                  <a:pt x="1536036" y="783978"/>
                </a:lnTo>
                <a:cubicBezTo>
                  <a:pt x="1536036" y="798139"/>
                  <a:pt x="1535644" y="812210"/>
                  <a:pt x="1534872" y="826176"/>
                </a:cubicBezTo>
                <a:lnTo>
                  <a:pt x="1545494" y="826764"/>
                </a:lnTo>
                <a:moveTo>
                  <a:pt x="1546674" y="783978"/>
                </a:moveTo>
                <a:lnTo>
                  <a:pt x="1567951" y="783978"/>
                </a:lnTo>
                <a:cubicBezTo>
                  <a:pt x="1567951" y="769225"/>
                  <a:pt x="1567543" y="754566"/>
                  <a:pt x="1566738" y="740013"/>
                </a:cubicBezTo>
                <a:lnTo>
                  <a:pt x="1545494" y="741188"/>
                </a:lnTo>
                <a:lnTo>
                  <a:pt x="1524249" y="742364"/>
                </a:lnTo>
                <a:cubicBezTo>
                  <a:pt x="1525011" y="756134"/>
                  <a:pt x="1525397" y="770009"/>
                  <a:pt x="1525397" y="783978"/>
                </a:cubicBezTo>
                <a:lnTo>
                  <a:pt x="1546674" y="783978"/>
                </a:lnTo>
                <a:moveTo>
                  <a:pt x="1536011" y="656158"/>
                </a:moveTo>
                <a:lnTo>
                  <a:pt x="1556991" y="652617"/>
                </a:lnTo>
                <a:cubicBezTo>
                  <a:pt x="1552071" y="623456"/>
                  <a:pt x="1545540" y="594843"/>
                  <a:pt x="1537494" y="566868"/>
                </a:cubicBezTo>
                <a:lnTo>
                  <a:pt x="1517046" y="572748"/>
                </a:lnTo>
                <a:lnTo>
                  <a:pt x="1496599" y="578631"/>
                </a:lnTo>
                <a:cubicBezTo>
                  <a:pt x="1504204" y="605075"/>
                  <a:pt x="1510378" y="632127"/>
                  <a:pt x="1515030" y="659698"/>
                </a:cubicBezTo>
                <a:lnTo>
                  <a:pt x="1536011" y="656158"/>
                </a:lnTo>
                <a:moveTo>
                  <a:pt x="1488800" y="492024"/>
                </a:moveTo>
                <a:lnTo>
                  <a:pt x="1508454" y="483873"/>
                </a:lnTo>
                <a:cubicBezTo>
                  <a:pt x="1497171" y="456665"/>
                  <a:pt x="1484401" y="430233"/>
                  <a:pt x="1470246" y="404674"/>
                </a:cubicBezTo>
                <a:lnTo>
                  <a:pt x="1451633" y="414983"/>
                </a:lnTo>
                <a:lnTo>
                  <a:pt x="1433021" y="425292"/>
                </a:lnTo>
                <a:cubicBezTo>
                  <a:pt x="1446406" y="449459"/>
                  <a:pt x="1458480" y="474453"/>
                  <a:pt x="1469146" y="500176"/>
                </a:cubicBezTo>
                <a:lnTo>
                  <a:pt x="1488800" y="492024"/>
                </a:lnTo>
                <a:moveTo>
                  <a:pt x="1406056" y="342596"/>
                </a:moveTo>
                <a:lnTo>
                  <a:pt x="1423399" y="330268"/>
                </a:lnTo>
                <a:cubicBezTo>
                  <a:pt x="1406388" y="306336"/>
                  <a:pt x="1388068" y="283401"/>
                  <a:pt x="1368544" y="261571"/>
                </a:cubicBezTo>
                <a:lnTo>
                  <a:pt x="1352684" y="275753"/>
                </a:lnTo>
                <a:lnTo>
                  <a:pt x="1336824" y="289937"/>
                </a:lnTo>
                <a:cubicBezTo>
                  <a:pt x="1355294" y="310589"/>
                  <a:pt x="1372624" y="332286"/>
                  <a:pt x="1388714" y="354920"/>
                </a:cubicBezTo>
                <a:lnTo>
                  <a:pt x="1406056" y="342596"/>
                </a:lnTo>
                <a:moveTo>
                  <a:pt x="1292199" y="215267"/>
                </a:moveTo>
                <a:lnTo>
                  <a:pt x="1306382" y="199407"/>
                </a:lnTo>
                <a:cubicBezTo>
                  <a:pt x="1284549" y="179882"/>
                  <a:pt x="1261615" y="161564"/>
                  <a:pt x="1237684" y="144554"/>
                </a:cubicBezTo>
                <a:lnTo>
                  <a:pt x="1225357" y="161896"/>
                </a:lnTo>
                <a:lnTo>
                  <a:pt x="1213030" y="179238"/>
                </a:lnTo>
                <a:cubicBezTo>
                  <a:pt x="1235666" y="195327"/>
                  <a:pt x="1257361" y="212658"/>
                  <a:pt x="1278016" y="231129"/>
                </a:cubicBezTo>
                <a:lnTo>
                  <a:pt x="1292199" y="215267"/>
                </a:lnTo>
                <a:moveTo>
                  <a:pt x="1152968" y="116318"/>
                </a:moveTo>
                <a:lnTo>
                  <a:pt x="1163277" y="97705"/>
                </a:lnTo>
                <a:cubicBezTo>
                  <a:pt x="1137720" y="83551"/>
                  <a:pt x="1111285" y="70781"/>
                  <a:pt x="1084078" y="59498"/>
                </a:cubicBezTo>
                <a:lnTo>
                  <a:pt x="1075927" y="79151"/>
                </a:lnTo>
                <a:lnTo>
                  <a:pt x="1067777" y="98806"/>
                </a:lnTo>
                <a:cubicBezTo>
                  <a:pt x="1093499" y="109473"/>
                  <a:pt x="1118492" y="121545"/>
                  <a:pt x="1142660" y="134932"/>
                </a:cubicBezTo>
                <a:lnTo>
                  <a:pt x="1152968" y="116318"/>
                </a:lnTo>
                <a:moveTo>
                  <a:pt x="995203" y="50907"/>
                </a:moveTo>
                <a:lnTo>
                  <a:pt x="1001085" y="30459"/>
                </a:lnTo>
                <a:cubicBezTo>
                  <a:pt x="973110" y="22412"/>
                  <a:pt x="944495" y="15882"/>
                  <a:pt x="915335" y="10962"/>
                </a:cubicBezTo>
                <a:lnTo>
                  <a:pt x="911795" y="31941"/>
                </a:lnTo>
                <a:lnTo>
                  <a:pt x="908255" y="52922"/>
                </a:lnTo>
                <a:cubicBezTo>
                  <a:pt x="935826" y="57573"/>
                  <a:pt x="962878" y="63748"/>
                  <a:pt x="989322" y="71354"/>
                </a:cubicBezTo>
                <a:lnTo>
                  <a:pt x="995203" y="50907"/>
                </a:lnTo>
                <a:moveTo>
                  <a:pt x="826764" y="22458"/>
                </a:moveTo>
                <a:lnTo>
                  <a:pt x="827939" y="1212"/>
                </a:lnTo>
                <a:cubicBezTo>
                  <a:pt x="813384" y="409"/>
                  <a:pt x="798726" y="0"/>
                  <a:pt x="783975" y="0"/>
                </a:cubicBezTo>
                <a:lnTo>
                  <a:pt x="783975" y="21277"/>
                </a:lnTo>
                <a:lnTo>
                  <a:pt x="783975" y="42554"/>
                </a:lnTo>
                <a:cubicBezTo>
                  <a:pt x="797943" y="42554"/>
                  <a:pt x="811816" y="42940"/>
                  <a:pt x="825589" y="43704"/>
                </a:cubicBezTo>
                <a:lnTo>
                  <a:pt x="826764" y="22458"/>
                </a:lnTo>
                <a:moveTo>
                  <a:pt x="783975" y="21277"/>
                </a:moveTo>
                <a:lnTo>
                  <a:pt x="783975" y="0"/>
                </a:lnTo>
                <a:cubicBezTo>
                  <a:pt x="769224" y="0"/>
                  <a:pt x="754566" y="409"/>
                  <a:pt x="740012" y="1212"/>
                </a:cubicBezTo>
                <a:lnTo>
                  <a:pt x="741188" y="22458"/>
                </a:lnTo>
                <a:lnTo>
                  <a:pt x="742362" y="43704"/>
                </a:lnTo>
                <a:cubicBezTo>
                  <a:pt x="756134" y="42940"/>
                  <a:pt x="770009" y="42554"/>
                  <a:pt x="783975" y="42554"/>
                </a:cubicBezTo>
                <a:lnTo>
                  <a:pt x="783975" y="21277"/>
                </a:lnTo>
                <a:moveTo>
                  <a:pt x="656156" y="31941"/>
                </a:moveTo>
                <a:lnTo>
                  <a:pt x="652616" y="10962"/>
                </a:lnTo>
                <a:cubicBezTo>
                  <a:pt x="623457" y="15882"/>
                  <a:pt x="594841" y="22412"/>
                  <a:pt x="566867" y="30459"/>
                </a:cubicBezTo>
                <a:lnTo>
                  <a:pt x="572748" y="50907"/>
                </a:lnTo>
                <a:lnTo>
                  <a:pt x="578629" y="71354"/>
                </a:lnTo>
                <a:cubicBezTo>
                  <a:pt x="605073" y="63748"/>
                  <a:pt x="632125" y="57573"/>
                  <a:pt x="659696" y="52922"/>
                </a:cubicBezTo>
                <a:lnTo>
                  <a:pt x="656156" y="31941"/>
                </a:lnTo>
                <a:moveTo>
                  <a:pt x="492024" y="79151"/>
                </a:moveTo>
                <a:lnTo>
                  <a:pt x="483873" y="59498"/>
                </a:lnTo>
                <a:cubicBezTo>
                  <a:pt x="456665" y="70781"/>
                  <a:pt x="430231" y="83551"/>
                  <a:pt x="404674" y="97705"/>
                </a:cubicBezTo>
                <a:lnTo>
                  <a:pt x="414983" y="116318"/>
                </a:lnTo>
                <a:lnTo>
                  <a:pt x="425291" y="134932"/>
                </a:lnTo>
                <a:cubicBezTo>
                  <a:pt x="449459" y="121545"/>
                  <a:pt x="474452" y="109473"/>
                  <a:pt x="500174" y="98806"/>
                </a:cubicBezTo>
                <a:lnTo>
                  <a:pt x="492024" y="79151"/>
                </a:lnTo>
                <a:moveTo>
                  <a:pt x="342593" y="161896"/>
                </a:moveTo>
                <a:lnTo>
                  <a:pt x="330266" y="144554"/>
                </a:lnTo>
                <a:cubicBezTo>
                  <a:pt x="306336" y="161564"/>
                  <a:pt x="283401" y="179885"/>
                  <a:pt x="261569" y="199407"/>
                </a:cubicBezTo>
                <a:lnTo>
                  <a:pt x="275752" y="215267"/>
                </a:lnTo>
                <a:lnTo>
                  <a:pt x="289935" y="231129"/>
                </a:lnTo>
                <a:cubicBezTo>
                  <a:pt x="310589" y="212658"/>
                  <a:pt x="332284" y="195327"/>
                  <a:pt x="354920" y="179238"/>
                </a:cubicBezTo>
                <a:lnTo>
                  <a:pt x="342593" y="161896"/>
                </a:lnTo>
                <a:moveTo>
                  <a:pt x="215267" y="275753"/>
                </a:moveTo>
                <a:lnTo>
                  <a:pt x="199406" y="261571"/>
                </a:lnTo>
                <a:cubicBezTo>
                  <a:pt x="179883" y="283401"/>
                  <a:pt x="161563" y="306336"/>
                  <a:pt x="144553" y="330268"/>
                </a:cubicBezTo>
                <a:lnTo>
                  <a:pt x="161894" y="342596"/>
                </a:lnTo>
                <a:lnTo>
                  <a:pt x="179237" y="354920"/>
                </a:lnTo>
                <a:cubicBezTo>
                  <a:pt x="195326" y="332286"/>
                  <a:pt x="212657" y="310589"/>
                  <a:pt x="231127" y="289937"/>
                </a:cubicBezTo>
                <a:lnTo>
                  <a:pt x="215267" y="275753"/>
                </a:lnTo>
                <a:moveTo>
                  <a:pt x="116318" y="414983"/>
                </a:moveTo>
                <a:lnTo>
                  <a:pt x="97705" y="404674"/>
                </a:lnTo>
                <a:cubicBezTo>
                  <a:pt x="83549" y="430233"/>
                  <a:pt x="70779" y="456665"/>
                  <a:pt x="59496" y="483873"/>
                </a:cubicBezTo>
                <a:lnTo>
                  <a:pt x="79151" y="492024"/>
                </a:lnTo>
                <a:lnTo>
                  <a:pt x="98805" y="500176"/>
                </a:lnTo>
                <a:cubicBezTo>
                  <a:pt x="109471" y="474453"/>
                  <a:pt x="121545" y="449459"/>
                  <a:pt x="134931" y="425292"/>
                </a:cubicBezTo>
                <a:lnTo>
                  <a:pt x="116318" y="414983"/>
                </a:lnTo>
                <a:moveTo>
                  <a:pt x="50904" y="572748"/>
                </a:moveTo>
                <a:lnTo>
                  <a:pt x="30457" y="566868"/>
                </a:lnTo>
                <a:cubicBezTo>
                  <a:pt x="22410" y="594843"/>
                  <a:pt x="15880" y="623456"/>
                  <a:pt x="10960" y="652617"/>
                </a:cubicBezTo>
                <a:lnTo>
                  <a:pt x="31941" y="656158"/>
                </a:lnTo>
                <a:lnTo>
                  <a:pt x="52921" y="659698"/>
                </a:lnTo>
                <a:cubicBezTo>
                  <a:pt x="57573" y="632127"/>
                  <a:pt x="63747" y="605075"/>
                  <a:pt x="71353" y="578631"/>
                </a:cubicBezTo>
                <a:lnTo>
                  <a:pt x="50904" y="572748"/>
                </a:lnTo>
                <a:moveTo>
                  <a:pt x="22457" y="741188"/>
                </a:moveTo>
                <a:lnTo>
                  <a:pt x="1212" y="740013"/>
                </a:lnTo>
                <a:cubicBezTo>
                  <a:pt x="407" y="754566"/>
                  <a:pt x="0" y="769225"/>
                  <a:pt x="0" y="783978"/>
                </a:cubicBezTo>
                <a:lnTo>
                  <a:pt x="21277" y="783978"/>
                </a:lnTo>
                <a:lnTo>
                  <a:pt x="42554" y="783978"/>
                </a:lnTo>
                <a:cubicBezTo>
                  <a:pt x="42554" y="770009"/>
                  <a:pt x="42940" y="756134"/>
                  <a:pt x="43701" y="742364"/>
                </a:cubicBezTo>
                <a:lnTo>
                  <a:pt x="22457" y="741188"/>
                </a:lnTo>
                <a:moveTo>
                  <a:pt x="21277" y="783978"/>
                </a:moveTo>
                <a:lnTo>
                  <a:pt x="0" y="783978"/>
                </a:lnTo>
                <a:cubicBezTo>
                  <a:pt x="0" y="798727"/>
                  <a:pt x="407" y="813386"/>
                  <a:pt x="1212" y="827939"/>
                </a:cubicBezTo>
                <a:lnTo>
                  <a:pt x="22457" y="826764"/>
                </a:lnTo>
                <a:lnTo>
                  <a:pt x="43701" y="825589"/>
                </a:lnTo>
                <a:cubicBezTo>
                  <a:pt x="42940" y="811819"/>
                  <a:pt x="42554" y="797943"/>
                  <a:pt x="42554" y="783978"/>
                </a:cubicBezTo>
                <a:lnTo>
                  <a:pt x="21277" y="783978"/>
                </a:lnTo>
                <a:moveTo>
                  <a:pt x="31941" y="911795"/>
                </a:moveTo>
                <a:lnTo>
                  <a:pt x="10960" y="915335"/>
                </a:lnTo>
                <a:cubicBezTo>
                  <a:pt x="15880" y="944496"/>
                  <a:pt x="22410" y="973110"/>
                  <a:pt x="30457" y="1001084"/>
                </a:cubicBezTo>
                <a:lnTo>
                  <a:pt x="50904" y="995204"/>
                </a:lnTo>
                <a:lnTo>
                  <a:pt x="71353" y="989324"/>
                </a:lnTo>
                <a:cubicBezTo>
                  <a:pt x="63747" y="962880"/>
                  <a:pt x="57573" y="935828"/>
                  <a:pt x="52921" y="908257"/>
                </a:cubicBezTo>
                <a:lnTo>
                  <a:pt x="31941" y="911795"/>
                </a:lnTo>
                <a:moveTo>
                  <a:pt x="79151" y="1075928"/>
                </a:moveTo>
                <a:lnTo>
                  <a:pt x="59496" y="1084079"/>
                </a:lnTo>
                <a:cubicBezTo>
                  <a:pt x="70779" y="1111287"/>
                  <a:pt x="83549" y="1137720"/>
                  <a:pt x="97705" y="1163278"/>
                </a:cubicBezTo>
                <a:lnTo>
                  <a:pt x="116318" y="1152969"/>
                </a:lnTo>
                <a:lnTo>
                  <a:pt x="134931" y="1142660"/>
                </a:lnTo>
                <a:cubicBezTo>
                  <a:pt x="121545" y="1118493"/>
                  <a:pt x="109471" y="1093499"/>
                  <a:pt x="98805" y="1067779"/>
                </a:cubicBezTo>
                <a:lnTo>
                  <a:pt x="79151" y="1075928"/>
                </a:lnTo>
                <a:moveTo>
                  <a:pt x="161895" y="1225357"/>
                </a:moveTo>
                <a:lnTo>
                  <a:pt x="144553" y="1237684"/>
                </a:lnTo>
                <a:cubicBezTo>
                  <a:pt x="161563" y="1261616"/>
                  <a:pt x="179883" y="1284551"/>
                  <a:pt x="199407" y="1306384"/>
                </a:cubicBezTo>
                <a:lnTo>
                  <a:pt x="215267" y="1292200"/>
                </a:lnTo>
                <a:lnTo>
                  <a:pt x="231127" y="1278018"/>
                </a:lnTo>
                <a:cubicBezTo>
                  <a:pt x="212657" y="1257363"/>
                  <a:pt x="195327" y="1235669"/>
                  <a:pt x="179237" y="1213032"/>
                </a:cubicBezTo>
                <a:lnTo>
                  <a:pt x="161895" y="1225357"/>
                </a:lnTo>
                <a:moveTo>
                  <a:pt x="275752" y="1352685"/>
                </a:moveTo>
                <a:lnTo>
                  <a:pt x="261569" y="1368545"/>
                </a:lnTo>
                <a:cubicBezTo>
                  <a:pt x="283401" y="1388070"/>
                  <a:pt x="306336" y="1406389"/>
                  <a:pt x="330267" y="1423398"/>
                </a:cubicBezTo>
                <a:lnTo>
                  <a:pt x="342594" y="1406056"/>
                </a:lnTo>
                <a:lnTo>
                  <a:pt x="354921" y="1388715"/>
                </a:lnTo>
                <a:cubicBezTo>
                  <a:pt x="332285" y="1372625"/>
                  <a:pt x="310589" y="1355295"/>
                  <a:pt x="289935" y="1336826"/>
                </a:cubicBezTo>
                <a:lnTo>
                  <a:pt x="275752" y="1352685"/>
                </a:lnTo>
                <a:moveTo>
                  <a:pt x="414983" y="1451634"/>
                </a:moveTo>
                <a:lnTo>
                  <a:pt x="404674" y="1470247"/>
                </a:lnTo>
                <a:cubicBezTo>
                  <a:pt x="430232" y="1484404"/>
                  <a:pt x="456665" y="1497171"/>
                  <a:pt x="483873" y="1508454"/>
                </a:cubicBezTo>
                <a:lnTo>
                  <a:pt x="492024" y="1488802"/>
                </a:lnTo>
                <a:lnTo>
                  <a:pt x="500174" y="1469146"/>
                </a:lnTo>
                <a:cubicBezTo>
                  <a:pt x="474452" y="1458482"/>
                  <a:pt x="449459" y="1446407"/>
                  <a:pt x="425291" y="1433020"/>
                </a:cubicBezTo>
                <a:lnTo>
                  <a:pt x="414983" y="1451634"/>
                </a:lnTo>
                <a:moveTo>
                  <a:pt x="572747" y="1517049"/>
                </a:moveTo>
                <a:lnTo>
                  <a:pt x="566867" y="1537496"/>
                </a:lnTo>
                <a:cubicBezTo>
                  <a:pt x="594841" y="1545543"/>
                  <a:pt x="623456" y="1552073"/>
                  <a:pt x="652616" y="1556993"/>
                </a:cubicBezTo>
                <a:lnTo>
                  <a:pt x="656155" y="1536011"/>
                </a:lnTo>
                <a:lnTo>
                  <a:pt x="659696" y="1515030"/>
                </a:lnTo>
                <a:cubicBezTo>
                  <a:pt x="632125" y="1510379"/>
                  <a:pt x="605073" y="1504204"/>
                  <a:pt x="578629" y="1496598"/>
                </a:cubicBezTo>
                <a:lnTo>
                  <a:pt x="572747" y="1517049"/>
                </a:lnTo>
                <a:moveTo>
                  <a:pt x="741187" y="1545494"/>
                </a:moveTo>
                <a:lnTo>
                  <a:pt x="740012" y="1566740"/>
                </a:lnTo>
                <a:cubicBezTo>
                  <a:pt x="754566" y="1567543"/>
                  <a:pt x="769224" y="1567952"/>
                  <a:pt x="783975" y="1567952"/>
                </a:cubicBezTo>
                <a:lnTo>
                  <a:pt x="783975" y="1546675"/>
                </a:lnTo>
                <a:lnTo>
                  <a:pt x="783975" y="1525399"/>
                </a:lnTo>
                <a:cubicBezTo>
                  <a:pt x="770009" y="1525399"/>
                  <a:pt x="756134" y="1525012"/>
                  <a:pt x="742362" y="1524252"/>
                </a:cubicBezTo>
                <a:lnTo>
                  <a:pt x="741187" y="1545494"/>
                </a:lnTo>
                <a:moveTo>
                  <a:pt x="783975" y="1546675"/>
                </a:moveTo>
                <a:lnTo>
                  <a:pt x="783975" y="1567952"/>
                </a:lnTo>
                <a:cubicBezTo>
                  <a:pt x="798726" y="1567952"/>
                  <a:pt x="813384" y="1567543"/>
                  <a:pt x="827939" y="1566740"/>
                </a:cubicBezTo>
                <a:lnTo>
                  <a:pt x="826764" y="1545494"/>
                </a:lnTo>
                <a:lnTo>
                  <a:pt x="825589" y="1524252"/>
                </a:lnTo>
                <a:cubicBezTo>
                  <a:pt x="811816" y="1525012"/>
                  <a:pt x="797942" y="1525399"/>
                  <a:pt x="783975" y="1525399"/>
                </a:cubicBezTo>
                <a:lnTo>
                  <a:pt x="783975" y="1546675"/>
                </a:lnTo>
                <a:moveTo>
                  <a:pt x="911795" y="1536011"/>
                </a:moveTo>
                <a:lnTo>
                  <a:pt x="915335" y="1556993"/>
                </a:lnTo>
                <a:cubicBezTo>
                  <a:pt x="944495" y="1552073"/>
                  <a:pt x="973110" y="1545543"/>
                  <a:pt x="1001085" y="1537496"/>
                </a:cubicBezTo>
                <a:lnTo>
                  <a:pt x="995203" y="1517049"/>
                </a:lnTo>
                <a:lnTo>
                  <a:pt x="989322" y="1496598"/>
                </a:lnTo>
                <a:cubicBezTo>
                  <a:pt x="962878" y="1504204"/>
                  <a:pt x="935826" y="1510379"/>
                  <a:pt x="908255" y="1515030"/>
                </a:cubicBezTo>
                <a:lnTo>
                  <a:pt x="911795" y="1536011"/>
                </a:lnTo>
                <a:moveTo>
                  <a:pt x="1075927" y="1488802"/>
                </a:moveTo>
                <a:lnTo>
                  <a:pt x="1084078" y="1508454"/>
                </a:lnTo>
                <a:cubicBezTo>
                  <a:pt x="1111285" y="1497171"/>
                  <a:pt x="1137720" y="1484404"/>
                  <a:pt x="1163277" y="1470247"/>
                </a:cubicBezTo>
                <a:lnTo>
                  <a:pt x="1152969" y="1451634"/>
                </a:lnTo>
                <a:lnTo>
                  <a:pt x="1142660" y="1433020"/>
                </a:lnTo>
                <a:cubicBezTo>
                  <a:pt x="1118492" y="1446407"/>
                  <a:pt x="1093499" y="1458482"/>
                  <a:pt x="1067777" y="1469146"/>
                </a:cubicBezTo>
                <a:lnTo>
                  <a:pt x="1075927" y="1488802"/>
                </a:lnTo>
                <a:moveTo>
                  <a:pt x="1225357" y="1406056"/>
                </a:moveTo>
                <a:lnTo>
                  <a:pt x="1237684" y="1423398"/>
                </a:lnTo>
                <a:cubicBezTo>
                  <a:pt x="1261615" y="1406389"/>
                  <a:pt x="1284549" y="1388070"/>
                  <a:pt x="1306382" y="1368545"/>
                </a:cubicBezTo>
                <a:lnTo>
                  <a:pt x="1292199" y="1352685"/>
                </a:lnTo>
                <a:lnTo>
                  <a:pt x="1278016" y="1336826"/>
                </a:lnTo>
                <a:cubicBezTo>
                  <a:pt x="1257361" y="1355295"/>
                  <a:pt x="1235666" y="1372625"/>
                  <a:pt x="1213030" y="1388715"/>
                </a:cubicBezTo>
                <a:lnTo>
                  <a:pt x="1225357" y="1406056"/>
                </a:lnTo>
                <a:moveTo>
                  <a:pt x="1352684" y="1292200"/>
                </a:moveTo>
                <a:lnTo>
                  <a:pt x="1368544" y="1306384"/>
                </a:lnTo>
                <a:cubicBezTo>
                  <a:pt x="1388068" y="1284551"/>
                  <a:pt x="1406388" y="1261616"/>
                  <a:pt x="1423399" y="1237684"/>
                </a:cubicBezTo>
                <a:lnTo>
                  <a:pt x="1406056" y="1225357"/>
                </a:lnTo>
                <a:lnTo>
                  <a:pt x="1388714" y="1213032"/>
                </a:lnTo>
                <a:cubicBezTo>
                  <a:pt x="1372624" y="1235666"/>
                  <a:pt x="1355295" y="1257363"/>
                  <a:pt x="1336824" y="1278018"/>
                </a:cubicBezTo>
                <a:lnTo>
                  <a:pt x="1352684" y="1292200"/>
                </a:lnTo>
                <a:moveTo>
                  <a:pt x="1451633" y="1152969"/>
                </a:moveTo>
                <a:lnTo>
                  <a:pt x="1470246" y="1163278"/>
                </a:lnTo>
                <a:cubicBezTo>
                  <a:pt x="1484401" y="1137720"/>
                  <a:pt x="1497171" y="1111287"/>
                  <a:pt x="1508454" y="1084079"/>
                </a:cubicBezTo>
                <a:lnTo>
                  <a:pt x="1488800" y="1075928"/>
                </a:lnTo>
                <a:lnTo>
                  <a:pt x="1469146" y="1067779"/>
                </a:lnTo>
                <a:cubicBezTo>
                  <a:pt x="1458480" y="1093499"/>
                  <a:pt x="1446406" y="1118493"/>
                  <a:pt x="1433021" y="1142660"/>
                </a:cubicBezTo>
                <a:lnTo>
                  <a:pt x="1451633" y="1152969"/>
                </a:lnTo>
                <a:moveTo>
                  <a:pt x="1517046" y="995204"/>
                </a:moveTo>
                <a:lnTo>
                  <a:pt x="1537494" y="1001084"/>
                </a:lnTo>
                <a:cubicBezTo>
                  <a:pt x="1545540" y="973110"/>
                  <a:pt x="1552071" y="944496"/>
                  <a:pt x="1556991" y="915335"/>
                </a:cubicBezTo>
                <a:lnTo>
                  <a:pt x="1536011" y="911795"/>
                </a:lnTo>
                <a:lnTo>
                  <a:pt x="1515030" y="908257"/>
                </a:lnTo>
                <a:cubicBezTo>
                  <a:pt x="1510378" y="935828"/>
                  <a:pt x="1504204" y="962880"/>
                  <a:pt x="1496599" y="989324"/>
                </a:cubicBezTo>
                <a:lnTo>
                  <a:pt x="1517046" y="995204"/>
                </a:lnTo>
                <a:moveTo>
                  <a:pt x="1545494" y="826764"/>
                </a:moveTo>
                <a:lnTo>
                  <a:pt x="1566738" y="827939"/>
                </a:lnTo>
                <a:cubicBezTo>
                  <a:pt x="1567543" y="813386"/>
                  <a:pt x="1567951" y="798727"/>
                  <a:pt x="1567951" y="783978"/>
                </a:cubicBezTo>
                <a:lnTo>
                  <a:pt x="1546674" y="783978"/>
                </a:lnTo>
                <a:lnTo>
                  <a:pt x="1525397" y="783978"/>
                </a:lnTo>
                <a:cubicBezTo>
                  <a:pt x="1525397" y="797943"/>
                  <a:pt x="1525011" y="811819"/>
                  <a:pt x="1524249" y="825589"/>
                </a:cubicBezTo>
                <a:lnTo>
                  <a:pt x="1545494" y="8267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7">
            <a:extLst xmlns:a="http://schemas.openxmlformats.org/drawingml/2006/main">
              <a:ext uri="{FF2B5EF4-FFF2-40B4-BE49-F238E27FC236}">
                <a16:creationId xmlns:a16="http://schemas.microsoft.com/office/drawing/2014/main" id="{9487DDDA-AABA-4EB8-B544-7192DFBA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287" y="1434514"/>
            <a:ext cx="1525397" cy="1525399"/>
          </a:xfrm>
          <a:custGeom xmlns:a="http://schemas.openxmlformats.org/drawingml/2006/main">
            <a:pathLst>
              <a:path w="1525397" h="1525399">
                <a:moveTo>
                  <a:pt x="1525397" y="762701"/>
                </a:moveTo>
                <a:cubicBezTo>
                  <a:pt x="1525397" y="1183927"/>
                  <a:pt x="1183925" y="1525399"/>
                  <a:pt x="762699" y="1525399"/>
                </a:cubicBezTo>
                <a:cubicBezTo>
                  <a:pt x="341472" y="1525399"/>
                  <a:pt x="0" y="1183927"/>
                  <a:pt x="0" y="762701"/>
                </a:cubicBezTo>
                <a:cubicBezTo>
                  <a:pt x="0" y="341474"/>
                  <a:pt x="341472" y="0"/>
                  <a:pt x="762699" y="0"/>
                </a:cubicBezTo>
                <a:cubicBezTo>
                  <a:pt x="1183925" y="0"/>
                  <a:pt x="1525397" y="341474"/>
                  <a:pt x="1525397" y="76270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8">
            <a:extLst xmlns:a="http://schemas.openxmlformats.org/drawingml/2006/main">
              <a:ext uri="{FF2B5EF4-FFF2-40B4-BE49-F238E27FC236}">
                <a16:creationId xmlns:a16="http://schemas.microsoft.com/office/drawing/2014/main" id="{B07347F5-6611-40DC-85B0-6277348F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357" y="1411229"/>
            <a:ext cx="1567952" cy="1567952"/>
          </a:xfrm>
          <a:custGeom xmlns:a="http://schemas.openxmlformats.org/drawingml/2006/main">
            <a:pathLst>
              <a:path w="1567952" h="1567952">
                <a:moveTo>
                  <a:pt x="783960" y="21277"/>
                </a:moveTo>
                <a:lnTo>
                  <a:pt x="783960" y="10638"/>
                </a:lnTo>
                <a:cubicBezTo>
                  <a:pt x="769405" y="10638"/>
                  <a:pt x="754943" y="11042"/>
                  <a:pt x="740585" y="11837"/>
                </a:cubicBezTo>
                <a:lnTo>
                  <a:pt x="741173" y="22458"/>
                </a:lnTo>
                <a:lnTo>
                  <a:pt x="741760" y="33079"/>
                </a:lnTo>
                <a:cubicBezTo>
                  <a:pt x="755728" y="32307"/>
                  <a:pt x="769798" y="31915"/>
                  <a:pt x="783961" y="31915"/>
                </a:cubicBezTo>
                <a:lnTo>
                  <a:pt x="783960" y="21277"/>
                </a:lnTo>
                <a:moveTo>
                  <a:pt x="656141" y="31944"/>
                </a:moveTo>
                <a:lnTo>
                  <a:pt x="654371" y="21453"/>
                </a:lnTo>
                <a:cubicBezTo>
                  <a:pt x="625609" y="26308"/>
                  <a:pt x="597384" y="32747"/>
                  <a:pt x="569793" y="40685"/>
                </a:cubicBezTo>
                <a:lnTo>
                  <a:pt x="572734" y="50909"/>
                </a:lnTo>
                <a:lnTo>
                  <a:pt x="575675" y="61133"/>
                </a:lnTo>
                <a:cubicBezTo>
                  <a:pt x="602501" y="53416"/>
                  <a:pt x="629943" y="47153"/>
                  <a:pt x="657911" y="42434"/>
                </a:cubicBezTo>
                <a:lnTo>
                  <a:pt x="656141" y="31944"/>
                </a:lnTo>
                <a:moveTo>
                  <a:pt x="492010" y="79156"/>
                </a:moveTo>
                <a:lnTo>
                  <a:pt x="487935" y="69330"/>
                </a:lnTo>
                <a:cubicBezTo>
                  <a:pt x="461098" y="80460"/>
                  <a:pt x="435025" y="93054"/>
                  <a:pt x="409815" y="107020"/>
                </a:cubicBezTo>
                <a:lnTo>
                  <a:pt x="414970" y="116324"/>
                </a:lnTo>
                <a:lnTo>
                  <a:pt x="420124" y="125631"/>
                </a:lnTo>
                <a:cubicBezTo>
                  <a:pt x="444639" y="112054"/>
                  <a:pt x="469992" y="99806"/>
                  <a:pt x="496085" y="88983"/>
                </a:cubicBezTo>
                <a:lnTo>
                  <a:pt x="492010" y="79156"/>
                </a:lnTo>
                <a:moveTo>
                  <a:pt x="342582" y="161904"/>
                </a:moveTo>
                <a:lnTo>
                  <a:pt x="336418" y="153233"/>
                </a:lnTo>
                <a:cubicBezTo>
                  <a:pt x="312811" y="170013"/>
                  <a:pt x="290187" y="188087"/>
                  <a:pt x="268649" y="207348"/>
                </a:cubicBezTo>
                <a:lnTo>
                  <a:pt x="275741" y="215278"/>
                </a:lnTo>
                <a:lnTo>
                  <a:pt x="282833" y="223208"/>
                </a:lnTo>
                <a:cubicBezTo>
                  <a:pt x="303782" y="204472"/>
                  <a:pt x="325786" y="186895"/>
                  <a:pt x="348745" y="170575"/>
                </a:cubicBezTo>
                <a:lnTo>
                  <a:pt x="342582" y="161904"/>
                </a:lnTo>
                <a:moveTo>
                  <a:pt x="215258" y="275764"/>
                </a:moveTo>
                <a:lnTo>
                  <a:pt x="207327" y="268672"/>
                </a:lnTo>
                <a:cubicBezTo>
                  <a:pt x="188067" y="290210"/>
                  <a:pt x="169995" y="312835"/>
                  <a:pt x="153215" y="336443"/>
                </a:cubicBezTo>
                <a:lnTo>
                  <a:pt x="161887" y="342607"/>
                </a:lnTo>
                <a:lnTo>
                  <a:pt x="170557" y="348771"/>
                </a:lnTo>
                <a:cubicBezTo>
                  <a:pt x="186877" y="325810"/>
                  <a:pt x="204454" y="303804"/>
                  <a:pt x="223187" y="282856"/>
                </a:cubicBezTo>
                <a:lnTo>
                  <a:pt x="215258" y="275764"/>
                </a:lnTo>
                <a:moveTo>
                  <a:pt x="116311" y="414995"/>
                </a:moveTo>
                <a:lnTo>
                  <a:pt x="107004" y="409842"/>
                </a:lnTo>
                <a:cubicBezTo>
                  <a:pt x="93042" y="435053"/>
                  <a:pt x="80447" y="461126"/>
                  <a:pt x="69319" y="487964"/>
                </a:cubicBezTo>
                <a:lnTo>
                  <a:pt x="79146" y="492039"/>
                </a:lnTo>
                <a:lnTo>
                  <a:pt x="88973" y="496113"/>
                </a:lnTo>
                <a:cubicBezTo>
                  <a:pt x="99792" y="470018"/>
                  <a:pt x="112040" y="444667"/>
                  <a:pt x="125617" y="420151"/>
                </a:cubicBezTo>
                <a:lnTo>
                  <a:pt x="116311" y="414995"/>
                </a:lnTo>
                <a:moveTo>
                  <a:pt x="50901" y="572762"/>
                </a:moveTo>
                <a:lnTo>
                  <a:pt x="40677" y="569821"/>
                </a:lnTo>
                <a:cubicBezTo>
                  <a:pt x="32741" y="597415"/>
                  <a:pt x="26301" y="625639"/>
                  <a:pt x="21448" y="654400"/>
                </a:cubicBezTo>
                <a:lnTo>
                  <a:pt x="31939" y="656172"/>
                </a:lnTo>
                <a:lnTo>
                  <a:pt x="42429" y="657941"/>
                </a:lnTo>
                <a:cubicBezTo>
                  <a:pt x="47147" y="629972"/>
                  <a:pt x="53410" y="602531"/>
                  <a:pt x="61125" y="575704"/>
                </a:cubicBezTo>
                <a:lnTo>
                  <a:pt x="50901" y="572762"/>
                </a:lnTo>
                <a:moveTo>
                  <a:pt x="22457" y="741202"/>
                </a:moveTo>
                <a:lnTo>
                  <a:pt x="11834" y="740615"/>
                </a:lnTo>
                <a:cubicBezTo>
                  <a:pt x="11041" y="754975"/>
                  <a:pt x="10638" y="769435"/>
                  <a:pt x="10639" y="783992"/>
                </a:cubicBezTo>
                <a:lnTo>
                  <a:pt x="21278" y="783992"/>
                </a:lnTo>
                <a:lnTo>
                  <a:pt x="31916" y="783992"/>
                </a:lnTo>
                <a:cubicBezTo>
                  <a:pt x="31915" y="769827"/>
                  <a:pt x="32306" y="755756"/>
                  <a:pt x="33079" y="741790"/>
                </a:cubicBezTo>
                <a:lnTo>
                  <a:pt x="22457" y="741202"/>
                </a:lnTo>
                <a:moveTo>
                  <a:pt x="21278" y="783992"/>
                </a:moveTo>
                <a:lnTo>
                  <a:pt x="10639" y="783992"/>
                </a:lnTo>
                <a:cubicBezTo>
                  <a:pt x="10639" y="798545"/>
                  <a:pt x="11042" y="813008"/>
                  <a:pt x="11836" y="827366"/>
                </a:cubicBezTo>
                <a:lnTo>
                  <a:pt x="22458" y="826778"/>
                </a:lnTo>
                <a:lnTo>
                  <a:pt x="33080" y="826190"/>
                </a:lnTo>
                <a:cubicBezTo>
                  <a:pt x="32308" y="812225"/>
                  <a:pt x="31916" y="798154"/>
                  <a:pt x="31916" y="783992"/>
                </a:cubicBezTo>
                <a:lnTo>
                  <a:pt x="21278" y="783992"/>
                </a:lnTo>
                <a:moveTo>
                  <a:pt x="31944" y="911812"/>
                </a:moveTo>
                <a:lnTo>
                  <a:pt x="21454" y="913580"/>
                </a:lnTo>
                <a:cubicBezTo>
                  <a:pt x="26307" y="942344"/>
                  <a:pt x="32749" y="970566"/>
                  <a:pt x="40685" y="998160"/>
                </a:cubicBezTo>
                <a:lnTo>
                  <a:pt x="50909" y="995218"/>
                </a:lnTo>
                <a:lnTo>
                  <a:pt x="61133" y="992277"/>
                </a:lnTo>
                <a:cubicBezTo>
                  <a:pt x="53417" y="965449"/>
                  <a:pt x="47153" y="938009"/>
                  <a:pt x="42434" y="910040"/>
                </a:cubicBezTo>
                <a:lnTo>
                  <a:pt x="31944" y="911812"/>
                </a:lnTo>
                <a:moveTo>
                  <a:pt x="79157" y="1075942"/>
                </a:moveTo>
                <a:lnTo>
                  <a:pt x="69330" y="1080016"/>
                </a:lnTo>
                <a:cubicBezTo>
                  <a:pt x="80460" y="1106852"/>
                  <a:pt x="93056" y="1132927"/>
                  <a:pt x="107019" y="1158136"/>
                </a:cubicBezTo>
                <a:lnTo>
                  <a:pt x="116326" y="1152983"/>
                </a:lnTo>
                <a:lnTo>
                  <a:pt x="125632" y="1147827"/>
                </a:lnTo>
                <a:cubicBezTo>
                  <a:pt x="112053" y="1123314"/>
                  <a:pt x="99805" y="1097960"/>
                  <a:pt x="88984" y="1071868"/>
                </a:cubicBezTo>
                <a:lnTo>
                  <a:pt x="79157" y="1075942"/>
                </a:lnTo>
                <a:moveTo>
                  <a:pt x="161904" y="1225371"/>
                </a:moveTo>
                <a:lnTo>
                  <a:pt x="153233" y="1231535"/>
                </a:lnTo>
                <a:cubicBezTo>
                  <a:pt x="170014" y="1255140"/>
                  <a:pt x="188087" y="1277765"/>
                  <a:pt x="207348" y="1299303"/>
                </a:cubicBezTo>
                <a:lnTo>
                  <a:pt x="215277" y="1292211"/>
                </a:lnTo>
                <a:lnTo>
                  <a:pt x="223207" y="1285119"/>
                </a:lnTo>
                <a:cubicBezTo>
                  <a:pt x="204473" y="1264171"/>
                  <a:pt x="186896" y="1242165"/>
                  <a:pt x="170575" y="1219207"/>
                </a:cubicBezTo>
                <a:lnTo>
                  <a:pt x="161904" y="1225371"/>
                </a:lnTo>
                <a:moveTo>
                  <a:pt x="275764" y="1352694"/>
                </a:moveTo>
                <a:lnTo>
                  <a:pt x="268672" y="1360624"/>
                </a:lnTo>
                <a:cubicBezTo>
                  <a:pt x="290211" y="1379885"/>
                  <a:pt x="312836" y="1397956"/>
                  <a:pt x="336444" y="1414736"/>
                </a:cubicBezTo>
                <a:lnTo>
                  <a:pt x="342607" y="1406065"/>
                </a:lnTo>
                <a:lnTo>
                  <a:pt x="348770" y="1397394"/>
                </a:lnTo>
                <a:cubicBezTo>
                  <a:pt x="325810" y="1381074"/>
                  <a:pt x="303804" y="1363497"/>
                  <a:pt x="282856" y="1344764"/>
                </a:cubicBezTo>
                <a:lnTo>
                  <a:pt x="275764" y="1352694"/>
                </a:lnTo>
                <a:moveTo>
                  <a:pt x="414996" y="1451642"/>
                </a:moveTo>
                <a:lnTo>
                  <a:pt x="409842" y="1460946"/>
                </a:lnTo>
                <a:cubicBezTo>
                  <a:pt x="435053" y="1474909"/>
                  <a:pt x="461126" y="1487504"/>
                  <a:pt x="487963" y="1498634"/>
                </a:cubicBezTo>
                <a:lnTo>
                  <a:pt x="492038" y="1488807"/>
                </a:lnTo>
                <a:lnTo>
                  <a:pt x="496114" y="1478978"/>
                </a:lnTo>
                <a:cubicBezTo>
                  <a:pt x="470019" y="1468158"/>
                  <a:pt x="444666" y="1455912"/>
                  <a:pt x="420151" y="1442335"/>
                </a:cubicBezTo>
                <a:lnTo>
                  <a:pt x="414996" y="1451642"/>
                </a:lnTo>
                <a:moveTo>
                  <a:pt x="572763" y="1517051"/>
                </a:moveTo>
                <a:lnTo>
                  <a:pt x="569822" y="1527275"/>
                </a:lnTo>
                <a:cubicBezTo>
                  <a:pt x="597415" y="1535211"/>
                  <a:pt x="625639" y="1541650"/>
                  <a:pt x="654402" y="1546502"/>
                </a:cubicBezTo>
                <a:lnTo>
                  <a:pt x="656171" y="1536014"/>
                </a:lnTo>
                <a:lnTo>
                  <a:pt x="657941" y="1525523"/>
                </a:lnTo>
                <a:cubicBezTo>
                  <a:pt x="629973" y="1520805"/>
                  <a:pt x="602530" y="1514542"/>
                  <a:pt x="575703" y="1506827"/>
                </a:cubicBezTo>
                <a:lnTo>
                  <a:pt x="572763" y="1517051"/>
                </a:lnTo>
                <a:moveTo>
                  <a:pt x="741203" y="1545494"/>
                </a:moveTo>
                <a:lnTo>
                  <a:pt x="740615" y="1556119"/>
                </a:lnTo>
                <a:cubicBezTo>
                  <a:pt x="754975" y="1556911"/>
                  <a:pt x="769437" y="1557314"/>
                  <a:pt x="783992" y="1557314"/>
                </a:cubicBezTo>
                <a:lnTo>
                  <a:pt x="783991" y="1546675"/>
                </a:lnTo>
                <a:lnTo>
                  <a:pt x="783991" y="1536037"/>
                </a:lnTo>
                <a:cubicBezTo>
                  <a:pt x="769828" y="1536037"/>
                  <a:pt x="755757" y="1535645"/>
                  <a:pt x="741790" y="1534873"/>
                </a:cubicBezTo>
                <a:lnTo>
                  <a:pt x="741203" y="1545494"/>
                </a:lnTo>
                <a:moveTo>
                  <a:pt x="783991" y="1546675"/>
                </a:moveTo>
                <a:lnTo>
                  <a:pt x="783992" y="1557314"/>
                </a:lnTo>
                <a:cubicBezTo>
                  <a:pt x="798546" y="1557314"/>
                  <a:pt x="813008" y="1556911"/>
                  <a:pt x="827367" y="1556116"/>
                </a:cubicBezTo>
                <a:lnTo>
                  <a:pt x="826780" y="1545494"/>
                </a:lnTo>
                <a:lnTo>
                  <a:pt x="826192" y="1534870"/>
                </a:lnTo>
                <a:cubicBezTo>
                  <a:pt x="812225" y="1535645"/>
                  <a:pt x="798154" y="1536037"/>
                  <a:pt x="783991" y="1536037"/>
                </a:cubicBezTo>
                <a:lnTo>
                  <a:pt x="783991" y="1546675"/>
                </a:lnTo>
                <a:moveTo>
                  <a:pt x="911811" y="1536009"/>
                </a:moveTo>
                <a:lnTo>
                  <a:pt x="913581" y="1546499"/>
                </a:lnTo>
                <a:cubicBezTo>
                  <a:pt x="942344" y="1541644"/>
                  <a:pt x="970567" y="1535202"/>
                  <a:pt x="998159" y="1527267"/>
                </a:cubicBezTo>
                <a:lnTo>
                  <a:pt x="995218" y="1517043"/>
                </a:lnTo>
                <a:lnTo>
                  <a:pt x="992278" y="1506819"/>
                </a:lnTo>
                <a:cubicBezTo>
                  <a:pt x="965451" y="1514536"/>
                  <a:pt x="938009" y="1520799"/>
                  <a:pt x="910041" y="1525518"/>
                </a:cubicBezTo>
                <a:lnTo>
                  <a:pt x="911811" y="1536009"/>
                </a:lnTo>
                <a:moveTo>
                  <a:pt x="1075942" y="1488796"/>
                </a:moveTo>
                <a:lnTo>
                  <a:pt x="1080018" y="1498622"/>
                </a:lnTo>
                <a:cubicBezTo>
                  <a:pt x="1106854" y="1487493"/>
                  <a:pt x="1132927" y="1474895"/>
                  <a:pt x="1158137" y="1460932"/>
                </a:cubicBezTo>
                <a:lnTo>
                  <a:pt x="1152982" y="1451625"/>
                </a:lnTo>
                <a:lnTo>
                  <a:pt x="1147828" y="1442321"/>
                </a:lnTo>
                <a:cubicBezTo>
                  <a:pt x="1123313" y="1455898"/>
                  <a:pt x="1097960" y="1468146"/>
                  <a:pt x="1071866" y="1478967"/>
                </a:cubicBezTo>
                <a:lnTo>
                  <a:pt x="1075942" y="1488796"/>
                </a:lnTo>
                <a:moveTo>
                  <a:pt x="1225370" y="1406048"/>
                </a:moveTo>
                <a:lnTo>
                  <a:pt x="1231534" y="1414719"/>
                </a:lnTo>
                <a:cubicBezTo>
                  <a:pt x="1255141" y="1397939"/>
                  <a:pt x="1277765" y="1379865"/>
                  <a:pt x="1299302" y="1360604"/>
                </a:cubicBezTo>
                <a:lnTo>
                  <a:pt x="1292211" y="1352674"/>
                </a:lnTo>
                <a:lnTo>
                  <a:pt x="1285119" y="1344744"/>
                </a:lnTo>
                <a:cubicBezTo>
                  <a:pt x="1264170" y="1363477"/>
                  <a:pt x="1242166" y="1381057"/>
                  <a:pt x="1219206" y="1397377"/>
                </a:cubicBezTo>
                <a:lnTo>
                  <a:pt x="1225370" y="1406048"/>
                </a:lnTo>
                <a:moveTo>
                  <a:pt x="1352695" y="1292188"/>
                </a:moveTo>
                <a:lnTo>
                  <a:pt x="1360625" y="1299280"/>
                </a:lnTo>
                <a:cubicBezTo>
                  <a:pt x="1379886" y="1277740"/>
                  <a:pt x="1397957" y="1255117"/>
                  <a:pt x="1414737" y="1231509"/>
                </a:cubicBezTo>
                <a:lnTo>
                  <a:pt x="1406066" y="1225345"/>
                </a:lnTo>
                <a:lnTo>
                  <a:pt x="1397395" y="1219181"/>
                </a:lnTo>
                <a:cubicBezTo>
                  <a:pt x="1381075" y="1242142"/>
                  <a:pt x="1363498" y="1264146"/>
                  <a:pt x="1344765" y="1285096"/>
                </a:cubicBezTo>
                <a:lnTo>
                  <a:pt x="1352695" y="1292188"/>
                </a:lnTo>
                <a:moveTo>
                  <a:pt x="1451642" y="1152955"/>
                </a:moveTo>
                <a:lnTo>
                  <a:pt x="1460948" y="1158111"/>
                </a:lnTo>
                <a:cubicBezTo>
                  <a:pt x="1474910" y="1132899"/>
                  <a:pt x="1487505" y="1106827"/>
                  <a:pt x="1498634" y="1079988"/>
                </a:cubicBezTo>
                <a:lnTo>
                  <a:pt x="1488806" y="1075914"/>
                </a:lnTo>
                <a:lnTo>
                  <a:pt x="1478979" y="1071839"/>
                </a:lnTo>
                <a:cubicBezTo>
                  <a:pt x="1468159" y="1097931"/>
                  <a:pt x="1455912" y="1123285"/>
                  <a:pt x="1442335" y="1147802"/>
                </a:cubicBezTo>
                <a:lnTo>
                  <a:pt x="1451642" y="1152955"/>
                </a:lnTo>
                <a:moveTo>
                  <a:pt x="1517051" y="995190"/>
                </a:moveTo>
                <a:lnTo>
                  <a:pt x="1527275" y="998128"/>
                </a:lnTo>
                <a:cubicBezTo>
                  <a:pt x="1535211" y="970537"/>
                  <a:pt x="1541651" y="942313"/>
                  <a:pt x="1546504" y="913549"/>
                </a:cubicBezTo>
                <a:lnTo>
                  <a:pt x="1536014" y="911780"/>
                </a:lnTo>
                <a:lnTo>
                  <a:pt x="1525523" y="910012"/>
                </a:lnTo>
                <a:cubicBezTo>
                  <a:pt x="1520805" y="937978"/>
                  <a:pt x="1514542" y="965421"/>
                  <a:pt x="1506827" y="992249"/>
                </a:cubicBezTo>
                <a:lnTo>
                  <a:pt x="1517051" y="995190"/>
                </a:lnTo>
                <a:moveTo>
                  <a:pt x="1545496" y="826750"/>
                </a:moveTo>
                <a:lnTo>
                  <a:pt x="1556118" y="827338"/>
                </a:lnTo>
                <a:cubicBezTo>
                  <a:pt x="1556911" y="812977"/>
                  <a:pt x="1557314" y="798514"/>
                  <a:pt x="1557313" y="783960"/>
                </a:cubicBezTo>
                <a:lnTo>
                  <a:pt x="1546675" y="783960"/>
                </a:lnTo>
                <a:lnTo>
                  <a:pt x="1536036" y="783960"/>
                </a:lnTo>
                <a:cubicBezTo>
                  <a:pt x="1536036" y="798122"/>
                  <a:pt x="1535645" y="812193"/>
                  <a:pt x="1534874" y="826162"/>
                </a:cubicBezTo>
                <a:lnTo>
                  <a:pt x="1545496" y="826750"/>
                </a:lnTo>
                <a:moveTo>
                  <a:pt x="1546675" y="783960"/>
                </a:moveTo>
                <a:lnTo>
                  <a:pt x="1557313" y="783960"/>
                </a:lnTo>
                <a:cubicBezTo>
                  <a:pt x="1557313" y="769404"/>
                  <a:pt x="1556911" y="754944"/>
                  <a:pt x="1556116" y="740583"/>
                </a:cubicBezTo>
                <a:lnTo>
                  <a:pt x="1545494" y="741171"/>
                </a:lnTo>
                <a:lnTo>
                  <a:pt x="1534871" y="741759"/>
                </a:lnTo>
                <a:cubicBezTo>
                  <a:pt x="1535644" y="755728"/>
                  <a:pt x="1536036" y="769799"/>
                  <a:pt x="1536036" y="783960"/>
                </a:cubicBezTo>
                <a:lnTo>
                  <a:pt x="1546675" y="783960"/>
                </a:lnTo>
                <a:moveTo>
                  <a:pt x="1536009" y="656141"/>
                </a:moveTo>
                <a:lnTo>
                  <a:pt x="1546499" y="654372"/>
                </a:lnTo>
                <a:cubicBezTo>
                  <a:pt x="1541645" y="625608"/>
                  <a:pt x="1535203" y="597384"/>
                  <a:pt x="1527267" y="569793"/>
                </a:cubicBezTo>
                <a:lnTo>
                  <a:pt x="1517043" y="572734"/>
                </a:lnTo>
                <a:lnTo>
                  <a:pt x="1506819" y="575675"/>
                </a:lnTo>
                <a:cubicBezTo>
                  <a:pt x="1514535" y="602500"/>
                  <a:pt x="1520798" y="629943"/>
                  <a:pt x="1525519" y="657912"/>
                </a:cubicBezTo>
                <a:lnTo>
                  <a:pt x="1536009" y="656141"/>
                </a:lnTo>
                <a:moveTo>
                  <a:pt x="1488795" y="492010"/>
                </a:moveTo>
                <a:lnTo>
                  <a:pt x="1498622" y="487933"/>
                </a:lnTo>
                <a:cubicBezTo>
                  <a:pt x="1487493" y="461097"/>
                  <a:pt x="1474896" y="435025"/>
                  <a:pt x="1460933" y="409816"/>
                </a:cubicBezTo>
                <a:lnTo>
                  <a:pt x="1451627" y="414969"/>
                </a:lnTo>
                <a:lnTo>
                  <a:pt x="1442321" y="420125"/>
                </a:lnTo>
                <a:cubicBezTo>
                  <a:pt x="1455899" y="444639"/>
                  <a:pt x="1468147" y="469992"/>
                  <a:pt x="1478968" y="496085"/>
                </a:cubicBezTo>
                <a:lnTo>
                  <a:pt x="1488795" y="492010"/>
                </a:lnTo>
                <a:moveTo>
                  <a:pt x="1406048" y="342581"/>
                </a:moveTo>
                <a:lnTo>
                  <a:pt x="1414719" y="336417"/>
                </a:lnTo>
                <a:cubicBezTo>
                  <a:pt x="1397938" y="312810"/>
                  <a:pt x="1379866" y="290187"/>
                  <a:pt x="1360605" y="268649"/>
                </a:cubicBezTo>
                <a:lnTo>
                  <a:pt x="1352674" y="275741"/>
                </a:lnTo>
                <a:lnTo>
                  <a:pt x="1344744" y="282834"/>
                </a:lnTo>
                <a:cubicBezTo>
                  <a:pt x="1363479" y="303781"/>
                  <a:pt x="1381057" y="325785"/>
                  <a:pt x="1397377" y="348745"/>
                </a:cubicBezTo>
                <a:lnTo>
                  <a:pt x="1406048" y="342581"/>
                </a:lnTo>
                <a:moveTo>
                  <a:pt x="1292188" y="215258"/>
                </a:moveTo>
                <a:lnTo>
                  <a:pt x="1299280" y="207326"/>
                </a:lnTo>
                <a:cubicBezTo>
                  <a:pt x="1277741" y="188067"/>
                  <a:pt x="1255116" y="169996"/>
                  <a:pt x="1231508" y="153214"/>
                </a:cubicBezTo>
                <a:lnTo>
                  <a:pt x="1225345" y="161887"/>
                </a:lnTo>
                <a:lnTo>
                  <a:pt x="1219182" y="170558"/>
                </a:lnTo>
                <a:cubicBezTo>
                  <a:pt x="1242142" y="186878"/>
                  <a:pt x="1264147" y="204452"/>
                  <a:pt x="1285097" y="223188"/>
                </a:cubicBezTo>
                <a:lnTo>
                  <a:pt x="1292188" y="215258"/>
                </a:lnTo>
                <a:moveTo>
                  <a:pt x="1152956" y="116310"/>
                </a:moveTo>
                <a:lnTo>
                  <a:pt x="1158110" y="107003"/>
                </a:lnTo>
                <a:cubicBezTo>
                  <a:pt x="1132899" y="93043"/>
                  <a:pt x="1106826" y="80445"/>
                  <a:pt x="1079988" y="69319"/>
                </a:cubicBezTo>
                <a:lnTo>
                  <a:pt x="1075914" y="79145"/>
                </a:lnTo>
                <a:lnTo>
                  <a:pt x="1071839" y="88971"/>
                </a:lnTo>
                <a:cubicBezTo>
                  <a:pt x="1097933" y="99792"/>
                  <a:pt x="1123286" y="112040"/>
                  <a:pt x="1147802" y="125617"/>
                </a:cubicBezTo>
                <a:lnTo>
                  <a:pt x="1152956" y="116310"/>
                </a:lnTo>
                <a:moveTo>
                  <a:pt x="995189" y="50901"/>
                </a:moveTo>
                <a:lnTo>
                  <a:pt x="998130" y="40677"/>
                </a:lnTo>
                <a:cubicBezTo>
                  <a:pt x="970537" y="32741"/>
                  <a:pt x="942313" y="26299"/>
                  <a:pt x="913551" y="21447"/>
                </a:cubicBezTo>
                <a:lnTo>
                  <a:pt x="911780" y="31938"/>
                </a:lnTo>
                <a:lnTo>
                  <a:pt x="910011" y="42429"/>
                </a:lnTo>
                <a:cubicBezTo>
                  <a:pt x="937979" y="47147"/>
                  <a:pt x="965422" y="53411"/>
                  <a:pt x="992249" y="61125"/>
                </a:cubicBezTo>
                <a:lnTo>
                  <a:pt x="995189" y="50901"/>
                </a:lnTo>
                <a:moveTo>
                  <a:pt x="826749" y="22455"/>
                </a:moveTo>
                <a:lnTo>
                  <a:pt x="827337" y="11834"/>
                </a:lnTo>
                <a:cubicBezTo>
                  <a:pt x="812978" y="11039"/>
                  <a:pt x="798516" y="10638"/>
                  <a:pt x="783960" y="10638"/>
                </a:cubicBezTo>
                <a:lnTo>
                  <a:pt x="783960" y="21277"/>
                </a:lnTo>
                <a:lnTo>
                  <a:pt x="783961" y="31915"/>
                </a:lnTo>
                <a:cubicBezTo>
                  <a:pt x="798124" y="31915"/>
                  <a:pt x="812194" y="32307"/>
                  <a:pt x="826162" y="33079"/>
                </a:cubicBezTo>
                <a:lnTo>
                  <a:pt x="826749" y="22455"/>
                </a:lnTo>
                <a:moveTo>
                  <a:pt x="783960" y="21277"/>
                </a:moveTo>
                <a:lnTo>
                  <a:pt x="783960" y="0"/>
                </a:lnTo>
                <a:cubicBezTo>
                  <a:pt x="769210" y="0"/>
                  <a:pt x="754552" y="409"/>
                  <a:pt x="739997" y="1212"/>
                </a:cubicBezTo>
                <a:lnTo>
                  <a:pt x="741173" y="22458"/>
                </a:lnTo>
                <a:lnTo>
                  <a:pt x="742347" y="43704"/>
                </a:lnTo>
                <a:cubicBezTo>
                  <a:pt x="756120" y="42940"/>
                  <a:pt x="769995" y="42554"/>
                  <a:pt x="783961" y="42554"/>
                </a:cubicBezTo>
                <a:lnTo>
                  <a:pt x="783960" y="21277"/>
                </a:lnTo>
                <a:moveTo>
                  <a:pt x="656141" y="31944"/>
                </a:moveTo>
                <a:lnTo>
                  <a:pt x="652601" y="10962"/>
                </a:lnTo>
                <a:cubicBezTo>
                  <a:pt x="623442" y="15882"/>
                  <a:pt x="594826" y="22415"/>
                  <a:pt x="566852" y="30462"/>
                </a:cubicBezTo>
                <a:lnTo>
                  <a:pt x="572734" y="50909"/>
                </a:lnTo>
                <a:lnTo>
                  <a:pt x="578615" y="71357"/>
                </a:lnTo>
                <a:cubicBezTo>
                  <a:pt x="605059" y="63751"/>
                  <a:pt x="632110" y="57576"/>
                  <a:pt x="659682" y="52922"/>
                </a:cubicBezTo>
                <a:lnTo>
                  <a:pt x="656141" y="31944"/>
                </a:lnTo>
                <a:moveTo>
                  <a:pt x="492010" y="79156"/>
                </a:moveTo>
                <a:lnTo>
                  <a:pt x="483860" y="59504"/>
                </a:lnTo>
                <a:cubicBezTo>
                  <a:pt x="456652" y="70786"/>
                  <a:pt x="430218" y="83557"/>
                  <a:pt x="404661" y="97713"/>
                </a:cubicBezTo>
                <a:lnTo>
                  <a:pt x="414970" y="116324"/>
                </a:lnTo>
                <a:lnTo>
                  <a:pt x="425279" y="134938"/>
                </a:lnTo>
                <a:cubicBezTo>
                  <a:pt x="449446" y="121551"/>
                  <a:pt x="474439" y="109479"/>
                  <a:pt x="500161" y="98812"/>
                </a:cubicBezTo>
                <a:lnTo>
                  <a:pt x="492010" y="79156"/>
                </a:lnTo>
                <a:moveTo>
                  <a:pt x="342582" y="161904"/>
                </a:moveTo>
                <a:lnTo>
                  <a:pt x="330254" y="144563"/>
                </a:lnTo>
                <a:cubicBezTo>
                  <a:pt x="306324" y="161572"/>
                  <a:pt x="283390" y="179893"/>
                  <a:pt x="261557" y="199418"/>
                </a:cubicBezTo>
                <a:lnTo>
                  <a:pt x="275741" y="215278"/>
                </a:lnTo>
                <a:lnTo>
                  <a:pt x="289924" y="231138"/>
                </a:lnTo>
                <a:cubicBezTo>
                  <a:pt x="310579" y="212666"/>
                  <a:pt x="332273" y="195336"/>
                  <a:pt x="354909" y="179246"/>
                </a:cubicBezTo>
                <a:lnTo>
                  <a:pt x="342582" y="161904"/>
                </a:lnTo>
                <a:moveTo>
                  <a:pt x="215258" y="275764"/>
                </a:moveTo>
                <a:lnTo>
                  <a:pt x="199396" y="261579"/>
                </a:lnTo>
                <a:cubicBezTo>
                  <a:pt x="179873" y="283413"/>
                  <a:pt x="161554" y="306348"/>
                  <a:pt x="144544" y="330279"/>
                </a:cubicBezTo>
                <a:lnTo>
                  <a:pt x="161887" y="342607"/>
                </a:lnTo>
                <a:lnTo>
                  <a:pt x="179229" y="354932"/>
                </a:lnTo>
                <a:cubicBezTo>
                  <a:pt x="195318" y="332298"/>
                  <a:pt x="212648" y="310601"/>
                  <a:pt x="231118" y="289946"/>
                </a:cubicBezTo>
                <a:lnTo>
                  <a:pt x="215258" y="275764"/>
                </a:lnTo>
                <a:moveTo>
                  <a:pt x="116311" y="414995"/>
                </a:moveTo>
                <a:lnTo>
                  <a:pt x="97698" y="404688"/>
                </a:lnTo>
                <a:cubicBezTo>
                  <a:pt x="83543" y="430247"/>
                  <a:pt x="70774" y="456680"/>
                  <a:pt x="59492" y="483887"/>
                </a:cubicBezTo>
                <a:lnTo>
                  <a:pt x="79146" y="492039"/>
                </a:lnTo>
                <a:lnTo>
                  <a:pt x="98800" y="500187"/>
                </a:lnTo>
                <a:cubicBezTo>
                  <a:pt x="109465" y="474467"/>
                  <a:pt x="121539" y="449474"/>
                  <a:pt x="134924" y="425304"/>
                </a:cubicBezTo>
                <a:lnTo>
                  <a:pt x="116311" y="414995"/>
                </a:lnTo>
                <a:moveTo>
                  <a:pt x="50901" y="572762"/>
                </a:moveTo>
                <a:lnTo>
                  <a:pt x="30453" y="566882"/>
                </a:lnTo>
                <a:cubicBezTo>
                  <a:pt x="22408" y="594857"/>
                  <a:pt x="15877" y="623473"/>
                  <a:pt x="10958" y="652631"/>
                </a:cubicBezTo>
                <a:lnTo>
                  <a:pt x="31939" y="656172"/>
                </a:lnTo>
                <a:lnTo>
                  <a:pt x="52919" y="659709"/>
                </a:lnTo>
                <a:cubicBezTo>
                  <a:pt x="57571" y="632138"/>
                  <a:pt x="63744" y="605086"/>
                  <a:pt x="71349" y="578642"/>
                </a:cubicBezTo>
                <a:lnTo>
                  <a:pt x="50901" y="572762"/>
                </a:lnTo>
                <a:moveTo>
                  <a:pt x="22457" y="741202"/>
                </a:moveTo>
                <a:lnTo>
                  <a:pt x="1212" y="740027"/>
                </a:lnTo>
                <a:cubicBezTo>
                  <a:pt x="407" y="754583"/>
                  <a:pt x="0" y="769239"/>
                  <a:pt x="1" y="783992"/>
                </a:cubicBezTo>
                <a:lnTo>
                  <a:pt x="21278" y="783992"/>
                </a:lnTo>
                <a:lnTo>
                  <a:pt x="42554" y="783992"/>
                </a:lnTo>
                <a:cubicBezTo>
                  <a:pt x="42554" y="770023"/>
                  <a:pt x="42940" y="756148"/>
                  <a:pt x="43701" y="742378"/>
                </a:cubicBezTo>
                <a:lnTo>
                  <a:pt x="22457" y="741202"/>
                </a:lnTo>
                <a:moveTo>
                  <a:pt x="21278" y="783992"/>
                </a:moveTo>
                <a:lnTo>
                  <a:pt x="1" y="783992"/>
                </a:lnTo>
                <a:cubicBezTo>
                  <a:pt x="1" y="798741"/>
                  <a:pt x="408" y="813400"/>
                  <a:pt x="1214" y="827954"/>
                </a:cubicBezTo>
                <a:lnTo>
                  <a:pt x="22458" y="826778"/>
                </a:lnTo>
                <a:lnTo>
                  <a:pt x="43703" y="825603"/>
                </a:lnTo>
                <a:cubicBezTo>
                  <a:pt x="42940" y="811833"/>
                  <a:pt x="42554" y="797958"/>
                  <a:pt x="42554" y="783992"/>
                </a:cubicBezTo>
                <a:lnTo>
                  <a:pt x="21278" y="783992"/>
                </a:lnTo>
                <a:moveTo>
                  <a:pt x="31944" y="911812"/>
                </a:moveTo>
                <a:lnTo>
                  <a:pt x="10963" y="915352"/>
                </a:lnTo>
                <a:cubicBezTo>
                  <a:pt x="15884" y="944511"/>
                  <a:pt x="22415" y="973124"/>
                  <a:pt x="30462" y="1001101"/>
                </a:cubicBezTo>
                <a:lnTo>
                  <a:pt x="50909" y="995218"/>
                </a:lnTo>
                <a:lnTo>
                  <a:pt x="71357" y="989336"/>
                </a:lnTo>
                <a:cubicBezTo>
                  <a:pt x="63751" y="962891"/>
                  <a:pt x="57576" y="935840"/>
                  <a:pt x="52924" y="908271"/>
                </a:cubicBezTo>
                <a:lnTo>
                  <a:pt x="31944" y="911812"/>
                </a:lnTo>
                <a:moveTo>
                  <a:pt x="79157" y="1075942"/>
                </a:moveTo>
                <a:lnTo>
                  <a:pt x="59504" y="1084093"/>
                </a:lnTo>
                <a:cubicBezTo>
                  <a:pt x="70786" y="1111301"/>
                  <a:pt x="83557" y="1137734"/>
                  <a:pt x="97713" y="1163292"/>
                </a:cubicBezTo>
                <a:lnTo>
                  <a:pt x="116326" y="1152983"/>
                </a:lnTo>
                <a:lnTo>
                  <a:pt x="134938" y="1142674"/>
                </a:lnTo>
                <a:cubicBezTo>
                  <a:pt x="121552" y="1118507"/>
                  <a:pt x="109478" y="1093514"/>
                  <a:pt x="98811" y="1067791"/>
                </a:cubicBezTo>
                <a:lnTo>
                  <a:pt x="79157" y="1075942"/>
                </a:lnTo>
                <a:moveTo>
                  <a:pt x="161904" y="1225371"/>
                </a:moveTo>
                <a:lnTo>
                  <a:pt x="144562" y="1237699"/>
                </a:lnTo>
                <a:cubicBezTo>
                  <a:pt x="161573" y="1261627"/>
                  <a:pt x="179893" y="1284562"/>
                  <a:pt x="199418" y="1306395"/>
                </a:cubicBezTo>
                <a:lnTo>
                  <a:pt x="215277" y="1292211"/>
                </a:lnTo>
                <a:lnTo>
                  <a:pt x="231138" y="1278026"/>
                </a:lnTo>
                <a:cubicBezTo>
                  <a:pt x="212667" y="1257374"/>
                  <a:pt x="195336" y="1235677"/>
                  <a:pt x="179246" y="1213043"/>
                </a:cubicBezTo>
                <a:lnTo>
                  <a:pt x="161904" y="1225371"/>
                </a:lnTo>
                <a:moveTo>
                  <a:pt x="275764" y="1352694"/>
                </a:moveTo>
                <a:lnTo>
                  <a:pt x="261581" y="1368554"/>
                </a:lnTo>
                <a:cubicBezTo>
                  <a:pt x="283414" y="1388079"/>
                  <a:pt x="306348" y="1406397"/>
                  <a:pt x="330280" y="1423407"/>
                </a:cubicBezTo>
                <a:lnTo>
                  <a:pt x="342607" y="1406065"/>
                </a:lnTo>
                <a:lnTo>
                  <a:pt x="354933" y="1388723"/>
                </a:lnTo>
                <a:cubicBezTo>
                  <a:pt x="332297" y="1372634"/>
                  <a:pt x="310601" y="1355303"/>
                  <a:pt x="289946" y="1336834"/>
                </a:cubicBezTo>
                <a:lnTo>
                  <a:pt x="275764" y="1352694"/>
                </a:lnTo>
                <a:moveTo>
                  <a:pt x="414996" y="1451642"/>
                </a:moveTo>
                <a:lnTo>
                  <a:pt x="404688" y="1470253"/>
                </a:lnTo>
                <a:cubicBezTo>
                  <a:pt x="430246" y="1484409"/>
                  <a:pt x="456680" y="1497177"/>
                  <a:pt x="483888" y="1508460"/>
                </a:cubicBezTo>
                <a:lnTo>
                  <a:pt x="492038" y="1488807"/>
                </a:lnTo>
                <a:lnTo>
                  <a:pt x="500188" y="1469152"/>
                </a:lnTo>
                <a:cubicBezTo>
                  <a:pt x="474466" y="1458485"/>
                  <a:pt x="449473" y="1446413"/>
                  <a:pt x="425304" y="1433029"/>
                </a:cubicBezTo>
                <a:lnTo>
                  <a:pt x="414996" y="1451642"/>
                </a:lnTo>
                <a:moveTo>
                  <a:pt x="572763" y="1517051"/>
                </a:moveTo>
                <a:lnTo>
                  <a:pt x="566882" y="1537499"/>
                </a:lnTo>
                <a:cubicBezTo>
                  <a:pt x="594857" y="1545545"/>
                  <a:pt x="623472" y="1552076"/>
                  <a:pt x="652631" y="1556993"/>
                </a:cubicBezTo>
                <a:lnTo>
                  <a:pt x="656171" y="1536014"/>
                </a:lnTo>
                <a:lnTo>
                  <a:pt x="659711" y="1515033"/>
                </a:lnTo>
                <a:cubicBezTo>
                  <a:pt x="632140" y="1510382"/>
                  <a:pt x="605088" y="1504207"/>
                  <a:pt x="578644" y="1496604"/>
                </a:cubicBezTo>
                <a:lnTo>
                  <a:pt x="572763" y="1517051"/>
                </a:lnTo>
                <a:moveTo>
                  <a:pt x="741203" y="1545494"/>
                </a:moveTo>
                <a:lnTo>
                  <a:pt x="740028" y="1566740"/>
                </a:lnTo>
                <a:cubicBezTo>
                  <a:pt x="754583" y="1567543"/>
                  <a:pt x="769241" y="1567952"/>
                  <a:pt x="783992" y="1567952"/>
                </a:cubicBezTo>
                <a:lnTo>
                  <a:pt x="783991" y="1546675"/>
                </a:lnTo>
                <a:lnTo>
                  <a:pt x="783991" y="1525399"/>
                </a:lnTo>
                <a:cubicBezTo>
                  <a:pt x="770024" y="1525399"/>
                  <a:pt x="756149" y="1525012"/>
                  <a:pt x="742377" y="1524252"/>
                </a:cubicBezTo>
                <a:lnTo>
                  <a:pt x="741203" y="1545494"/>
                </a:lnTo>
                <a:moveTo>
                  <a:pt x="783991" y="1546675"/>
                </a:moveTo>
                <a:lnTo>
                  <a:pt x="783992" y="1567952"/>
                </a:lnTo>
                <a:cubicBezTo>
                  <a:pt x="798743" y="1567952"/>
                  <a:pt x="813401" y="1567543"/>
                  <a:pt x="827955" y="1566737"/>
                </a:cubicBezTo>
                <a:lnTo>
                  <a:pt x="826780" y="1545494"/>
                </a:lnTo>
                <a:lnTo>
                  <a:pt x="825604" y="1524249"/>
                </a:lnTo>
                <a:cubicBezTo>
                  <a:pt x="811832" y="1525010"/>
                  <a:pt x="797958" y="1525399"/>
                  <a:pt x="783991" y="1525399"/>
                </a:cubicBezTo>
                <a:lnTo>
                  <a:pt x="783991" y="1546675"/>
                </a:lnTo>
                <a:moveTo>
                  <a:pt x="911811" y="1536009"/>
                </a:moveTo>
                <a:lnTo>
                  <a:pt x="915351" y="1556987"/>
                </a:lnTo>
                <a:cubicBezTo>
                  <a:pt x="944511" y="1552067"/>
                  <a:pt x="973125" y="1545537"/>
                  <a:pt x="1001100" y="1537491"/>
                </a:cubicBezTo>
                <a:lnTo>
                  <a:pt x="995218" y="1517043"/>
                </a:lnTo>
                <a:lnTo>
                  <a:pt x="989337" y="1496595"/>
                </a:lnTo>
                <a:cubicBezTo>
                  <a:pt x="962893" y="1504201"/>
                  <a:pt x="935841" y="1510376"/>
                  <a:pt x="908271" y="1515027"/>
                </a:cubicBezTo>
                <a:lnTo>
                  <a:pt x="911811" y="1536009"/>
                </a:lnTo>
                <a:moveTo>
                  <a:pt x="1075942" y="1488796"/>
                </a:moveTo>
                <a:lnTo>
                  <a:pt x="1084093" y="1508449"/>
                </a:lnTo>
                <a:cubicBezTo>
                  <a:pt x="1111300" y="1497166"/>
                  <a:pt x="1137734" y="1484395"/>
                  <a:pt x="1163291" y="1470239"/>
                </a:cubicBezTo>
                <a:lnTo>
                  <a:pt x="1152982" y="1451625"/>
                </a:lnTo>
                <a:lnTo>
                  <a:pt x="1142673" y="1433014"/>
                </a:lnTo>
                <a:cubicBezTo>
                  <a:pt x="1118506" y="1446398"/>
                  <a:pt x="1093513" y="1458473"/>
                  <a:pt x="1067791" y="1469140"/>
                </a:cubicBezTo>
                <a:lnTo>
                  <a:pt x="1075942" y="1488796"/>
                </a:lnTo>
                <a:moveTo>
                  <a:pt x="1225370" y="1406048"/>
                </a:moveTo>
                <a:lnTo>
                  <a:pt x="1237698" y="1423390"/>
                </a:lnTo>
                <a:cubicBezTo>
                  <a:pt x="1261629" y="1406380"/>
                  <a:pt x="1284562" y="1388059"/>
                  <a:pt x="1306395" y="1368534"/>
                </a:cubicBezTo>
                <a:lnTo>
                  <a:pt x="1292211" y="1352674"/>
                </a:lnTo>
                <a:lnTo>
                  <a:pt x="1278028" y="1336814"/>
                </a:lnTo>
                <a:cubicBezTo>
                  <a:pt x="1257373" y="1355286"/>
                  <a:pt x="1235679" y="1372617"/>
                  <a:pt x="1213043" y="1388706"/>
                </a:cubicBezTo>
                <a:lnTo>
                  <a:pt x="1225370" y="1406048"/>
                </a:lnTo>
                <a:moveTo>
                  <a:pt x="1352695" y="1292188"/>
                </a:moveTo>
                <a:lnTo>
                  <a:pt x="1368555" y="1306370"/>
                </a:lnTo>
                <a:cubicBezTo>
                  <a:pt x="1388079" y="1284537"/>
                  <a:pt x="1406399" y="1261605"/>
                  <a:pt x="1423408" y="1237673"/>
                </a:cubicBezTo>
                <a:lnTo>
                  <a:pt x="1406066" y="1225345"/>
                </a:lnTo>
                <a:lnTo>
                  <a:pt x="1388723" y="1213018"/>
                </a:lnTo>
                <a:cubicBezTo>
                  <a:pt x="1372634" y="1235654"/>
                  <a:pt x="1355305" y="1257351"/>
                  <a:pt x="1336834" y="1278004"/>
                </a:cubicBezTo>
                <a:lnTo>
                  <a:pt x="1352695" y="1292188"/>
                </a:lnTo>
                <a:moveTo>
                  <a:pt x="1451642" y="1152955"/>
                </a:moveTo>
                <a:lnTo>
                  <a:pt x="1470255" y="1163264"/>
                </a:lnTo>
                <a:cubicBezTo>
                  <a:pt x="1484409" y="1137705"/>
                  <a:pt x="1497179" y="1111273"/>
                  <a:pt x="1508461" y="1084062"/>
                </a:cubicBezTo>
                <a:lnTo>
                  <a:pt x="1488806" y="1075914"/>
                </a:lnTo>
                <a:lnTo>
                  <a:pt x="1469152" y="1067765"/>
                </a:lnTo>
                <a:cubicBezTo>
                  <a:pt x="1458486" y="1093485"/>
                  <a:pt x="1446413" y="1118479"/>
                  <a:pt x="1433029" y="1142649"/>
                </a:cubicBezTo>
                <a:lnTo>
                  <a:pt x="1451642" y="1152955"/>
                </a:lnTo>
                <a:moveTo>
                  <a:pt x="1517051" y="995190"/>
                </a:moveTo>
                <a:lnTo>
                  <a:pt x="1537499" y="1001070"/>
                </a:lnTo>
                <a:cubicBezTo>
                  <a:pt x="1545545" y="973095"/>
                  <a:pt x="1552075" y="944479"/>
                  <a:pt x="1556994" y="915321"/>
                </a:cubicBezTo>
                <a:lnTo>
                  <a:pt x="1536014" y="911780"/>
                </a:lnTo>
                <a:lnTo>
                  <a:pt x="1515033" y="908240"/>
                </a:lnTo>
                <a:cubicBezTo>
                  <a:pt x="1510381" y="935811"/>
                  <a:pt x="1504208" y="962863"/>
                  <a:pt x="1496603" y="989307"/>
                </a:cubicBezTo>
                <a:lnTo>
                  <a:pt x="1517051" y="995190"/>
                </a:lnTo>
                <a:moveTo>
                  <a:pt x="1545496" y="826750"/>
                </a:moveTo>
                <a:lnTo>
                  <a:pt x="1566740" y="827922"/>
                </a:lnTo>
                <a:cubicBezTo>
                  <a:pt x="1567545" y="813369"/>
                  <a:pt x="1567952" y="798710"/>
                  <a:pt x="1567952" y="783960"/>
                </a:cubicBezTo>
                <a:lnTo>
                  <a:pt x="1546675" y="783960"/>
                </a:lnTo>
                <a:lnTo>
                  <a:pt x="1525398" y="783960"/>
                </a:lnTo>
                <a:cubicBezTo>
                  <a:pt x="1525398" y="797926"/>
                  <a:pt x="1525012" y="811802"/>
                  <a:pt x="1524251" y="825574"/>
                </a:cubicBezTo>
                <a:lnTo>
                  <a:pt x="1545496" y="826750"/>
                </a:lnTo>
                <a:moveTo>
                  <a:pt x="1546675" y="783960"/>
                </a:moveTo>
                <a:lnTo>
                  <a:pt x="1567952" y="783960"/>
                </a:lnTo>
                <a:cubicBezTo>
                  <a:pt x="1567952" y="769208"/>
                  <a:pt x="1567543" y="754552"/>
                  <a:pt x="1566738" y="739996"/>
                </a:cubicBezTo>
                <a:lnTo>
                  <a:pt x="1545494" y="741171"/>
                </a:lnTo>
                <a:lnTo>
                  <a:pt x="1524249" y="742347"/>
                </a:lnTo>
                <a:cubicBezTo>
                  <a:pt x="1525011" y="756119"/>
                  <a:pt x="1525398" y="769995"/>
                  <a:pt x="1525398" y="783960"/>
                </a:cubicBezTo>
                <a:lnTo>
                  <a:pt x="1546675" y="783960"/>
                </a:lnTo>
                <a:moveTo>
                  <a:pt x="1536009" y="656141"/>
                </a:moveTo>
                <a:lnTo>
                  <a:pt x="1556989" y="652600"/>
                </a:lnTo>
                <a:cubicBezTo>
                  <a:pt x="1552068" y="623442"/>
                  <a:pt x="1545538" y="594826"/>
                  <a:pt x="1537491" y="566851"/>
                </a:cubicBezTo>
                <a:lnTo>
                  <a:pt x="1517043" y="572734"/>
                </a:lnTo>
                <a:lnTo>
                  <a:pt x="1496595" y="578614"/>
                </a:lnTo>
                <a:cubicBezTo>
                  <a:pt x="1504201" y="605058"/>
                  <a:pt x="1510376" y="632110"/>
                  <a:pt x="1515028" y="659681"/>
                </a:cubicBezTo>
                <a:lnTo>
                  <a:pt x="1536009" y="656141"/>
                </a:lnTo>
                <a:moveTo>
                  <a:pt x="1488795" y="492010"/>
                </a:moveTo>
                <a:lnTo>
                  <a:pt x="1508449" y="483859"/>
                </a:lnTo>
                <a:cubicBezTo>
                  <a:pt x="1497166" y="456651"/>
                  <a:pt x="1484395" y="430218"/>
                  <a:pt x="1470240" y="404660"/>
                </a:cubicBezTo>
                <a:lnTo>
                  <a:pt x="1451627" y="414969"/>
                </a:lnTo>
                <a:lnTo>
                  <a:pt x="1433014" y="425278"/>
                </a:lnTo>
                <a:cubicBezTo>
                  <a:pt x="1446400" y="449445"/>
                  <a:pt x="1458474" y="474439"/>
                  <a:pt x="1469141" y="500162"/>
                </a:cubicBezTo>
                <a:lnTo>
                  <a:pt x="1488795" y="492010"/>
                </a:lnTo>
                <a:moveTo>
                  <a:pt x="1406048" y="342581"/>
                </a:moveTo>
                <a:lnTo>
                  <a:pt x="1423390" y="330254"/>
                </a:lnTo>
                <a:cubicBezTo>
                  <a:pt x="1406379" y="306322"/>
                  <a:pt x="1388059" y="283390"/>
                  <a:pt x="1368534" y="261557"/>
                </a:cubicBezTo>
                <a:lnTo>
                  <a:pt x="1352674" y="275741"/>
                </a:lnTo>
                <a:lnTo>
                  <a:pt x="1336814" y="289923"/>
                </a:lnTo>
                <a:cubicBezTo>
                  <a:pt x="1355285" y="310578"/>
                  <a:pt x="1372616" y="332272"/>
                  <a:pt x="1388706" y="354909"/>
                </a:cubicBezTo>
                <a:lnTo>
                  <a:pt x="1406048" y="342581"/>
                </a:lnTo>
                <a:moveTo>
                  <a:pt x="1292188" y="215258"/>
                </a:moveTo>
                <a:lnTo>
                  <a:pt x="1306371" y="199396"/>
                </a:lnTo>
                <a:cubicBezTo>
                  <a:pt x="1284538" y="179874"/>
                  <a:pt x="1261604" y="161552"/>
                  <a:pt x="1237672" y="144543"/>
                </a:cubicBezTo>
                <a:lnTo>
                  <a:pt x="1225345" y="161887"/>
                </a:lnTo>
                <a:lnTo>
                  <a:pt x="1213018" y="179229"/>
                </a:lnTo>
                <a:cubicBezTo>
                  <a:pt x="1235655" y="195319"/>
                  <a:pt x="1257351" y="212646"/>
                  <a:pt x="1278005" y="231118"/>
                </a:cubicBezTo>
                <a:lnTo>
                  <a:pt x="1292188" y="215258"/>
                </a:lnTo>
                <a:moveTo>
                  <a:pt x="1152956" y="116310"/>
                </a:moveTo>
                <a:lnTo>
                  <a:pt x="1163265" y="97696"/>
                </a:lnTo>
                <a:cubicBezTo>
                  <a:pt x="1137706" y="83543"/>
                  <a:pt x="1111272" y="70772"/>
                  <a:pt x="1084063" y="59492"/>
                </a:cubicBezTo>
                <a:lnTo>
                  <a:pt x="1075914" y="79145"/>
                </a:lnTo>
                <a:lnTo>
                  <a:pt x="1067764" y="98801"/>
                </a:lnTo>
                <a:cubicBezTo>
                  <a:pt x="1093486" y="109465"/>
                  <a:pt x="1118479" y="121540"/>
                  <a:pt x="1142648" y="134924"/>
                </a:cubicBezTo>
                <a:lnTo>
                  <a:pt x="1152956" y="116310"/>
                </a:lnTo>
                <a:moveTo>
                  <a:pt x="995189" y="50901"/>
                </a:moveTo>
                <a:lnTo>
                  <a:pt x="1001070" y="30453"/>
                </a:lnTo>
                <a:cubicBezTo>
                  <a:pt x="973095" y="22407"/>
                  <a:pt x="944480" y="15877"/>
                  <a:pt x="915320" y="10956"/>
                </a:cubicBezTo>
                <a:lnTo>
                  <a:pt x="911780" y="31938"/>
                </a:lnTo>
                <a:lnTo>
                  <a:pt x="908241" y="52920"/>
                </a:lnTo>
                <a:cubicBezTo>
                  <a:pt x="935812" y="57570"/>
                  <a:pt x="962864" y="63742"/>
                  <a:pt x="989309" y="71349"/>
                </a:cubicBezTo>
                <a:lnTo>
                  <a:pt x="995189" y="50901"/>
                </a:lnTo>
                <a:moveTo>
                  <a:pt x="826749" y="22455"/>
                </a:moveTo>
                <a:lnTo>
                  <a:pt x="827924" y="1212"/>
                </a:lnTo>
                <a:cubicBezTo>
                  <a:pt x="813369" y="406"/>
                  <a:pt x="798711" y="0"/>
                  <a:pt x="783960" y="0"/>
                </a:cubicBezTo>
                <a:lnTo>
                  <a:pt x="783960" y="21277"/>
                </a:lnTo>
                <a:lnTo>
                  <a:pt x="783961" y="42554"/>
                </a:lnTo>
                <a:cubicBezTo>
                  <a:pt x="797928" y="42554"/>
                  <a:pt x="811803" y="42940"/>
                  <a:pt x="825575" y="43701"/>
                </a:cubicBezTo>
                <a:lnTo>
                  <a:pt x="826749" y="22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9">
            <a:extLst xmlns:a="http://schemas.openxmlformats.org/drawingml/2006/main">
              <a:ext uri="{FF2B5EF4-FFF2-40B4-BE49-F238E27FC236}">
                <a16:creationId xmlns:a16="http://schemas.microsoft.com/office/drawing/2014/main" id="{E7A8BEC2-368F-4602-8C6F-6FC8662B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626" y="1432498"/>
            <a:ext cx="1525414" cy="1525416"/>
          </a:xfrm>
          <a:custGeom xmlns:a="http://schemas.openxmlformats.org/drawingml/2006/main">
            <a:pathLst>
              <a:path w="1525414" h="1525416">
                <a:moveTo>
                  <a:pt x="762691" y="9"/>
                </a:moveTo>
                <a:cubicBezTo>
                  <a:pt x="1183919" y="0"/>
                  <a:pt x="1525397" y="341466"/>
                  <a:pt x="1525406" y="762692"/>
                </a:cubicBezTo>
                <a:cubicBezTo>
                  <a:pt x="1525414" y="1183919"/>
                  <a:pt x="1183949" y="1525399"/>
                  <a:pt x="762722" y="1525407"/>
                </a:cubicBezTo>
                <a:cubicBezTo>
                  <a:pt x="341495" y="1525416"/>
                  <a:pt x="17" y="1183950"/>
                  <a:pt x="9" y="762723"/>
                </a:cubicBezTo>
                <a:cubicBezTo>
                  <a:pt x="0" y="341497"/>
                  <a:pt x="341465" y="17"/>
                  <a:pt x="762691" y="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10">
            <a:extLst xmlns:a="http://schemas.openxmlformats.org/drawingml/2006/main">
              <a:ext uri="{FF2B5EF4-FFF2-40B4-BE49-F238E27FC236}">
                <a16:creationId xmlns:a16="http://schemas.microsoft.com/office/drawing/2014/main" id="{CF5D63EE-4ADF-49C8-BF53-F30FFC1C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44" y="1410960"/>
            <a:ext cx="1567952" cy="1567952"/>
          </a:xfrm>
          <a:custGeom xmlns:a="http://schemas.openxmlformats.org/drawingml/2006/main">
            <a:pathLst>
              <a:path w="1567952" h="1567952">
                <a:moveTo>
                  <a:pt x="783963" y="21277"/>
                </a:moveTo>
                <a:lnTo>
                  <a:pt x="783963" y="10638"/>
                </a:lnTo>
                <a:cubicBezTo>
                  <a:pt x="769408" y="10638"/>
                  <a:pt x="754946" y="11042"/>
                  <a:pt x="740588" y="11837"/>
                </a:cubicBezTo>
                <a:lnTo>
                  <a:pt x="741175" y="22458"/>
                </a:lnTo>
                <a:lnTo>
                  <a:pt x="741762" y="33079"/>
                </a:lnTo>
                <a:cubicBezTo>
                  <a:pt x="755731" y="32307"/>
                  <a:pt x="769801" y="31915"/>
                  <a:pt x="783963" y="31915"/>
                </a:cubicBezTo>
                <a:lnTo>
                  <a:pt x="783963" y="21277"/>
                </a:lnTo>
                <a:moveTo>
                  <a:pt x="656144" y="31944"/>
                </a:moveTo>
                <a:lnTo>
                  <a:pt x="654374" y="21453"/>
                </a:lnTo>
                <a:cubicBezTo>
                  <a:pt x="625612" y="26305"/>
                  <a:pt x="597387" y="32747"/>
                  <a:pt x="569795" y="40683"/>
                </a:cubicBezTo>
                <a:lnTo>
                  <a:pt x="572736" y="50909"/>
                </a:lnTo>
                <a:lnTo>
                  <a:pt x="575677" y="61133"/>
                </a:lnTo>
                <a:cubicBezTo>
                  <a:pt x="602503" y="53416"/>
                  <a:pt x="629946" y="47153"/>
                  <a:pt x="657914" y="42432"/>
                </a:cubicBezTo>
                <a:lnTo>
                  <a:pt x="656144" y="31944"/>
                </a:lnTo>
                <a:moveTo>
                  <a:pt x="492012" y="79156"/>
                </a:moveTo>
                <a:lnTo>
                  <a:pt x="487937" y="69330"/>
                </a:lnTo>
                <a:cubicBezTo>
                  <a:pt x="461101" y="80457"/>
                  <a:pt x="435027" y="93054"/>
                  <a:pt x="409817" y="107017"/>
                </a:cubicBezTo>
                <a:lnTo>
                  <a:pt x="414972" y="116324"/>
                </a:lnTo>
                <a:lnTo>
                  <a:pt x="420126" y="125631"/>
                </a:lnTo>
                <a:cubicBezTo>
                  <a:pt x="444641" y="112051"/>
                  <a:pt x="469995" y="99803"/>
                  <a:pt x="496088" y="88983"/>
                </a:cubicBezTo>
                <a:lnTo>
                  <a:pt x="492012" y="79156"/>
                </a:lnTo>
                <a:moveTo>
                  <a:pt x="342584" y="161901"/>
                </a:moveTo>
                <a:lnTo>
                  <a:pt x="336420" y="153231"/>
                </a:lnTo>
                <a:cubicBezTo>
                  <a:pt x="312813" y="170010"/>
                  <a:pt x="290189" y="188084"/>
                  <a:pt x="268651" y="207345"/>
                </a:cubicBezTo>
                <a:lnTo>
                  <a:pt x="275743" y="215275"/>
                </a:lnTo>
                <a:lnTo>
                  <a:pt x="282835" y="223205"/>
                </a:lnTo>
                <a:cubicBezTo>
                  <a:pt x="303783" y="204469"/>
                  <a:pt x="325788" y="186892"/>
                  <a:pt x="348747" y="170572"/>
                </a:cubicBezTo>
                <a:lnTo>
                  <a:pt x="342584" y="161901"/>
                </a:lnTo>
                <a:moveTo>
                  <a:pt x="215259" y="275761"/>
                </a:moveTo>
                <a:lnTo>
                  <a:pt x="207329" y="268669"/>
                </a:lnTo>
                <a:cubicBezTo>
                  <a:pt x="188068" y="290207"/>
                  <a:pt x="169996" y="312832"/>
                  <a:pt x="153216" y="336440"/>
                </a:cubicBezTo>
                <a:lnTo>
                  <a:pt x="161888" y="342604"/>
                </a:lnTo>
                <a:lnTo>
                  <a:pt x="170559" y="348768"/>
                </a:lnTo>
                <a:cubicBezTo>
                  <a:pt x="186878" y="325807"/>
                  <a:pt x="204455" y="303801"/>
                  <a:pt x="223189" y="282853"/>
                </a:cubicBezTo>
                <a:lnTo>
                  <a:pt x="215259" y="275761"/>
                </a:lnTo>
                <a:moveTo>
                  <a:pt x="116312" y="414992"/>
                </a:moveTo>
                <a:lnTo>
                  <a:pt x="107005" y="409839"/>
                </a:lnTo>
                <a:cubicBezTo>
                  <a:pt x="93043" y="435051"/>
                  <a:pt x="80448" y="461123"/>
                  <a:pt x="69319" y="487959"/>
                </a:cubicBezTo>
                <a:lnTo>
                  <a:pt x="79146" y="492036"/>
                </a:lnTo>
                <a:lnTo>
                  <a:pt x="88973" y="496110"/>
                </a:lnTo>
                <a:cubicBezTo>
                  <a:pt x="99794" y="470015"/>
                  <a:pt x="112041" y="444664"/>
                  <a:pt x="125618" y="420148"/>
                </a:cubicBezTo>
                <a:lnTo>
                  <a:pt x="116312" y="414992"/>
                </a:lnTo>
                <a:moveTo>
                  <a:pt x="50902" y="572759"/>
                </a:moveTo>
                <a:lnTo>
                  <a:pt x="40677" y="569818"/>
                </a:lnTo>
                <a:cubicBezTo>
                  <a:pt x="32741" y="597412"/>
                  <a:pt x="26301" y="625636"/>
                  <a:pt x="21449" y="654397"/>
                </a:cubicBezTo>
                <a:lnTo>
                  <a:pt x="31939" y="656169"/>
                </a:lnTo>
                <a:lnTo>
                  <a:pt x="42429" y="657938"/>
                </a:lnTo>
                <a:cubicBezTo>
                  <a:pt x="47147" y="629969"/>
                  <a:pt x="53410" y="602525"/>
                  <a:pt x="61125" y="575701"/>
                </a:cubicBezTo>
                <a:lnTo>
                  <a:pt x="50902" y="572759"/>
                </a:lnTo>
                <a:moveTo>
                  <a:pt x="22456" y="741200"/>
                </a:moveTo>
                <a:lnTo>
                  <a:pt x="11834" y="740612"/>
                </a:lnTo>
                <a:cubicBezTo>
                  <a:pt x="11040" y="754970"/>
                  <a:pt x="10638" y="769432"/>
                  <a:pt x="10638" y="783989"/>
                </a:cubicBezTo>
                <a:lnTo>
                  <a:pt x="21277" y="783989"/>
                </a:lnTo>
                <a:lnTo>
                  <a:pt x="31915" y="783986"/>
                </a:lnTo>
                <a:cubicBezTo>
                  <a:pt x="31915" y="769824"/>
                  <a:pt x="32306" y="755753"/>
                  <a:pt x="33079" y="741787"/>
                </a:cubicBezTo>
                <a:lnTo>
                  <a:pt x="22456" y="741200"/>
                </a:lnTo>
                <a:moveTo>
                  <a:pt x="21277" y="783989"/>
                </a:moveTo>
                <a:lnTo>
                  <a:pt x="10638" y="783989"/>
                </a:lnTo>
                <a:cubicBezTo>
                  <a:pt x="10639" y="798543"/>
                  <a:pt x="11041" y="813005"/>
                  <a:pt x="11835" y="827363"/>
                </a:cubicBezTo>
                <a:lnTo>
                  <a:pt x="22458" y="826775"/>
                </a:lnTo>
                <a:lnTo>
                  <a:pt x="33080" y="826188"/>
                </a:lnTo>
                <a:cubicBezTo>
                  <a:pt x="32307" y="812222"/>
                  <a:pt x="31916" y="798151"/>
                  <a:pt x="31915" y="783986"/>
                </a:cubicBezTo>
                <a:lnTo>
                  <a:pt x="21277" y="783989"/>
                </a:lnTo>
                <a:moveTo>
                  <a:pt x="31943" y="911806"/>
                </a:moveTo>
                <a:lnTo>
                  <a:pt x="21453" y="913578"/>
                </a:lnTo>
                <a:cubicBezTo>
                  <a:pt x="26306" y="942339"/>
                  <a:pt x="32748" y="970563"/>
                  <a:pt x="40684" y="998157"/>
                </a:cubicBezTo>
                <a:lnTo>
                  <a:pt x="50908" y="995215"/>
                </a:lnTo>
                <a:lnTo>
                  <a:pt x="61132" y="992274"/>
                </a:lnTo>
                <a:cubicBezTo>
                  <a:pt x="53416" y="965447"/>
                  <a:pt x="47152" y="938006"/>
                  <a:pt x="42433" y="910037"/>
                </a:cubicBezTo>
                <a:lnTo>
                  <a:pt x="31943" y="911806"/>
                </a:lnTo>
                <a:moveTo>
                  <a:pt x="79156" y="1075939"/>
                </a:moveTo>
                <a:lnTo>
                  <a:pt x="69329" y="1080013"/>
                </a:lnTo>
                <a:cubicBezTo>
                  <a:pt x="80457" y="1106849"/>
                  <a:pt x="93054" y="1132924"/>
                  <a:pt x="107017" y="1158133"/>
                </a:cubicBezTo>
                <a:lnTo>
                  <a:pt x="116323" y="1152980"/>
                </a:lnTo>
                <a:lnTo>
                  <a:pt x="125630" y="1147824"/>
                </a:lnTo>
                <a:cubicBezTo>
                  <a:pt x="112052" y="1123311"/>
                  <a:pt x="99804" y="1097957"/>
                  <a:pt x="88983" y="1071862"/>
                </a:cubicBezTo>
                <a:lnTo>
                  <a:pt x="79156" y="1075939"/>
                </a:lnTo>
                <a:moveTo>
                  <a:pt x="161902" y="1225368"/>
                </a:moveTo>
                <a:lnTo>
                  <a:pt x="153231" y="1231532"/>
                </a:lnTo>
                <a:cubicBezTo>
                  <a:pt x="170012" y="1255137"/>
                  <a:pt x="188084" y="1277762"/>
                  <a:pt x="207345" y="1299300"/>
                </a:cubicBezTo>
                <a:lnTo>
                  <a:pt x="215275" y="1292208"/>
                </a:lnTo>
                <a:lnTo>
                  <a:pt x="223205" y="1285116"/>
                </a:lnTo>
                <a:cubicBezTo>
                  <a:pt x="204471" y="1264168"/>
                  <a:pt x="186893" y="1242162"/>
                  <a:pt x="170573" y="1219204"/>
                </a:cubicBezTo>
                <a:lnTo>
                  <a:pt x="161902" y="1225368"/>
                </a:lnTo>
                <a:moveTo>
                  <a:pt x="275761" y="1352691"/>
                </a:moveTo>
                <a:lnTo>
                  <a:pt x="268670" y="1360621"/>
                </a:lnTo>
                <a:cubicBezTo>
                  <a:pt x="290208" y="1379882"/>
                  <a:pt x="312833" y="1397953"/>
                  <a:pt x="336441" y="1414736"/>
                </a:cubicBezTo>
                <a:lnTo>
                  <a:pt x="342604" y="1406062"/>
                </a:lnTo>
                <a:lnTo>
                  <a:pt x="348767" y="1397391"/>
                </a:lnTo>
                <a:cubicBezTo>
                  <a:pt x="325807" y="1381072"/>
                  <a:pt x="303802" y="1363494"/>
                  <a:pt x="282853" y="1344761"/>
                </a:cubicBezTo>
                <a:lnTo>
                  <a:pt x="275761" y="1352691"/>
                </a:lnTo>
                <a:moveTo>
                  <a:pt x="414993" y="1451639"/>
                </a:moveTo>
                <a:lnTo>
                  <a:pt x="409839" y="1460946"/>
                </a:lnTo>
                <a:cubicBezTo>
                  <a:pt x="435050" y="1474909"/>
                  <a:pt x="461123" y="1487504"/>
                  <a:pt x="487960" y="1498631"/>
                </a:cubicBezTo>
                <a:lnTo>
                  <a:pt x="492035" y="1488804"/>
                </a:lnTo>
                <a:lnTo>
                  <a:pt x="496110" y="1478978"/>
                </a:lnTo>
                <a:cubicBezTo>
                  <a:pt x="470016" y="1468158"/>
                  <a:pt x="444663" y="1455910"/>
                  <a:pt x="420147" y="1442333"/>
                </a:cubicBezTo>
                <a:lnTo>
                  <a:pt x="414993" y="1451639"/>
                </a:lnTo>
                <a:moveTo>
                  <a:pt x="572759" y="1517049"/>
                </a:moveTo>
                <a:lnTo>
                  <a:pt x="569819" y="1527272"/>
                </a:lnTo>
                <a:cubicBezTo>
                  <a:pt x="597411" y="1535208"/>
                  <a:pt x="625636" y="1541650"/>
                  <a:pt x="654398" y="1546502"/>
                </a:cubicBezTo>
                <a:lnTo>
                  <a:pt x="656168" y="1536011"/>
                </a:lnTo>
                <a:lnTo>
                  <a:pt x="657938" y="1525523"/>
                </a:lnTo>
                <a:cubicBezTo>
                  <a:pt x="629970" y="1520805"/>
                  <a:pt x="602527" y="1514542"/>
                  <a:pt x="575700" y="1506825"/>
                </a:cubicBezTo>
                <a:lnTo>
                  <a:pt x="572759" y="1517049"/>
                </a:lnTo>
                <a:moveTo>
                  <a:pt x="741200" y="1545494"/>
                </a:moveTo>
                <a:lnTo>
                  <a:pt x="740612" y="1556116"/>
                </a:lnTo>
                <a:cubicBezTo>
                  <a:pt x="754971" y="1556911"/>
                  <a:pt x="769433" y="1557314"/>
                  <a:pt x="783988" y="1557314"/>
                </a:cubicBezTo>
                <a:lnTo>
                  <a:pt x="783987" y="1546675"/>
                </a:lnTo>
                <a:lnTo>
                  <a:pt x="783987" y="1536037"/>
                </a:lnTo>
                <a:cubicBezTo>
                  <a:pt x="769825" y="1536037"/>
                  <a:pt x="755754" y="1535645"/>
                  <a:pt x="741787" y="1534873"/>
                </a:cubicBezTo>
                <a:lnTo>
                  <a:pt x="741200" y="1545494"/>
                </a:lnTo>
                <a:moveTo>
                  <a:pt x="783987" y="1546675"/>
                </a:moveTo>
                <a:lnTo>
                  <a:pt x="783988" y="1557314"/>
                </a:lnTo>
                <a:cubicBezTo>
                  <a:pt x="798543" y="1557311"/>
                  <a:pt x="813005" y="1556911"/>
                  <a:pt x="827364" y="1556116"/>
                </a:cubicBezTo>
                <a:lnTo>
                  <a:pt x="826776" y="1545494"/>
                </a:lnTo>
                <a:lnTo>
                  <a:pt x="826188" y="1534870"/>
                </a:lnTo>
                <a:cubicBezTo>
                  <a:pt x="812221" y="1535645"/>
                  <a:pt x="798151" y="1536034"/>
                  <a:pt x="783987" y="1536037"/>
                </a:cubicBezTo>
                <a:lnTo>
                  <a:pt x="783987" y="1546675"/>
                </a:lnTo>
                <a:moveTo>
                  <a:pt x="911807" y="1536009"/>
                </a:moveTo>
                <a:lnTo>
                  <a:pt x="913578" y="1546499"/>
                </a:lnTo>
                <a:cubicBezTo>
                  <a:pt x="942340" y="1541644"/>
                  <a:pt x="970564" y="1535202"/>
                  <a:pt x="998155" y="1527267"/>
                </a:cubicBezTo>
                <a:lnTo>
                  <a:pt x="995215" y="1517043"/>
                </a:lnTo>
                <a:lnTo>
                  <a:pt x="992274" y="1506819"/>
                </a:lnTo>
                <a:cubicBezTo>
                  <a:pt x="965447" y="1514536"/>
                  <a:pt x="938005" y="1520799"/>
                  <a:pt x="910037" y="1525518"/>
                </a:cubicBezTo>
                <a:lnTo>
                  <a:pt x="911807" y="1536009"/>
                </a:lnTo>
                <a:moveTo>
                  <a:pt x="1075938" y="1488796"/>
                </a:moveTo>
                <a:lnTo>
                  <a:pt x="1080014" y="1498622"/>
                </a:lnTo>
                <a:cubicBezTo>
                  <a:pt x="1106851" y="1487493"/>
                  <a:pt x="1132924" y="1474898"/>
                  <a:pt x="1158134" y="1460935"/>
                </a:cubicBezTo>
                <a:lnTo>
                  <a:pt x="1152980" y="1451628"/>
                </a:lnTo>
                <a:lnTo>
                  <a:pt x="1147825" y="1442321"/>
                </a:lnTo>
                <a:cubicBezTo>
                  <a:pt x="1123309" y="1455898"/>
                  <a:pt x="1097957" y="1468146"/>
                  <a:pt x="1071863" y="1478969"/>
                </a:cubicBezTo>
                <a:lnTo>
                  <a:pt x="1075938" y="1488796"/>
                </a:lnTo>
                <a:moveTo>
                  <a:pt x="1225367" y="1406048"/>
                </a:moveTo>
                <a:lnTo>
                  <a:pt x="1231531" y="1414719"/>
                </a:lnTo>
                <a:cubicBezTo>
                  <a:pt x="1255138" y="1397939"/>
                  <a:pt x="1277762" y="1379868"/>
                  <a:pt x="1299300" y="1360607"/>
                </a:cubicBezTo>
                <a:lnTo>
                  <a:pt x="1292208" y="1352677"/>
                </a:lnTo>
                <a:lnTo>
                  <a:pt x="1285117" y="1344747"/>
                </a:lnTo>
                <a:cubicBezTo>
                  <a:pt x="1264168" y="1363480"/>
                  <a:pt x="1242163" y="1381057"/>
                  <a:pt x="1219203" y="1397377"/>
                </a:cubicBezTo>
                <a:lnTo>
                  <a:pt x="1225367" y="1406048"/>
                </a:lnTo>
                <a:moveTo>
                  <a:pt x="1352693" y="1292191"/>
                </a:moveTo>
                <a:lnTo>
                  <a:pt x="1360622" y="1299280"/>
                </a:lnTo>
                <a:cubicBezTo>
                  <a:pt x="1379883" y="1277742"/>
                  <a:pt x="1397955" y="1255117"/>
                  <a:pt x="1414734" y="1231509"/>
                </a:cubicBezTo>
                <a:lnTo>
                  <a:pt x="1406064" y="1225348"/>
                </a:lnTo>
                <a:lnTo>
                  <a:pt x="1397392" y="1219184"/>
                </a:lnTo>
                <a:cubicBezTo>
                  <a:pt x="1381072" y="1242145"/>
                  <a:pt x="1363496" y="1264148"/>
                  <a:pt x="1344762" y="1285099"/>
                </a:cubicBezTo>
                <a:lnTo>
                  <a:pt x="1352693" y="1292191"/>
                </a:lnTo>
                <a:moveTo>
                  <a:pt x="1451639" y="1152958"/>
                </a:moveTo>
                <a:lnTo>
                  <a:pt x="1460946" y="1158111"/>
                </a:lnTo>
                <a:cubicBezTo>
                  <a:pt x="1474908" y="1132902"/>
                  <a:pt x="1487504" y="1106827"/>
                  <a:pt x="1498632" y="1079991"/>
                </a:cubicBezTo>
                <a:lnTo>
                  <a:pt x="1488805" y="1075916"/>
                </a:lnTo>
                <a:lnTo>
                  <a:pt x="1478978" y="1071842"/>
                </a:lnTo>
                <a:cubicBezTo>
                  <a:pt x="1468158" y="1097934"/>
                  <a:pt x="1455910" y="1123288"/>
                  <a:pt x="1442333" y="1147804"/>
                </a:cubicBezTo>
                <a:lnTo>
                  <a:pt x="1451639" y="1152958"/>
                </a:lnTo>
                <a:moveTo>
                  <a:pt x="1517050" y="995193"/>
                </a:moveTo>
                <a:lnTo>
                  <a:pt x="1527274" y="998131"/>
                </a:lnTo>
                <a:cubicBezTo>
                  <a:pt x="1535209" y="970540"/>
                  <a:pt x="1541650" y="942316"/>
                  <a:pt x="1546503" y="913552"/>
                </a:cubicBezTo>
                <a:lnTo>
                  <a:pt x="1536013" y="911783"/>
                </a:lnTo>
                <a:lnTo>
                  <a:pt x="1525522" y="910014"/>
                </a:lnTo>
                <a:cubicBezTo>
                  <a:pt x="1520803" y="937980"/>
                  <a:pt x="1514541" y="965424"/>
                  <a:pt x="1506825" y="992251"/>
                </a:cubicBezTo>
                <a:lnTo>
                  <a:pt x="1517050" y="995193"/>
                </a:lnTo>
                <a:moveTo>
                  <a:pt x="1545495" y="826753"/>
                </a:moveTo>
                <a:lnTo>
                  <a:pt x="1556117" y="827338"/>
                </a:lnTo>
                <a:cubicBezTo>
                  <a:pt x="1556911" y="812980"/>
                  <a:pt x="1557313" y="798517"/>
                  <a:pt x="1557312" y="783963"/>
                </a:cubicBezTo>
                <a:lnTo>
                  <a:pt x="1546674" y="783963"/>
                </a:lnTo>
                <a:lnTo>
                  <a:pt x="1536036" y="783963"/>
                </a:lnTo>
                <a:cubicBezTo>
                  <a:pt x="1536036" y="798125"/>
                  <a:pt x="1535644" y="812196"/>
                  <a:pt x="1534873" y="826165"/>
                </a:cubicBezTo>
                <a:lnTo>
                  <a:pt x="1545495" y="826753"/>
                </a:lnTo>
                <a:moveTo>
                  <a:pt x="1546674" y="783963"/>
                </a:moveTo>
                <a:lnTo>
                  <a:pt x="1557312" y="783963"/>
                </a:lnTo>
                <a:cubicBezTo>
                  <a:pt x="1557312" y="769407"/>
                  <a:pt x="1556910" y="754947"/>
                  <a:pt x="1556116" y="740586"/>
                </a:cubicBezTo>
                <a:lnTo>
                  <a:pt x="1545494" y="741174"/>
                </a:lnTo>
                <a:lnTo>
                  <a:pt x="1534871" y="741762"/>
                </a:lnTo>
                <a:cubicBezTo>
                  <a:pt x="1535644" y="755731"/>
                  <a:pt x="1536036" y="769801"/>
                  <a:pt x="1536036" y="783963"/>
                </a:cubicBezTo>
                <a:lnTo>
                  <a:pt x="1546674" y="783963"/>
                </a:lnTo>
                <a:moveTo>
                  <a:pt x="1536009" y="656143"/>
                </a:moveTo>
                <a:lnTo>
                  <a:pt x="1546499" y="654375"/>
                </a:lnTo>
                <a:cubicBezTo>
                  <a:pt x="1541645" y="625611"/>
                  <a:pt x="1535204" y="597387"/>
                  <a:pt x="1527267" y="569795"/>
                </a:cubicBezTo>
                <a:lnTo>
                  <a:pt x="1517043" y="572737"/>
                </a:lnTo>
                <a:lnTo>
                  <a:pt x="1506819" y="575678"/>
                </a:lnTo>
                <a:cubicBezTo>
                  <a:pt x="1514535" y="602503"/>
                  <a:pt x="1520798" y="629946"/>
                  <a:pt x="1525519" y="657915"/>
                </a:cubicBezTo>
                <a:lnTo>
                  <a:pt x="1536009" y="656143"/>
                </a:lnTo>
                <a:moveTo>
                  <a:pt x="1488796" y="492013"/>
                </a:moveTo>
                <a:lnTo>
                  <a:pt x="1498622" y="487936"/>
                </a:lnTo>
                <a:cubicBezTo>
                  <a:pt x="1487493" y="461100"/>
                  <a:pt x="1474897" y="435028"/>
                  <a:pt x="1460934" y="409816"/>
                </a:cubicBezTo>
                <a:lnTo>
                  <a:pt x="1451627" y="414972"/>
                </a:lnTo>
                <a:lnTo>
                  <a:pt x="1442321" y="420125"/>
                </a:lnTo>
                <a:cubicBezTo>
                  <a:pt x="1455900" y="444641"/>
                  <a:pt x="1468148" y="469995"/>
                  <a:pt x="1478969" y="496087"/>
                </a:cubicBezTo>
                <a:lnTo>
                  <a:pt x="1488796" y="492013"/>
                </a:lnTo>
                <a:moveTo>
                  <a:pt x="1406049" y="342584"/>
                </a:moveTo>
                <a:lnTo>
                  <a:pt x="1414720" y="336420"/>
                </a:lnTo>
                <a:cubicBezTo>
                  <a:pt x="1397940" y="312813"/>
                  <a:pt x="1379867" y="290190"/>
                  <a:pt x="1360606" y="268652"/>
                </a:cubicBezTo>
                <a:lnTo>
                  <a:pt x="1352676" y="275744"/>
                </a:lnTo>
                <a:lnTo>
                  <a:pt x="1344746" y="282834"/>
                </a:lnTo>
                <a:cubicBezTo>
                  <a:pt x="1363480" y="303784"/>
                  <a:pt x="1381057" y="325788"/>
                  <a:pt x="1397378" y="348748"/>
                </a:cubicBezTo>
                <a:lnTo>
                  <a:pt x="1406049" y="342584"/>
                </a:lnTo>
                <a:moveTo>
                  <a:pt x="1292190" y="215258"/>
                </a:moveTo>
                <a:lnTo>
                  <a:pt x="1299281" y="207328"/>
                </a:lnTo>
                <a:cubicBezTo>
                  <a:pt x="1277743" y="188067"/>
                  <a:pt x="1255118" y="169996"/>
                  <a:pt x="1231511" y="153216"/>
                </a:cubicBezTo>
                <a:lnTo>
                  <a:pt x="1225347" y="161887"/>
                </a:lnTo>
                <a:lnTo>
                  <a:pt x="1219184" y="170558"/>
                </a:lnTo>
                <a:cubicBezTo>
                  <a:pt x="1242144" y="186878"/>
                  <a:pt x="1264149" y="204455"/>
                  <a:pt x="1285099" y="223188"/>
                </a:cubicBezTo>
                <a:lnTo>
                  <a:pt x="1292190" y="215258"/>
                </a:lnTo>
                <a:moveTo>
                  <a:pt x="1152958" y="116313"/>
                </a:moveTo>
                <a:lnTo>
                  <a:pt x="1158112" y="107006"/>
                </a:lnTo>
                <a:cubicBezTo>
                  <a:pt x="1132902" y="93043"/>
                  <a:pt x="1106828" y="80448"/>
                  <a:pt x="1079991" y="69319"/>
                </a:cubicBezTo>
                <a:lnTo>
                  <a:pt x="1075916" y="79145"/>
                </a:lnTo>
                <a:lnTo>
                  <a:pt x="1071841" y="88974"/>
                </a:lnTo>
                <a:cubicBezTo>
                  <a:pt x="1097935" y="99794"/>
                  <a:pt x="1123288" y="112040"/>
                  <a:pt x="1147804" y="125620"/>
                </a:cubicBezTo>
                <a:lnTo>
                  <a:pt x="1152958" y="116313"/>
                </a:lnTo>
                <a:moveTo>
                  <a:pt x="995191" y="50901"/>
                </a:moveTo>
                <a:lnTo>
                  <a:pt x="998132" y="40677"/>
                </a:lnTo>
                <a:cubicBezTo>
                  <a:pt x="970539" y="32741"/>
                  <a:pt x="942316" y="26302"/>
                  <a:pt x="913553" y="21447"/>
                </a:cubicBezTo>
                <a:lnTo>
                  <a:pt x="911783" y="31938"/>
                </a:lnTo>
                <a:lnTo>
                  <a:pt x="910013" y="42429"/>
                </a:lnTo>
                <a:cubicBezTo>
                  <a:pt x="937982" y="47147"/>
                  <a:pt x="965424" y="53411"/>
                  <a:pt x="992251" y="61125"/>
                </a:cubicBezTo>
                <a:lnTo>
                  <a:pt x="995191" y="50901"/>
                </a:lnTo>
                <a:moveTo>
                  <a:pt x="826752" y="22455"/>
                </a:moveTo>
                <a:lnTo>
                  <a:pt x="827339" y="11834"/>
                </a:lnTo>
                <a:cubicBezTo>
                  <a:pt x="812980" y="11042"/>
                  <a:pt x="798518" y="10638"/>
                  <a:pt x="783963" y="10638"/>
                </a:cubicBezTo>
                <a:lnTo>
                  <a:pt x="783963" y="21277"/>
                </a:lnTo>
                <a:lnTo>
                  <a:pt x="783963" y="31915"/>
                </a:lnTo>
                <a:cubicBezTo>
                  <a:pt x="798127" y="31915"/>
                  <a:pt x="812197" y="32307"/>
                  <a:pt x="826164" y="33079"/>
                </a:cubicBezTo>
                <a:lnTo>
                  <a:pt x="826752" y="22455"/>
                </a:lnTo>
                <a:moveTo>
                  <a:pt x="783963" y="21277"/>
                </a:moveTo>
                <a:lnTo>
                  <a:pt x="783963" y="0"/>
                </a:lnTo>
                <a:cubicBezTo>
                  <a:pt x="769212" y="0"/>
                  <a:pt x="754554" y="409"/>
                  <a:pt x="740000" y="1212"/>
                </a:cubicBezTo>
                <a:lnTo>
                  <a:pt x="741175" y="22458"/>
                </a:lnTo>
                <a:lnTo>
                  <a:pt x="742350" y="43701"/>
                </a:lnTo>
                <a:cubicBezTo>
                  <a:pt x="756122" y="42940"/>
                  <a:pt x="769997" y="42554"/>
                  <a:pt x="783964" y="42554"/>
                </a:cubicBezTo>
                <a:lnTo>
                  <a:pt x="783963" y="21277"/>
                </a:lnTo>
                <a:moveTo>
                  <a:pt x="656144" y="31944"/>
                </a:moveTo>
                <a:lnTo>
                  <a:pt x="652604" y="10962"/>
                </a:lnTo>
                <a:cubicBezTo>
                  <a:pt x="623444" y="15882"/>
                  <a:pt x="594829" y="22412"/>
                  <a:pt x="566855" y="30462"/>
                </a:cubicBezTo>
                <a:lnTo>
                  <a:pt x="572736" y="50909"/>
                </a:lnTo>
                <a:lnTo>
                  <a:pt x="578618" y="71357"/>
                </a:lnTo>
                <a:cubicBezTo>
                  <a:pt x="605062" y="63748"/>
                  <a:pt x="632113" y="57576"/>
                  <a:pt x="659685" y="52922"/>
                </a:cubicBezTo>
                <a:lnTo>
                  <a:pt x="656144" y="31944"/>
                </a:lnTo>
                <a:moveTo>
                  <a:pt x="492012" y="79156"/>
                </a:moveTo>
                <a:lnTo>
                  <a:pt x="483862" y="59501"/>
                </a:lnTo>
                <a:cubicBezTo>
                  <a:pt x="456654" y="70784"/>
                  <a:pt x="430220" y="83554"/>
                  <a:pt x="404663" y="97710"/>
                </a:cubicBezTo>
                <a:lnTo>
                  <a:pt x="414972" y="116324"/>
                </a:lnTo>
                <a:lnTo>
                  <a:pt x="425281" y="134935"/>
                </a:lnTo>
                <a:cubicBezTo>
                  <a:pt x="449448" y="121551"/>
                  <a:pt x="474441" y="109476"/>
                  <a:pt x="500163" y="98809"/>
                </a:cubicBezTo>
                <a:lnTo>
                  <a:pt x="492012" y="79156"/>
                </a:lnTo>
                <a:moveTo>
                  <a:pt x="342584" y="161901"/>
                </a:moveTo>
                <a:lnTo>
                  <a:pt x="330256" y="144560"/>
                </a:lnTo>
                <a:cubicBezTo>
                  <a:pt x="306326" y="161569"/>
                  <a:pt x="283392" y="179891"/>
                  <a:pt x="261560" y="199416"/>
                </a:cubicBezTo>
                <a:lnTo>
                  <a:pt x="275743" y="215275"/>
                </a:lnTo>
                <a:lnTo>
                  <a:pt x="289927" y="231135"/>
                </a:lnTo>
                <a:cubicBezTo>
                  <a:pt x="310581" y="212663"/>
                  <a:pt x="332275" y="195333"/>
                  <a:pt x="354911" y="179243"/>
                </a:cubicBezTo>
                <a:lnTo>
                  <a:pt x="342584" y="161901"/>
                </a:lnTo>
                <a:moveTo>
                  <a:pt x="215259" y="275761"/>
                </a:moveTo>
                <a:lnTo>
                  <a:pt x="199398" y="261579"/>
                </a:lnTo>
                <a:cubicBezTo>
                  <a:pt x="179875" y="283410"/>
                  <a:pt x="161555" y="306345"/>
                  <a:pt x="144545" y="330276"/>
                </a:cubicBezTo>
                <a:lnTo>
                  <a:pt x="161888" y="342604"/>
                </a:lnTo>
                <a:lnTo>
                  <a:pt x="179230" y="354932"/>
                </a:lnTo>
                <a:cubicBezTo>
                  <a:pt x="195320" y="332295"/>
                  <a:pt x="212649" y="310598"/>
                  <a:pt x="231119" y="289943"/>
                </a:cubicBezTo>
                <a:lnTo>
                  <a:pt x="215259" y="275761"/>
                </a:lnTo>
                <a:moveTo>
                  <a:pt x="116312" y="414992"/>
                </a:moveTo>
                <a:lnTo>
                  <a:pt x="97699" y="404686"/>
                </a:lnTo>
                <a:cubicBezTo>
                  <a:pt x="83544" y="430244"/>
                  <a:pt x="70774" y="456677"/>
                  <a:pt x="59492" y="483885"/>
                </a:cubicBezTo>
                <a:lnTo>
                  <a:pt x="79146" y="492036"/>
                </a:lnTo>
                <a:lnTo>
                  <a:pt x="98801" y="500184"/>
                </a:lnTo>
                <a:cubicBezTo>
                  <a:pt x="109466" y="474464"/>
                  <a:pt x="121540" y="449471"/>
                  <a:pt x="134925" y="425301"/>
                </a:cubicBezTo>
                <a:lnTo>
                  <a:pt x="116312" y="414992"/>
                </a:lnTo>
                <a:moveTo>
                  <a:pt x="50902" y="572759"/>
                </a:moveTo>
                <a:lnTo>
                  <a:pt x="30453" y="566880"/>
                </a:lnTo>
                <a:cubicBezTo>
                  <a:pt x="22408" y="594854"/>
                  <a:pt x="15878" y="623467"/>
                  <a:pt x="10958" y="652628"/>
                </a:cubicBezTo>
                <a:lnTo>
                  <a:pt x="31939" y="656169"/>
                </a:lnTo>
                <a:lnTo>
                  <a:pt x="52919" y="659707"/>
                </a:lnTo>
                <a:cubicBezTo>
                  <a:pt x="57571" y="632135"/>
                  <a:pt x="63744" y="605084"/>
                  <a:pt x="71349" y="578639"/>
                </a:cubicBezTo>
                <a:lnTo>
                  <a:pt x="50902" y="572759"/>
                </a:lnTo>
                <a:moveTo>
                  <a:pt x="22456" y="741200"/>
                </a:moveTo>
                <a:lnTo>
                  <a:pt x="1212" y="740024"/>
                </a:lnTo>
                <a:cubicBezTo>
                  <a:pt x="407" y="754578"/>
                  <a:pt x="0" y="769236"/>
                  <a:pt x="0" y="783989"/>
                </a:cubicBezTo>
                <a:lnTo>
                  <a:pt x="21277" y="783989"/>
                </a:lnTo>
                <a:lnTo>
                  <a:pt x="42554" y="783986"/>
                </a:lnTo>
                <a:cubicBezTo>
                  <a:pt x="42554" y="770020"/>
                  <a:pt x="42939" y="756145"/>
                  <a:pt x="43701" y="742375"/>
                </a:cubicBezTo>
                <a:lnTo>
                  <a:pt x="22456" y="741200"/>
                </a:lnTo>
                <a:moveTo>
                  <a:pt x="21277" y="783989"/>
                </a:moveTo>
                <a:lnTo>
                  <a:pt x="0" y="783989"/>
                </a:lnTo>
                <a:cubicBezTo>
                  <a:pt x="0" y="798738"/>
                  <a:pt x="408" y="813397"/>
                  <a:pt x="1213" y="827951"/>
                </a:cubicBezTo>
                <a:lnTo>
                  <a:pt x="22458" y="826775"/>
                </a:lnTo>
                <a:lnTo>
                  <a:pt x="43702" y="825600"/>
                </a:lnTo>
                <a:cubicBezTo>
                  <a:pt x="42940" y="811830"/>
                  <a:pt x="42554" y="797955"/>
                  <a:pt x="42554" y="783986"/>
                </a:cubicBezTo>
                <a:lnTo>
                  <a:pt x="21277" y="783989"/>
                </a:lnTo>
                <a:moveTo>
                  <a:pt x="31943" y="911806"/>
                </a:moveTo>
                <a:lnTo>
                  <a:pt x="10962" y="915346"/>
                </a:lnTo>
                <a:cubicBezTo>
                  <a:pt x="15883" y="944508"/>
                  <a:pt x="22414" y="973121"/>
                  <a:pt x="30460" y="1001095"/>
                </a:cubicBezTo>
                <a:lnTo>
                  <a:pt x="50908" y="995215"/>
                </a:lnTo>
                <a:lnTo>
                  <a:pt x="71356" y="989333"/>
                </a:lnTo>
                <a:cubicBezTo>
                  <a:pt x="63750" y="962889"/>
                  <a:pt x="57576" y="935837"/>
                  <a:pt x="52923" y="908266"/>
                </a:cubicBezTo>
                <a:lnTo>
                  <a:pt x="31943" y="911806"/>
                </a:lnTo>
                <a:moveTo>
                  <a:pt x="79156" y="1075939"/>
                </a:moveTo>
                <a:lnTo>
                  <a:pt x="59501" y="1084090"/>
                </a:lnTo>
                <a:cubicBezTo>
                  <a:pt x="70785" y="1111298"/>
                  <a:pt x="83555" y="1137731"/>
                  <a:pt x="97711" y="1163289"/>
                </a:cubicBezTo>
                <a:lnTo>
                  <a:pt x="116323" y="1152980"/>
                </a:lnTo>
                <a:lnTo>
                  <a:pt x="134936" y="1142671"/>
                </a:lnTo>
                <a:cubicBezTo>
                  <a:pt x="121551" y="1118501"/>
                  <a:pt x="109476" y="1093511"/>
                  <a:pt x="98810" y="1067788"/>
                </a:cubicBezTo>
                <a:lnTo>
                  <a:pt x="79156" y="1075939"/>
                </a:lnTo>
                <a:moveTo>
                  <a:pt x="161902" y="1225368"/>
                </a:moveTo>
                <a:lnTo>
                  <a:pt x="144560" y="1237696"/>
                </a:lnTo>
                <a:cubicBezTo>
                  <a:pt x="161571" y="1261624"/>
                  <a:pt x="179891" y="1284559"/>
                  <a:pt x="199415" y="1306393"/>
                </a:cubicBezTo>
                <a:lnTo>
                  <a:pt x="215275" y="1292208"/>
                </a:lnTo>
                <a:lnTo>
                  <a:pt x="231135" y="1278024"/>
                </a:lnTo>
                <a:cubicBezTo>
                  <a:pt x="212664" y="1257371"/>
                  <a:pt x="195334" y="1235677"/>
                  <a:pt x="179244" y="1213040"/>
                </a:cubicBezTo>
                <a:lnTo>
                  <a:pt x="161902" y="1225368"/>
                </a:lnTo>
                <a:moveTo>
                  <a:pt x="275761" y="1352691"/>
                </a:moveTo>
                <a:lnTo>
                  <a:pt x="261578" y="1368554"/>
                </a:lnTo>
                <a:cubicBezTo>
                  <a:pt x="283411" y="1388076"/>
                  <a:pt x="306346" y="1406394"/>
                  <a:pt x="330277" y="1423407"/>
                </a:cubicBezTo>
                <a:lnTo>
                  <a:pt x="342604" y="1406062"/>
                </a:lnTo>
                <a:lnTo>
                  <a:pt x="354931" y="1388720"/>
                </a:lnTo>
                <a:cubicBezTo>
                  <a:pt x="332294" y="1372631"/>
                  <a:pt x="310599" y="1355303"/>
                  <a:pt x="289944" y="1336831"/>
                </a:cubicBezTo>
                <a:lnTo>
                  <a:pt x="275761" y="1352691"/>
                </a:lnTo>
                <a:moveTo>
                  <a:pt x="414993" y="1451639"/>
                </a:moveTo>
                <a:lnTo>
                  <a:pt x="404685" y="1470253"/>
                </a:lnTo>
                <a:cubicBezTo>
                  <a:pt x="430243" y="1484406"/>
                  <a:pt x="456677" y="1497177"/>
                  <a:pt x="483885" y="1508460"/>
                </a:cubicBezTo>
                <a:lnTo>
                  <a:pt x="492035" y="1488804"/>
                </a:lnTo>
                <a:lnTo>
                  <a:pt x="500185" y="1469152"/>
                </a:lnTo>
                <a:cubicBezTo>
                  <a:pt x="474463" y="1458485"/>
                  <a:pt x="449469" y="1446413"/>
                  <a:pt x="425302" y="1433026"/>
                </a:cubicBezTo>
                <a:lnTo>
                  <a:pt x="414993" y="1451639"/>
                </a:lnTo>
                <a:moveTo>
                  <a:pt x="572759" y="1517049"/>
                </a:moveTo>
                <a:lnTo>
                  <a:pt x="566879" y="1537496"/>
                </a:lnTo>
                <a:cubicBezTo>
                  <a:pt x="594854" y="1545543"/>
                  <a:pt x="623469" y="1552073"/>
                  <a:pt x="652628" y="1556993"/>
                </a:cubicBezTo>
                <a:lnTo>
                  <a:pt x="656168" y="1536011"/>
                </a:lnTo>
                <a:lnTo>
                  <a:pt x="659707" y="1515033"/>
                </a:lnTo>
                <a:cubicBezTo>
                  <a:pt x="632137" y="1510379"/>
                  <a:pt x="605084" y="1504207"/>
                  <a:pt x="578640" y="1496601"/>
                </a:cubicBezTo>
                <a:lnTo>
                  <a:pt x="572759" y="1517049"/>
                </a:lnTo>
                <a:moveTo>
                  <a:pt x="741200" y="1545494"/>
                </a:moveTo>
                <a:lnTo>
                  <a:pt x="740025" y="1566740"/>
                </a:lnTo>
                <a:cubicBezTo>
                  <a:pt x="754579" y="1567543"/>
                  <a:pt x="769237" y="1567952"/>
                  <a:pt x="783988" y="1567952"/>
                </a:cubicBezTo>
                <a:lnTo>
                  <a:pt x="783987" y="1546675"/>
                </a:lnTo>
                <a:lnTo>
                  <a:pt x="783987" y="1525396"/>
                </a:lnTo>
                <a:cubicBezTo>
                  <a:pt x="770021" y="1525399"/>
                  <a:pt x="756146" y="1525012"/>
                  <a:pt x="742374" y="1524252"/>
                </a:cubicBezTo>
                <a:lnTo>
                  <a:pt x="741200" y="1545494"/>
                </a:lnTo>
                <a:moveTo>
                  <a:pt x="783987" y="1546675"/>
                </a:moveTo>
                <a:lnTo>
                  <a:pt x="783988" y="1567952"/>
                </a:lnTo>
                <a:cubicBezTo>
                  <a:pt x="798739" y="1567949"/>
                  <a:pt x="813397" y="1567543"/>
                  <a:pt x="827951" y="1566737"/>
                </a:cubicBezTo>
                <a:lnTo>
                  <a:pt x="826776" y="1545494"/>
                </a:lnTo>
                <a:lnTo>
                  <a:pt x="825601" y="1524249"/>
                </a:lnTo>
                <a:cubicBezTo>
                  <a:pt x="811828" y="1525010"/>
                  <a:pt x="797954" y="1525396"/>
                  <a:pt x="783987" y="1525396"/>
                </a:cubicBezTo>
                <a:lnTo>
                  <a:pt x="783987" y="1546675"/>
                </a:lnTo>
                <a:moveTo>
                  <a:pt x="911807" y="1536009"/>
                </a:moveTo>
                <a:lnTo>
                  <a:pt x="915348" y="1556987"/>
                </a:lnTo>
                <a:cubicBezTo>
                  <a:pt x="944507" y="1552067"/>
                  <a:pt x="973122" y="1545537"/>
                  <a:pt x="1001097" y="1537491"/>
                </a:cubicBezTo>
                <a:lnTo>
                  <a:pt x="995215" y="1517043"/>
                </a:lnTo>
                <a:lnTo>
                  <a:pt x="989333" y="1496595"/>
                </a:lnTo>
                <a:cubicBezTo>
                  <a:pt x="962889" y="1504201"/>
                  <a:pt x="935838" y="1510376"/>
                  <a:pt x="908267" y="1515027"/>
                </a:cubicBezTo>
                <a:lnTo>
                  <a:pt x="911807" y="1536009"/>
                </a:lnTo>
                <a:moveTo>
                  <a:pt x="1075938" y="1488796"/>
                </a:moveTo>
                <a:lnTo>
                  <a:pt x="1084089" y="1508449"/>
                </a:lnTo>
                <a:cubicBezTo>
                  <a:pt x="1111298" y="1497166"/>
                  <a:pt x="1137731" y="1484395"/>
                  <a:pt x="1163289" y="1470239"/>
                </a:cubicBezTo>
                <a:lnTo>
                  <a:pt x="1152980" y="1451628"/>
                </a:lnTo>
                <a:lnTo>
                  <a:pt x="1142671" y="1433014"/>
                </a:lnTo>
                <a:cubicBezTo>
                  <a:pt x="1118503" y="1446401"/>
                  <a:pt x="1093510" y="1458473"/>
                  <a:pt x="1067788" y="1469140"/>
                </a:cubicBezTo>
                <a:lnTo>
                  <a:pt x="1075938" y="1488796"/>
                </a:lnTo>
                <a:moveTo>
                  <a:pt x="1225367" y="1406048"/>
                </a:moveTo>
                <a:lnTo>
                  <a:pt x="1237694" y="1423392"/>
                </a:lnTo>
                <a:cubicBezTo>
                  <a:pt x="1261626" y="1406380"/>
                  <a:pt x="1284559" y="1388062"/>
                  <a:pt x="1306392" y="1368537"/>
                </a:cubicBezTo>
                <a:lnTo>
                  <a:pt x="1292208" y="1352677"/>
                </a:lnTo>
                <a:lnTo>
                  <a:pt x="1278025" y="1336814"/>
                </a:lnTo>
                <a:cubicBezTo>
                  <a:pt x="1257371" y="1355286"/>
                  <a:pt x="1235676" y="1372617"/>
                  <a:pt x="1213040" y="1388706"/>
                </a:cubicBezTo>
                <a:lnTo>
                  <a:pt x="1225367" y="1406048"/>
                </a:lnTo>
                <a:moveTo>
                  <a:pt x="1352693" y="1292191"/>
                </a:moveTo>
                <a:lnTo>
                  <a:pt x="1368553" y="1306373"/>
                </a:lnTo>
                <a:cubicBezTo>
                  <a:pt x="1388077" y="1284539"/>
                  <a:pt x="1406396" y="1261605"/>
                  <a:pt x="1423406" y="1237673"/>
                </a:cubicBezTo>
                <a:lnTo>
                  <a:pt x="1406064" y="1225348"/>
                </a:lnTo>
                <a:lnTo>
                  <a:pt x="1388721" y="1213020"/>
                </a:lnTo>
                <a:cubicBezTo>
                  <a:pt x="1372631" y="1235657"/>
                  <a:pt x="1355302" y="1257351"/>
                  <a:pt x="1336832" y="1278006"/>
                </a:cubicBezTo>
                <a:lnTo>
                  <a:pt x="1352693" y="1292191"/>
                </a:lnTo>
                <a:moveTo>
                  <a:pt x="1451639" y="1152958"/>
                </a:moveTo>
                <a:lnTo>
                  <a:pt x="1470252" y="1163267"/>
                </a:lnTo>
                <a:cubicBezTo>
                  <a:pt x="1484407" y="1137708"/>
                  <a:pt x="1497176" y="1111276"/>
                  <a:pt x="1508459" y="1084065"/>
                </a:cubicBezTo>
                <a:lnTo>
                  <a:pt x="1488805" y="1075916"/>
                </a:lnTo>
                <a:lnTo>
                  <a:pt x="1469151" y="1067765"/>
                </a:lnTo>
                <a:cubicBezTo>
                  <a:pt x="1458485" y="1093488"/>
                  <a:pt x="1446411" y="1118481"/>
                  <a:pt x="1433027" y="1142649"/>
                </a:cubicBezTo>
                <a:lnTo>
                  <a:pt x="1451639" y="1152958"/>
                </a:lnTo>
                <a:moveTo>
                  <a:pt x="1517050" y="995193"/>
                </a:moveTo>
                <a:lnTo>
                  <a:pt x="1537498" y="1001073"/>
                </a:lnTo>
                <a:cubicBezTo>
                  <a:pt x="1545543" y="973098"/>
                  <a:pt x="1552073" y="944482"/>
                  <a:pt x="1556993" y="915324"/>
                </a:cubicBezTo>
                <a:lnTo>
                  <a:pt x="1536013" y="911783"/>
                </a:lnTo>
                <a:lnTo>
                  <a:pt x="1515032" y="908243"/>
                </a:lnTo>
                <a:cubicBezTo>
                  <a:pt x="1510381" y="935814"/>
                  <a:pt x="1504207" y="962866"/>
                  <a:pt x="1496601" y="989310"/>
                </a:cubicBezTo>
                <a:lnTo>
                  <a:pt x="1517050" y="995193"/>
                </a:lnTo>
                <a:moveTo>
                  <a:pt x="1545495" y="826753"/>
                </a:moveTo>
                <a:lnTo>
                  <a:pt x="1566739" y="827925"/>
                </a:lnTo>
                <a:cubicBezTo>
                  <a:pt x="1567544" y="813372"/>
                  <a:pt x="1567952" y="798713"/>
                  <a:pt x="1567951" y="783963"/>
                </a:cubicBezTo>
                <a:lnTo>
                  <a:pt x="1546674" y="783963"/>
                </a:lnTo>
                <a:lnTo>
                  <a:pt x="1525397" y="783963"/>
                </a:lnTo>
                <a:cubicBezTo>
                  <a:pt x="1525397" y="797929"/>
                  <a:pt x="1525012" y="811804"/>
                  <a:pt x="1524250" y="825577"/>
                </a:cubicBezTo>
                <a:lnTo>
                  <a:pt x="1545495" y="826753"/>
                </a:lnTo>
                <a:moveTo>
                  <a:pt x="1546674" y="783963"/>
                </a:moveTo>
                <a:lnTo>
                  <a:pt x="1567951" y="783963"/>
                </a:lnTo>
                <a:cubicBezTo>
                  <a:pt x="1567951" y="769211"/>
                  <a:pt x="1567543" y="754555"/>
                  <a:pt x="1566738" y="739999"/>
                </a:cubicBezTo>
                <a:lnTo>
                  <a:pt x="1545494" y="741174"/>
                </a:lnTo>
                <a:lnTo>
                  <a:pt x="1524249" y="742349"/>
                </a:lnTo>
                <a:cubicBezTo>
                  <a:pt x="1525011" y="756122"/>
                  <a:pt x="1525397" y="769997"/>
                  <a:pt x="1525397" y="783963"/>
                </a:cubicBezTo>
                <a:lnTo>
                  <a:pt x="1546674" y="783963"/>
                </a:lnTo>
                <a:moveTo>
                  <a:pt x="1536009" y="656143"/>
                </a:moveTo>
                <a:lnTo>
                  <a:pt x="1556989" y="652603"/>
                </a:lnTo>
                <a:cubicBezTo>
                  <a:pt x="1552068" y="623445"/>
                  <a:pt x="1545538" y="594828"/>
                  <a:pt x="1537491" y="566854"/>
                </a:cubicBezTo>
                <a:lnTo>
                  <a:pt x="1517043" y="572737"/>
                </a:lnTo>
                <a:lnTo>
                  <a:pt x="1496595" y="578617"/>
                </a:lnTo>
                <a:cubicBezTo>
                  <a:pt x="1504201" y="605061"/>
                  <a:pt x="1510376" y="632113"/>
                  <a:pt x="1515028" y="659684"/>
                </a:cubicBezTo>
                <a:lnTo>
                  <a:pt x="1536009" y="656143"/>
                </a:lnTo>
                <a:moveTo>
                  <a:pt x="1488796" y="492013"/>
                </a:moveTo>
                <a:lnTo>
                  <a:pt x="1508449" y="483862"/>
                </a:lnTo>
                <a:cubicBezTo>
                  <a:pt x="1497166" y="456654"/>
                  <a:pt x="1484396" y="430221"/>
                  <a:pt x="1470240" y="404663"/>
                </a:cubicBezTo>
                <a:lnTo>
                  <a:pt x="1451627" y="414972"/>
                </a:lnTo>
                <a:lnTo>
                  <a:pt x="1433015" y="425281"/>
                </a:lnTo>
                <a:cubicBezTo>
                  <a:pt x="1446400" y="449448"/>
                  <a:pt x="1458475" y="474441"/>
                  <a:pt x="1469142" y="500162"/>
                </a:cubicBezTo>
                <a:lnTo>
                  <a:pt x="1488796" y="492013"/>
                </a:lnTo>
                <a:moveTo>
                  <a:pt x="1406049" y="342584"/>
                </a:moveTo>
                <a:lnTo>
                  <a:pt x="1423391" y="330256"/>
                </a:lnTo>
                <a:cubicBezTo>
                  <a:pt x="1406380" y="306325"/>
                  <a:pt x="1388060" y="283393"/>
                  <a:pt x="1368536" y="261560"/>
                </a:cubicBezTo>
                <a:lnTo>
                  <a:pt x="1352676" y="275744"/>
                </a:lnTo>
                <a:lnTo>
                  <a:pt x="1336816" y="289926"/>
                </a:lnTo>
                <a:cubicBezTo>
                  <a:pt x="1355287" y="310581"/>
                  <a:pt x="1372617" y="332275"/>
                  <a:pt x="1388707" y="354912"/>
                </a:cubicBezTo>
                <a:lnTo>
                  <a:pt x="1406049" y="342584"/>
                </a:lnTo>
                <a:moveTo>
                  <a:pt x="1292190" y="215258"/>
                </a:moveTo>
                <a:lnTo>
                  <a:pt x="1306373" y="199399"/>
                </a:lnTo>
                <a:cubicBezTo>
                  <a:pt x="1284540" y="179874"/>
                  <a:pt x="1261605" y="161555"/>
                  <a:pt x="1237674" y="144546"/>
                </a:cubicBezTo>
                <a:lnTo>
                  <a:pt x="1225347" y="161887"/>
                </a:lnTo>
                <a:lnTo>
                  <a:pt x="1213020" y="179229"/>
                </a:lnTo>
                <a:cubicBezTo>
                  <a:pt x="1235657" y="195319"/>
                  <a:pt x="1257352" y="212649"/>
                  <a:pt x="1278007" y="231118"/>
                </a:cubicBezTo>
                <a:lnTo>
                  <a:pt x="1292190" y="215258"/>
                </a:lnTo>
                <a:moveTo>
                  <a:pt x="1152958" y="116313"/>
                </a:moveTo>
                <a:lnTo>
                  <a:pt x="1163267" y="97699"/>
                </a:lnTo>
                <a:cubicBezTo>
                  <a:pt x="1137708" y="83543"/>
                  <a:pt x="1111274" y="70775"/>
                  <a:pt x="1084066" y="59492"/>
                </a:cubicBezTo>
                <a:lnTo>
                  <a:pt x="1075916" y="79145"/>
                </a:lnTo>
                <a:lnTo>
                  <a:pt x="1067766" y="98801"/>
                </a:lnTo>
                <a:cubicBezTo>
                  <a:pt x="1093488" y="109467"/>
                  <a:pt x="1118481" y="121540"/>
                  <a:pt x="1142650" y="134924"/>
                </a:cubicBezTo>
                <a:lnTo>
                  <a:pt x="1152958" y="116313"/>
                </a:lnTo>
                <a:moveTo>
                  <a:pt x="995191" y="50901"/>
                </a:moveTo>
                <a:lnTo>
                  <a:pt x="1001073" y="30453"/>
                </a:lnTo>
                <a:cubicBezTo>
                  <a:pt x="973098" y="22407"/>
                  <a:pt x="944483" y="15877"/>
                  <a:pt x="915323" y="10959"/>
                </a:cubicBezTo>
                <a:lnTo>
                  <a:pt x="911783" y="31938"/>
                </a:lnTo>
                <a:lnTo>
                  <a:pt x="908244" y="52920"/>
                </a:lnTo>
                <a:cubicBezTo>
                  <a:pt x="935815" y="57570"/>
                  <a:pt x="962867" y="63742"/>
                  <a:pt x="989311" y="71349"/>
                </a:cubicBezTo>
                <a:lnTo>
                  <a:pt x="995191" y="50901"/>
                </a:lnTo>
                <a:moveTo>
                  <a:pt x="826752" y="22455"/>
                </a:moveTo>
                <a:lnTo>
                  <a:pt x="827926" y="1212"/>
                </a:lnTo>
                <a:cubicBezTo>
                  <a:pt x="813372" y="406"/>
                  <a:pt x="798714" y="0"/>
                  <a:pt x="783963" y="0"/>
                </a:cubicBezTo>
                <a:lnTo>
                  <a:pt x="783963" y="21277"/>
                </a:lnTo>
                <a:lnTo>
                  <a:pt x="783964" y="42554"/>
                </a:lnTo>
                <a:cubicBezTo>
                  <a:pt x="797931" y="42554"/>
                  <a:pt x="811805" y="42940"/>
                  <a:pt x="825577" y="43701"/>
                </a:cubicBezTo>
                <a:lnTo>
                  <a:pt x="826752" y="22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11">
            <a:extLst xmlns:a="http://schemas.openxmlformats.org/drawingml/2006/main">
              <a:ext uri="{FF2B5EF4-FFF2-40B4-BE49-F238E27FC236}">
                <a16:creationId xmlns:a16="http://schemas.microsoft.com/office/drawing/2014/main" id="{5B6BB5AE-E338-4254-B969-5AE0C366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14" y="1432231"/>
            <a:ext cx="1525411" cy="1525410"/>
          </a:xfrm>
          <a:custGeom xmlns:a="http://schemas.openxmlformats.org/drawingml/2006/main">
            <a:pathLst>
              <a:path w="1525411" h="1525410">
                <a:moveTo>
                  <a:pt x="762693" y="6"/>
                </a:moveTo>
                <a:cubicBezTo>
                  <a:pt x="1183920" y="0"/>
                  <a:pt x="1525398" y="341466"/>
                  <a:pt x="1525404" y="762692"/>
                </a:cubicBezTo>
                <a:cubicBezTo>
                  <a:pt x="1525411" y="1183919"/>
                  <a:pt x="1183945" y="1525396"/>
                  <a:pt x="762717" y="1525404"/>
                </a:cubicBezTo>
                <a:cubicBezTo>
                  <a:pt x="341491" y="1525410"/>
                  <a:pt x="13" y="1183944"/>
                  <a:pt x="7" y="762718"/>
                </a:cubicBezTo>
                <a:cubicBezTo>
                  <a:pt x="0" y="341488"/>
                  <a:pt x="341467" y="11"/>
                  <a:pt x="762693" y="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9A2B2-0540-4813-AD6E-0F91DCAC62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0ee20b4124602"/>
          <a:stretch xmlns:a="http://schemas.openxmlformats.org/drawingml/2006/main"/>
        </p:blipFill>
        <p:spPr>
          <a:xfrm xmlns:a="http://schemas.openxmlformats.org/drawingml/2006/main">
            <a:off x="2148903" y="1412519"/>
            <a:ext cx="1590675" cy="1590675"/>
          </a:xfrm>
          <a:prstGeom xmlns:a="http://schemas.openxmlformats.org/drawingml/2006/main" prst="rect">
            <a:avLst/>
          </a:prstGeom>
        </p:spPr>
      </p:pic>
      <p:sp>
        <p:nvSpPr>
          <p:cNvPr id="10" name="path-13">
            <a:extLst xmlns:a="http://schemas.openxmlformats.org/drawingml/2006/main">
              <a:ext uri="{FF2B5EF4-FFF2-40B4-BE49-F238E27FC236}">
                <a16:creationId xmlns:a16="http://schemas.microsoft.com/office/drawing/2014/main" id="{D73AE2D9-61D3-4F3E-95C1-3C837EC7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804" y="1567058"/>
            <a:ext cx="171076" cy="406889"/>
          </a:xfrm>
          <a:custGeom xmlns:a="http://schemas.openxmlformats.org/drawingml/2006/main">
            <a:pathLst>
              <a:path w="171076" h="406889">
                <a:moveTo>
                  <a:pt x="28050" y="406889"/>
                </a:moveTo>
                <a:lnTo>
                  <a:pt x="129335" y="316024"/>
                </a:lnTo>
                <a:lnTo>
                  <a:pt x="0" y="273740"/>
                </a:lnTo>
                <a:lnTo>
                  <a:pt x="28050" y="406889"/>
                </a:lnTo>
                <a:moveTo>
                  <a:pt x="159874" y="3663"/>
                </a:moveTo>
                <a:lnTo>
                  <a:pt x="148674" y="0"/>
                </a:lnTo>
                <a:lnTo>
                  <a:pt x="49806" y="302421"/>
                </a:lnTo>
                <a:lnTo>
                  <a:pt x="61006" y="306084"/>
                </a:lnTo>
                <a:lnTo>
                  <a:pt x="72207" y="309743"/>
                </a:lnTo>
                <a:lnTo>
                  <a:pt x="171076" y="7322"/>
                </a:lnTo>
                <a:lnTo>
                  <a:pt x="159874" y="3663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4">
            <a:extLst xmlns:a="http://schemas.openxmlformats.org/drawingml/2006/main">
              <a:ext uri="{FF2B5EF4-FFF2-40B4-BE49-F238E27FC236}">
                <a16:creationId xmlns:a16="http://schemas.microsoft.com/office/drawing/2014/main" id="{7C509E8C-0954-4A7F-A47D-9795136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861" y="2112121"/>
            <a:ext cx="164978" cy="164979"/>
          </a:xfrm>
          <a:custGeom xmlns:a="http://schemas.openxmlformats.org/drawingml/2006/main">
            <a:pathLst>
              <a:path w="164978" h="164979">
                <a:moveTo>
                  <a:pt x="164978" y="82490"/>
                </a:moveTo>
                <a:cubicBezTo>
                  <a:pt x="164978" y="128047"/>
                  <a:pt x="128046" y="164979"/>
                  <a:pt x="82489" y="164979"/>
                </a:cubicBezTo>
                <a:cubicBezTo>
                  <a:pt x="36931" y="164979"/>
                  <a:pt x="0" y="128047"/>
                  <a:pt x="0" y="82490"/>
                </a:cubicBezTo>
                <a:cubicBezTo>
                  <a:pt x="0" y="36932"/>
                  <a:pt x="36931" y="0"/>
                  <a:pt x="82489" y="0"/>
                </a:cubicBezTo>
                <a:cubicBezTo>
                  <a:pt x="128046" y="0"/>
                  <a:pt x="164978" y="36932"/>
                  <a:pt x="164978" y="82490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5">
            <a:extLst xmlns:a="http://schemas.openxmlformats.org/drawingml/2006/main">
              <a:ext uri="{FF2B5EF4-FFF2-40B4-BE49-F238E27FC236}">
                <a16:creationId xmlns:a16="http://schemas.microsoft.com/office/drawing/2014/main" id="{6D01C30B-57DE-400B-8EBF-4F969497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861" y="2112121"/>
            <a:ext cx="164978" cy="164979"/>
          </a:xfrm>
          <a:custGeom xmlns:a="http://schemas.openxmlformats.org/drawingml/2006/main">
            <a:pathLst>
              <a:path w="164978" h="164979">
                <a:moveTo>
                  <a:pt x="158495" y="50381"/>
                </a:moveTo>
                <a:lnTo>
                  <a:pt x="150890" y="36369"/>
                </a:lnTo>
                <a:lnTo>
                  <a:pt x="140817" y="24161"/>
                </a:lnTo>
                <a:lnTo>
                  <a:pt x="128609" y="14088"/>
                </a:lnTo>
                <a:lnTo>
                  <a:pt x="114597" y="6482"/>
                </a:lnTo>
                <a:lnTo>
                  <a:pt x="99113" y="1676"/>
                </a:lnTo>
                <a:lnTo>
                  <a:pt x="82489" y="0"/>
                </a:lnTo>
                <a:lnTo>
                  <a:pt x="65864" y="1676"/>
                </a:lnTo>
                <a:lnTo>
                  <a:pt x="50380" y="6482"/>
                </a:lnTo>
                <a:lnTo>
                  <a:pt x="36368" y="14088"/>
                </a:lnTo>
                <a:lnTo>
                  <a:pt x="24160" y="24161"/>
                </a:lnTo>
                <a:lnTo>
                  <a:pt x="14088" y="36369"/>
                </a:lnTo>
                <a:lnTo>
                  <a:pt x="6482" y="50381"/>
                </a:lnTo>
                <a:lnTo>
                  <a:pt x="1676" y="65865"/>
                </a:lnTo>
                <a:lnTo>
                  <a:pt x="0" y="82490"/>
                </a:lnTo>
                <a:lnTo>
                  <a:pt x="1676" y="99114"/>
                </a:lnTo>
                <a:lnTo>
                  <a:pt x="6482" y="114598"/>
                </a:lnTo>
                <a:lnTo>
                  <a:pt x="14088" y="128610"/>
                </a:lnTo>
                <a:lnTo>
                  <a:pt x="24160" y="140818"/>
                </a:lnTo>
                <a:lnTo>
                  <a:pt x="36368" y="150891"/>
                </a:lnTo>
                <a:lnTo>
                  <a:pt x="50380" y="158497"/>
                </a:lnTo>
                <a:lnTo>
                  <a:pt x="65864" y="163303"/>
                </a:lnTo>
                <a:lnTo>
                  <a:pt x="82489" y="164979"/>
                </a:lnTo>
                <a:lnTo>
                  <a:pt x="99113" y="163303"/>
                </a:lnTo>
                <a:lnTo>
                  <a:pt x="114597" y="158497"/>
                </a:lnTo>
                <a:lnTo>
                  <a:pt x="128609" y="150891"/>
                </a:lnTo>
                <a:lnTo>
                  <a:pt x="140817" y="140818"/>
                </a:lnTo>
                <a:lnTo>
                  <a:pt x="150890" y="128610"/>
                </a:lnTo>
                <a:lnTo>
                  <a:pt x="158495" y="114598"/>
                </a:lnTo>
                <a:lnTo>
                  <a:pt x="163302" y="99114"/>
                </a:lnTo>
                <a:lnTo>
                  <a:pt x="164978" y="82490"/>
                </a:lnTo>
                <a:lnTo>
                  <a:pt x="163302" y="65865"/>
                </a:lnTo>
                <a:lnTo>
                  <a:pt x="158495" y="50381"/>
                </a:lnTo>
                <a:close/>
                <a:moveTo>
                  <a:pt x="124152" y="124151"/>
                </a:moveTo>
                <a:lnTo>
                  <a:pt x="112227" y="133364"/>
                </a:lnTo>
                <a:lnTo>
                  <a:pt x="98152" y="139304"/>
                </a:lnTo>
                <a:lnTo>
                  <a:pt x="82489" y="141408"/>
                </a:lnTo>
                <a:lnTo>
                  <a:pt x="66826" y="139304"/>
                </a:lnTo>
                <a:lnTo>
                  <a:pt x="52751" y="133364"/>
                </a:lnTo>
                <a:lnTo>
                  <a:pt x="40826" y="124151"/>
                </a:lnTo>
                <a:lnTo>
                  <a:pt x="31613" y="112227"/>
                </a:lnTo>
                <a:lnTo>
                  <a:pt x="25673" y="98152"/>
                </a:lnTo>
                <a:lnTo>
                  <a:pt x="23568" y="82490"/>
                </a:lnTo>
                <a:lnTo>
                  <a:pt x="25673" y="66825"/>
                </a:lnTo>
                <a:lnTo>
                  <a:pt x="31613" y="52750"/>
                </a:lnTo>
                <a:lnTo>
                  <a:pt x="40826" y="40825"/>
                </a:lnTo>
                <a:lnTo>
                  <a:pt x="52751" y="31612"/>
                </a:lnTo>
                <a:lnTo>
                  <a:pt x="66826" y="25673"/>
                </a:lnTo>
                <a:lnTo>
                  <a:pt x="82489" y="23568"/>
                </a:lnTo>
                <a:lnTo>
                  <a:pt x="98152" y="25673"/>
                </a:lnTo>
                <a:lnTo>
                  <a:pt x="112227" y="31612"/>
                </a:lnTo>
                <a:lnTo>
                  <a:pt x="124152" y="40825"/>
                </a:lnTo>
                <a:lnTo>
                  <a:pt x="133365" y="52750"/>
                </a:lnTo>
                <a:lnTo>
                  <a:pt x="139305" y="66825"/>
                </a:lnTo>
                <a:lnTo>
                  <a:pt x="141410" y="82490"/>
                </a:lnTo>
                <a:lnTo>
                  <a:pt x="139305" y="98152"/>
                </a:lnTo>
                <a:lnTo>
                  <a:pt x="133365" y="112227"/>
                </a:lnTo>
                <a:lnTo>
                  <a:pt x="124152" y="1241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6">
            <a:extLst xmlns:a="http://schemas.openxmlformats.org/drawingml/2006/main">
              <a:ext uri="{FF2B5EF4-FFF2-40B4-BE49-F238E27FC236}">
                <a16:creationId xmlns:a16="http://schemas.microsoft.com/office/drawing/2014/main" id="{CB7B7493-DB18-4EDE-BF25-A8AD30E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503" y="1505905"/>
            <a:ext cx="164978" cy="164979"/>
          </a:xfrm>
          <a:custGeom xmlns:a="http://schemas.openxmlformats.org/drawingml/2006/main">
            <a:pathLst>
              <a:path w="164978" h="164979">
                <a:moveTo>
                  <a:pt x="164978" y="82490"/>
                </a:moveTo>
                <a:cubicBezTo>
                  <a:pt x="164978" y="128047"/>
                  <a:pt x="128046" y="164979"/>
                  <a:pt x="82489" y="164979"/>
                </a:cubicBezTo>
                <a:cubicBezTo>
                  <a:pt x="36931" y="164979"/>
                  <a:pt x="0" y="128047"/>
                  <a:pt x="0" y="82490"/>
                </a:cubicBezTo>
                <a:cubicBezTo>
                  <a:pt x="0" y="36932"/>
                  <a:pt x="36931" y="0"/>
                  <a:pt x="82489" y="0"/>
                </a:cubicBezTo>
                <a:cubicBezTo>
                  <a:pt x="128046" y="0"/>
                  <a:pt x="164978" y="36932"/>
                  <a:pt x="164978" y="82490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7">
            <a:extLst xmlns:a="http://schemas.openxmlformats.org/drawingml/2006/main">
              <a:ext uri="{FF2B5EF4-FFF2-40B4-BE49-F238E27FC236}">
                <a16:creationId xmlns:a16="http://schemas.microsoft.com/office/drawing/2014/main" id="{F5676E58-098F-43CD-8674-5F5B1462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503" y="1505905"/>
            <a:ext cx="164978" cy="164979"/>
          </a:xfrm>
          <a:custGeom xmlns:a="http://schemas.openxmlformats.org/drawingml/2006/main">
            <a:pathLst>
              <a:path w="164978" h="164979">
                <a:moveTo>
                  <a:pt x="158496" y="50381"/>
                </a:moveTo>
                <a:lnTo>
                  <a:pt x="150890" y="36369"/>
                </a:lnTo>
                <a:lnTo>
                  <a:pt x="140818" y="24161"/>
                </a:lnTo>
                <a:lnTo>
                  <a:pt x="128609" y="14088"/>
                </a:lnTo>
                <a:lnTo>
                  <a:pt x="114597" y="6482"/>
                </a:lnTo>
                <a:lnTo>
                  <a:pt x="99113" y="1676"/>
                </a:lnTo>
                <a:lnTo>
                  <a:pt x="82489" y="0"/>
                </a:lnTo>
                <a:lnTo>
                  <a:pt x="65865" y="1676"/>
                </a:lnTo>
                <a:lnTo>
                  <a:pt x="50381" y="6482"/>
                </a:lnTo>
                <a:lnTo>
                  <a:pt x="36369" y="14088"/>
                </a:lnTo>
                <a:lnTo>
                  <a:pt x="24161" y="24161"/>
                </a:lnTo>
                <a:lnTo>
                  <a:pt x="14088" y="36369"/>
                </a:lnTo>
                <a:lnTo>
                  <a:pt x="6482" y="50381"/>
                </a:lnTo>
                <a:lnTo>
                  <a:pt x="1676" y="65865"/>
                </a:lnTo>
                <a:lnTo>
                  <a:pt x="0" y="82490"/>
                </a:lnTo>
                <a:lnTo>
                  <a:pt x="1676" y="99114"/>
                </a:lnTo>
                <a:lnTo>
                  <a:pt x="6482" y="114598"/>
                </a:lnTo>
                <a:lnTo>
                  <a:pt x="14088" y="128610"/>
                </a:lnTo>
                <a:lnTo>
                  <a:pt x="24161" y="140818"/>
                </a:lnTo>
                <a:lnTo>
                  <a:pt x="36369" y="150891"/>
                </a:lnTo>
                <a:lnTo>
                  <a:pt x="50381" y="158497"/>
                </a:lnTo>
                <a:lnTo>
                  <a:pt x="65865" y="163303"/>
                </a:lnTo>
                <a:lnTo>
                  <a:pt x="82489" y="164979"/>
                </a:lnTo>
                <a:lnTo>
                  <a:pt x="99113" y="163303"/>
                </a:lnTo>
                <a:lnTo>
                  <a:pt x="114597" y="158497"/>
                </a:lnTo>
                <a:lnTo>
                  <a:pt x="128609" y="150891"/>
                </a:lnTo>
                <a:lnTo>
                  <a:pt x="140818" y="140818"/>
                </a:lnTo>
                <a:lnTo>
                  <a:pt x="150890" y="128610"/>
                </a:lnTo>
                <a:lnTo>
                  <a:pt x="158496" y="114598"/>
                </a:lnTo>
                <a:lnTo>
                  <a:pt x="163303" y="99114"/>
                </a:lnTo>
                <a:lnTo>
                  <a:pt x="164978" y="82490"/>
                </a:lnTo>
                <a:lnTo>
                  <a:pt x="163303" y="65865"/>
                </a:lnTo>
                <a:lnTo>
                  <a:pt x="158496" y="50381"/>
                </a:lnTo>
                <a:close/>
                <a:moveTo>
                  <a:pt x="124152" y="124154"/>
                </a:moveTo>
                <a:lnTo>
                  <a:pt x="112227" y="133367"/>
                </a:lnTo>
                <a:lnTo>
                  <a:pt x="98152" y="139306"/>
                </a:lnTo>
                <a:lnTo>
                  <a:pt x="82489" y="141411"/>
                </a:lnTo>
                <a:lnTo>
                  <a:pt x="66826" y="139306"/>
                </a:lnTo>
                <a:lnTo>
                  <a:pt x="52751" y="133367"/>
                </a:lnTo>
                <a:lnTo>
                  <a:pt x="40826" y="124154"/>
                </a:lnTo>
                <a:lnTo>
                  <a:pt x="31613" y="112229"/>
                </a:lnTo>
                <a:lnTo>
                  <a:pt x="25673" y="98154"/>
                </a:lnTo>
                <a:lnTo>
                  <a:pt x="23568" y="82490"/>
                </a:lnTo>
                <a:lnTo>
                  <a:pt x="25673" y="66826"/>
                </a:lnTo>
                <a:lnTo>
                  <a:pt x="31613" y="52751"/>
                </a:lnTo>
                <a:lnTo>
                  <a:pt x="40826" y="40826"/>
                </a:lnTo>
                <a:lnTo>
                  <a:pt x="52751" y="31613"/>
                </a:lnTo>
                <a:lnTo>
                  <a:pt x="66826" y="25673"/>
                </a:lnTo>
                <a:lnTo>
                  <a:pt x="82489" y="23568"/>
                </a:lnTo>
                <a:lnTo>
                  <a:pt x="98152" y="25673"/>
                </a:lnTo>
                <a:lnTo>
                  <a:pt x="112227" y="31613"/>
                </a:lnTo>
                <a:lnTo>
                  <a:pt x="124152" y="40826"/>
                </a:lnTo>
                <a:lnTo>
                  <a:pt x="133365" y="52751"/>
                </a:lnTo>
                <a:lnTo>
                  <a:pt x="139305" y="66826"/>
                </a:lnTo>
                <a:lnTo>
                  <a:pt x="141410" y="82490"/>
                </a:lnTo>
                <a:lnTo>
                  <a:pt x="139305" y="98154"/>
                </a:lnTo>
                <a:lnTo>
                  <a:pt x="133365" y="112229"/>
                </a:lnTo>
                <a:lnTo>
                  <a:pt x="124152" y="124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37034-F0AC-4D19-B059-2817EC813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f5403c16a4917"/>
          <a:stretch xmlns:a="http://schemas.openxmlformats.org/drawingml/2006/main"/>
        </p:blipFill>
        <p:spPr>
          <a:xfrm xmlns:a="http://schemas.openxmlformats.org/drawingml/2006/main">
            <a:off x="520128" y="1412519"/>
            <a:ext cx="1590675" cy="1590675"/>
          </a:xfrm>
          <a:prstGeom xmlns:a="http://schemas.openxmlformats.org/drawingml/2006/main" prst="rect">
            <a:avLst/>
          </a:prstGeom>
        </p:spPr>
      </p:pic>
      <p:sp>
        <p:nvSpPr>
          <p:cNvPr id="16" name="path-19">
            <a:extLst xmlns:a="http://schemas.openxmlformats.org/drawingml/2006/main">
              <a:ext uri="{FF2B5EF4-FFF2-40B4-BE49-F238E27FC236}">
                <a16:creationId xmlns:a16="http://schemas.microsoft.com/office/drawing/2014/main" id="{BCBD1E5C-1E9C-4655-B6A7-CEAACC20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28" y="1656197"/>
            <a:ext cx="395798" cy="536980"/>
          </a:xfrm>
          <a:custGeom xmlns:a="http://schemas.openxmlformats.org/drawingml/2006/main">
            <a:pathLst>
              <a:path w="395798" h="536980">
                <a:moveTo>
                  <a:pt x="9564" y="6885"/>
                </a:moveTo>
                <a:lnTo>
                  <a:pt x="0" y="13773"/>
                </a:lnTo>
                <a:lnTo>
                  <a:pt x="13453" y="32458"/>
                </a:lnTo>
                <a:lnTo>
                  <a:pt x="23016" y="25573"/>
                </a:lnTo>
                <a:lnTo>
                  <a:pt x="32580" y="18687"/>
                </a:lnTo>
                <a:lnTo>
                  <a:pt x="19127" y="0"/>
                </a:lnTo>
                <a:lnTo>
                  <a:pt x="9564" y="6885"/>
                </a:lnTo>
                <a:moveTo>
                  <a:pt x="49921" y="62945"/>
                </a:moveTo>
                <a:lnTo>
                  <a:pt x="40358" y="69830"/>
                </a:lnTo>
                <a:lnTo>
                  <a:pt x="67263" y="107202"/>
                </a:lnTo>
                <a:lnTo>
                  <a:pt x="76826" y="100317"/>
                </a:lnTo>
                <a:lnTo>
                  <a:pt x="86390" y="93432"/>
                </a:lnTo>
                <a:lnTo>
                  <a:pt x="59485" y="56060"/>
                </a:lnTo>
                <a:lnTo>
                  <a:pt x="49921" y="62945"/>
                </a:lnTo>
                <a:moveTo>
                  <a:pt x="103731" y="137689"/>
                </a:moveTo>
                <a:lnTo>
                  <a:pt x="94168" y="144574"/>
                </a:lnTo>
                <a:lnTo>
                  <a:pt x="121073" y="181946"/>
                </a:lnTo>
                <a:lnTo>
                  <a:pt x="130636" y="175061"/>
                </a:lnTo>
                <a:lnTo>
                  <a:pt x="140200" y="168176"/>
                </a:lnTo>
                <a:lnTo>
                  <a:pt x="113295" y="130804"/>
                </a:lnTo>
                <a:lnTo>
                  <a:pt x="103731" y="137689"/>
                </a:lnTo>
                <a:moveTo>
                  <a:pt x="157541" y="212433"/>
                </a:moveTo>
                <a:lnTo>
                  <a:pt x="147978" y="219318"/>
                </a:lnTo>
                <a:lnTo>
                  <a:pt x="174883" y="256690"/>
                </a:lnTo>
                <a:lnTo>
                  <a:pt x="184446" y="249805"/>
                </a:lnTo>
                <a:lnTo>
                  <a:pt x="194010" y="242920"/>
                </a:lnTo>
                <a:lnTo>
                  <a:pt x="167105" y="205548"/>
                </a:lnTo>
                <a:lnTo>
                  <a:pt x="157541" y="212433"/>
                </a:lnTo>
                <a:moveTo>
                  <a:pt x="211352" y="287178"/>
                </a:moveTo>
                <a:lnTo>
                  <a:pt x="201788" y="294063"/>
                </a:lnTo>
                <a:lnTo>
                  <a:pt x="228693" y="331432"/>
                </a:lnTo>
                <a:lnTo>
                  <a:pt x="238256" y="324547"/>
                </a:lnTo>
                <a:lnTo>
                  <a:pt x="247820" y="317662"/>
                </a:lnTo>
                <a:lnTo>
                  <a:pt x="220915" y="280290"/>
                </a:lnTo>
                <a:lnTo>
                  <a:pt x="211352" y="287178"/>
                </a:lnTo>
                <a:moveTo>
                  <a:pt x="265162" y="361919"/>
                </a:moveTo>
                <a:lnTo>
                  <a:pt x="255598" y="368804"/>
                </a:lnTo>
                <a:lnTo>
                  <a:pt x="282503" y="406176"/>
                </a:lnTo>
                <a:lnTo>
                  <a:pt x="292067" y="399291"/>
                </a:lnTo>
                <a:lnTo>
                  <a:pt x="301630" y="392406"/>
                </a:lnTo>
                <a:lnTo>
                  <a:pt x="274725" y="355034"/>
                </a:lnTo>
                <a:lnTo>
                  <a:pt x="265162" y="361919"/>
                </a:lnTo>
                <a:moveTo>
                  <a:pt x="318971" y="436663"/>
                </a:moveTo>
                <a:lnTo>
                  <a:pt x="309408" y="443548"/>
                </a:lnTo>
                <a:lnTo>
                  <a:pt x="336313" y="480920"/>
                </a:lnTo>
                <a:lnTo>
                  <a:pt x="345877" y="474035"/>
                </a:lnTo>
                <a:lnTo>
                  <a:pt x="355441" y="467150"/>
                </a:lnTo>
                <a:lnTo>
                  <a:pt x="328535" y="429778"/>
                </a:lnTo>
                <a:lnTo>
                  <a:pt x="318971" y="436663"/>
                </a:lnTo>
                <a:moveTo>
                  <a:pt x="372782" y="511408"/>
                </a:moveTo>
                <a:lnTo>
                  <a:pt x="363218" y="518293"/>
                </a:lnTo>
                <a:lnTo>
                  <a:pt x="376671" y="536980"/>
                </a:lnTo>
                <a:lnTo>
                  <a:pt x="386234" y="530095"/>
                </a:lnTo>
                <a:lnTo>
                  <a:pt x="395798" y="523210"/>
                </a:lnTo>
                <a:lnTo>
                  <a:pt x="382345" y="504523"/>
                </a:lnTo>
                <a:lnTo>
                  <a:pt x="372782" y="511408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20">
            <a:extLst xmlns:a="http://schemas.openxmlformats.org/drawingml/2006/main">
              <a:ext uri="{FF2B5EF4-FFF2-40B4-BE49-F238E27FC236}">
                <a16:creationId xmlns:a16="http://schemas.microsoft.com/office/drawing/2014/main" id="{285209C0-50E7-4F40-90D3-B061ECE9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69" y="1653224"/>
            <a:ext cx="257426" cy="351173"/>
          </a:xfrm>
          <a:custGeom xmlns:a="http://schemas.openxmlformats.org/drawingml/2006/main">
            <a:pathLst>
              <a:path w="257426" h="351173">
                <a:moveTo>
                  <a:pt x="257426" y="351173"/>
                </a:moveTo>
                <a:lnTo>
                  <a:pt x="243791" y="215786"/>
                </a:lnTo>
                <a:lnTo>
                  <a:pt x="133360" y="295289"/>
                </a:lnTo>
                <a:lnTo>
                  <a:pt x="257426" y="351173"/>
                </a:lnTo>
                <a:moveTo>
                  <a:pt x="9564" y="6885"/>
                </a:moveTo>
                <a:lnTo>
                  <a:pt x="0" y="13770"/>
                </a:lnTo>
                <a:lnTo>
                  <a:pt x="185897" y="271985"/>
                </a:lnTo>
                <a:lnTo>
                  <a:pt x="195461" y="265100"/>
                </a:lnTo>
                <a:lnTo>
                  <a:pt x="205024" y="258215"/>
                </a:lnTo>
                <a:lnTo>
                  <a:pt x="19127" y="0"/>
                </a:lnTo>
                <a:lnTo>
                  <a:pt x="9564" y="6885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21">
            <a:extLst xmlns:a="http://schemas.openxmlformats.org/drawingml/2006/main">
              <a:ext uri="{FF2B5EF4-FFF2-40B4-BE49-F238E27FC236}">
                <a16:creationId xmlns:a16="http://schemas.microsoft.com/office/drawing/2014/main" id="{8580044C-5262-4E27-A851-44C6A25B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81" y="2098842"/>
            <a:ext cx="184187" cy="184186"/>
          </a:xfrm>
          <a:custGeom xmlns:a="http://schemas.openxmlformats.org/drawingml/2006/main">
            <a:pathLst>
              <a:path w="184187" h="184186">
                <a:moveTo>
                  <a:pt x="154212" y="146368"/>
                </a:moveTo>
                <a:cubicBezTo>
                  <a:pt x="124238" y="180674"/>
                  <a:pt x="72127" y="184186"/>
                  <a:pt x="37819" y="154213"/>
                </a:cubicBezTo>
                <a:cubicBezTo>
                  <a:pt x="3512" y="124237"/>
                  <a:pt x="0" y="72127"/>
                  <a:pt x="29975" y="37821"/>
                </a:cubicBezTo>
                <a:cubicBezTo>
                  <a:pt x="59949" y="3512"/>
                  <a:pt x="112060" y="0"/>
                  <a:pt x="146368" y="29976"/>
                </a:cubicBezTo>
                <a:cubicBezTo>
                  <a:pt x="180675" y="59949"/>
                  <a:pt x="184187" y="112060"/>
                  <a:pt x="154212" y="146368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22">
            <a:extLst xmlns:a="http://schemas.openxmlformats.org/drawingml/2006/main">
              <a:ext uri="{FF2B5EF4-FFF2-40B4-BE49-F238E27FC236}">
                <a16:creationId xmlns:a16="http://schemas.microsoft.com/office/drawing/2014/main" id="{9E081641-5AB5-4C62-976A-302172B0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272" y="2108633"/>
            <a:ext cx="164604" cy="164604"/>
          </a:xfrm>
          <a:custGeom xmlns:a="http://schemas.openxmlformats.org/drawingml/2006/main">
            <a:pathLst>
              <a:path w="164604" h="164604">
                <a:moveTo>
                  <a:pt x="160665" y="108132"/>
                </a:moveTo>
                <a:lnTo>
                  <a:pt x="164157" y="92576"/>
                </a:lnTo>
                <a:lnTo>
                  <a:pt x="164604" y="76755"/>
                </a:lnTo>
                <a:lnTo>
                  <a:pt x="162038" y="61137"/>
                </a:lnTo>
                <a:lnTo>
                  <a:pt x="156491" y="46191"/>
                </a:lnTo>
                <a:lnTo>
                  <a:pt x="147993" y="32383"/>
                </a:lnTo>
                <a:lnTo>
                  <a:pt x="136576" y="20182"/>
                </a:lnTo>
                <a:lnTo>
                  <a:pt x="122955" y="10507"/>
                </a:lnTo>
                <a:lnTo>
                  <a:pt x="108132" y="3939"/>
                </a:lnTo>
                <a:lnTo>
                  <a:pt x="92576" y="447"/>
                </a:lnTo>
                <a:lnTo>
                  <a:pt x="76755" y="0"/>
                </a:lnTo>
                <a:lnTo>
                  <a:pt x="61137" y="2566"/>
                </a:lnTo>
                <a:lnTo>
                  <a:pt x="46191" y="8113"/>
                </a:lnTo>
                <a:lnTo>
                  <a:pt x="32384" y="16611"/>
                </a:lnTo>
                <a:lnTo>
                  <a:pt x="20183" y="28027"/>
                </a:lnTo>
                <a:lnTo>
                  <a:pt x="10507" y="41649"/>
                </a:lnTo>
                <a:lnTo>
                  <a:pt x="3939" y="56472"/>
                </a:lnTo>
                <a:lnTo>
                  <a:pt x="447" y="72028"/>
                </a:lnTo>
                <a:lnTo>
                  <a:pt x="0" y="87849"/>
                </a:lnTo>
                <a:lnTo>
                  <a:pt x="2566" y="103466"/>
                </a:lnTo>
                <a:lnTo>
                  <a:pt x="8114" y="118413"/>
                </a:lnTo>
                <a:lnTo>
                  <a:pt x="16612" y="132220"/>
                </a:lnTo>
                <a:lnTo>
                  <a:pt x="28028" y="144419"/>
                </a:lnTo>
                <a:lnTo>
                  <a:pt x="41650" y="154096"/>
                </a:lnTo>
                <a:lnTo>
                  <a:pt x="56473" y="160664"/>
                </a:lnTo>
                <a:lnTo>
                  <a:pt x="72028" y="164157"/>
                </a:lnTo>
                <a:lnTo>
                  <a:pt x="87849" y="164604"/>
                </a:lnTo>
                <a:lnTo>
                  <a:pt x="103467" y="162038"/>
                </a:lnTo>
                <a:lnTo>
                  <a:pt x="118414" y="156491"/>
                </a:lnTo>
                <a:lnTo>
                  <a:pt x="132221" y="147993"/>
                </a:lnTo>
                <a:lnTo>
                  <a:pt x="144421" y="136577"/>
                </a:lnTo>
                <a:lnTo>
                  <a:pt x="154097" y="122955"/>
                </a:lnTo>
                <a:lnTo>
                  <a:pt x="160665" y="108132"/>
                </a:lnTo>
                <a:close/>
                <a:moveTo>
                  <a:pt x="86264" y="141090"/>
                </a:moveTo>
                <a:lnTo>
                  <a:pt x="71222" y="140183"/>
                </a:lnTo>
                <a:lnTo>
                  <a:pt x="56715" y="135395"/>
                </a:lnTo>
                <a:lnTo>
                  <a:pt x="43535" y="126674"/>
                </a:lnTo>
                <a:lnTo>
                  <a:pt x="33124" y="114783"/>
                </a:lnTo>
                <a:lnTo>
                  <a:pt x="26433" y="101049"/>
                </a:lnTo>
                <a:lnTo>
                  <a:pt x="23515" y="86265"/>
                </a:lnTo>
                <a:lnTo>
                  <a:pt x="24423" y="71223"/>
                </a:lnTo>
                <a:lnTo>
                  <a:pt x="29211" y="56715"/>
                </a:lnTo>
                <a:lnTo>
                  <a:pt x="37932" y="43535"/>
                </a:lnTo>
                <a:lnTo>
                  <a:pt x="49823" y="33124"/>
                </a:lnTo>
                <a:lnTo>
                  <a:pt x="63556" y="26433"/>
                </a:lnTo>
                <a:lnTo>
                  <a:pt x="78340" y="23516"/>
                </a:lnTo>
                <a:lnTo>
                  <a:pt x="93382" y="24424"/>
                </a:lnTo>
                <a:lnTo>
                  <a:pt x="107889" y="29212"/>
                </a:lnTo>
                <a:lnTo>
                  <a:pt x="121069" y="37933"/>
                </a:lnTo>
                <a:lnTo>
                  <a:pt x="131480" y="49824"/>
                </a:lnTo>
                <a:lnTo>
                  <a:pt x="138171" y="63557"/>
                </a:lnTo>
                <a:lnTo>
                  <a:pt x="141089" y="78341"/>
                </a:lnTo>
                <a:lnTo>
                  <a:pt x="140181" y="93383"/>
                </a:lnTo>
                <a:lnTo>
                  <a:pt x="135394" y="107890"/>
                </a:lnTo>
                <a:lnTo>
                  <a:pt x="126673" y="121070"/>
                </a:lnTo>
                <a:lnTo>
                  <a:pt x="114782" y="131480"/>
                </a:lnTo>
                <a:lnTo>
                  <a:pt x="101048" y="138172"/>
                </a:lnTo>
                <a:lnTo>
                  <a:pt x="86264" y="141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3">
            <a:extLst xmlns:a="http://schemas.openxmlformats.org/drawingml/2006/main">
              <a:ext uri="{FF2B5EF4-FFF2-40B4-BE49-F238E27FC236}">
                <a16:creationId xmlns:a16="http://schemas.microsoft.com/office/drawing/2014/main" id="{EA36B443-B2FA-4FC7-B4A9-A43CC368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57" y="1580976"/>
            <a:ext cx="186966" cy="186969"/>
          </a:xfrm>
          <a:custGeom xmlns:a="http://schemas.openxmlformats.org/drawingml/2006/main">
            <a:pathLst>
              <a:path w="186966" h="186969">
                <a:moveTo>
                  <a:pt x="142138" y="26873"/>
                </a:moveTo>
                <a:cubicBezTo>
                  <a:pt x="178927" y="53743"/>
                  <a:pt x="186966" y="105351"/>
                  <a:pt x="160095" y="142138"/>
                </a:cubicBezTo>
                <a:cubicBezTo>
                  <a:pt x="133224" y="178928"/>
                  <a:pt x="81617" y="186969"/>
                  <a:pt x="44828" y="160096"/>
                </a:cubicBezTo>
                <a:cubicBezTo>
                  <a:pt x="8039" y="133226"/>
                  <a:pt x="0" y="81618"/>
                  <a:pt x="26871" y="44831"/>
                </a:cubicBezTo>
                <a:cubicBezTo>
                  <a:pt x="53743" y="8041"/>
                  <a:pt x="105349" y="0"/>
                  <a:pt x="142138" y="26873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4">
            <a:extLst xmlns:a="http://schemas.openxmlformats.org/drawingml/2006/main">
              <a:ext uri="{FF2B5EF4-FFF2-40B4-BE49-F238E27FC236}">
                <a16:creationId xmlns:a16="http://schemas.microsoft.com/office/drawing/2014/main" id="{647B1561-4C63-4B21-B811-B5C2BA98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00" y="1592020"/>
            <a:ext cx="164878" cy="164878"/>
          </a:xfrm>
          <a:custGeom xmlns:a="http://schemas.openxmlformats.org/drawingml/2006/main">
            <a:pathLst>
              <a:path w="164878" h="164878">
                <a:moveTo>
                  <a:pt x="101342" y="2123"/>
                </a:moveTo>
                <a:lnTo>
                  <a:pt x="85541" y="0"/>
                </a:lnTo>
                <a:lnTo>
                  <a:pt x="69741" y="933"/>
                </a:lnTo>
                <a:lnTo>
                  <a:pt x="54407" y="4850"/>
                </a:lnTo>
                <a:lnTo>
                  <a:pt x="40001" y="11679"/>
                </a:lnTo>
                <a:lnTo>
                  <a:pt x="26986" y="21347"/>
                </a:lnTo>
                <a:lnTo>
                  <a:pt x="15827" y="33783"/>
                </a:lnTo>
                <a:lnTo>
                  <a:pt x="7375" y="48197"/>
                </a:lnTo>
                <a:lnTo>
                  <a:pt x="2123" y="63535"/>
                </a:lnTo>
                <a:lnTo>
                  <a:pt x="0" y="79336"/>
                </a:lnTo>
                <a:lnTo>
                  <a:pt x="933" y="95136"/>
                </a:lnTo>
                <a:lnTo>
                  <a:pt x="4850" y="110471"/>
                </a:lnTo>
                <a:lnTo>
                  <a:pt x="11679" y="124877"/>
                </a:lnTo>
                <a:lnTo>
                  <a:pt x="21348" y="137892"/>
                </a:lnTo>
                <a:lnTo>
                  <a:pt x="33784" y="149051"/>
                </a:lnTo>
                <a:lnTo>
                  <a:pt x="48197" y="157503"/>
                </a:lnTo>
                <a:lnTo>
                  <a:pt x="63536" y="162754"/>
                </a:lnTo>
                <a:lnTo>
                  <a:pt x="79337" y="164878"/>
                </a:lnTo>
                <a:lnTo>
                  <a:pt x="95137" y="163945"/>
                </a:lnTo>
                <a:lnTo>
                  <a:pt x="110472" y="160028"/>
                </a:lnTo>
                <a:lnTo>
                  <a:pt x="124878" y="153198"/>
                </a:lnTo>
                <a:lnTo>
                  <a:pt x="137892" y="143530"/>
                </a:lnTo>
                <a:lnTo>
                  <a:pt x="149051" y="131093"/>
                </a:lnTo>
                <a:lnTo>
                  <a:pt x="157503" y="116680"/>
                </a:lnTo>
                <a:lnTo>
                  <a:pt x="162755" y="101342"/>
                </a:lnTo>
                <a:lnTo>
                  <a:pt x="164878" y="85541"/>
                </a:lnTo>
                <a:lnTo>
                  <a:pt x="163945" y="69742"/>
                </a:lnTo>
                <a:lnTo>
                  <a:pt x="160028" y="54407"/>
                </a:lnTo>
                <a:lnTo>
                  <a:pt x="153199" y="40001"/>
                </a:lnTo>
                <a:lnTo>
                  <a:pt x="143530" y="26987"/>
                </a:lnTo>
                <a:lnTo>
                  <a:pt x="131094" y="15828"/>
                </a:lnTo>
                <a:lnTo>
                  <a:pt x="116681" y="7375"/>
                </a:lnTo>
                <a:lnTo>
                  <a:pt x="101342" y="2123"/>
                </a:lnTo>
                <a:close/>
                <a:moveTo>
                  <a:pt x="140658" y="73369"/>
                </a:moveTo>
                <a:lnTo>
                  <a:pt x="141064" y="88433"/>
                </a:lnTo>
                <a:lnTo>
                  <a:pt x="137558" y="103303"/>
                </a:lnTo>
                <a:lnTo>
                  <a:pt x="130019" y="117193"/>
                </a:lnTo>
                <a:lnTo>
                  <a:pt x="119081" y="128599"/>
                </a:lnTo>
                <a:lnTo>
                  <a:pt x="105982" y="136462"/>
                </a:lnTo>
                <a:lnTo>
                  <a:pt x="91509" y="140657"/>
                </a:lnTo>
                <a:lnTo>
                  <a:pt x="76445" y="141064"/>
                </a:lnTo>
                <a:lnTo>
                  <a:pt x="61576" y="137559"/>
                </a:lnTo>
                <a:lnTo>
                  <a:pt x="47686" y="130020"/>
                </a:lnTo>
                <a:lnTo>
                  <a:pt x="36279" y="119081"/>
                </a:lnTo>
                <a:lnTo>
                  <a:pt x="28416" y="105982"/>
                </a:lnTo>
                <a:lnTo>
                  <a:pt x="24221" y="91509"/>
                </a:lnTo>
                <a:lnTo>
                  <a:pt x="23814" y="76445"/>
                </a:lnTo>
                <a:lnTo>
                  <a:pt x="27320" y="61576"/>
                </a:lnTo>
                <a:lnTo>
                  <a:pt x="34859" y="47687"/>
                </a:lnTo>
                <a:lnTo>
                  <a:pt x="45798" y="36279"/>
                </a:lnTo>
                <a:lnTo>
                  <a:pt x="58896" y="28416"/>
                </a:lnTo>
                <a:lnTo>
                  <a:pt x="73370" y="24221"/>
                </a:lnTo>
                <a:lnTo>
                  <a:pt x="88433" y="23815"/>
                </a:lnTo>
                <a:lnTo>
                  <a:pt x="103303" y="27320"/>
                </a:lnTo>
                <a:lnTo>
                  <a:pt x="117193" y="34859"/>
                </a:lnTo>
                <a:lnTo>
                  <a:pt x="128600" y="45797"/>
                </a:lnTo>
                <a:lnTo>
                  <a:pt x="136462" y="58896"/>
                </a:lnTo>
                <a:lnTo>
                  <a:pt x="140658" y="733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00AF8-77AD-49F8-AD76-0D67D6DCD5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4b35f314842c4"/>
          <a:stretch xmlns:a="http://schemas.openxmlformats.org/drawingml/2006/main"/>
        </p:blipFill>
        <p:spPr>
          <a:xfrm xmlns:a="http://schemas.openxmlformats.org/drawingml/2006/main">
            <a:off x="3777678" y="1412519"/>
            <a:ext cx="1590675" cy="1590675"/>
          </a:xfrm>
          <a:prstGeom xmlns:a="http://schemas.openxmlformats.org/drawingml/2006/main" prst="rect">
            <a:avLst/>
          </a:prstGeom>
        </p:spPr>
      </p:pic>
      <p:sp>
        <p:nvSpPr>
          <p:cNvPr id="23" name="path-26">
            <a:extLst xmlns:a="http://schemas.openxmlformats.org/drawingml/2006/main">
              <a:ext uri="{FF2B5EF4-FFF2-40B4-BE49-F238E27FC236}">
                <a16:creationId xmlns:a16="http://schemas.microsoft.com/office/drawing/2014/main" id="{D695D379-8EF8-4D3F-BBE9-FCBCAA8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771" y="1975968"/>
            <a:ext cx="620100" cy="222731"/>
          </a:xfrm>
          <a:custGeom xmlns:a="http://schemas.openxmlformats.org/drawingml/2006/main">
            <a:pathLst>
              <a:path w="620100" h="222731">
                <a:moveTo>
                  <a:pt x="3662" y="11201"/>
                </a:moveTo>
                <a:lnTo>
                  <a:pt x="0" y="22401"/>
                </a:lnTo>
                <a:lnTo>
                  <a:pt x="21885" y="29556"/>
                </a:lnTo>
                <a:lnTo>
                  <a:pt x="25547" y="18355"/>
                </a:lnTo>
                <a:lnTo>
                  <a:pt x="29209" y="7155"/>
                </a:lnTo>
                <a:lnTo>
                  <a:pt x="7324" y="0"/>
                </a:lnTo>
                <a:lnTo>
                  <a:pt x="3662" y="11201"/>
                </a:lnTo>
                <a:moveTo>
                  <a:pt x="69316" y="32665"/>
                </a:moveTo>
                <a:lnTo>
                  <a:pt x="65655" y="43865"/>
                </a:lnTo>
                <a:lnTo>
                  <a:pt x="109424" y="58175"/>
                </a:lnTo>
                <a:lnTo>
                  <a:pt x="113086" y="46974"/>
                </a:lnTo>
                <a:lnTo>
                  <a:pt x="116748" y="35774"/>
                </a:lnTo>
                <a:lnTo>
                  <a:pt x="72978" y="21464"/>
                </a:lnTo>
                <a:lnTo>
                  <a:pt x="69316" y="32665"/>
                </a:lnTo>
                <a:moveTo>
                  <a:pt x="156856" y="61284"/>
                </a:moveTo>
                <a:lnTo>
                  <a:pt x="153194" y="72484"/>
                </a:lnTo>
                <a:lnTo>
                  <a:pt x="196964" y="86794"/>
                </a:lnTo>
                <a:lnTo>
                  <a:pt x="200626" y="75593"/>
                </a:lnTo>
                <a:lnTo>
                  <a:pt x="204288" y="64393"/>
                </a:lnTo>
                <a:lnTo>
                  <a:pt x="160518" y="50083"/>
                </a:lnTo>
                <a:lnTo>
                  <a:pt x="156856" y="61284"/>
                </a:lnTo>
                <a:moveTo>
                  <a:pt x="244395" y="89903"/>
                </a:moveTo>
                <a:lnTo>
                  <a:pt x="240733" y="101103"/>
                </a:lnTo>
                <a:lnTo>
                  <a:pt x="284503" y="115413"/>
                </a:lnTo>
                <a:lnTo>
                  <a:pt x="288165" y="104212"/>
                </a:lnTo>
                <a:lnTo>
                  <a:pt x="291827" y="93012"/>
                </a:lnTo>
                <a:lnTo>
                  <a:pt x="248057" y="78702"/>
                </a:lnTo>
                <a:lnTo>
                  <a:pt x="244395" y="89903"/>
                </a:lnTo>
                <a:moveTo>
                  <a:pt x="331935" y="118522"/>
                </a:moveTo>
                <a:lnTo>
                  <a:pt x="328273" y="129722"/>
                </a:lnTo>
                <a:lnTo>
                  <a:pt x="372043" y="144032"/>
                </a:lnTo>
                <a:lnTo>
                  <a:pt x="375705" y="132831"/>
                </a:lnTo>
                <a:lnTo>
                  <a:pt x="379366" y="121631"/>
                </a:lnTo>
                <a:lnTo>
                  <a:pt x="335597" y="107321"/>
                </a:lnTo>
                <a:lnTo>
                  <a:pt x="331935" y="118522"/>
                </a:lnTo>
                <a:moveTo>
                  <a:pt x="419474" y="147141"/>
                </a:moveTo>
                <a:lnTo>
                  <a:pt x="415812" y="158341"/>
                </a:lnTo>
                <a:lnTo>
                  <a:pt x="459582" y="172651"/>
                </a:lnTo>
                <a:lnTo>
                  <a:pt x="463244" y="161447"/>
                </a:lnTo>
                <a:lnTo>
                  <a:pt x="466906" y="150247"/>
                </a:lnTo>
                <a:lnTo>
                  <a:pt x="423136" y="135937"/>
                </a:lnTo>
                <a:lnTo>
                  <a:pt x="419474" y="147141"/>
                </a:lnTo>
                <a:moveTo>
                  <a:pt x="507014" y="175757"/>
                </a:moveTo>
                <a:lnTo>
                  <a:pt x="503352" y="186960"/>
                </a:lnTo>
                <a:lnTo>
                  <a:pt x="547122" y="201267"/>
                </a:lnTo>
                <a:lnTo>
                  <a:pt x="550783" y="190066"/>
                </a:lnTo>
                <a:lnTo>
                  <a:pt x="554445" y="178866"/>
                </a:lnTo>
                <a:lnTo>
                  <a:pt x="510676" y="164556"/>
                </a:lnTo>
                <a:lnTo>
                  <a:pt x="507014" y="175757"/>
                </a:lnTo>
                <a:moveTo>
                  <a:pt x="594553" y="204376"/>
                </a:moveTo>
                <a:lnTo>
                  <a:pt x="590891" y="215576"/>
                </a:lnTo>
                <a:lnTo>
                  <a:pt x="612776" y="222731"/>
                </a:lnTo>
                <a:lnTo>
                  <a:pt x="616438" y="211530"/>
                </a:lnTo>
                <a:lnTo>
                  <a:pt x="620100" y="200330"/>
                </a:lnTo>
                <a:lnTo>
                  <a:pt x="598215" y="193175"/>
                </a:lnTo>
                <a:lnTo>
                  <a:pt x="594553" y="204376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7">
            <a:extLst xmlns:a="http://schemas.openxmlformats.org/drawingml/2006/main">
              <a:ext uri="{FF2B5EF4-FFF2-40B4-BE49-F238E27FC236}">
                <a16:creationId xmlns:a16="http://schemas.microsoft.com/office/drawing/2014/main" id="{54C4B910-E546-4500-BD0A-B690C8EC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098" y="1974960"/>
            <a:ext cx="406890" cy="171075"/>
          </a:xfrm>
          <a:custGeom xmlns:a="http://schemas.openxmlformats.org/drawingml/2006/main">
            <a:pathLst>
              <a:path w="406890" h="171075">
                <a:moveTo>
                  <a:pt x="406890" y="143024"/>
                </a:moveTo>
                <a:lnTo>
                  <a:pt x="316024" y="41739"/>
                </a:lnTo>
                <a:lnTo>
                  <a:pt x="273740" y="171075"/>
                </a:lnTo>
                <a:lnTo>
                  <a:pt x="406890" y="143024"/>
                </a:lnTo>
                <a:moveTo>
                  <a:pt x="3662" y="11201"/>
                </a:moveTo>
                <a:lnTo>
                  <a:pt x="0" y="22401"/>
                </a:lnTo>
                <a:lnTo>
                  <a:pt x="302421" y="121270"/>
                </a:lnTo>
                <a:lnTo>
                  <a:pt x="306083" y="110069"/>
                </a:lnTo>
                <a:lnTo>
                  <a:pt x="309745" y="98866"/>
                </a:lnTo>
                <a:lnTo>
                  <a:pt x="7324" y="0"/>
                </a:lnTo>
                <a:lnTo>
                  <a:pt x="3662" y="11201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8">
            <a:extLst xmlns:a="http://schemas.openxmlformats.org/drawingml/2006/main">
              <a:ext uri="{FF2B5EF4-FFF2-40B4-BE49-F238E27FC236}">
                <a16:creationId xmlns:a16="http://schemas.microsoft.com/office/drawing/2014/main" id="{0BCD8311-A3E6-47DC-85A5-D3B37205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129" y="2095779"/>
            <a:ext cx="186960" cy="186960"/>
          </a:xfrm>
          <a:custGeom xmlns:a="http://schemas.openxmlformats.org/drawingml/2006/main">
            <a:pathLst>
              <a:path w="186960" h="186960">
                <a:moveTo>
                  <a:pt x="16816" y="123927"/>
                </a:moveTo>
                <a:cubicBezTo>
                  <a:pt x="0" y="81587"/>
                  <a:pt x="20691" y="33630"/>
                  <a:pt x="63032" y="16814"/>
                </a:cubicBezTo>
                <a:cubicBezTo>
                  <a:pt x="105372" y="0"/>
                  <a:pt x="153328" y="20689"/>
                  <a:pt x="170144" y="63030"/>
                </a:cubicBezTo>
                <a:cubicBezTo>
                  <a:pt x="186960" y="105371"/>
                  <a:pt x="166268" y="153327"/>
                  <a:pt x="123928" y="170144"/>
                </a:cubicBezTo>
                <a:cubicBezTo>
                  <a:pt x="81587" y="186960"/>
                  <a:pt x="33632" y="166268"/>
                  <a:pt x="16816" y="123927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9">
            <a:extLst xmlns:a="http://schemas.openxmlformats.org/drawingml/2006/main">
              <a:ext uri="{FF2B5EF4-FFF2-40B4-BE49-F238E27FC236}">
                <a16:creationId xmlns:a16="http://schemas.microsoft.com/office/drawing/2014/main" id="{FF0C09AB-7AD6-4733-B089-9C794CA1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18" y="2106768"/>
            <a:ext cx="164983" cy="164982"/>
          </a:xfrm>
          <a:custGeom xmlns:a="http://schemas.openxmlformats.org/drawingml/2006/main">
            <a:pathLst>
              <a:path w="164983" h="164982">
                <a:moveTo>
                  <a:pt x="23704" y="140387"/>
                </a:moveTo>
                <a:lnTo>
                  <a:pt x="35944" y="150602"/>
                </a:lnTo>
                <a:lnTo>
                  <a:pt x="49812" y="158230"/>
                </a:lnTo>
                <a:lnTo>
                  <a:pt x="64876" y="163086"/>
                </a:lnTo>
                <a:lnTo>
                  <a:pt x="80705" y="164982"/>
                </a:lnTo>
                <a:lnTo>
                  <a:pt x="96870" y="163733"/>
                </a:lnTo>
                <a:lnTo>
                  <a:pt x="112939" y="159154"/>
                </a:lnTo>
                <a:lnTo>
                  <a:pt x="127771" y="151461"/>
                </a:lnTo>
                <a:lnTo>
                  <a:pt x="140388" y="141278"/>
                </a:lnTo>
                <a:lnTo>
                  <a:pt x="150603" y="129038"/>
                </a:lnTo>
                <a:lnTo>
                  <a:pt x="158231" y="115171"/>
                </a:lnTo>
                <a:lnTo>
                  <a:pt x="163086" y="100107"/>
                </a:lnTo>
                <a:lnTo>
                  <a:pt x="164983" y="84277"/>
                </a:lnTo>
                <a:lnTo>
                  <a:pt x="163734" y="68113"/>
                </a:lnTo>
                <a:lnTo>
                  <a:pt x="159156" y="52044"/>
                </a:lnTo>
                <a:lnTo>
                  <a:pt x="151462" y="37212"/>
                </a:lnTo>
                <a:lnTo>
                  <a:pt x="141279" y="24595"/>
                </a:lnTo>
                <a:lnTo>
                  <a:pt x="129039" y="14380"/>
                </a:lnTo>
                <a:lnTo>
                  <a:pt x="115171" y="6751"/>
                </a:lnTo>
                <a:lnTo>
                  <a:pt x="100107" y="1896"/>
                </a:lnTo>
                <a:lnTo>
                  <a:pt x="84277" y="0"/>
                </a:lnTo>
                <a:lnTo>
                  <a:pt x="68112" y="1248"/>
                </a:lnTo>
                <a:lnTo>
                  <a:pt x="52043" y="5827"/>
                </a:lnTo>
                <a:lnTo>
                  <a:pt x="37211" y="13521"/>
                </a:lnTo>
                <a:lnTo>
                  <a:pt x="24595" y="23704"/>
                </a:lnTo>
                <a:lnTo>
                  <a:pt x="14380" y="35944"/>
                </a:lnTo>
                <a:lnTo>
                  <a:pt x="6751" y="49811"/>
                </a:lnTo>
                <a:lnTo>
                  <a:pt x="1896" y="64875"/>
                </a:lnTo>
                <a:lnTo>
                  <a:pt x="0" y="80705"/>
                </a:lnTo>
                <a:lnTo>
                  <a:pt x="1248" y="96869"/>
                </a:lnTo>
                <a:lnTo>
                  <a:pt x="5827" y="112938"/>
                </a:lnTo>
                <a:lnTo>
                  <a:pt x="13521" y="127770"/>
                </a:lnTo>
                <a:lnTo>
                  <a:pt x="23704" y="140387"/>
                </a:lnTo>
                <a:close/>
                <a:moveTo>
                  <a:pt x="28391" y="59148"/>
                </a:moveTo>
                <a:lnTo>
                  <a:pt x="36073" y="46183"/>
                </a:lnTo>
                <a:lnTo>
                  <a:pt x="46962" y="35467"/>
                </a:lnTo>
                <a:lnTo>
                  <a:pt x="60742" y="27729"/>
                </a:lnTo>
                <a:lnTo>
                  <a:pt x="76077" y="23904"/>
                </a:lnTo>
                <a:lnTo>
                  <a:pt x="91350" y="24229"/>
                </a:lnTo>
                <a:lnTo>
                  <a:pt x="105834" y="28390"/>
                </a:lnTo>
                <a:lnTo>
                  <a:pt x="118798" y="36071"/>
                </a:lnTo>
                <a:lnTo>
                  <a:pt x="129513" y="46960"/>
                </a:lnTo>
                <a:lnTo>
                  <a:pt x="137251" y="60740"/>
                </a:lnTo>
                <a:lnTo>
                  <a:pt x="141077" y="76074"/>
                </a:lnTo>
                <a:lnTo>
                  <a:pt x="140752" y="91348"/>
                </a:lnTo>
                <a:lnTo>
                  <a:pt x="136591" y="105831"/>
                </a:lnTo>
                <a:lnTo>
                  <a:pt x="128909" y="118796"/>
                </a:lnTo>
                <a:lnTo>
                  <a:pt x="118020" y="129512"/>
                </a:lnTo>
                <a:lnTo>
                  <a:pt x="104239" y="137250"/>
                </a:lnTo>
                <a:lnTo>
                  <a:pt x="88905" y="141075"/>
                </a:lnTo>
                <a:lnTo>
                  <a:pt x="73632" y="140750"/>
                </a:lnTo>
                <a:lnTo>
                  <a:pt x="59148" y="136589"/>
                </a:lnTo>
                <a:lnTo>
                  <a:pt x="46184" y="128908"/>
                </a:lnTo>
                <a:lnTo>
                  <a:pt x="35469" y="118019"/>
                </a:lnTo>
                <a:lnTo>
                  <a:pt x="27731" y="104239"/>
                </a:lnTo>
                <a:lnTo>
                  <a:pt x="23906" y="88905"/>
                </a:lnTo>
                <a:lnTo>
                  <a:pt x="24231" y="73631"/>
                </a:lnTo>
                <a:lnTo>
                  <a:pt x="28391" y="59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30">
            <a:extLst xmlns:a="http://schemas.openxmlformats.org/drawingml/2006/main">
              <a:ext uri="{FF2B5EF4-FFF2-40B4-BE49-F238E27FC236}">
                <a16:creationId xmlns:a16="http://schemas.microsoft.com/office/drawing/2014/main" id="{CD8FD524-732D-4571-8802-331CD5C8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121" y="1911351"/>
            <a:ext cx="164978" cy="164979"/>
          </a:xfrm>
          <a:custGeom xmlns:a="http://schemas.openxmlformats.org/drawingml/2006/main">
            <a:pathLst>
              <a:path w="164978" h="164979">
                <a:moveTo>
                  <a:pt x="82490" y="0"/>
                </a:moveTo>
                <a:cubicBezTo>
                  <a:pt x="128047" y="0"/>
                  <a:pt x="164978" y="36932"/>
                  <a:pt x="164978" y="82490"/>
                </a:cubicBezTo>
                <a:cubicBezTo>
                  <a:pt x="164978" y="128047"/>
                  <a:pt x="128047" y="164979"/>
                  <a:pt x="82490" y="164979"/>
                </a:cubicBezTo>
                <a:cubicBezTo>
                  <a:pt x="36932" y="164979"/>
                  <a:pt x="0" y="128047"/>
                  <a:pt x="0" y="82490"/>
                </a:cubicBezTo>
                <a:cubicBezTo>
                  <a:pt x="0" y="36932"/>
                  <a:pt x="36932" y="0"/>
                  <a:pt x="82490" y="0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31">
            <a:extLst xmlns:a="http://schemas.openxmlformats.org/drawingml/2006/main">
              <a:ext uri="{FF2B5EF4-FFF2-40B4-BE49-F238E27FC236}">
                <a16:creationId xmlns:a16="http://schemas.microsoft.com/office/drawing/2014/main" id="{641025AB-01BA-4D1F-8EF7-3E252924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122" y="1911354"/>
            <a:ext cx="164978" cy="164976"/>
          </a:xfrm>
          <a:custGeom xmlns:a="http://schemas.openxmlformats.org/drawingml/2006/main">
            <a:pathLst>
              <a:path w="164978" h="164976">
                <a:moveTo>
                  <a:pt x="50381" y="6482"/>
                </a:moveTo>
                <a:lnTo>
                  <a:pt x="36369" y="14087"/>
                </a:lnTo>
                <a:lnTo>
                  <a:pt x="24161" y="24159"/>
                </a:lnTo>
                <a:lnTo>
                  <a:pt x="14088" y="36367"/>
                </a:lnTo>
                <a:lnTo>
                  <a:pt x="6482" y="50379"/>
                </a:lnTo>
                <a:lnTo>
                  <a:pt x="1676" y="65862"/>
                </a:lnTo>
                <a:lnTo>
                  <a:pt x="0" y="82487"/>
                </a:lnTo>
                <a:lnTo>
                  <a:pt x="1676" y="99111"/>
                </a:lnTo>
                <a:lnTo>
                  <a:pt x="6482" y="114595"/>
                </a:lnTo>
                <a:lnTo>
                  <a:pt x="14088" y="128607"/>
                </a:lnTo>
                <a:lnTo>
                  <a:pt x="24161" y="140816"/>
                </a:lnTo>
                <a:lnTo>
                  <a:pt x="36369" y="150888"/>
                </a:lnTo>
                <a:lnTo>
                  <a:pt x="50381" y="158494"/>
                </a:lnTo>
                <a:lnTo>
                  <a:pt x="65865" y="163300"/>
                </a:lnTo>
                <a:lnTo>
                  <a:pt x="82489" y="164976"/>
                </a:lnTo>
                <a:lnTo>
                  <a:pt x="99113" y="163300"/>
                </a:lnTo>
                <a:lnTo>
                  <a:pt x="114597" y="158494"/>
                </a:lnTo>
                <a:lnTo>
                  <a:pt x="128609" y="150888"/>
                </a:lnTo>
                <a:lnTo>
                  <a:pt x="140817" y="140816"/>
                </a:lnTo>
                <a:lnTo>
                  <a:pt x="150890" y="128607"/>
                </a:lnTo>
                <a:lnTo>
                  <a:pt x="158495" y="114595"/>
                </a:lnTo>
                <a:lnTo>
                  <a:pt x="163302" y="99111"/>
                </a:lnTo>
                <a:lnTo>
                  <a:pt x="164978" y="82487"/>
                </a:lnTo>
                <a:lnTo>
                  <a:pt x="163302" y="65862"/>
                </a:lnTo>
                <a:lnTo>
                  <a:pt x="158495" y="50379"/>
                </a:lnTo>
                <a:lnTo>
                  <a:pt x="150890" y="36367"/>
                </a:lnTo>
                <a:lnTo>
                  <a:pt x="140817" y="24159"/>
                </a:lnTo>
                <a:lnTo>
                  <a:pt x="128609" y="14087"/>
                </a:lnTo>
                <a:lnTo>
                  <a:pt x="114597" y="6482"/>
                </a:lnTo>
                <a:lnTo>
                  <a:pt x="99113" y="1676"/>
                </a:lnTo>
                <a:lnTo>
                  <a:pt x="82489" y="0"/>
                </a:lnTo>
                <a:lnTo>
                  <a:pt x="65865" y="1676"/>
                </a:lnTo>
                <a:lnTo>
                  <a:pt x="50381" y="6482"/>
                </a:lnTo>
                <a:close/>
                <a:moveTo>
                  <a:pt x="124152" y="40824"/>
                </a:moveTo>
                <a:lnTo>
                  <a:pt x="133365" y="52749"/>
                </a:lnTo>
                <a:lnTo>
                  <a:pt x="139305" y="66824"/>
                </a:lnTo>
                <a:lnTo>
                  <a:pt x="141410" y="82487"/>
                </a:lnTo>
                <a:lnTo>
                  <a:pt x="139305" y="98151"/>
                </a:lnTo>
                <a:lnTo>
                  <a:pt x="133365" y="112226"/>
                </a:lnTo>
                <a:lnTo>
                  <a:pt x="124152" y="124151"/>
                </a:lnTo>
                <a:lnTo>
                  <a:pt x="112227" y="133364"/>
                </a:lnTo>
                <a:lnTo>
                  <a:pt x="98152" y="139304"/>
                </a:lnTo>
                <a:lnTo>
                  <a:pt x="82489" y="141408"/>
                </a:lnTo>
                <a:lnTo>
                  <a:pt x="66825" y="139304"/>
                </a:lnTo>
                <a:lnTo>
                  <a:pt x="52750" y="133364"/>
                </a:lnTo>
                <a:lnTo>
                  <a:pt x="40825" y="124151"/>
                </a:lnTo>
                <a:lnTo>
                  <a:pt x="31612" y="112226"/>
                </a:lnTo>
                <a:lnTo>
                  <a:pt x="25673" y="98151"/>
                </a:lnTo>
                <a:lnTo>
                  <a:pt x="23568" y="82487"/>
                </a:lnTo>
                <a:lnTo>
                  <a:pt x="25673" y="66824"/>
                </a:lnTo>
                <a:lnTo>
                  <a:pt x="31612" y="52749"/>
                </a:lnTo>
                <a:lnTo>
                  <a:pt x="40825" y="40824"/>
                </a:lnTo>
                <a:lnTo>
                  <a:pt x="52750" y="31610"/>
                </a:lnTo>
                <a:lnTo>
                  <a:pt x="66825" y="25670"/>
                </a:lnTo>
                <a:lnTo>
                  <a:pt x="82489" y="23565"/>
                </a:lnTo>
                <a:lnTo>
                  <a:pt x="98152" y="25670"/>
                </a:lnTo>
                <a:lnTo>
                  <a:pt x="112227" y="31610"/>
                </a:lnTo>
                <a:lnTo>
                  <a:pt x="124152" y="408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32">
            <a:extLst xmlns:a="http://schemas.openxmlformats.org/drawingml/2006/main">
              <a:ext uri="{FF2B5EF4-FFF2-40B4-BE49-F238E27FC236}">
                <a16:creationId xmlns:a16="http://schemas.microsoft.com/office/drawing/2014/main" id="{7D72B4E0-936A-4723-845E-D072CA21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6" y="2387510"/>
            <a:ext cx="5500090" cy="627669"/>
          </a:xfrm>
          <a:custGeom xmlns:a="http://schemas.openxmlformats.org/drawingml/2006/main">
            <a:pathLst>
              <a:path w="5500090" h="627669">
                <a:moveTo>
                  <a:pt x="0" y="0"/>
                </a:moveTo>
                <a:lnTo>
                  <a:pt x="5500090" y="0"/>
                </a:lnTo>
                <a:lnTo>
                  <a:pt x="5500090" y="627669"/>
                </a:lnTo>
                <a:lnTo>
                  <a:pt x="0" y="62766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3">
            <a:extLst xmlns:a="http://schemas.openxmlformats.org/drawingml/2006/main">
              <a:ext uri="{FF2B5EF4-FFF2-40B4-BE49-F238E27FC236}">
                <a16:creationId xmlns:a16="http://schemas.microsoft.com/office/drawing/2014/main" id="{020A2FBE-163B-4948-8432-62A7DE3D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30" y="1754251"/>
            <a:ext cx="118676" cy="148427"/>
          </a:xfrm>
          <a:custGeom xmlns:a="http://schemas.openxmlformats.org/drawingml/2006/main">
            <a:pathLst>
              <a:path w="118676" h="148427">
                <a:moveTo>
                  <a:pt x="109622" y="8410"/>
                </a:moveTo>
                <a:cubicBezTo>
                  <a:pt x="109622" y="2266"/>
                  <a:pt x="109622" y="0"/>
                  <a:pt x="104771" y="0"/>
                </a:cubicBezTo>
                <a:cubicBezTo>
                  <a:pt x="102831" y="0"/>
                  <a:pt x="102184" y="0"/>
                  <a:pt x="97334" y="2910"/>
                </a:cubicBezTo>
                <a:cubicBezTo>
                  <a:pt x="96040" y="3881"/>
                  <a:pt x="92483" y="6144"/>
                  <a:pt x="90866" y="7115"/>
                </a:cubicBezTo>
                <a:cubicBezTo>
                  <a:pt x="81812" y="1942"/>
                  <a:pt x="69847" y="0"/>
                  <a:pt x="58206" y="0"/>
                </a:cubicBezTo>
                <a:cubicBezTo>
                  <a:pt x="48505" y="0"/>
                  <a:pt x="0" y="0"/>
                  <a:pt x="0" y="42040"/>
                </a:cubicBezTo>
                <a:cubicBezTo>
                  <a:pt x="0" y="75994"/>
                  <a:pt x="40098" y="83106"/>
                  <a:pt x="50122" y="84724"/>
                </a:cubicBezTo>
                <a:cubicBezTo>
                  <a:pt x="58853" y="86340"/>
                  <a:pt x="69524" y="88282"/>
                  <a:pt x="70818" y="88282"/>
                </a:cubicBezTo>
                <a:cubicBezTo>
                  <a:pt x="83752" y="91192"/>
                  <a:pt x="96687" y="99275"/>
                  <a:pt x="96687" y="112857"/>
                </a:cubicBezTo>
                <a:cubicBezTo>
                  <a:pt x="96687" y="137754"/>
                  <a:pt x="67260" y="137754"/>
                  <a:pt x="60470" y="137754"/>
                </a:cubicBezTo>
                <a:cubicBezTo>
                  <a:pt x="43978" y="137754"/>
                  <a:pt x="23606" y="132581"/>
                  <a:pt x="14552" y="101214"/>
                </a:cubicBezTo>
                <a:cubicBezTo>
                  <a:pt x="12612" y="94746"/>
                  <a:pt x="12288" y="94426"/>
                  <a:pt x="6791" y="94426"/>
                </a:cubicBezTo>
                <a:cubicBezTo>
                  <a:pt x="0" y="94426"/>
                  <a:pt x="0" y="95394"/>
                  <a:pt x="0" y="102832"/>
                </a:cubicBezTo>
                <a:lnTo>
                  <a:pt x="0" y="140020"/>
                </a:lnTo>
                <a:cubicBezTo>
                  <a:pt x="0" y="146164"/>
                  <a:pt x="0" y="148427"/>
                  <a:pt x="4851" y="148427"/>
                </a:cubicBezTo>
                <a:cubicBezTo>
                  <a:pt x="7114" y="148427"/>
                  <a:pt x="7761" y="148427"/>
                  <a:pt x="14228" y="143254"/>
                </a:cubicBezTo>
                <a:lnTo>
                  <a:pt x="22635" y="137110"/>
                </a:lnTo>
                <a:cubicBezTo>
                  <a:pt x="37187" y="148427"/>
                  <a:pt x="54649" y="148427"/>
                  <a:pt x="60470" y="148427"/>
                </a:cubicBezTo>
                <a:cubicBezTo>
                  <a:pt x="78255" y="148427"/>
                  <a:pt x="118676" y="144546"/>
                  <a:pt x="118676" y="101538"/>
                </a:cubicBezTo>
                <a:cubicBezTo>
                  <a:pt x="118676" y="86016"/>
                  <a:pt x="110268" y="75346"/>
                  <a:pt x="103801" y="69526"/>
                </a:cubicBezTo>
                <a:cubicBezTo>
                  <a:pt x="90543" y="58530"/>
                  <a:pt x="79548" y="56591"/>
                  <a:pt x="62087" y="53357"/>
                </a:cubicBezTo>
                <a:cubicBezTo>
                  <a:pt x="41391" y="49799"/>
                  <a:pt x="21989" y="46242"/>
                  <a:pt x="21989" y="30720"/>
                </a:cubicBezTo>
                <a:cubicBezTo>
                  <a:pt x="21989" y="9701"/>
                  <a:pt x="50769" y="9701"/>
                  <a:pt x="57559" y="9701"/>
                </a:cubicBezTo>
                <a:cubicBezTo>
                  <a:pt x="93453" y="9701"/>
                  <a:pt x="95394" y="32338"/>
                  <a:pt x="96040" y="40421"/>
                </a:cubicBezTo>
                <a:cubicBezTo>
                  <a:pt x="96363" y="44626"/>
                  <a:pt x="98950" y="44626"/>
                  <a:pt x="102831" y="44626"/>
                </a:cubicBezTo>
                <a:cubicBezTo>
                  <a:pt x="109622" y="44626"/>
                  <a:pt x="109622" y="43655"/>
                  <a:pt x="109622" y="36219"/>
                </a:cubicBezTo>
                <a:lnTo>
                  <a:pt x="109622" y="841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4">
            <a:extLst xmlns:a="http://schemas.openxmlformats.org/drawingml/2006/main">
              <a:ext uri="{FF2B5EF4-FFF2-40B4-BE49-F238E27FC236}">
                <a16:creationId xmlns:a16="http://schemas.microsoft.com/office/drawing/2014/main" id="{4488148B-5C9F-4D5D-B5F9-FD74F4BA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086" y="1843818"/>
            <a:ext cx="107358" cy="102614"/>
          </a:xfrm>
          <a:custGeom xmlns:a="http://schemas.openxmlformats.org/drawingml/2006/main">
            <a:pathLst>
              <a:path w="107358" h="102614">
                <a:moveTo>
                  <a:pt x="103262" y="43760"/>
                </a:moveTo>
                <a:cubicBezTo>
                  <a:pt x="106280" y="42253"/>
                  <a:pt x="107358" y="41821"/>
                  <a:pt x="107358" y="39882"/>
                </a:cubicBezTo>
                <a:cubicBezTo>
                  <a:pt x="107358" y="38587"/>
                  <a:pt x="106065" y="37080"/>
                  <a:pt x="104340" y="37080"/>
                </a:cubicBezTo>
                <a:cubicBezTo>
                  <a:pt x="103908" y="37080"/>
                  <a:pt x="98088" y="38156"/>
                  <a:pt x="94854" y="38803"/>
                </a:cubicBezTo>
                <a:lnTo>
                  <a:pt x="61871" y="45271"/>
                </a:lnTo>
                <a:lnTo>
                  <a:pt x="57128" y="5605"/>
                </a:lnTo>
                <a:cubicBezTo>
                  <a:pt x="56697" y="2155"/>
                  <a:pt x="56050" y="0"/>
                  <a:pt x="53679" y="0"/>
                </a:cubicBezTo>
                <a:cubicBezTo>
                  <a:pt x="51092" y="0"/>
                  <a:pt x="50877" y="1723"/>
                  <a:pt x="50445" y="5605"/>
                </a:cubicBezTo>
                <a:lnTo>
                  <a:pt x="45702" y="45271"/>
                </a:lnTo>
                <a:lnTo>
                  <a:pt x="6036" y="37508"/>
                </a:lnTo>
                <a:lnTo>
                  <a:pt x="3018" y="37080"/>
                </a:lnTo>
                <a:cubicBezTo>
                  <a:pt x="1293" y="37080"/>
                  <a:pt x="0" y="38587"/>
                  <a:pt x="0" y="39882"/>
                </a:cubicBezTo>
                <a:cubicBezTo>
                  <a:pt x="0" y="42037"/>
                  <a:pt x="1725" y="42900"/>
                  <a:pt x="3880" y="43760"/>
                </a:cubicBezTo>
                <a:lnTo>
                  <a:pt x="40744" y="60577"/>
                </a:lnTo>
                <a:lnTo>
                  <a:pt x="23714" y="90973"/>
                </a:lnTo>
                <a:cubicBezTo>
                  <a:pt x="22205" y="93775"/>
                  <a:pt x="19402" y="98948"/>
                  <a:pt x="19402" y="99596"/>
                </a:cubicBezTo>
                <a:cubicBezTo>
                  <a:pt x="19402" y="100890"/>
                  <a:pt x="20265" y="102614"/>
                  <a:pt x="22420" y="102614"/>
                </a:cubicBezTo>
                <a:cubicBezTo>
                  <a:pt x="22851" y="102614"/>
                  <a:pt x="23498" y="102614"/>
                  <a:pt x="24792" y="101535"/>
                </a:cubicBezTo>
                <a:cubicBezTo>
                  <a:pt x="26516" y="99811"/>
                  <a:pt x="30612" y="95070"/>
                  <a:pt x="32337" y="93344"/>
                </a:cubicBezTo>
                <a:lnTo>
                  <a:pt x="53679" y="70278"/>
                </a:lnTo>
                <a:lnTo>
                  <a:pt x="77393" y="95714"/>
                </a:lnTo>
                <a:cubicBezTo>
                  <a:pt x="78255" y="96793"/>
                  <a:pt x="80626" y="99380"/>
                  <a:pt x="81704" y="100243"/>
                </a:cubicBezTo>
                <a:cubicBezTo>
                  <a:pt x="83860" y="102398"/>
                  <a:pt x="84075" y="102614"/>
                  <a:pt x="84938" y="102614"/>
                </a:cubicBezTo>
                <a:cubicBezTo>
                  <a:pt x="87093" y="102614"/>
                  <a:pt x="87956" y="100890"/>
                  <a:pt x="87956" y="99596"/>
                </a:cubicBezTo>
                <a:cubicBezTo>
                  <a:pt x="87956" y="98088"/>
                  <a:pt x="69201" y="65102"/>
                  <a:pt x="66614" y="60793"/>
                </a:cubicBezTo>
                <a:lnTo>
                  <a:pt x="103262" y="4376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5">
            <a:extLst xmlns:a="http://schemas.openxmlformats.org/drawingml/2006/main">
              <a:ext uri="{FF2B5EF4-FFF2-40B4-BE49-F238E27FC236}">
                <a16:creationId xmlns:a16="http://schemas.microsoft.com/office/drawing/2014/main" id="{D92CF561-134E-42AF-923C-60A369A9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" y="435082"/>
            <a:ext cx="5500088" cy="1952159"/>
          </a:xfrm>
          <a:custGeom xmlns:a="http://schemas.openxmlformats.org/drawingml/2006/main">
            <a:pathLst>
              <a:path w="5500088" h="1952159">
                <a:moveTo>
                  <a:pt x="0" y="0"/>
                </a:moveTo>
                <a:lnTo>
                  <a:pt x="0" y="1952159"/>
                </a:lnTo>
                <a:lnTo>
                  <a:pt x="5500088" y="1952159"/>
                </a:lnTo>
                <a:lnTo>
                  <a:pt x="5500088" y="0"/>
                </a:lnTo>
                <a:lnTo>
                  <a:pt x="0" y="0"/>
                </a:lnTo>
                <a:close/>
                <a:moveTo>
                  <a:pt x="5489451" y="1941520"/>
                </a:moveTo>
                <a:lnTo>
                  <a:pt x="10638" y="1941520"/>
                </a:lnTo>
                <a:lnTo>
                  <a:pt x="10638" y="10638"/>
                </a:lnTo>
                <a:lnTo>
                  <a:pt x="5489451" y="10638"/>
                </a:lnTo>
                <a:lnTo>
                  <a:pt x="5489451" y="1941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DD73A-C9D5-4BC5-88EC-DFDD3D355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df9c4333649c0"/>
          <a:stretch xmlns:a="http://schemas.openxmlformats.org/drawingml/2006/main"/>
        </p:blipFill>
        <p:spPr>
          <a:xfrm xmlns:a="http://schemas.openxmlformats.org/drawingml/2006/main">
            <a:off x="1567878" y="3050819"/>
            <a:ext cx="1390650" cy="2762250"/>
          </a:xfrm>
          <a:prstGeom xmlns:a="http://schemas.openxmlformats.org/drawingml/2006/main" prst="rect">
            <a:avLst/>
          </a:prstGeom>
        </p:spPr>
      </p:pic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47CCE8-4523-403D-A098-AD6475A22B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9561e9ad848db"/>
          <a:stretch xmlns:a="http://schemas.openxmlformats.org/drawingml/2006/main"/>
        </p:blipFill>
        <p:spPr>
          <a:xfrm xmlns:a="http://schemas.openxmlformats.org/drawingml/2006/main">
            <a:off x="196278" y="3050819"/>
            <a:ext cx="1390650" cy="2762250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4E540E-DC43-463B-91E6-29DB9CDA14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c7fdc5bb44398"/>
          <a:stretch xmlns:a="http://schemas.openxmlformats.org/drawingml/2006/main"/>
        </p:blipFill>
        <p:spPr>
          <a:xfrm xmlns:a="http://schemas.openxmlformats.org/drawingml/2006/main">
            <a:off x="-3747" y="3050819"/>
            <a:ext cx="12401550" cy="2809875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C54690-D422-4D23-A214-628386CC6D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714a9b148496b"/>
          <a:stretch xmlns:a="http://schemas.openxmlformats.org/drawingml/2006/main"/>
        </p:blipFill>
        <p:spPr>
          <a:xfrm xmlns:a="http://schemas.openxmlformats.org/drawingml/2006/main">
            <a:off x="-3747" y="3022244"/>
            <a:ext cx="12401550" cy="2809875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213153-6A6C-4232-B48E-1EFFCA6C75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7b5336c9f4c69"/>
          <a:stretch xmlns:a="http://schemas.openxmlformats.org/drawingml/2006/main"/>
        </p:blipFill>
        <p:spPr>
          <a:xfrm xmlns:a="http://schemas.openxmlformats.org/drawingml/2006/main">
            <a:off x="2939478" y="3050819"/>
            <a:ext cx="1390650" cy="27622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B494A0-4AC9-4348-823C-B046978C75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5ece5e6ff4b47"/>
          <a:stretch xmlns:a="http://schemas.openxmlformats.org/drawingml/2006/main"/>
        </p:blipFill>
        <p:spPr>
          <a:xfrm xmlns:a="http://schemas.openxmlformats.org/drawingml/2006/main">
            <a:off x="-3747" y="3041294"/>
            <a:ext cx="8572500" cy="281940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8E4E7C-6EF3-4025-B001-628F1F39C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5d8bf96b34a89"/>
          <a:stretch xmlns:a="http://schemas.openxmlformats.org/drawingml/2006/main"/>
        </p:blipFill>
        <p:spPr>
          <a:xfrm xmlns:a="http://schemas.openxmlformats.org/drawingml/2006/main">
            <a:off x="-3747" y="3012719"/>
            <a:ext cx="8572500" cy="281940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875D38-99E8-442A-9E1B-E449064F8F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8fcee0efc4e06"/>
          <a:stretch xmlns:a="http://schemas.openxmlformats.org/drawingml/2006/main"/>
        </p:blipFill>
        <p:spPr>
          <a:xfrm xmlns:a="http://schemas.openxmlformats.org/drawingml/2006/main">
            <a:off x="4311078" y="3050819"/>
            <a:ext cx="1390650" cy="2762250"/>
          </a:xfrm>
          <a:prstGeom xmlns:a="http://schemas.openxmlformats.org/drawingml/2006/main" prst="rect">
            <a:avLst/>
          </a:prstGeom>
        </p:spPr>
      </p:pic>
      <p:sp>
        <p:nvSpPr>
          <p:cNvPr id="41" name="path-44">
            <a:extLst xmlns:a="http://schemas.openxmlformats.org/drawingml/2006/main">
              <a:ext uri="{FF2B5EF4-FFF2-40B4-BE49-F238E27FC236}">
                <a16:creationId xmlns:a16="http://schemas.microsoft.com/office/drawing/2014/main" id="{3F2851CA-9286-4C1B-85B7-932C724C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78" y="2534356"/>
            <a:ext cx="1369038" cy="303361"/>
          </a:xfrm>
          <a:custGeom xmlns:a="http://schemas.openxmlformats.org/drawingml/2006/main">
            <a:pathLst>
              <a:path w="1369038" h="303361">
                <a:moveTo>
                  <a:pt x="206120" y="0"/>
                </a:moveTo>
                <a:lnTo>
                  <a:pt x="187337" y="76462"/>
                </a:lnTo>
                <a:lnTo>
                  <a:pt x="181851" y="76462"/>
                </a:lnTo>
                <a:cubicBezTo>
                  <a:pt x="180632" y="64495"/>
                  <a:pt x="178471" y="54910"/>
                  <a:pt x="175369" y="47707"/>
                </a:cubicBezTo>
                <a:cubicBezTo>
                  <a:pt x="170714" y="37290"/>
                  <a:pt x="164508" y="29255"/>
                  <a:pt x="156751" y="23602"/>
                </a:cubicBezTo>
                <a:cubicBezTo>
                  <a:pt x="149105" y="17952"/>
                  <a:pt x="140793" y="15124"/>
                  <a:pt x="131817" y="15124"/>
                </a:cubicBezTo>
                <a:cubicBezTo>
                  <a:pt x="123173" y="15124"/>
                  <a:pt x="115583" y="18449"/>
                  <a:pt x="109044" y="25098"/>
                </a:cubicBezTo>
                <a:cubicBezTo>
                  <a:pt x="102617" y="31637"/>
                  <a:pt x="99403" y="39061"/>
                  <a:pt x="99403" y="47372"/>
                </a:cubicBezTo>
                <a:cubicBezTo>
                  <a:pt x="99403" y="55574"/>
                  <a:pt x="101620" y="63663"/>
                  <a:pt x="106052" y="71641"/>
                </a:cubicBezTo>
                <a:cubicBezTo>
                  <a:pt x="110596" y="79511"/>
                  <a:pt x="121234" y="91422"/>
                  <a:pt x="137968" y="107381"/>
                </a:cubicBezTo>
                <a:cubicBezTo>
                  <a:pt x="151376" y="120126"/>
                  <a:pt x="160352" y="131096"/>
                  <a:pt x="164896" y="140292"/>
                </a:cubicBezTo>
                <a:cubicBezTo>
                  <a:pt x="169551" y="149491"/>
                  <a:pt x="171878" y="159465"/>
                  <a:pt x="171878" y="170215"/>
                </a:cubicBezTo>
                <a:cubicBezTo>
                  <a:pt x="171878" y="182292"/>
                  <a:pt x="168664" y="193431"/>
                  <a:pt x="162237" y="203626"/>
                </a:cubicBezTo>
                <a:cubicBezTo>
                  <a:pt x="155809" y="213822"/>
                  <a:pt x="146445" y="221743"/>
                  <a:pt x="134145" y="227396"/>
                </a:cubicBezTo>
                <a:cubicBezTo>
                  <a:pt x="121955" y="232938"/>
                  <a:pt x="108102" y="235706"/>
                  <a:pt x="92587" y="235706"/>
                </a:cubicBezTo>
                <a:cubicBezTo>
                  <a:pt x="83058" y="235706"/>
                  <a:pt x="71034" y="234267"/>
                  <a:pt x="56517" y="231385"/>
                </a:cubicBezTo>
                <a:cubicBezTo>
                  <a:pt x="42110" y="228614"/>
                  <a:pt x="32525" y="227231"/>
                  <a:pt x="27760" y="227231"/>
                </a:cubicBezTo>
                <a:cubicBezTo>
                  <a:pt x="23992" y="227231"/>
                  <a:pt x="20612" y="227839"/>
                  <a:pt x="17620" y="229059"/>
                </a:cubicBezTo>
                <a:cubicBezTo>
                  <a:pt x="14628" y="230167"/>
                  <a:pt x="10915" y="232381"/>
                  <a:pt x="6483" y="235706"/>
                </a:cubicBezTo>
                <a:lnTo>
                  <a:pt x="0" y="235706"/>
                </a:lnTo>
                <a:lnTo>
                  <a:pt x="20113" y="149770"/>
                </a:lnTo>
                <a:lnTo>
                  <a:pt x="26430" y="149770"/>
                </a:lnTo>
                <a:cubicBezTo>
                  <a:pt x="27870" y="164840"/>
                  <a:pt x="30918" y="177693"/>
                  <a:pt x="35572" y="188331"/>
                </a:cubicBezTo>
                <a:cubicBezTo>
                  <a:pt x="40227" y="198859"/>
                  <a:pt x="46876" y="207115"/>
                  <a:pt x="55519" y="213100"/>
                </a:cubicBezTo>
                <a:cubicBezTo>
                  <a:pt x="64163" y="218975"/>
                  <a:pt x="74026" y="221910"/>
                  <a:pt x="85108" y="221910"/>
                </a:cubicBezTo>
                <a:cubicBezTo>
                  <a:pt x="96078" y="221910"/>
                  <a:pt x="105221" y="218308"/>
                  <a:pt x="112535" y="211105"/>
                </a:cubicBezTo>
                <a:cubicBezTo>
                  <a:pt x="119960" y="203791"/>
                  <a:pt x="123672" y="195259"/>
                  <a:pt x="123672" y="185506"/>
                </a:cubicBezTo>
                <a:cubicBezTo>
                  <a:pt x="123672" y="177196"/>
                  <a:pt x="121566" y="169218"/>
                  <a:pt x="117356" y="161569"/>
                </a:cubicBezTo>
                <a:cubicBezTo>
                  <a:pt x="113255" y="153923"/>
                  <a:pt x="103780" y="142788"/>
                  <a:pt x="88931" y="128158"/>
                </a:cubicBezTo>
                <a:cubicBezTo>
                  <a:pt x="74192" y="113530"/>
                  <a:pt x="63997" y="100456"/>
                  <a:pt x="58346" y="88929"/>
                </a:cubicBezTo>
                <a:cubicBezTo>
                  <a:pt x="54245" y="80397"/>
                  <a:pt x="52195" y="71309"/>
                  <a:pt x="52195" y="61670"/>
                </a:cubicBezTo>
                <a:cubicBezTo>
                  <a:pt x="52195" y="44936"/>
                  <a:pt x="58788" y="30473"/>
                  <a:pt x="71976" y="18284"/>
                </a:cubicBezTo>
                <a:cubicBezTo>
                  <a:pt x="85163" y="6093"/>
                  <a:pt x="102395" y="0"/>
                  <a:pt x="123672" y="0"/>
                </a:cubicBezTo>
                <a:cubicBezTo>
                  <a:pt x="133313" y="0"/>
                  <a:pt x="146002" y="2161"/>
                  <a:pt x="161738" y="6482"/>
                </a:cubicBezTo>
                <a:cubicBezTo>
                  <a:pt x="170935" y="9031"/>
                  <a:pt x="177419" y="10303"/>
                  <a:pt x="181186" y="10303"/>
                </a:cubicBezTo>
                <a:cubicBezTo>
                  <a:pt x="184400" y="10303"/>
                  <a:pt x="187281" y="9639"/>
                  <a:pt x="189830" y="8310"/>
                </a:cubicBezTo>
                <a:cubicBezTo>
                  <a:pt x="192379" y="6868"/>
                  <a:pt x="195371" y="4100"/>
                  <a:pt x="198806" y="0"/>
                </a:cubicBezTo>
                <a:lnTo>
                  <a:pt x="206120" y="0"/>
                </a:lnTo>
                <a:moveTo>
                  <a:pt x="287405" y="76462"/>
                </a:moveTo>
                <a:lnTo>
                  <a:pt x="255157" y="189495"/>
                </a:lnTo>
                <a:cubicBezTo>
                  <a:pt x="253605" y="194705"/>
                  <a:pt x="252829" y="198305"/>
                  <a:pt x="252829" y="200301"/>
                </a:cubicBezTo>
                <a:cubicBezTo>
                  <a:pt x="252829" y="201298"/>
                  <a:pt x="253218" y="202073"/>
                  <a:pt x="253994" y="202630"/>
                </a:cubicBezTo>
                <a:cubicBezTo>
                  <a:pt x="254880" y="203515"/>
                  <a:pt x="255933" y="203958"/>
                  <a:pt x="257151" y="203958"/>
                </a:cubicBezTo>
                <a:cubicBezTo>
                  <a:pt x="262249" y="203958"/>
                  <a:pt x="269065" y="199416"/>
                  <a:pt x="277598" y="190327"/>
                </a:cubicBezTo>
                <a:cubicBezTo>
                  <a:pt x="289787" y="177139"/>
                  <a:pt x="302587" y="158191"/>
                  <a:pt x="315996" y="133478"/>
                </a:cubicBezTo>
                <a:lnTo>
                  <a:pt x="331122" y="82612"/>
                </a:lnTo>
                <a:lnTo>
                  <a:pt x="373177" y="81118"/>
                </a:lnTo>
                <a:lnTo>
                  <a:pt x="341262" y="190827"/>
                </a:lnTo>
                <a:cubicBezTo>
                  <a:pt x="338603" y="200134"/>
                  <a:pt x="337272" y="205455"/>
                  <a:pt x="337272" y="206783"/>
                </a:cubicBezTo>
                <a:cubicBezTo>
                  <a:pt x="337272" y="207669"/>
                  <a:pt x="337661" y="208612"/>
                  <a:pt x="338436" y="209611"/>
                </a:cubicBezTo>
                <a:cubicBezTo>
                  <a:pt x="339323" y="210497"/>
                  <a:pt x="340210" y="210940"/>
                  <a:pt x="341096" y="210940"/>
                </a:cubicBezTo>
                <a:cubicBezTo>
                  <a:pt x="342648" y="210940"/>
                  <a:pt x="344143" y="210275"/>
                  <a:pt x="345584" y="208944"/>
                </a:cubicBezTo>
                <a:cubicBezTo>
                  <a:pt x="349573" y="205730"/>
                  <a:pt x="354837" y="199248"/>
                  <a:pt x="361376" y="189495"/>
                </a:cubicBezTo>
                <a:lnTo>
                  <a:pt x="367027" y="193485"/>
                </a:lnTo>
                <a:cubicBezTo>
                  <a:pt x="351624" y="221300"/>
                  <a:pt x="334668" y="235209"/>
                  <a:pt x="316162" y="235209"/>
                </a:cubicBezTo>
                <a:cubicBezTo>
                  <a:pt x="309292" y="235209"/>
                  <a:pt x="303861" y="233491"/>
                  <a:pt x="299872" y="230056"/>
                </a:cubicBezTo>
                <a:cubicBezTo>
                  <a:pt x="295994" y="226510"/>
                  <a:pt x="294054" y="221910"/>
                  <a:pt x="294054" y="216258"/>
                </a:cubicBezTo>
                <a:cubicBezTo>
                  <a:pt x="294054" y="210275"/>
                  <a:pt x="295439" y="202683"/>
                  <a:pt x="298210" y="193485"/>
                </a:cubicBezTo>
                <a:lnTo>
                  <a:pt x="306354" y="165394"/>
                </a:lnTo>
                <a:cubicBezTo>
                  <a:pt x="291948" y="186338"/>
                  <a:pt x="281476" y="200466"/>
                  <a:pt x="274938" y="207783"/>
                </a:cubicBezTo>
                <a:cubicBezTo>
                  <a:pt x="264964" y="218753"/>
                  <a:pt x="256542" y="226067"/>
                  <a:pt x="249672" y="229724"/>
                </a:cubicBezTo>
                <a:cubicBezTo>
                  <a:pt x="242912" y="233381"/>
                  <a:pt x="236429" y="235209"/>
                  <a:pt x="230223" y="235209"/>
                </a:cubicBezTo>
                <a:cubicBezTo>
                  <a:pt x="224350" y="235209"/>
                  <a:pt x="219252" y="233049"/>
                  <a:pt x="214930" y="228724"/>
                </a:cubicBezTo>
                <a:cubicBezTo>
                  <a:pt x="210719" y="224403"/>
                  <a:pt x="208613" y="218918"/>
                  <a:pt x="208613" y="212269"/>
                </a:cubicBezTo>
                <a:cubicBezTo>
                  <a:pt x="208613" y="206619"/>
                  <a:pt x="209999" y="199027"/>
                  <a:pt x="212769" y="189495"/>
                </a:cubicBezTo>
                <a:lnTo>
                  <a:pt x="231553" y="123005"/>
                </a:lnTo>
                <a:cubicBezTo>
                  <a:pt x="234656" y="112145"/>
                  <a:pt x="236207" y="104831"/>
                  <a:pt x="236207" y="101064"/>
                </a:cubicBezTo>
                <a:cubicBezTo>
                  <a:pt x="236207" y="99403"/>
                  <a:pt x="235764" y="97960"/>
                  <a:pt x="234877" y="96742"/>
                </a:cubicBezTo>
                <a:cubicBezTo>
                  <a:pt x="233991" y="95414"/>
                  <a:pt x="232495" y="94414"/>
                  <a:pt x="230389" y="93750"/>
                </a:cubicBezTo>
                <a:cubicBezTo>
                  <a:pt x="228395" y="92975"/>
                  <a:pt x="224626" y="92586"/>
                  <a:pt x="219086" y="92586"/>
                </a:cubicBezTo>
                <a:lnTo>
                  <a:pt x="220748" y="86271"/>
                </a:lnTo>
                <a:lnTo>
                  <a:pt x="277431" y="76462"/>
                </a:lnTo>
                <a:lnTo>
                  <a:pt x="287405" y="76462"/>
                </a:lnTo>
                <a:moveTo>
                  <a:pt x="407088" y="85772"/>
                </a:moveTo>
                <a:lnTo>
                  <a:pt x="462108" y="76462"/>
                </a:lnTo>
                <a:lnTo>
                  <a:pt x="472082" y="76462"/>
                </a:lnTo>
                <a:lnTo>
                  <a:pt x="464602" y="103556"/>
                </a:lnTo>
                <a:cubicBezTo>
                  <a:pt x="476238" y="92918"/>
                  <a:pt x="485768" y="85772"/>
                  <a:pt x="493193" y="82115"/>
                </a:cubicBezTo>
                <a:cubicBezTo>
                  <a:pt x="500618" y="78347"/>
                  <a:pt x="507987" y="76462"/>
                  <a:pt x="515301" y="76462"/>
                </a:cubicBezTo>
                <a:cubicBezTo>
                  <a:pt x="525717" y="76462"/>
                  <a:pt x="533752" y="80508"/>
                  <a:pt x="539404" y="88597"/>
                </a:cubicBezTo>
                <a:cubicBezTo>
                  <a:pt x="545055" y="96575"/>
                  <a:pt x="547881" y="106384"/>
                  <a:pt x="547881" y="118019"/>
                </a:cubicBezTo>
                <a:cubicBezTo>
                  <a:pt x="547881" y="149824"/>
                  <a:pt x="536855" y="178028"/>
                  <a:pt x="514802" y="202630"/>
                </a:cubicBezTo>
                <a:cubicBezTo>
                  <a:pt x="495298" y="224349"/>
                  <a:pt x="474022" y="235209"/>
                  <a:pt x="450972" y="235209"/>
                </a:cubicBezTo>
                <a:cubicBezTo>
                  <a:pt x="446871" y="235209"/>
                  <a:pt x="443380" y="234820"/>
                  <a:pt x="440499" y="234045"/>
                </a:cubicBezTo>
                <a:cubicBezTo>
                  <a:pt x="437618" y="233270"/>
                  <a:pt x="433573" y="231552"/>
                  <a:pt x="428365" y="228892"/>
                </a:cubicBezTo>
                <a:lnTo>
                  <a:pt x="419721" y="258811"/>
                </a:lnTo>
                <a:cubicBezTo>
                  <a:pt x="416618" y="269674"/>
                  <a:pt x="415067" y="277927"/>
                  <a:pt x="415067" y="283580"/>
                </a:cubicBezTo>
                <a:cubicBezTo>
                  <a:pt x="415067" y="287126"/>
                  <a:pt x="416285" y="289897"/>
                  <a:pt x="418724" y="291891"/>
                </a:cubicBezTo>
                <a:cubicBezTo>
                  <a:pt x="421162" y="293997"/>
                  <a:pt x="426868" y="295769"/>
                  <a:pt x="435845" y="297211"/>
                </a:cubicBezTo>
                <a:lnTo>
                  <a:pt x="434349" y="303361"/>
                </a:lnTo>
                <a:lnTo>
                  <a:pt x="344919" y="303361"/>
                </a:lnTo>
                <a:lnTo>
                  <a:pt x="346581" y="297211"/>
                </a:lnTo>
                <a:cubicBezTo>
                  <a:pt x="353674" y="296990"/>
                  <a:pt x="359603" y="294718"/>
                  <a:pt x="364367" y="290394"/>
                </a:cubicBezTo>
                <a:cubicBezTo>
                  <a:pt x="369022" y="286073"/>
                  <a:pt x="373399" y="276766"/>
                  <a:pt x="377499" y="262471"/>
                </a:cubicBezTo>
                <a:lnTo>
                  <a:pt x="418058" y="122673"/>
                </a:lnTo>
                <a:cubicBezTo>
                  <a:pt x="421051" y="112256"/>
                  <a:pt x="422547" y="104888"/>
                  <a:pt x="422547" y="100567"/>
                </a:cubicBezTo>
                <a:cubicBezTo>
                  <a:pt x="422547" y="98681"/>
                  <a:pt x="422104" y="97131"/>
                  <a:pt x="421217" y="95910"/>
                </a:cubicBezTo>
                <a:cubicBezTo>
                  <a:pt x="420331" y="94582"/>
                  <a:pt x="419000" y="93639"/>
                  <a:pt x="417227" y="93085"/>
                </a:cubicBezTo>
                <a:cubicBezTo>
                  <a:pt x="415454" y="92532"/>
                  <a:pt x="411465" y="92254"/>
                  <a:pt x="405259" y="92254"/>
                </a:cubicBezTo>
                <a:lnTo>
                  <a:pt x="407088" y="85772"/>
                </a:lnTo>
                <a:moveTo>
                  <a:pt x="433019" y="213433"/>
                </a:moveTo>
                <a:cubicBezTo>
                  <a:pt x="436344" y="218864"/>
                  <a:pt x="439335" y="222521"/>
                  <a:pt x="441995" y="224403"/>
                </a:cubicBezTo>
                <a:cubicBezTo>
                  <a:pt x="444655" y="226178"/>
                  <a:pt x="447758" y="227064"/>
                  <a:pt x="451304" y="227064"/>
                </a:cubicBezTo>
                <a:cubicBezTo>
                  <a:pt x="454850" y="227064"/>
                  <a:pt x="458285" y="226121"/>
                  <a:pt x="461610" y="224239"/>
                </a:cubicBezTo>
                <a:cubicBezTo>
                  <a:pt x="465046" y="222243"/>
                  <a:pt x="469256" y="218308"/>
                  <a:pt x="474243" y="212436"/>
                </a:cubicBezTo>
                <a:cubicBezTo>
                  <a:pt x="479230" y="206562"/>
                  <a:pt x="483995" y="199027"/>
                  <a:pt x="488538" y="189828"/>
                </a:cubicBezTo>
                <a:cubicBezTo>
                  <a:pt x="493193" y="180632"/>
                  <a:pt x="496905" y="170215"/>
                  <a:pt x="499676" y="158580"/>
                </a:cubicBezTo>
                <a:cubicBezTo>
                  <a:pt x="502446" y="146831"/>
                  <a:pt x="503832" y="135639"/>
                  <a:pt x="503832" y="125001"/>
                </a:cubicBezTo>
                <a:cubicBezTo>
                  <a:pt x="503832" y="116469"/>
                  <a:pt x="502280" y="110262"/>
                  <a:pt x="499177" y="106384"/>
                </a:cubicBezTo>
                <a:cubicBezTo>
                  <a:pt x="496185" y="102506"/>
                  <a:pt x="492528" y="100567"/>
                  <a:pt x="488206" y="100567"/>
                </a:cubicBezTo>
                <a:cubicBezTo>
                  <a:pt x="484327" y="100567"/>
                  <a:pt x="480670" y="101563"/>
                  <a:pt x="477235" y="103556"/>
                </a:cubicBezTo>
                <a:cubicBezTo>
                  <a:pt x="472249" y="106438"/>
                  <a:pt x="466375" y="111813"/>
                  <a:pt x="459615" y="119680"/>
                </a:cubicBezTo>
                <a:lnTo>
                  <a:pt x="433019" y="213433"/>
                </a:lnTo>
                <a:moveTo>
                  <a:pt x="609884" y="168219"/>
                </a:moveTo>
                <a:cubicBezTo>
                  <a:pt x="608886" y="175422"/>
                  <a:pt x="608387" y="181353"/>
                  <a:pt x="608387" y="186006"/>
                </a:cubicBezTo>
                <a:cubicBezTo>
                  <a:pt x="608387" y="194316"/>
                  <a:pt x="610770" y="200966"/>
                  <a:pt x="615535" y="205951"/>
                </a:cubicBezTo>
                <a:cubicBezTo>
                  <a:pt x="620411" y="210940"/>
                  <a:pt x="626894" y="213433"/>
                  <a:pt x="634984" y="213433"/>
                </a:cubicBezTo>
                <a:cubicBezTo>
                  <a:pt x="642741" y="213433"/>
                  <a:pt x="650498" y="211550"/>
                  <a:pt x="658255" y="207783"/>
                </a:cubicBezTo>
                <a:cubicBezTo>
                  <a:pt x="666123" y="204012"/>
                  <a:pt x="675210" y="197420"/>
                  <a:pt x="685516" y="187999"/>
                </a:cubicBezTo>
                <a:lnTo>
                  <a:pt x="690504" y="192488"/>
                </a:lnTo>
                <a:cubicBezTo>
                  <a:pt x="677759" y="207893"/>
                  <a:pt x="665348" y="218864"/>
                  <a:pt x="653268" y="225403"/>
                </a:cubicBezTo>
                <a:cubicBezTo>
                  <a:pt x="641190" y="231938"/>
                  <a:pt x="627836" y="235209"/>
                  <a:pt x="613208" y="235209"/>
                </a:cubicBezTo>
                <a:cubicBezTo>
                  <a:pt x="594702" y="235209"/>
                  <a:pt x="581902" y="230777"/>
                  <a:pt x="574810" y="221910"/>
                </a:cubicBezTo>
                <a:cubicBezTo>
                  <a:pt x="567717" y="213044"/>
                  <a:pt x="564171" y="202794"/>
                  <a:pt x="564171" y="191159"/>
                </a:cubicBezTo>
                <a:cubicBezTo>
                  <a:pt x="564171" y="172986"/>
                  <a:pt x="569435" y="154809"/>
                  <a:pt x="579963" y="136636"/>
                </a:cubicBezTo>
                <a:cubicBezTo>
                  <a:pt x="590601" y="118462"/>
                  <a:pt x="605007" y="103891"/>
                  <a:pt x="623182" y="92918"/>
                </a:cubicBezTo>
                <a:cubicBezTo>
                  <a:pt x="641467" y="81947"/>
                  <a:pt x="659807" y="76462"/>
                  <a:pt x="678203" y="76462"/>
                </a:cubicBezTo>
                <a:cubicBezTo>
                  <a:pt x="687511" y="76462"/>
                  <a:pt x="694548" y="78679"/>
                  <a:pt x="699313" y="83111"/>
                </a:cubicBezTo>
                <a:cubicBezTo>
                  <a:pt x="704078" y="87543"/>
                  <a:pt x="706461" y="93139"/>
                  <a:pt x="706461" y="99899"/>
                </a:cubicBezTo>
                <a:cubicBezTo>
                  <a:pt x="706461" y="107991"/>
                  <a:pt x="704134" y="115858"/>
                  <a:pt x="699480" y="123504"/>
                </a:cubicBezTo>
                <a:cubicBezTo>
                  <a:pt x="693052" y="133921"/>
                  <a:pt x="684962" y="142342"/>
                  <a:pt x="675210" y="148770"/>
                </a:cubicBezTo>
                <a:cubicBezTo>
                  <a:pt x="665458" y="155087"/>
                  <a:pt x="654543" y="159908"/>
                  <a:pt x="642464" y="163233"/>
                </a:cubicBezTo>
                <a:cubicBezTo>
                  <a:pt x="634374" y="165448"/>
                  <a:pt x="623514" y="167111"/>
                  <a:pt x="609884" y="168219"/>
                </a:cubicBezTo>
                <a:moveTo>
                  <a:pt x="611380" y="159576"/>
                </a:moveTo>
                <a:cubicBezTo>
                  <a:pt x="621132" y="158134"/>
                  <a:pt x="628667" y="156195"/>
                  <a:pt x="633986" y="153759"/>
                </a:cubicBezTo>
                <a:cubicBezTo>
                  <a:pt x="639417" y="151209"/>
                  <a:pt x="644681" y="147220"/>
                  <a:pt x="649778" y="141789"/>
                </a:cubicBezTo>
                <a:cubicBezTo>
                  <a:pt x="654986" y="136249"/>
                  <a:pt x="659474" y="129322"/>
                  <a:pt x="663242" y="121012"/>
                </a:cubicBezTo>
                <a:cubicBezTo>
                  <a:pt x="667010" y="112588"/>
                  <a:pt x="668894" y="104720"/>
                  <a:pt x="668894" y="97407"/>
                </a:cubicBezTo>
                <a:cubicBezTo>
                  <a:pt x="668894" y="94303"/>
                  <a:pt x="668007" y="91867"/>
                  <a:pt x="666234" y="90093"/>
                </a:cubicBezTo>
                <a:cubicBezTo>
                  <a:pt x="664572" y="88321"/>
                  <a:pt x="662411" y="87433"/>
                  <a:pt x="659752" y="87433"/>
                </a:cubicBezTo>
                <a:cubicBezTo>
                  <a:pt x="654432" y="87433"/>
                  <a:pt x="648448" y="91146"/>
                  <a:pt x="641799" y="98571"/>
                </a:cubicBezTo>
                <a:cubicBezTo>
                  <a:pt x="629609" y="112091"/>
                  <a:pt x="619469" y="132425"/>
                  <a:pt x="611380" y="159576"/>
                </a:cubicBezTo>
                <a:moveTo>
                  <a:pt x="788577" y="76462"/>
                </a:moveTo>
                <a:lnTo>
                  <a:pt x="763476" y="169882"/>
                </a:lnTo>
                <a:cubicBezTo>
                  <a:pt x="784089" y="124336"/>
                  <a:pt x="799603" y="96299"/>
                  <a:pt x="810020" y="85772"/>
                </a:cubicBezTo>
                <a:cubicBezTo>
                  <a:pt x="816115" y="79565"/>
                  <a:pt x="822542" y="76462"/>
                  <a:pt x="829302" y="76462"/>
                </a:cubicBezTo>
                <a:cubicBezTo>
                  <a:pt x="833956" y="76462"/>
                  <a:pt x="837724" y="78180"/>
                  <a:pt x="840605" y="81615"/>
                </a:cubicBezTo>
                <a:cubicBezTo>
                  <a:pt x="843486" y="84940"/>
                  <a:pt x="844927" y="89704"/>
                  <a:pt x="844927" y="95910"/>
                </a:cubicBezTo>
                <a:cubicBezTo>
                  <a:pt x="844927" y="106660"/>
                  <a:pt x="842323" y="115691"/>
                  <a:pt x="837115" y="123005"/>
                </a:cubicBezTo>
                <a:cubicBezTo>
                  <a:pt x="833790" y="127661"/>
                  <a:pt x="830078" y="129986"/>
                  <a:pt x="825978" y="129986"/>
                </a:cubicBezTo>
                <a:cubicBezTo>
                  <a:pt x="821545" y="129986"/>
                  <a:pt x="818221" y="127936"/>
                  <a:pt x="816004" y="123837"/>
                </a:cubicBezTo>
                <a:cubicBezTo>
                  <a:pt x="813788" y="119737"/>
                  <a:pt x="812236" y="117355"/>
                  <a:pt x="811350" y="116690"/>
                </a:cubicBezTo>
                <a:cubicBezTo>
                  <a:pt x="810463" y="115912"/>
                  <a:pt x="809521" y="115526"/>
                  <a:pt x="808524" y="115526"/>
                </a:cubicBezTo>
                <a:cubicBezTo>
                  <a:pt x="807415" y="115526"/>
                  <a:pt x="806252" y="115858"/>
                  <a:pt x="805033" y="116523"/>
                </a:cubicBezTo>
                <a:cubicBezTo>
                  <a:pt x="802595" y="117852"/>
                  <a:pt x="799381" y="121122"/>
                  <a:pt x="795392" y="126329"/>
                </a:cubicBezTo>
                <a:cubicBezTo>
                  <a:pt x="791513" y="131429"/>
                  <a:pt x="786693" y="140017"/>
                  <a:pt x="780930" y="152095"/>
                </a:cubicBezTo>
                <a:cubicBezTo>
                  <a:pt x="775168" y="164176"/>
                  <a:pt x="770680" y="174425"/>
                  <a:pt x="767466" y="182846"/>
                </a:cubicBezTo>
                <a:cubicBezTo>
                  <a:pt x="764252" y="191159"/>
                  <a:pt x="759764" y="207062"/>
                  <a:pt x="754002" y="230553"/>
                </a:cubicBezTo>
                <a:lnTo>
                  <a:pt x="713775" y="230553"/>
                </a:lnTo>
                <a:lnTo>
                  <a:pt x="741202" y="120347"/>
                </a:lnTo>
                <a:cubicBezTo>
                  <a:pt x="743197" y="112145"/>
                  <a:pt x="744195" y="106716"/>
                  <a:pt x="744195" y="104056"/>
                </a:cubicBezTo>
                <a:cubicBezTo>
                  <a:pt x="744195" y="101064"/>
                  <a:pt x="743640" y="98738"/>
                  <a:pt x="742532" y="97074"/>
                </a:cubicBezTo>
                <a:cubicBezTo>
                  <a:pt x="741535" y="95414"/>
                  <a:pt x="740094" y="94193"/>
                  <a:pt x="738210" y="93418"/>
                </a:cubicBezTo>
                <a:cubicBezTo>
                  <a:pt x="736437" y="92642"/>
                  <a:pt x="732669" y="92254"/>
                  <a:pt x="726907" y="92254"/>
                </a:cubicBezTo>
                <a:lnTo>
                  <a:pt x="728403" y="87433"/>
                </a:lnTo>
                <a:lnTo>
                  <a:pt x="778603" y="76462"/>
                </a:lnTo>
                <a:lnTo>
                  <a:pt x="788577" y="76462"/>
                </a:lnTo>
                <a:moveTo>
                  <a:pt x="887481" y="235209"/>
                </a:moveTo>
                <a:lnTo>
                  <a:pt x="881497" y="235209"/>
                </a:lnTo>
                <a:cubicBezTo>
                  <a:pt x="881830" y="226121"/>
                  <a:pt x="881996" y="219250"/>
                  <a:pt x="881996" y="214597"/>
                </a:cubicBezTo>
                <a:cubicBezTo>
                  <a:pt x="881996" y="201962"/>
                  <a:pt x="880998" y="183735"/>
                  <a:pt x="879004" y="159908"/>
                </a:cubicBezTo>
                <a:cubicBezTo>
                  <a:pt x="877120" y="135971"/>
                  <a:pt x="874959" y="120015"/>
                  <a:pt x="872521" y="112034"/>
                </a:cubicBezTo>
                <a:cubicBezTo>
                  <a:pt x="870637" y="106163"/>
                  <a:pt x="868143" y="101895"/>
                  <a:pt x="865041" y="99235"/>
                </a:cubicBezTo>
                <a:cubicBezTo>
                  <a:pt x="862936" y="97463"/>
                  <a:pt x="860220" y="96575"/>
                  <a:pt x="856896" y="96575"/>
                </a:cubicBezTo>
                <a:cubicBezTo>
                  <a:pt x="855011" y="96575"/>
                  <a:pt x="852740" y="96796"/>
                  <a:pt x="850080" y="97242"/>
                </a:cubicBezTo>
                <a:lnTo>
                  <a:pt x="850080" y="91257"/>
                </a:lnTo>
                <a:lnTo>
                  <a:pt x="905434" y="76462"/>
                </a:lnTo>
                <a:cubicBezTo>
                  <a:pt x="916515" y="106716"/>
                  <a:pt x="921890" y="145446"/>
                  <a:pt x="921558" y="192656"/>
                </a:cubicBezTo>
                <a:cubicBezTo>
                  <a:pt x="937847" y="177139"/>
                  <a:pt x="949040" y="164562"/>
                  <a:pt x="955135" y="154920"/>
                </a:cubicBezTo>
                <a:cubicBezTo>
                  <a:pt x="961341" y="145281"/>
                  <a:pt x="964444" y="137246"/>
                  <a:pt x="964444" y="130818"/>
                </a:cubicBezTo>
                <a:cubicBezTo>
                  <a:pt x="964444" y="125722"/>
                  <a:pt x="962505" y="120569"/>
                  <a:pt x="958626" y="115359"/>
                </a:cubicBezTo>
                <a:cubicBezTo>
                  <a:pt x="954858" y="110041"/>
                  <a:pt x="952476" y="106273"/>
                  <a:pt x="951478" y="104056"/>
                </a:cubicBezTo>
                <a:cubicBezTo>
                  <a:pt x="950592" y="101839"/>
                  <a:pt x="950148" y="99403"/>
                  <a:pt x="950148" y="96742"/>
                </a:cubicBezTo>
                <a:cubicBezTo>
                  <a:pt x="950148" y="90979"/>
                  <a:pt x="952033" y="86158"/>
                  <a:pt x="955800" y="82279"/>
                </a:cubicBezTo>
                <a:cubicBezTo>
                  <a:pt x="959568" y="78401"/>
                  <a:pt x="964333" y="76462"/>
                  <a:pt x="970095" y="76462"/>
                </a:cubicBezTo>
                <a:cubicBezTo>
                  <a:pt x="976190" y="76462"/>
                  <a:pt x="980900" y="78401"/>
                  <a:pt x="984225" y="82279"/>
                </a:cubicBezTo>
                <a:cubicBezTo>
                  <a:pt x="988879" y="87711"/>
                  <a:pt x="991206" y="94139"/>
                  <a:pt x="991206" y="101563"/>
                </a:cubicBezTo>
                <a:cubicBezTo>
                  <a:pt x="991206" y="109209"/>
                  <a:pt x="989821" y="116744"/>
                  <a:pt x="987050" y="124169"/>
                </a:cubicBezTo>
                <a:cubicBezTo>
                  <a:pt x="984391" y="131482"/>
                  <a:pt x="979737" y="140182"/>
                  <a:pt x="973087" y="150267"/>
                </a:cubicBezTo>
                <a:cubicBezTo>
                  <a:pt x="966549" y="160241"/>
                  <a:pt x="959236" y="169329"/>
                  <a:pt x="951146" y="177528"/>
                </a:cubicBezTo>
                <a:cubicBezTo>
                  <a:pt x="936296" y="192599"/>
                  <a:pt x="915075" y="211826"/>
                  <a:pt x="887481" y="235209"/>
                </a:cubicBezTo>
                <a:moveTo>
                  <a:pt x="1068335" y="0"/>
                </a:moveTo>
                <a:cubicBezTo>
                  <a:pt x="1075206" y="0"/>
                  <a:pt x="1080968" y="2382"/>
                  <a:pt x="1085622" y="7146"/>
                </a:cubicBezTo>
                <a:cubicBezTo>
                  <a:pt x="1090388" y="11910"/>
                  <a:pt x="1092770" y="17674"/>
                  <a:pt x="1092770" y="24434"/>
                </a:cubicBezTo>
                <a:cubicBezTo>
                  <a:pt x="1092770" y="31194"/>
                  <a:pt x="1090388" y="36955"/>
                  <a:pt x="1085622" y="41722"/>
                </a:cubicBezTo>
                <a:cubicBezTo>
                  <a:pt x="1080858" y="46486"/>
                  <a:pt x="1075095" y="48868"/>
                  <a:pt x="1068335" y="48868"/>
                </a:cubicBezTo>
                <a:cubicBezTo>
                  <a:pt x="1061686" y="48868"/>
                  <a:pt x="1055979" y="46486"/>
                  <a:pt x="1051214" y="41722"/>
                </a:cubicBezTo>
                <a:cubicBezTo>
                  <a:pt x="1046449" y="36955"/>
                  <a:pt x="1044066" y="31194"/>
                  <a:pt x="1044066" y="24434"/>
                </a:cubicBezTo>
                <a:cubicBezTo>
                  <a:pt x="1044066" y="17674"/>
                  <a:pt x="1046394" y="11910"/>
                  <a:pt x="1051048" y="7146"/>
                </a:cubicBezTo>
                <a:cubicBezTo>
                  <a:pt x="1055812" y="2382"/>
                  <a:pt x="1061575" y="0"/>
                  <a:pt x="1068335" y="0"/>
                </a:cubicBezTo>
                <a:moveTo>
                  <a:pt x="1078641" y="76462"/>
                </a:moveTo>
                <a:lnTo>
                  <a:pt x="1044565" y="194649"/>
                </a:lnTo>
                <a:cubicBezTo>
                  <a:pt x="1042681" y="201409"/>
                  <a:pt x="1041739" y="205841"/>
                  <a:pt x="1041739" y="207947"/>
                </a:cubicBezTo>
                <a:cubicBezTo>
                  <a:pt x="1041739" y="209165"/>
                  <a:pt x="1042238" y="210329"/>
                  <a:pt x="1043235" y="211440"/>
                </a:cubicBezTo>
                <a:cubicBezTo>
                  <a:pt x="1044232" y="212436"/>
                  <a:pt x="1045286" y="212933"/>
                  <a:pt x="1046394" y="212933"/>
                </a:cubicBezTo>
                <a:cubicBezTo>
                  <a:pt x="1048277" y="212933"/>
                  <a:pt x="1050161" y="212104"/>
                  <a:pt x="1052045" y="210440"/>
                </a:cubicBezTo>
                <a:cubicBezTo>
                  <a:pt x="1057032" y="206340"/>
                  <a:pt x="1063016" y="198916"/>
                  <a:pt x="1069998" y="188167"/>
                </a:cubicBezTo>
                <a:lnTo>
                  <a:pt x="1075649" y="191491"/>
                </a:lnTo>
                <a:cubicBezTo>
                  <a:pt x="1058916" y="220636"/>
                  <a:pt x="1041130" y="235209"/>
                  <a:pt x="1022290" y="235209"/>
                </a:cubicBezTo>
                <a:cubicBezTo>
                  <a:pt x="1015087" y="235209"/>
                  <a:pt x="1009325" y="233213"/>
                  <a:pt x="1005003" y="229224"/>
                </a:cubicBezTo>
                <a:cubicBezTo>
                  <a:pt x="1000792" y="225124"/>
                  <a:pt x="998687" y="219971"/>
                  <a:pt x="998687" y="213765"/>
                </a:cubicBezTo>
                <a:cubicBezTo>
                  <a:pt x="998687" y="209665"/>
                  <a:pt x="999629" y="204458"/>
                  <a:pt x="1001512" y="198141"/>
                </a:cubicBezTo>
                <a:lnTo>
                  <a:pt x="1024618" y="118683"/>
                </a:lnTo>
                <a:cubicBezTo>
                  <a:pt x="1026834" y="111038"/>
                  <a:pt x="1027942" y="105274"/>
                  <a:pt x="1027942" y="101396"/>
                </a:cubicBezTo>
                <a:cubicBezTo>
                  <a:pt x="1027942" y="98960"/>
                  <a:pt x="1026890" y="96796"/>
                  <a:pt x="1024784" y="94914"/>
                </a:cubicBezTo>
                <a:cubicBezTo>
                  <a:pt x="1022679" y="93029"/>
                  <a:pt x="1019797" y="92089"/>
                  <a:pt x="1016141" y="92089"/>
                </a:cubicBezTo>
                <a:cubicBezTo>
                  <a:pt x="1014478" y="92089"/>
                  <a:pt x="1012483" y="92143"/>
                  <a:pt x="1010156" y="92254"/>
                </a:cubicBezTo>
                <a:lnTo>
                  <a:pt x="1012317" y="85604"/>
                </a:lnTo>
                <a:lnTo>
                  <a:pt x="1068668" y="76462"/>
                </a:lnTo>
                <a:lnTo>
                  <a:pt x="1078641" y="76462"/>
                </a:lnTo>
                <a:moveTo>
                  <a:pt x="1213284" y="76462"/>
                </a:moveTo>
                <a:lnTo>
                  <a:pt x="1205970" y="127826"/>
                </a:lnTo>
                <a:lnTo>
                  <a:pt x="1199820" y="127826"/>
                </a:lnTo>
                <a:cubicBezTo>
                  <a:pt x="1198934" y="114530"/>
                  <a:pt x="1194833" y="104056"/>
                  <a:pt x="1187519" y="96410"/>
                </a:cubicBezTo>
                <a:cubicBezTo>
                  <a:pt x="1180316" y="88764"/>
                  <a:pt x="1172559" y="84940"/>
                  <a:pt x="1164248" y="84940"/>
                </a:cubicBezTo>
                <a:cubicBezTo>
                  <a:pt x="1159150" y="84940"/>
                  <a:pt x="1154939" y="86436"/>
                  <a:pt x="1151614" y="89429"/>
                </a:cubicBezTo>
                <a:cubicBezTo>
                  <a:pt x="1148290" y="92421"/>
                  <a:pt x="1146628" y="96021"/>
                  <a:pt x="1146628" y="100232"/>
                </a:cubicBezTo>
                <a:cubicBezTo>
                  <a:pt x="1146628" y="103778"/>
                  <a:pt x="1147348" y="107102"/>
                  <a:pt x="1148789" y="110206"/>
                </a:cubicBezTo>
                <a:cubicBezTo>
                  <a:pt x="1150229" y="113309"/>
                  <a:pt x="1153443" y="117519"/>
                  <a:pt x="1158430" y="122840"/>
                </a:cubicBezTo>
                <a:cubicBezTo>
                  <a:pt x="1175939" y="141678"/>
                  <a:pt x="1186577" y="154645"/>
                  <a:pt x="1190345" y="161737"/>
                </a:cubicBezTo>
                <a:cubicBezTo>
                  <a:pt x="1194113" y="168829"/>
                  <a:pt x="1195997" y="176421"/>
                  <a:pt x="1195997" y="184510"/>
                </a:cubicBezTo>
                <a:cubicBezTo>
                  <a:pt x="1195997" y="193263"/>
                  <a:pt x="1193780" y="201576"/>
                  <a:pt x="1189348" y="209444"/>
                </a:cubicBezTo>
                <a:cubicBezTo>
                  <a:pt x="1184915" y="217200"/>
                  <a:pt x="1178266" y="223461"/>
                  <a:pt x="1169401" y="228228"/>
                </a:cubicBezTo>
                <a:cubicBezTo>
                  <a:pt x="1160646" y="232881"/>
                  <a:pt x="1151504" y="235209"/>
                  <a:pt x="1141973" y="235209"/>
                </a:cubicBezTo>
                <a:cubicBezTo>
                  <a:pt x="1135546" y="235209"/>
                  <a:pt x="1127622" y="233934"/>
                  <a:pt x="1118203" y="231385"/>
                </a:cubicBezTo>
                <a:cubicBezTo>
                  <a:pt x="1111997" y="229613"/>
                  <a:pt x="1107343" y="228724"/>
                  <a:pt x="1104240" y="228724"/>
                </a:cubicBezTo>
                <a:cubicBezTo>
                  <a:pt x="1101469" y="228724"/>
                  <a:pt x="1099309" y="229170"/>
                  <a:pt x="1097757" y="230056"/>
                </a:cubicBezTo>
                <a:cubicBezTo>
                  <a:pt x="1096206" y="230831"/>
                  <a:pt x="1094488" y="232549"/>
                  <a:pt x="1092604" y="235209"/>
                </a:cubicBezTo>
                <a:lnTo>
                  <a:pt x="1086454" y="235209"/>
                </a:lnTo>
                <a:lnTo>
                  <a:pt x="1094599" y="179856"/>
                </a:lnTo>
                <a:lnTo>
                  <a:pt x="1099918" y="179856"/>
                </a:lnTo>
                <a:cubicBezTo>
                  <a:pt x="1103797" y="193263"/>
                  <a:pt x="1107398" y="202851"/>
                  <a:pt x="1110723" y="208612"/>
                </a:cubicBezTo>
                <a:cubicBezTo>
                  <a:pt x="1114158" y="214265"/>
                  <a:pt x="1118702" y="218807"/>
                  <a:pt x="1124353" y="222243"/>
                </a:cubicBezTo>
                <a:cubicBezTo>
                  <a:pt x="1130005" y="225567"/>
                  <a:pt x="1135435" y="227231"/>
                  <a:pt x="1140644" y="227231"/>
                </a:cubicBezTo>
                <a:cubicBezTo>
                  <a:pt x="1146739" y="227231"/>
                  <a:pt x="1151781" y="225346"/>
                  <a:pt x="1155770" y="221578"/>
                </a:cubicBezTo>
                <a:cubicBezTo>
                  <a:pt x="1159760" y="217700"/>
                  <a:pt x="1161754" y="213100"/>
                  <a:pt x="1161754" y="207783"/>
                </a:cubicBezTo>
                <a:cubicBezTo>
                  <a:pt x="1161754" y="202573"/>
                  <a:pt x="1160424" y="197530"/>
                  <a:pt x="1157765" y="192656"/>
                </a:cubicBezTo>
                <a:cubicBezTo>
                  <a:pt x="1155216" y="187778"/>
                  <a:pt x="1149232" y="180189"/>
                  <a:pt x="1139813" y="169882"/>
                </a:cubicBezTo>
                <a:cubicBezTo>
                  <a:pt x="1126847" y="155809"/>
                  <a:pt x="1118314" y="144949"/>
                  <a:pt x="1114214" y="137300"/>
                </a:cubicBezTo>
                <a:cubicBezTo>
                  <a:pt x="1111333" y="131761"/>
                  <a:pt x="1109892" y="125444"/>
                  <a:pt x="1109892" y="118351"/>
                </a:cubicBezTo>
                <a:cubicBezTo>
                  <a:pt x="1109892" y="106384"/>
                  <a:pt x="1114214" y="96410"/>
                  <a:pt x="1122858" y="88432"/>
                </a:cubicBezTo>
                <a:cubicBezTo>
                  <a:pt x="1131612" y="80451"/>
                  <a:pt x="1143857" y="76462"/>
                  <a:pt x="1159593" y="76462"/>
                </a:cubicBezTo>
                <a:cubicBezTo>
                  <a:pt x="1166464" y="76462"/>
                  <a:pt x="1174886" y="77683"/>
                  <a:pt x="1184860" y="80119"/>
                </a:cubicBezTo>
                <a:cubicBezTo>
                  <a:pt x="1189847" y="81340"/>
                  <a:pt x="1193836" y="81947"/>
                  <a:pt x="1196828" y="81947"/>
                </a:cubicBezTo>
                <a:cubicBezTo>
                  <a:pt x="1201150" y="81947"/>
                  <a:pt x="1204641" y="80119"/>
                  <a:pt x="1207301" y="76462"/>
                </a:cubicBezTo>
                <a:lnTo>
                  <a:pt x="1213284" y="76462"/>
                </a:lnTo>
                <a:moveTo>
                  <a:pt x="1272461" y="168219"/>
                </a:moveTo>
                <a:cubicBezTo>
                  <a:pt x="1271464" y="175422"/>
                  <a:pt x="1270965" y="181353"/>
                  <a:pt x="1270965" y="186006"/>
                </a:cubicBezTo>
                <a:cubicBezTo>
                  <a:pt x="1270965" y="194316"/>
                  <a:pt x="1273348" y="200966"/>
                  <a:pt x="1278113" y="205951"/>
                </a:cubicBezTo>
                <a:cubicBezTo>
                  <a:pt x="1282989" y="210940"/>
                  <a:pt x="1289471" y="213433"/>
                  <a:pt x="1297561" y="213433"/>
                </a:cubicBezTo>
                <a:cubicBezTo>
                  <a:pt x="1305318" y="213433"/>
                  <a:pt x="1313076" y="211550"/>
                  <a:pt x="1320833" y="207783"/>
                </a:cubicBezTo>
                <a:cubicBezTo>
                  <a:pt x="1328700" y="204012"/>
                  <a:pt x="1337788" y="197420"/>
                  <a:pt x="1348093" y="187999"/>
                </a:cubicBezTo>
                <a:lnTo>
                  <a:pt x="1353080" y="192488"/>
                </a:lnTo>
                <a:cubicBezTo>
                  <a:pt x="1340337" y="207893"/>
                  <a:pt x="1327925" y="218864"/>
                  <a:pt x="1315846" y="225403"/>
                </a:cubicBezTo>
                <a:cubicBezTo>
                  <a:pt x="1303767" y="231938"/>
                  <a:pt x="1290413" y="235209"/>
                  <a:pt x="1275785" y="235209"/>
                </a:cubicBezTo>
                <a:cubicBezTo>
                  <a:pt x="1257279" y="235209"/>
                  <a:pt x="1244480" y="230777"/>
                  <a:pt x="1237387" y="221910"/>
                </a:cubicBezTo>
                <a:cubicBezTo>
                  <a:pt x="1230295" y="213044"/>
                  <a:pt x="1226749" y="202794"/>
                  <a:pt x="1226749" y="191159"/>
                </a:cubicBezTo>
                <a:cubicBezTo>
                  <a:pt x="1226749" y="172986"/>
                  <a:pt x="1232013" y="154809"/>
                  <a:pt x="1242540" y="136636"/>
                </a:cubicBezTo>
                <a:cubicBezTo>
                  <a:pt x="1253179" y="118462"/>
                  <a:pt x="1267585" y="103891"/>
                  <a:pt x="1285759" y="92918"/>
                </a:cubicBezTo>
                <a:cubicBezTo>
                  <a:pt x="1304044" y="81947"/>
                  <a:pt x="1322384" y="76462"/>
                  <a:pt x="1340780" y="76462"/>
                </a:cubicBezTo>
                <a:cubicBezTo>
                  <a:pt x="1350089" y="76462"/>
                  <a:pt x="1357126" y="78679"/>
                  <a:pt x="1361890" y="83111"/>
                </a:cubicBezTo>
                <a:cubicBezTo>
                  <a:pt x="1366656" y="87543"/>
                  <a:pt x="1369038" y="93139"/>
                  <a:pt x="1369038" y="99899"/>
                </a:cubicBezTo>
                <a:cubicBezTo>
                  <a:pt x="1369038" y="107991"/>
                  <a:pt x="1366711" y="115858"/>
                  <a:pt x="1362057" y="123504"/>
                </a:cubicBezTo>
                <a:cubicBezTo>
                  <a:pt x="1355629" y="133921"/>
                  <a:pt x="1347540" y="142342"/>
                  <a:pt x="1337788" y="148770"/>
                </a:cubicBezTo>
                <a:cubicBezTo>
                  <a:pt x="1328036" y="155087"/>
                  <a:pt x="1317120" y="159908"/>
                  <a:pt x="1305042" y="163233"/>
                </a:cubicBezTo>
                <a:cubicBezTo>
                  <a:pt x="1296951" y="165448"/>
                  <a:pt x="1286091" y="167111"/>
                  <a:pt x="1272461" y="168219"/>
                </a:cubicBezTo>
                <a:moveTo>
                  <a:pt x="1273957" y="159576"/>
                </a:moveTo>
                <a:cubicBezTo>
                  <a:pt x="1283709" y="158134"/>
                  <a:pt x="1291245" y="156195"/>
                  <a:pt x="1296564" y="153759"/>
                </a:cubicBezTo>
                <a:cubicBezTo>
                  <a:pt x="1301994" y="151209"/>
                  <a:pt x="1307258" y="147220"/>
                  <a:pt x="1312355" y="141789"/>
                </a:cubicBezTo>
                <a:cubicBezTo>
                  <a:pt x="1317564" y="136249"/>
                  <a:pt x="1322052" y="129322"/>
                  <a:pt x="1325819" y="121012"/>
                </a:cubicBezTo>
                <a:cubicBezTo>
                  <a:pt x="1329587" y="112588"/>
                  <a:pt x="1331471" y="104720"/>
                  <a:pt x="1331471" y="97407"/>
                </a:cubicBezTo>
                <a:cubicBezTo>
                  <a:pt x="1331471" y="94303"/>
                  <a:pt x="1330584" y="91867"/>
                  <a:pt x="1328812" y="90093"/>
                </a:cubicBezTo>
                <a:cubicBezTo>
                  <a:pt x="1327150" y="88321"/>
                  <a:pt x="1324988" y="87433"/>
                  <a:pt x="1322329" y="87433"/>
                </a:cubicBezTo>
                <a:cubicBezTo>
                  <a:pt x="1317009" y="87433"/>
                  <a:pt x="1311025" y="91146"/>
                  <a:pt x="1304376" y="98571"/>
                </a:cubicBezTo>
                <a:cubicBezTo>
                  <a:pt x="1292186" y="112091"/>
                  <a:pt x="1282046" y="132425"/>
                  <a:pt x="1273957" y="15957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6">
            <a:extLst xmlns:a="http://schemas.openxmlformats.org/drawingml/2006/main">
              <a:ext uri="{FF2B5EF4-FFF2-40B4-BE49-F238E27FC236}">
                <a16:creationId xmlns:a16="http://schemas.microsoft.com/office/drawing/2014/main" id="{DE2B2AF6-15DA-40C6-958C-03EDC87B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020" y="2528535"/>
            <a:ext cx="263468" cy="236373"/>
          </a:xfrm>
          <a:custGeom xmlns:a="http://schemas.openxmlformats.org/drawingml/2006/main">
            <a:pathLst>
              <a:path w="263468" h="236373">
                <a:moveTo>
                  <a:pt x="49369" y="0"/>
                </a:moveTo>
                <a:cubicBezTo>
                  <a:pt x="54023" y="0"/>
                  <a:pt x="57957" y="1661"/>
                  <a:pt x="61171" y="4986"/>
                </a:cubicBezTo>
                <a:cubicBezTo>
                  <a:pt x="64496" y="8200"/>
                  <a:pt x="66158" y="12135"/>
                  <a:pt x="66158" y="16788"/>
                </a:cubicBezTo>
                <a:cubicBezTo>
                  <a:pt x="66158" y="21441"/>
                  <a:pt x="64496" y="25433"/>
                  <a:pt x="61171" y="28758"/>
                </a:cubicBezTo>
                <a:cubicBezTo>
                  <a:pt x="57957" y="32080"/>
                  <a:pt x="54023" y="33744"/>
                  <a:pt x="49369" y="33744"/>
                </a:cubicBezTo>
                <a:cubicBezTo>
                  <a:pt x="44715" y="33744"/>
                  <a:pt x="40725" y="32080"/>
                  <a:pt x="37401" y="28758"/>
                </a:cubicBezTo>
                <a:cubicBezTo>
                  <a:pt x="34076" y="25433"/>
                  <a:pt x="32414" y="21441"/>
                  <a:pt x="32414" y="16788"/>
                </a:cubicBezTo>
                <a:cubicBezTo>
                  <a:pt x="32414" y="12135"/>
                  <a:pt x="34020" y="8200"/>
                  <a:pt x="37234" y="4986"/>
                </a:cubicBezTo>
                <a:cubicBezTo>
                  <a:pt x="40559" y="1661"/>
                  <a:pt x="44604" y="0"/>
                  <a:pt x="49369" y="0"/>
                </a:cubicBezTo>
                <a:moveTo>
                  <a:pt x="63165" y="79622"/>
                </a:moveTo>
                <a:lnTo>
                  <a:pt x="63165" y="201965"/>
                </a:lnTo>
                <a:cubicBezTo>
                  <a:pt x="63165" y="211493"/>
                  <a:pt x="63830" y="217867"/>
                  <a:pt x="65161" y="221081"/>
                </a:cubicBezTo>
                <a:cubicBezTo>
                  <a:pt x="66601" y="224185"/>
                  <a:pt x="68651" y="226510"/>
                  <a:pt x="71311" y="228063"/>
                </a:cubicBezTo>
                <a:cubicBezTo>
                  <a:pt x="74081" y="229613"/>
                  <a:pt x="79068" y="230388"/>
                  <a:pt x="86271" y="230388"/>
                </a:cubicBezTo>
                <a:lnTo>
                  <a:pt x="86271" y="236373"/>
                </a:lnTo>
                <a:lnTo>
                  <a:pt x="12301" y="236373"/>
                </a:lnTo>
                <a:lnTo>
                  <a:pt x="12301" y="230388"/>
                </a:lnTo>
                <a:cubicBezTo>
                  <a:pt x="19725" y="230388"/>
                  <a:pt x="24712" y="229670"/>
                  <a:pt x="27261" y="228228"/>
                </a:cubicBezTo>
                <a:cubicBezTo>
                  <a:pt x="29809" y="226788"/>
                  <a:pt x="31805" y="224406"/>
                  <a:pt x="33245" y="221081"/>
                </a:cubicBezTo>
                <a:cubicBezTo>
                  <a:pt x="34796" y="217757"/>
                  <a:pt x="35572" y="211383"/>
                  <a:pt x="35572" y="201965"/>
                </a:cubicBezTo>
                <a:lnTo>
                  <a:pt x="35572" y="143288"/>
                </a:lnTo>
                <a:cubicBezTo>
                  <a:pt x="35572" y="126775"/>
                  <a:pt x="35073" y="116080"/>
                  <a:pt x="34076" y="111205"/>
                </a:cubicBezTo>
                <a:cubicBezTo>
                  <a:pt x="33300" y="107659"/>
                  <a:pt x="32081" y="105220"/>
                  <a:pt x="30419" y="103891"/>
                </a:cubicBezTo>
                <a:cubicBezTo>
                  <a:pt x="28757" y="102449"/>
                  <a:pt x="26485" y="101731"/>
                  <a:pt x="23604" y="101731"/>
                </a:cubicBezTo>
                <a:cubicBezTo>
                  <a:pt x="20501" y="101731"/>
                  <a:pt x="16733" y="102560"/>
                  <a:pt x="12301" y="104224"/>
                </a:cubicBezTo>
                <a:lnTo>
                  <a:pt x="9973" y="98239"/>
                </a:lnTo>
                <a:lnTo>
                  <a:pt x="55852" y="79622"/>
                </a:lnTo>
                <a:lnTo>
                  <a:pt x="63165" y="79622"/>
                </a:lnTo>
                <a:moveTo>
                  <a:pt x="149770" y="111869"/>
                </a:moveTo>
                <a:cubicBezTo>
                  <a:pt x="167611" y="90371"/>
                  <a:pt x="184621" y="79622"/>
                  <a:pt x="200801" y="79622"/>
                </a:cubicBezTo>
                <a:cubicBezTo>
                  <a:pt x="209112" y="79622"/>
                  <a:pt x="216260" y="81729"/>
                  <a:pt x="222244" y="85939"/>
                </a:cubicBezTo>
                <a:cubicBezTo>
                  <a:pt x="228228" y="90039"/>
                  <a:pt x="232993" y="96853"/>
                  <a:pt x="236539" y="106384"/>
                </a:cubicBezTo>
                <a:cubicBezTo>
                  <a:pt x="238977" y="113033"/>
                  <a:pt x="240197" y="123229"/>
                  <a:pt x="240197" y="136971"/>
                </a:cubicBezTo>
                <a:lnTo>
                  <a:pt x="240197" y="201965"/>
                </a:lnTo>
                <a:cubicBezTo>
                  <a:pt x="240197" y="211604"/>
                  <a:pt x="240972" y="218143"/>
                  <a:pt x="242524" y="221578"/>
                </a:cubicBezTo>
                <a:cubicBezTo>
                  <a:pt x="243743" y="224349"/>
                  <a:pt x="245682" y="226510"/>
                  <a:pt x="248342" y="228063"/>
                </a:cubicBezTo>
                <a:cubicBezTo>
                  <a:pt x="251112" y="229613"/>
                  <a:pt x="256155" y="230388"/>
                  <a:pt x="263468" y="230388"/>
                </a:cubicBezTo>
                <a:lnTo>
                  <a:pt x="263468" y="236373"/>
                </a:lnTo>
                <a:lnTo>
                  <a:pt x="188167" y="236373"/>
                </a:lnTo>
                <a:lnTo>
                  <a:pt x="188167" y="230388"/>
                </a:lnTo>
                <a:lnTo>
                  <a:pt x="191326" y="230388"/>
                </a:lnTo>
                <a:cubicBezTo>
                  <a:pt x="198418" y="230388"/>
                  <a:pt x="203350" y="229335"/>
                  <a:pt x="206120" y="227231"/>
                </a:cubicBezTo>
                <a:cubicBezTo>
                  <a:pt x="209001" y="225014"/>
                  <a:pt x="210996" y="221800"/>
                  <a:pt x="212105" y="217589"/>
                </a:cubicBezTo>
                <a:cubicBezTo>
                  <a:pt x="212548" y="215928"/>
                  <a:pt x="212769" y="210718"/>
                  <a:pt x="212769" y="201965"/>
                </a:cubicBezTo>
                <a:lnTo>
                  <a:pt x="212769" y="139631"/>
                </a:lnTo>
                <a:cubicBezTo>
                  <a:pt x="212769" y="125779"/>
                  <a:pt x="210941" y="115748"/>
                  <a:pt x="207284" y="109541"/>
                </a:cubicBezTo>
                <a:cubicBezTo>
                  <a:pt x="203738" y="103227"/>
                  <a:pt x="197698" y="100067"/>
                  <a:pt x="189165" y="100067"/>
                </a:cubicBezTo>
                <a:cubicBezTo>
                  <a:pt x="175977" y="100067"/>
                  <a:pt x="162846" y="107270"/>
                  <a:pt x="149770" y="121676"/>
                </a:cubicBezTo>
                <a:lnTo>
                  <a:pt x="149770" y="201965"/>
                </a:lnTo>
                <a:cubicBezTo>
                  <a:pt x="149770" y="212271"/>
                  <a:pt x="150379" y="218643"/>
                  <a:pt x="151598" y="221081"/>
                </a:cubicBezTo>
                <a:cubicBezTo>
                  <a:pt x="153149" y="224295"/>
                  <a:pt x="155255" y="226677"/>
                  <a:pt x="157915" y="228228"/>
                </a:cubicBezTo>
                <a:cubicBezTo>
                  <a:pt x="160685" y="229670"/>
                  <a:pt x="166226" y="230388"/>
                  <a:pt x="174537" y="230388"/>
                </a:cubicBezTo>
                <a:lnTo>
                  <a:pt x="174537" y="236373"/>
                </a:lnTo>
                <a:lnTo>
                  <a:pt x="99236" y="236373"/>
                </a:lnTo>
                <a:lnTo>
                  <a:pt x="99236" y="230388"/>
                </a:lnTo>
                <a:lnTo>
                  <a:pt x="102561" y="230388"/>
                </a:lnTo>
                <a:cubicBezTo>
                  <a:pt x="110319" y="230388"/>
                  <a:pt x="115527" y="228449"/>
                  <a:pt x="118187" y="224571"/>
                </a:cubicBezTo>
                <a:cubicBezTo>
                  <a:pt x="120957" y="220582"/>
                  <a:pt x="122342" y="213047"/>
                  <a:pt x="122342" y="201965"/>
                </a:cubicBezTo>
                <a:lnTo>
                  <a:pt x="122342" y="145448"/>
                </a:lnTo>
                <a:cubicBezTo>
                  <a:pt x="122342" y="127161"/>
                  <a:pt x="121899" y="116026"/>
                  <a:pt x="121012" y="112037"/>
                </a:cubicBezTo>
                <a:cubicBezTo>
                  <a:pt x="120237" y="108048"/>
                  <a:pt x="118962" y="105331"/>
                  <a:pt x="117189" y="103891"/>
                </a:cubicBezTo>
                <a:cubicBezTo>
                  <a:pt x="115527" y="102449"/>
                  <a:pt x="113255" y="101731"/>
                  <a:pt x="110374" y="101731"/>
                </a:cubicBezTo>
                <a:cubicBezTo>
                  <a:pt x="107271" y="101731"/>
                  <a:pt x="103558" y="102560"/>
                  <a:pt x="99236" y="104224"/>
                </a:cubicBezTo>
                <a:lnTo>
                  <a:pt x="96743" y="98239"/>
                </a:lnTo>
                <a:lnTo>
                  <a:pt x="142621" y="79622"/>
                </a:lnTo>
                <a:lnTo>
                  <a:pt x="149770" y="79622"/>
                </a:lnTo>
                <a:lnTo>
                  <a:pt x="149770" y="1118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8">
            <a:extLst xmlns:a="http://schemas.openxmlformats.org/drawingml/2006/main">
              <a:ext uri="{FF2B5EF4-FFF2-40B4-BE49-F238E27FC236}">
                <a16:creationId xmlns:a16="http://schemas.microsoft.com/office/drawing/2014/main" id="{C2BBEFF7-31C7-4E8B-A378-7ECD8F1C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585" y="2528535"/>
            <a:ext cx="1862563" cy="309846"/>
          </a:xfrm>
          <a:custGeom xmlns:a="http://schemas.openxmlformats.org/drawingml/2006/main">
            <a:pathLst>
              <a:path w="1862563" h="309846">
                <a:moveTo>
                  <a:pt x="156086" y="5817"/>
                </a:moveTo>
                <a:lnTo>
                  <a:pt x="156086" y="83779"/>
                </a:lnTo>
                <a:lnTo>
                  <a:pt x="149936" y="83779"/>
                </a:lnTo>
                <a:cubicBezTo>
                  <a:pt x="147941" y="68819"/>
                  <a:pt x="144340" y="56906"/>
                  <a:pt x="139131" y="48039"/>
                </a:cubicBezTo>
                <a:cubicBezTo>
                  <a:pt x="134034" y="39175"/>
                  <a:pt x="126720" y="32137"/>
                  <a:pt x="117189" y="26930"/>
                </a:cubicBezTo>
                <a:cubicBezTo>
                  <a:pt x="107659" y="21720"/>
                  <a:pt x="97796" y="19116"/>
                  <a:pt x="87601" y="19116"/>
                </a:cubicBezTo>
                <a:cubicBezTo>
                  <a:pt x="76076" y="19116"/>
                  <a:pt x="66545" y="22662"/>
                  <a:pt x="59010" y="29755"/>
                </a:cubicBezTo>
                <a:cubicBezTo>
                  <a:pt x="51474" y="36736"/>
                  <a:pt x="47707" y="44714"/>
                  <a:pt x="47707" y="53692"/>
                </a:cubicBezTo>
                <a:cubicBezTo>
                  <a:pt x="47707" y="60563"/>
                  <a:pt x="50090" y="66823"/>
                  <a:pt x="54854" y="72476"/>
                </a:cubicBezTo>
                <a:cubicBezTo>
                  <a:pt x="61725" y="80786"/>
                  <a:pt x="78070" y="91867"/>
                  <a:pt x="103891" y="105720"/>
                </a:cubicBezTo>
                <a:cubicBezTo>
                  <a:pt x="124947" y="117023"/>
                  <a:pt x="139297" y="125722"/>
                  <a:pt x="146944" y="131818"/>
                </a:cubicBezTo>
                <a:cubicBezTo>
                  <a:pt x="154701" y="137803"/>
                  <a:pt x="160630" y="144895"/>
                  <a:pt x="164730" y="153094"/>
                </a:cubicBezTo>
                <a:cubicBezTo>
                  <a:pt x="168941" y="161294"/>
                  <a:pt x="171046" y="169882"/>
                  <a:pt x="171046" y="178860"/>
                </a:cubicBezTo>
                <a:cubicBezTo>
                  <a:pt x="171046" y="195926"/>
                  <a:pt x="164397" y="210664"/>
                  <a:pt x="151099" y="223074"/>
                </a:cubicBezTo>
                <a:cubicBezTo>
                  <a:pt x="137912" y="235377"/>
                  <a:pt x="120902" y="241526"/>
                  <a:pt x="100068" y="241526"/>
                </a:cubicBezTo>
                <a:cubicBezTo>
                  <a:pt x="93530" y="241526"/>
                  <a:pt x="87379" y="241027"/>
                  <a:pt x="81617" y="240030"/>
                </a:cubicBezTo>
                <a:cubicBezTo>
                  <a:pt x="78181" y="239476"/>
                  <a:pt x="71033" y="237481"/>
                  <a:pt x="60174" y="234045"/>
                </a:cubicBezTo>
                <a:cubicBezTo>
                  <a:pt x="49424" y="230499"/>
                  <a:pt x="42609" y="228727"/>
                  <a:pt x="39728" y="228727"/>
                </a:cubicBezTo>
                <a:cubicBezTo>
                  <a:pt x="36958" y="228727"/>
                  <a:pt x="34741" y="229559"/>
                  <a:pt x="33079" y="231220"/>
                </a:cubicBezTo>
                <a:cubicBezTo>
                  <a:pt x="31527" y="232884"/>
                  <a:pt x="30364" y="236319"/>
                  <a:pt x="29588" y="241526"/>
                </a:cubicBezTo>
                <a:lnTo>
                  <a:pt x="23437" y="241526"/>
                </a:lnTo>
                <a:lnTo>
                  <a:pt x="23437" y="164232"/>
                </a:lnTo>
                <a:lnTo>
                  <a:pt x="29588" y="164232"/>
                </a:lnTo>
                <a:cubicBezTo>
                  <a:pt x="32470" y="180410"/>
                  <a:pt x="36348" y="192545"/>
                  <a:pt x="41223" y="200634"/>
                </a:cubicBezTo>
                <a:cubicBezTo>
                  <a:pt x="46100" y="208615"/>
                  <a:pt x="53524" y="215264"/>
                  <a:pt x="63498" y="220582"/>
                </a:cubicBezTo>
                <a:cubicBezTo>
                  <a:pt x="73582" y="225902"/>
                  <a:pt x="84609" y="228560"/>
                  <a:pt x="96577" y="228560"/>
                </a:cubicBezTo>
                <a:cubicBezTo>
                  <a:pt x="110429" y="228560"/>
                  <a:pt x="121344" y="224903"/>
                  <a:pt x="129324" y="217589"/>
                </a:cubicBezTo>
                <a:cubicBezTo>
                  <a:pt x="137414" y="210275"/>
                  <a:pt x="141458" y="201633"/>
                  <a:pt x="141458" y="191659"/>
                </a:cubicBezTo>
                <a:cubicBezTo>
                  <a:pt x="141458" y="186117"/>
                  <a:pt x="139907" y="180521"/>
                  <a:pt x="136804" y="174871"/>
                </a:cubicBezTo>
                <a:cubicBezTo>
                  <a:pt x="133812" y="169218"/>
                  <a:pt x="129102" y="163954"/>
                  <a:pt x="122675" y="159079"/>
                </a:cubicBezTo>
                <a:cubicBezTo>
                  <a:pt x="118353" y="155755"/>
                  <a:pt x="106551" y="148716"/>
                  <a:pt x="87269" y="137967"/>
                </a:cubicBezTo>
                <a:cubicBezTo>
                  <a:pt x="67986" y="127107"/>
                  <a:pt x="54245" y="118465"/>
                  <a:pt x="46044" y="112037"/>
                </a:cubicBezTo>
                <a:cubicBezTo>
                  <a:pt x="37955" y="105609"/>
                  <a:pt x="31805" y="98517"/>
                  <a:pt x="27593" y="90760"/>
                </a:cubicBezTo>
                <a:cubicBezTo>
                  <a:pt x="23382" y="83003"/>
                  <a:pt x="21277" y="74469"/>
                  <a:pt x="21277" y="65162"/>
                </a:cubicBezTo>
                <a:cubicBezTo>
                  <a:pt x="21277" y="48982"/>
                  <a:pt x="27483" y="35072"/>
                  <a:pt x="39894" y="23437"/>
                </a:cubicBezTo>
                <a:cubicBezTo>
                  <a:pt x="52306" y="11692"/>
                  <a:pt x="68097" y="5817"/>
                  <a:pt x="87269" y="5817"/>
                </a:cubicBezTo>
                <a:cubicBezTo>
                  <a:pt x="99236" y="5817"/>
                  <a:pt x="111926" y="8756"/>
                  <a:pt x="125334" y="14627"/>
                </a:cubicBezTo>
                <a:cubicBezTo>
                  <a:pt x="131540" y="17399"/>
                  <a:pt x="135917" y="18784"/>
                  <a:pt x="138466" y="18784"/>
                </a:cubicBezTo>
                <a:cubicBezTo>
                  <a:pt x="141347" y="18784"/>
                  <a:pt x="143675" y="17952"/>
                  <a:pt x="145448" y="16291"/>
                </a:cubicBezTo>
                <a:cubicBezTo>
                  <a:pt x="147332" y="14517"/>
                  <a:pt x="148828" y="11027"/>
                  <a:pt x="149936" y="5817"/>
                </a:cubicBezTo>
                <a:lnTo>
                  <a:pt x="156086" y="5817"/>
                </a:lnTo>
                <a:moveTo>
                  <a:pt x="245349" y="112037"/>
                </a:moveTo>
                <a:cubicBezTo>
                  <a:pt x="256431" y="100956"/>
                  <a:pt x="262969" y="94582"/>
                  <a:pt x="264964" y="92921"/>
                </a:cubicBezTo>
                <a:cubicBezTo>
                  <a:pt x="269951" y="88710"/>
                  <a:pt x="275325" y="85439"/>
                  <a:pt x="281088" y="83114"/>
                </a:cubicBezTo>
                <a:cubicBezTo>
                  <a:pt x="286850" y="80786"/>
                  <a:pt x="292558" y="79622"/>
                  <a:pt x="298209" y="79622"/>
                </a:cubicBezTo>
                <a:cubicBezTo>
                  <a:pt x="307740" y="79622"/>
                  <a:pt x="315941" y="82393"/>
                  <a:pt x="322811" y="87932"/>
                </a:cubicBezTo>
                <a:cubicBezTo>
                  <a:pt x="329682" y="93474"/>
                  <a:pt x="334280" y="101509"/>
                  <a:pt x="336608" y="112037"/>
                </a:cubicBezTo>
                <a:cubicBezTo>
                  <a:pt x="348022" y="98738"/>
                  <a:pt x="357663" y="90039"/>
                  <a:pt x="365531" y="85939"/>
                </a:cubicBezTo>
                <a:cubicBezTo>
                  <a:pt x="373399" y="81729"/>
                  <a:pt x="381489" y="79622"/>
                  <a:pt x="389800" y="79622"/>
                </a:cubicBezTo>
                <a:cubicBezTo>
                  <a:pt x="397890" y="79622"/>
                  <a:pt x="405038" y="81729"/>
                  <a:pt x="411243" y="85939"/>
                </a:cubicBezTo>
                <a:cubicBezTo>
                  <a:pt x="417560" y="90039"/>
                  <a:pt x="422547" y="96799"/>
                  <a:pt x="426204" y="106219"/>
                </a:cubicBezTo>
                <a:cubicBezTo>
                  <a:pt x="428642" y="112645"/>
                  <a:pt x="429861" y="122729"/>
                  <a:pt x="429861" y="136471"/>
                </a:cubicBezTo>
                <a:lnTo>
                  <a:pt x="429861" y="201965"/>
                </a:lnTo>
                <a:cubicBezTo>
                  <a:pt x="429861" y="211496"/>
                  <a:pt x="430581" y="218032"/>
                  <a:pt x="432021" y="221578"/>
                </a:cubicBezTo>
                <a:cubicBezTo>
                  <a:pt x="433130" y="224017"/>
                  <a:pt x="435180" y="226124"/>
                  <a:pt x="438172" y="227895"/>
                </a:cubicBezTo>
                <a:cubicBezTo>
                  <a:pt x="441164" y="229559"/>
                  <a:pt x="446040" y="230388"/>
                  <a:pt x="452800" y="230388"/>
                </a:cubicBezTo>
                <a:lnTo>
                  <a:pt x="452800" y="236373"/>
                </a:lnTo>
                <a:lnTo>
                  <a:pt x="377666" y="236373"/>
                </a:lnTo>
                <a:lnTo>
                  <a:pt x="377666" y="230388"/>
                </a:lnTo>
                <a:lnTo>
                  <a:pt x="380824" y="230388"/>
                </a:lnTo>
                <a:cubicBezTo>
                  <a:pt x="387362" y="230388"/>
                  <a:pt x="392459" y="229116"/>
                  <a:pt x="396117" y="226567"/>
                </a:cubicBezTo>
                <a:cubicBezTo>
                  <a:pt x="398665" y="224792"/>
                  <a:pt x="400494" y="221967"/>
                  <a:pt x="401602" y="218089"/>
                </a:cubicBezTo>
                <a:cubicBezTo>
                  <a:pt x="402045" y="216204"/>
                  <a:pt x="402267" y="210829"/>
                  <a:pt x="402267" y="201965"/>
                </a:cubicBezTo>
                <a:lnTo>
                  <a:pt x="402267" y="136471"/>
                </a:lnTo>
                <a:cubicBezTo>
                  <a:pt x="402267" y="124061"/>
                  <a:pt x="400771" y="115305"/>
                  <a:pt x="397779" y="110209"/>
                </a:cubicBezTo>
                <a:cubicBezTo>
                  <a:pt x="393457" y="103116"/>
                  <a:pt x="386531" y="99570"/>
                  <a:pt x="377001" y="99570"/>
                </a:cubicBezTo>
                <a:cubicBezTo>
                  <a:pt x="371127" y="99570"/>
                  <a:pt x="365198" y="101066"/>
                  <a:pt x="359215" y="104059"/>
                </a:cubicBezTo>
                <a:cubicBezTo>
                  <a:pt x="353341" y="106938"/>
                  <a:pt x="346193" y="112369"/>
                  <a:pt x="337771" y="120347"/>
                </a:cubicBezTo>
                <a:lnTo>
                  <a:pt x="337439" y="122176"/>
                </a:lnTo>
                <a:lnTo>
                  <a:pt x="337771" y="129325"/>
                </a:lnTo>
                <a:lnTo>
                  <a:pt x="337771" y="201965"/>
                </a:lnTo>
                <a:cubicBezTo>
                  <a:pt x="337771" y="212382"/>
                  <a:pt x="338325" y="218864"/>
                  <a:pt x="339433" y="221414"/>
                </a:cubicBezTo>
                <a:cubicBezTo>
                  <a:pt x="340653" y="223963"/>
                  <a:pt x="342869" y="226124"/>
                  <a:pt x="346083" y="227895"/>
                </a:cubicBezTo>
                <a:cubicBezTo>
                  <a:pt x="349296" y="229559"/>
                  <a:pt x="354782" y="230388"/>
                  <a:pt x="362539" y="230388"/>
                </a:cubicBezTo>
                <a:lnTo>
                  <a:pt x="362539" y="236373"/>
                </a:lnTo>
                <a:lnTo>
                  <a:pt x="285576" y="236373"/>
                </a:lnTo>
                <a:lnTo>
                  <a:pt x="285576" y="230388"/>
                </a:lnTo>
                <a:cubicBezTo>
                  <a:pt x="293999" y="230388"/>
                  <a:pt x="299761" y="229392"/>
                  <a:pt x="302864" y="227399"/>
                </a:cubicBezTo>
                <a:cubicBezTo>
                  <a:pt x="306077" y="225403"/>
                  <a:pt x="308294" y="222410"/>
                  <a:pt x="309513" y="218421"/>
                </a:cubicBezTo>
                <a:cubicBezTo>
                  <a:pt x="310067" y="216536"/>
                  <a:pt x="310344" y="211051"/>
                  <a:pt x="310344" y="201965"/>
                </a:cubicBezTo>
                <a:lnTo>
                  <a:pt x="310344" y="136471"/>
                </a:lnTo>
                <a:cubicBezTo>
                  <a:pt x="310344" y="124061"/>
                  <a:pt x="308515" y="115140"/>
                  <a:pt x="304859" y="109709"/>
                </a:cubicBezTo>
                <a:cubicBezTo>
                  <a:pt x="299982" y="102617"/>
                  <a:pt x="293168" y="99070"/>
                  <a:pt x="284413" y="99070"/>
                </a:cubicBezTo>
                <a:cubicBezTo>
                  <a:pt x="278429" y="99070"/>
                  <a:pt x="272500" y="100677"/>
                  <a:pt x="266627" y="103891"/>
                </a:cubicBezTo>
                <a:cubicBezTo>
                  <a:pt x="257429" y="108766"/>
                  <a:pt x="250336" y="114252"/>
                  <a:pt x="245349" y="120347"/>
                </a:cubicBezTo>
                <a:lnTo>
                  <a:pt x="245349" y="201965"/>
                </a:lnTo>
                <a:cubicBezTo>
                  <a:pt x="245349" y="211939"/>
                  <a:pt x="246014" y="218421"/>
                  <a:pt x="247345" y="221414"/>
                </a:cubicBezTo>
                <a:cubicBezTo>
                  <a:pt x="248785" y="224406"/>
                  <a:pt x="250835" y="226677"/>
                  <a:pt x="253495" y="228228"/>
                </a:cubicBezTo>
                <a:cubicBezTo>
                  <a:pt x="256265" y="229670"/>
                  <a:pt x="261806" y="230388"/>
                  <a:pt x="270117" y="230388"/>
                </a:cubicBezTo>
                <a:lnTo>
                  <a:pt x="270117" y="236373"/>
                </a:lnTo>
                <a:lnTo>
                  <a:pt x="194817" y="236373"/>
                </a:lnTo>
                <a:lnTo>
                  <a:pt x="194817" y="230388"/>
                </a:lnTo>
                <a:cubicBezTo>
                  <a:pt x="201798" y="230388"/>
                  <a:pt x="206674" y="229670"/>
                  <a:pt x="209445" y="228228"/>
                </a:cubicBezTo>
                <a:cubicBezTo>
                  <a:pt x="212215" y="226677"/>
                  <a:pt x="214321" y="224295"/>
                  <a:pt x="215761" y="221081"/>
                </a:cubicBezTo>
                <a:cubicBezTo>
                  <a:pt x="217202" y="217757"/>
                  <a:pt x="217922" y="211386"/>
                  <a:pt x="217922" y="201965"/>
                </a:cubicBezTo>
                <a:lnTo>
                  <a:pt x="217922" y="143785"/>
                </a:lnTo>
                <a:cubicBezTo>
                  <a:pt x="217922" y="127053"/>
                  <a:pt x="217424" y="116247"/>
                  <a:pt x="216426" y="111373"/>
                </a:cubicBezTo>
                <a:cubicBezTo>
                  <a:pt x="215651" y="107716"/>
                  <a:pt x="214431" y="105220"/>
                  <a:pt x="212769" y="103891"/>
                </a:cubicBezTo>
                <a:cubicBezTo>
                  <a:pt x="211107" y="102452"/>
                  <a:pt x="208835" y="101731"/>
                  <a:pt x="205954" y="101731"/>
                </a:cubicBezTo>
                <a:cubicBezTo>
                  <a:pt x="202851" y="101731"/>
                  <a:pt x="199139" y="102563"/>
                  <a:pt x="194817" y="104224"/>
                </a:cubicBezTo>
                <a:lnTo>
                  <a:pt x="192323" y="98239"/>
                </a:lnTo>
                <a:lnTo>
                  <a:pt x="238202" y="79622"/>
                </a:lnTo>
                <a:lnTo>
                  <a:pt x="245349" y="79622"/>
                </a:lnTo>
                <a:lnTo>
                  <a:pt x="245349" y="112037"/>
                </a:lnTo>
                <a:moveTo>
                  <a:pt x="551372" y="214432"/>
                </a:moveTo>
                <a:cubicBezTo>
                  <a:pt x="535746" y="226510"/>
                  <a:pt x="525939" y="233491"/>
                  <a:pt x="521950" y="235377"/>
                </a:cubicBezTo>
                <a:cubicBezTo>
                  <a:pt x="515966" y="238148"/>
                  <a:pt x="509594" y="239533"/>
                  <a:pt x="502834" y="239533"/>
                </a:cubicBezTo>
                <a:cubicBezTo>
                  <a:pt x="492306" y="239533"/>
                  <a:pt x="483607" y="235930"/>
                  <a:pt x="476736" y="228727"/>
                </a:cubicBezTo>
                <a:cubicBezTo>
                  <a:pt x="469976" y="221524"/>
                  <a:pt x="466597" y="212050"/>
                  <a:pt x="466597" y="200301"/>
                </a:cubicBezTo>
                <a:cubicBezTo>
                  <a:pt x="466597" y="192877"/>
                  <a:pt x="468258" y="186449"/>
                  <a:pt x="471583" y="181021"/>
                </a:cubicBezTo>
                <a:cubicBezTo>
                  <a:pt x="476126" y="173485"/>
                  <a:pt x="483995" y="166393"/>
                  <a:pt x="495187" y="159744"/>
                </a:cubicBezTo>
                <a:cubicBezTo>
                  <a:pt x="506491" y="153094"/>
                  <a:pt x="525219" y="145006"/>
                  <a:pt x="551372" y="135474"/>
                </a:cubicBezTo>
                <a:lnTo>
                  <a:pt x="551372" y="129489"/>
                </a:lnTo>
                <a:cubicBezTo>
                  <a:pt x="551372" y="114308"/>
                  <a:pt x="548934" y="103891"/>
                  <a:pt x="544058" y="98239"/>
                </a:cubicBezTo>
                <a:cubicBezTo>
                  <a:pt x="539293" y="92589"/>
                  <a:pt x="532311" y="89764"/>
                  <a:pt x="523114" y="89764"/>
                </a:cubicBezTo>
                <a:cubicBezTo>
                  <a:pt x="516132" y="89764"/>
                  <a:pt x="510591" y="91646"/>
                  <a:pt x="506491" y="95414"/>
                </a:cubicBezTo>
                <a:cubicBezTo>
                  <a:pt x="502280" y="99181"/>
                  <a:pt x="500174" y="103502"/>
                  <a:pt x="500174" y="108380"/>
                </a:cubicBezTo>
                <a:lnTo>
                  <a:pt x="500507" y="118022"/>
                </a:lnTo>
                <a:cubicBezTo>
                  <a:pt x="500507" y="123118"/>
                  <a:pt x="499177" y="127053"/>
                  <a:pt x="496517" y="129822"/>
                </a:cubicBezTo>
                <a:cubicBezTo>
                  <a:pt x="493969" y="132593"/>
                  <a:pt x="490589" y="133978"/>
                  <a:pt x="486377" y="133978"/>
                </a:cubicBezTo>
                <a:cubicBezTo>
                  <a:pt x="482277" y="133978"/>
                  <a:pt x="478898" y="132539"/>
                  <a:pt x="476238" y="129657"/>
                </a:cubicBezTo>
                <a:cubicBezTo>
                  <a:pt x="473689" y="126775"/>
                  <a:pt x="472414" y="122840"/>
                  <a:pt x="472414" y="117854"/>
                </a:cubicBezTo>
                <a:cubicBezTo>
                  <a:pt x="472414" y="108323"/>
                  <a:pt x="477291" y="99570"/>
                  <a:pt x="487042" y="91592"/>
                </a:cubicBezTo>
                <a:cubicBezTo>
                  <a:pt x="496794" y="83611"/>
                  <a:pt x="510480" y="79622"/>
                  <a:pt x="528100" y="79622"/>
                </a:cubicBezTo>
                <a:cubicBezTo>
                  <a:pt x="541620" y="79622"/>
                  <a:pt x="552701" y="81893"/>
                  <a:pt x="561345" y="86439"/>
                </a:cubicBezTo>
                <a:cubicBezTo>
                  <a:pt x="567884" y="89874"/>
                  <a:pt x="572704" y="95249"/>
                  <a:pt x="575807" y="102563"/>
                </a:cubicBezTo>
                <a:cubicBezTo>
                  <a:pt x="577802" y="107327"/>
                  <a:pt x="578799" y="117079"/>
                  <a:pt x="578799" y="131818"/>
                </a:cubicBezTo>
                <a:lnTo>
                  <a:pt x="578799" y="183513"/>
                </a:lnTo>
                <a:cubicBezTo>
                  <a:pt x="578799" y="198030"/>
                  <a:pt x="579076" y="206951"/>
                  <a:pt x="579630" y="210275"/>
                </a:cubicBezTo>
                <a:cubicBezTo>
                  <a:pt x="580185" y="213489"/>
                  <a:pt x="581071" y="215650"/>
                  <a:pt x="582290" y="216760"/>
                </a:cubicBezTo>
                <a:cubicBezTo>
                  <a:pt x="583620" y="217867"/>
                  <a:pt x="585116" y="218421"/>
                  <a:pt x="586778" y="218421"/>
                </a:cubicBezTo>
                <a:cubicBezTo>
                  <a:pt x="588551" y="218421"/>
                  <a:pt x="590103" y="218032"/>
                  <a:pt x="591432" y="217257"/>
                </a:cubicBezTo>
                <a:cubicBezTo>
                  <a:pt x="593759" y="215818"/>
                  <a:pt x="598247" y="211772"/>
                  <a:pt x="604897" y="205122"/>
                </a:cubicBezTo>
                <a:lnTo>
                  <a:pt x="604897" y="214432"/>
                </a:lnTo>
                <a:cubicBezTo>
                  <a:pt x="592485" y="231055"/>
                  <a:pt x="580628" y="239366"/>
                  <a:pt x="569324" y="239366"/>
                </a:cubicBezTo>
                <a:cubicBezTo>
                  <a:pt x="563894" y="239366"/>
                  <a:pt x="559572" y="237481"/>
                  <a:pt x="556359" y="233713"/>
                </a:cubicBezTo>
                <a:cubicBezTo>
                  <a:pt x="553145" y="229945"/>
                  <a:pt x="551483" y="223517"/>
                  <a:pt x="551372" y="214432"/>
                </a:cubicBezTo>
                <a:moveTo>
                  <a:pt x="551372" y="203626"/>
                </a:moveTo>
                <a:lnTo>
                  <a:pt x="551372" y="145613"/>
                </a:lnTo>
                <a:cubicBezTo>
                  <a:pt x="534638" y="152262"/>
                  <a:pt x="523834" y="156973"/>
                  <a:pt x="518958" y="159744"/>
                </a:cubicBezTo>
                <a:cubicBezTo>
                  <a:pt x="510203" y="164619"/>
                  <a:pt x="503942" y="169718"/>
                  <a:pt x="500174" y="175036"/>
                </a:cubicBezTo>
                <a:cubicBezTo>
                  <a:pt x="496406" y="180356"/>
                  <a:pt x="494522" y="186174"/>
                  <a:pt x="494522" y="192491"/>
                </a:cubicBezTo>
                <a:cubicBezTo>
                  <a:pt x="494522" y="200469"/>
                  <a:pt x="496905" y="207118"/>
                  <a:pt x="501670" y="212436"/>
                </a:cubicBezTo>
                <a:cubicBezTo>
                  <a:pt x="506435" y="217646"/>
                  <a:pt x="511921" y="220250"/>
                  <a:pt x="518127" y="220250"/>
                </a:cubicBezTo>
                <a:cubicBezTo>
                  <a:pt x="526549" y="220250"/>
                  <a:pt x="537630" y="214707"/>
                  <a:pt x="551372" y="203626"/>
                </a:cubicBezTo>
                <a:moveTo>
                  <a:pt x="668727" y="0"/>
                </a:moveTo>
                <a:lnTo>
                  <a:pt x="668727" y="201965"/>
                </a:lnTo>
                <a:cubicBezTo>
                  <a:pt x="668727" y="211496"/>
                  <a:pt x="669392" y="217811"/>
                  <a:pt x="670722" y="220914"/>
                </a:cubicBezTo>
                <a:cubicBezTo>
                  <a:pt x="672163" y="224017"/>
                  <a:pt x="674323" y="226399"/>
                  <a:pt x="677205" y="228063"/>
                </a:cubicBezTo>
                <a:cubicBezTo>
                  <a:pt x="680086" y="229613"/>
                  <a:pt x="685461" y="230388"/>
                  <a:pt x="693329" y="230388"/>
                </a:cubicBezTo>
                <a:lnTo>
                  <a:pt x="693329" y="236373"/>
                </a:lnTo>
                <a:lnTo>
                  <a:pt x="618693" y="236373"/>
                </a:lnTo>
                <a:lnTo>
                  <a:pt x="618693" y="230388"/>
                </a:lnTo>
                <a:cubicBezTo>
                  <a:pt x="625675" y="230388"/>
                  <a:pt x="630440" y="229670"/>
                  <a:pt x="632989" y="228228"/>
                </a:cubicBezTo>
                <a:cubicBezTo>
                  <a:pt x="635538" y="226788"/>
                  <a:pt x="637533" y="224406"/>
                  <a:pt x="638973" y="221081"/>
                </a:cubicBezTo>
                <a:cubicBezTo>
                  <a:pt x="640414" y="217757"/>
                  <a:pt x="641134" y="211386"/>
                  <a:pt x="641134" y="201965"/>
                </a:cubicBezTo>
                <a:lnTo>
                  <a:pt x="641134" y="63666"/>
                </a:lnTo>
                <a:cubicBezTo>
                  <a:pt x="641134" y="46489"/>
                  <a:pt x="640746" y="35961"/>
                  <a:pt x="639971" y="32083"/>
                </a:cubicBezTo>
                <a:cubicBezTo>
                  <a:pt x="639195" y="28091"/>
                  <a:pt x="637920" y="25377"/>
                  <a:pt x="636147" y="23937"/>
                </a:cubicBezTo>
                <a:cubicBezTo>
                  <a:pt x="634485" y="22495"/>
                  <a:pt x="632324" y="21777"/>
                  <a:pt x="629664" y="21777"/>
                </a:cubicBezTo>
                <a:cubicBezTo>
                  <a:pt x="626783" y="21777"/>
                  <a:pt x="623126" y="22662"/>
                  <a:pt x="618693" y="24434"/>
                </a:cubicBezTo>
                <a:lnTo>
                  <a:pt x="615867" y="18617"/>
                </a:lnTo>
                <a:lnTo>
                  <a:pt x="661248" y="0"/>
                </a:lnTo>
                <a:lnTo>
                  <a:pt x="668727" y="0"/>
                </a:lnTo>
                <a:moveTo>
                  <a:pt x="763477" y="0"/>
                </a:moveTo>
                <a:lnTo>
                  <a:pt x="763477" y="201965"/>
                </a:lnTo>
                <a:cubicBezTo>
                  <a:pt x="763477" y="211496"/>
                  <a:pt x="764142" y="217811"/>
                  <a:pt x="765471" y="220914"/>
                </a:cubicBezTo>
                <a:cubicBezTo>
                  <a:pt x="766912" y="224017"/>
                  <a:pt x="769073" y="226399"/>
                  <a:pt x="771954" y="228063"/>
                </a:cubicBezTo>
                <a:cubicBezTo>
                  <a:pt x="774835" y="229613"/>
                  <a:pt x="780210" y="230388"/>
                  <a:pt x="788078" y="230388"/>
                </a:cubicBezTo>
                <a:lnTo>
                  <a:pt x="788078" y="236373"/>
                </a:lnTo>
                <a:lnTo>
                  <a:pt x="713442" y="236373"/>
                </a:lnTo>
                <a:lnTo>
                  <a:pt x="713442" y="230388"/>
                </a:lnTo>
                <a:cubicBezTo>
                  <a:pt x="720424" y="230388"/>
                  <a:pt x="725189" y="229670"/>
                  <a:pt x="727738" y="228228"/>
                </a:cubicBezTo>
                <a:cubicBezTo>
                  <a:pt x="730286" y="226788"/>
                  <a:pt x="732281" y="224406"/>
                  <a:pt x="733722" y="221081"/>
                </a:cubicBezTo>
                <a:cubicBezTo>
                  <a:pt x="735163" y="217757"/>
                  <a:pt x="735883" y="211386"/>
                  <a:pt x="735883" y="201965"/>
                </a:cubicBezTo>
                <a:lnTo>
                  <a:pt x="735883" y="63666"/>
                </a:lnTo>
                <a:cubicBezTo>
                  <a:pt x="735883" y="46489"/>
                  <a:pt x="735495" y="35961"/>
                  <a:pt x="734719" y="32083"/>
                </a:cubicBezTo>
                <a:cubicBezTo>
                  <a:pt x="733943" y="28091"/>
                  <a:pt x="732669" y="25377"/>
                  <a:pt x="730896" y="23937"/>
                </a:cubicBezTo>
                <a:cubicBezTo>
                  <a:pt x="729234" y="22495"/>
                  <a:pt x="727073" y="21777"/>
                  <a:pt x="724414" y="21777"/>
                </a:cubicBezTo>
                <a:cubicBezTo>
                  <a:pt x="721532" y="21777"/>
                  <a:pt x="717875" y="22662"/>
                  <a:pt x="713442" y="24434"/>
                </a:cubicBezTo>
                <a:lnTo>
                  <a:pt x="710617" y="18617"/>
                </a:lnTo>
                <a:lnTo>
                  <a:pt x="755996" y="0"/>
                </a:lnTo>
                <a:lnTo>
                  <a:pt x="763477" y="0"/>
                </a:lnTo>
                <a:moveTo>
                  <a:pt x="1110390" y="236373"/>
                </a:moveTo>
                <a:lnTo>
                  <a:pt x="1050217" y="236373"/>
                </a:lnTo>
                <a:lnTo>
                  <a:pt x="973919" y="130986"/>
                </a:lnTo>
                <a:cubicBezTo>
                  <a:pt x="968267" y="131207"/>
                  <a:pt x="963668" y="131318"/>
                  <a:pt x="960122" y="131318"/>
                </a:cubicBezTo>
                <a:cubicBezTo>
                  <a:pt x="958682" y="131318"/>
                  <a:pt x="957130" y="131318"/>
                  <a:pt x="955468" y="131318"/>
                </a:cubicBezTo>
                <a:cubicBezTo>
                  <a:pt x="953805" y="131207"/>
                  <a:pt x="952088" y="131096"/>
                  <a:pt x="950315" y="130986"/>
                </a:cubicBezTo>
                <a:lnTo>
                  <a:pt x="950315" y="196480"/>
                </a:lnTo>
                <a:cubicBezTo>
                  <a:pt x="950315" y="210664"/>
                  <a:pt x="951866" y="219474"/>
                  <a:pt x="954969" y="222910"/>
                </a:cubicBezTo>
                <a:cubicBezTo>
                  <a:pt x="959180" y="227785"/>
                  <a:pt x="965496" y="230224"/>
                  <a:pt x="973919" y="230224"/>
                </a:cubicBezTo>
                <a:lnTo>
                  <a:pt x="982729" y="230224"/>
                </a:lnTo>
                <a:lnTo>
                  <a:pt x="982729" y="236373"/>
                </a:lnTo>
                <a:lnTo>
                  <a:pt x="886151" y="236373"/>
                </a:lnTo>
                <a:lnTo>
                  <a:pt x="886151" y="230224"/>
                </a:lnTo>
                <a:lnTo>
                  <a:pt x="894629" y="230224"/>
                </a:lnTo>
                <a:cubicBezTo>
                  <a:pt x="904159" y="230224"/>
                  <a:pt x="910974" y="227120"/>
                  <a:pt x="915075" y="220914"/>
                </a:cubicBezTo>
                <a:cubicBezTo>
                  <a:pt x="917402" y="217478"/>
                  <a:pt x="918565" y="209333"/>
                  <a:pt x="918565" y="196480"/>
                </a:cubicBezTo>
                <a:lnTo>
                  <a:pt x="918565" y="50864"/>
                </a:lnTo>
                <a:cubicBezTo>
                  <a:pt x="918565" y="36679"/>
                  <a:pt x="917014" y="27869"/>
                  <a:pt x="913911" y="24434"/>
                </a:cubicBezTo>
                <a:cubicBezTo>
                  <a:pt x="909589" y="19559"/>
                  <a:pt x="903161" y="17120"/>
                  <a:pt x="894629" y="17120"/>
                </a:cubicBezTo>
                <a:lnTo>
                  <a:pt x="886151" y="17120"/>
                </a:lnTo>
                <a:lnTo>
                  <a:pt x="886151" y="10971"/>
                </a:lnTo>
                <a:lnTo>
                  <a:pt x="968267" y="10971"/>
                </a:lnTo>
                <a:cubicBezTo>
                  <a:pt x="992204" y="10971"/>
                  <a:pt x="1009824" y="12745"/>
                  <a:pt x="1021127" y="16291"/>
                </a:cubicBezTo>
                <a:cubicBezTo>
                  <a:pt x="1032541" y="19727"/>
                  <a:pt x="1042182" y="26152"/>
                  <a:pt x="1050050" y="35572"/>
                </a:cubicBezTo>
                <a:cubicBezTo>
                  <a:pt x="1058029" y="44882"/>
                  <a:pt x="1062019" y="56017"/>
                  <a:pt x="1062019" y="68984"/>
                </a:cubicBezTo>
                <a:cubicBezTo>
                  <a:pt x="1062019" y="82836"/>
                  <a:pt x="1057475" y="94860"/>
                  <a:pt x="1048388" y="105055"/>
                </a:cubicBezTo>
                <a:cubicBezTo>
                  <a:pt x="1039412" y="115251"/>
                  <a:pt x="1025449" y="122454"/>
                  <a:pt x="1006499" y="126664"/>
                </a:cubicBezTo>
                <a:lnTo>
                  <a:pt x="1053043" y="191327"/>
                </a:lnTo>
                <a:cubicBezTo>
                  <a:pt x="1063681" y="206176"/>
                  <a:pt x="1072823" y="216039"/>
                  <a:pt x="1080470" y="220914"/>
                </a:cubicBezTo>
                <a:cubicBezTo>
                  <a:pt x="1088116" y="225792"/>
                  <a:pt x="1098090" y="228895"/>
                  <a:pt x="1110390" y="230224"/>
                </a:cubicBezTo>
                <a:lnTo>
                  <a:pt x="1110390" y="236373"/>
                </a:lnTo>
                <a:moveTo>
                  <a:pt x="950315" y="120515"/>
                </a:moveTo>
                <a:cubicBezTo>
                  <a:pt x="952420" y="120515"/>
                  <a:pt x="954248" y="120569"/>
                  <a:pt x="955800" y="120679"/>
                </a:cubicBezTo>
                <a:cubicBezTo>
                  <a:pt x="957351" y="120679"/>
                  <a:pt x="958626" y="120679"/>
                  <a:pt x="959623" y="120679"/>
                </a:cubicBezTo>
                <a:cubicBezTo>
                  <a:pt x="981122" y="120679"/>
                  <a:pt x="997301" y="116026"/>
                  <a:pt x="1008161" y="106716"/>
                </a:cubicBezTo>
                <a:cubicBezTo>
                  <a:pt x="1019132" y="97409"/>
                  <a:pt x="1024617" y="85550"/>
                  <a:pt x="1024617" y="71144"/>
                </a:cubicBezTo>
                <a:cubicBezTo>
                  <a:pt x="1024617" y="57070"/>
                  <a:pt x="1020185" y="45657"/>
                  <a:pt x="1011319" y="36901"/>
                </a:cubicBezTo>
                <a:cubicBezTo>
                  <a:pt x="1002565" y="28037"/>
                  <a:pt x="990929" y="23605"/>
                  <a:pt x="976412" y="23605"/>
                </a:cubicBezTo>
                <a:cubicBezTo>
                  <a:pt x="969984" y="23605"/>
                  <a:pt x="961285" y="24658"/>
                  <a:pt x="950315" y="26762"/>
                </a:cubicBezTo>
                <a:lnTo>
                  <a:pt x="950315" y="120515"/>
                </a:lnTo>
                <a:moveTo>
                  <a:pt x="1143636" y="141459"/>
                </a:moveTo>
                <a:cubicBezTo>
                  <a:pt x="1143525" y="164065"/>
                  <a:pt x="1149010" y="181796"/>
                  <a:pt x="1160092" y="194651"/>
                </a:cubicBezTo>
                <a:cubicBezTo>
                  <a:pt x="1171174" y="207504"/>
                  <a:pt x="1184195" y="213932"/>
                  <a:pt x="1199155" y="213932"/>
                </a:cubicBezTo>
                <a:cubicBezTo>
                  <a:pt x="1209129" y="213932"/>
                  <a:pt x="1217773" y="211218"/>
                  <a:pt x="1225086" y="205787"/>
                </a:cubicBezTo>
                <a:cubicBezTo>
                  <a:pt x="1232511" y="200247"/>
                  <a:pt x="1238717" y="190827"/>
                  <a:pt x="1243703" y="177528"/>
                </a:cubicBezTo>
                <a:lnTo>
                  <a:pt x="1248857" y="180853"/>
                </a:lnTo>
                <a:cubicBezTo>
                  <a:pt x="1246529" y="196037"/>
                  <a:pt x="1239770" y="209889"/>
                  <a:pt x="1228577" y="222410"/>
                </a:cubicBezTo>
                <a:cubicBezTo>
                  <a:pt x="1217384" y="234823"/>
                  <a:pt x="1203367" y="241027"/>
                  <a:pt x="1186522" y="241027"/>
                </a:cubicBezTo>
                <a:cubicBezTo>
                  <a:pt x="1168237" y="241027"/>
                  <a:pt x="1152557" y="233934"/>
                  <a:pt x="1139480" y="219750"/>
                </a:cubicBezTo>
                <a:cubicBezTo>
                  <a:pt x="1126514" y="205455"/>
                  <a:pt x="1120032" y="186284"/>
                  <a:pt x="1120032" y="162237"/>
                </a:cubicBezTo>
                <a:cubicBezTo>
                  <a:pt x="1120032" y="136196"/>
                  <a:pt x="1126680" y="115915"/>
                  <a:pt x="1139978" y="101399"/>
                </a:cubicBezTo>
                <a:cubicBezTo>
                  <a:pt x="1153388" y="86771"/>
                  <a:pt x="1170176" y="79457"/>
                  <a:pt x="1190345" y="79457"/>
                </a:cubicBezTo>
                <a:cubicBezTo>
                  <a:pt x="1207411" y="79457"/>
                  <a:pt x="1221429" y="85107"/>
                  <a:pt x="1232400" y="96410"/>
                </a:cubicBezTo>
                <a:cubicBezTo>
                  <a:pt x="1243371" y="107605"/>
                  <a:pt x="1248857" y="122619"/>
                  <a:pt x="1248857" y="141459"/>
                </a:cubicBezTo>
                <a:lnTo>
                  <a:pt x="1143636" y="141459"/>
                </a:lnTo>
                <a:moveTo>
                  <a:pt x="1143636" y="131818"/>
                </a:moveTo>
                <a:lnTo>
                  <a:pt x="1214116" y="131818"/>
                </a:lnTo>
                <a:cubicBezTo>
                  <a:pt x="1213561" y="122065"/>
                  <a:pt x="1212398" y="115194"/>
                  <a:pt x="1210625" y="111205"/>
                </a:cubicBezTo>
                <a:cubicBezTo>
                  <a:pt x="1207855" y="104999"/>
                  <a:pt x="1203699" y="100124"/>
                  <a:pt x="1198158" y="96578"/>
                </a:cubicBezTo>
                <a:cubicBezTo>
                  <a:pt x="1192727" y="93031"/>
                  <a:pt x="1187021" y="91257"/>
                  <a:pt x="1181036" y="91257"/>
                </a:cubicBezTo>
                <a:cubicBezTo>
                  <a:pt x="1171839" y="91257"/>
                  <a:pt x="1163582" y="94860"/>
                  <a:pt x="1156269" y="102063"/>
                </a:cubicBezTo>
                <a:cubicBezTo>
                  <a:pt x="1149066" y="109155"/>
                  <a:pt x="1144855" y="119072"/>
                  <a:pt x="1143636" y="131818"/>
                </a:cubicBezTo>
                <a:moveTo>
                  <a:pt x="1310028" y="180853"/>
                </a:moveTo>
                <a:cubicBezTo>
                  <a:pt x="1300719" y="176310"/>
                  <a:pt x="1293572" y="169993"/>
                  <a:pt x="1288585" y="161904"/>
                </a:cubicBezTo>
                <a:cubicBezTo>
                  <a:pt x="1283598" y="153705"/>
                  <a:pt x="1281105" y="144673"/>
                  <a:pt x="1281105" y="134810"/>
                </a:cubicBezTo>
                <a:cubicBezTo>
                  <a:pt x="1281105" y="119740"/>
                  <a:pt x="1286756" y="106773"/>
                  <a:pt x="1298060" y="95913"/>
                </a:cubicBezTo>
                <a:cubicBezTo>
                  <a:pt x="1309474" y="85053"/>
                  <a:pt x="1324046" y="79622"/>
                  <a:pt x="1341777" y="79622"/>
                </a:cubicBezTo>
                <a:cubicBezTo>
                  <a:pt x="1356294" y="79622"/>
                  <a:pt x="1368872" y="83168"/>
                  <a:pt x="1379511" y="90260"/>
                </a:cubicBezTo>
                <a:lnTo>
                  <a:pt x="1411758" y="90260"/>
                </a:lnTo>
                <a:cubicBezTo>
                  <a:pt x="1416524" y="90260"/>
                  <a:pt x="1419293" y="90428"/>
                  <a:pt x="1420070" y="90760"/>
                </a:cubicBezTo>
                <a:cubicBezTo>
                  <a:pt x="1420845" y="90982"/>
                  <a:pt x="1421399" y="91424"/>
                  <a:pt x="1421732" y="92089"/>
                </a:cubicBezTo>
                <a:cubicBezTo>
                  <a:pt x="1422397" y="93085"/>
                  <a:pt x="1422729" y="94860"/>
                  <a:pt x="1422729" y="97409"/>
                </a:cubicBezTo>
                <a:cubicBezTo>
                  <a:pt x="1422729" y="100288"/>
                  <a:pt x="1422452" y="102284"/>
                  <a:pt x="1421898" y="103392"/>
                </a:cubicBezTo>
                <a:cubicBezTo>
                  <a:pt x="1421565" y="103948"/>
                  <a:pt x="1420956" y="104391"/>
                  <a:pt x="1420070" y="104723"/>
                </a:cubicBezTo>
                <a:cubicBezTo>
                  <a:pt x="1419293" y="105055"/>
                  <a:pt x="1416524" y="105220"/>
                  <a:pt x="1411758" y="105220"/>
                </a:cubicBezTo>
                <a:lnTo>
                  <a:pt x="1391978" y="105220"/>
                </a:lnTo>
                <a:cubicBezTo>
                  <a:pt x="1398183" y="113201"/>
                  <a:pt x="1401286" y="123397"/>
                  <a:pt x="1401286" y="135807"/>
                </a:cubicBezTo>
                <a:cubicBezTo>
                  <a:pt x="1401286" y="149991"/>
                  <a:pt x="1395856" y="162126"/>
                  <a:pt x="1384996" y="172211"/>
                </a:cubicBezTo>
                <a:cubicBezTo>
                  <a:pt x="1374136" y="182295"/>
                  <a:pt x="1359563" y="187338"/>
                  <a:pt x="1341278" y="187338"/>
                </a:cubicBezTo>
                <a:cubicBezTo>
                  <a:pt x="1333743" y="187338"/>
                  <a:pt x="1326041" y="186228"/>
                  <a:pt x="1318173" y="184013"/>
                </a:cubicBezTo>
                <a:cubicBezTo>
                  <a:pt x="1313297" y="188224"/>
                  <a:pt x="1309973" y="191937"/>
                  <a:pt x="1308199" y="195148"/>
                </a:cubicBezTo>
                <a:cubicBezTo>
                  <a:pt x="1306537" y="198252"/>
                  <a:pt x="1305706" y="200912"/>
                  <a:pt x="1305706" y="203129"/>
                </a:cubicBezTo>
                <a:cubicBezTo>
                  <a:pt x="1305706" y="205012"/>
                  <a:pt x="1306593" y="206840"/>
                  <a:pt x="1308366" y="208615"/>
                </a:cubicBezTo>
                <a:cubicBezTo>
                  <a:pt x="1310250" y="210386"/>
                  <a:pt x="1313851" y="211661"/>
                  <a:pt x="1319170" y="212436"/>
                </a:cubicBezTo>
                <a:cubicBezTo>
                  <a:pt x="1322273" y="212879"/>
                  <a:pt x="1330030" y="213268"/>
                  <a:pt x="1342442" y="213600"/>
                </a:cubicBezTo>
                <a:cubicBezTo>
                  <a:pt x="1365270" y="214154"/>
                  <a:pt x="1380064" y="214932"/>
                  <a:pt x="1386825" y="215928"/>
                </a:cubicBezTo>
                <a:cubicBezTo>
                  <a:pt x="1397131" y="217368"/>
                  <a:pt x="1405331" y="221192"/>
                  <a:pt x="1411426" y="227399"/>
                </a:cubicBezTo>
                <a:cubicBezTo>
                  <a:pt x="1417632" y="233602"/>
                  <a:pt x="1420734" y="241251"/>
                  <a:pt x="1420734" y="250336"/>
                </a:cubicBezTo>
                <a:cubicBezTo>
                  <a:pt x="1420734" y="262860"/>
                  <a:pt x="1414861" y="274606"/>
                  <a:pt x="1403114" y="285576"/>
                </a:cubicBezTo>
                <a:cubicBezTo>
                  <a:pt x="1385827" y="301757"/>
                  <a:pt x="1363276" y="309846"/>
                  <a:pt x="1335461" y="309846"/>
                </a:cubicBezTo>
                <a:cubicBezTo>
                  <a:pt x="1314073" y="309846"/>
                  <a:pt x="1296010" y="305025"/>
                  <a:pt x="1281271" y="295383"/>
                </a:cubicBezTo>
                <a:cubicBezTo>
                  <a:pt x="1272959" y="289844"/>
                  <a:pt x="1268804" y="284080"/>
                  <a:pt x="1268804" y="278095"/>
                </a:cubicBezTo>
                <a:cubicBezTo>
                  <a:pt x="1268804" y="275438"/>
                  <a:pt x="1269413" y="272777"/>
                  <a:pt x="1270632" y="270117"/>
                </a:cubicBezTo>
                <a:cubicBezTo>
                  <a:pt x="1272516" y="266017"/>
                  <a:pt x="1276395" y="260310"/>
                  <a:pt x="1282268" y="252997"/>
                </a:cubicBezTo>
                <a:cubicBezTo>
                  <a:pt x="1283044" y="252000"/>
                  <a:pt x="1288695" y="246015"/>
                  <a:pt x="1299223" y="235044"/>
                </a:cubicBezTo>
                <a:cubicBezTo>
                  <a:pt x="1293461" y="231609"/>
                  <a:pt x="1289360" y="228560"/>
                  <a:pt x="1286922" y="225902"/>
                </a:cubicBezTo>
                <a:cubicBezTo>
                  <a:pt x="1284596" y="223131"/>
                  <a:pt x="1283431" y="220028"/>
                  <a:pt x="1283431" y="216593"/>
                </a:cubicBezTo>
                <a:cubicBezTo>
                  <a:pt x="1283431" y="212714"/>
                  <a:pt x="1284983" y="208172"/>
                  <a:pt x="1288086" y="202962"/>
                </a:cubicBezTo>
                <a:cubicBezTo>
                  <a:pt x="1291300" y="197755"/>
                  <a:pt x="1298614" y="190384"/>
                  <a:pt x="1310028" y="180853"/>
                </a:cubicBezTo>
                <a:moveTo>
                  <a:pt x="1338951" y="87600"/>
                </a:moveTo>
                <a:cubicBezTo>
                  <a:pt x="1330751" y="87600"/>
                  <a:pt x="1323880" y="90871"/>
                  <a:pt x="1318339" y="97409"/>
                </a:cubicBezTo>
                <a:cubicBezTo>
                  <a:pt x="1312799" y="103948"/>
                  <a:pt x="1310028" y="113976"/>
                  <a:pt x="1310028" y="127496"/>
                </a:cubicBezTo>
                <a:cubicBezTo>
                  <a:pt x="1310028" y="145006"/>
                  <a:pt x="1313796" y="158580"/>
                  <a:pt x="1321331" y="168222"/>
                </a:cubicBezTo>
                <a:cubicBezTo>
                  <a:pt x="1327094" y="175535"/>
                  <a:pt x="1334408" y="179192"/>
                  <a:pt x="1343273" y="179192"/>
                </a:cubicBezTo>
                <a:cubicBezTo>
                  <a:pt x="1351695" y="179192"/>
                  <a:pt x="1358621" y="176032"/>
                  <a:pt x="1364051" y="169718"/>
                </a:cubicBezTo>
                <a:cubicBezTo>
                  <a:pt x="1369481" y="163401"/>
                  <a:pt x="1372196" y="153483"/>
                  <a:pt x="1372196" y="139963"/>
                </a:cubicBezTo>
                <a:cubicBezTo>
                  <a:pt x="1372196" y="122343"/>
                  <a:pt x="1368373" y="108545"/>
                  <a:pt x="1360727" y="98574"/>
                </a:cubicBezTo>
                <a:cubicBezTo>
                  <a:pt x="1355075" y="91257"/>
                  <a:pt x="1347816" y="87600"/>
                  <a:pt x="1338951" y="87600"/>
                </a:cubicBezTo>
                <a:moveTo>
                  <a:pt x="1308366" y="236373"/>
                </a:moveTo>
                <a:cubicBezTo>
                  <a:pt x="1303157" y="242026"/>
                  <a:pt x="1299223" y="247290"/>
                  <a:pt x="1296563" y="252165"/>
                </a:cubicBezTo>
                <a:cubicBezTo>
                  <a:pt x="1293904" y="257042"/>
                  <a:pt x="1292574" y="261528"/>
                  <a:pt x="1292574" y="265628"/>
                </a:cubicBezTo>
                <a:cubicBezTo>
                  <a:pt x="1292574" y="270949"/>
                  <a:pt x="1295788" y="275602"/>
                  <a:pt x="1302215" y="279591"/>
                </a:cubicBezTo>
                <a:cubicBezTo>
                  <a:pt x="1313297" y="286462"/>
                  <a:pt x="1329310" y="289897"/>
                  <a:pt x="1350254" y="289897"/>
                </a:cubicBezTo>
                <a:cubicBezTo>
                  <a:pt x="1370202" y="289897"/>
                  <a:pt x="1384885" y="286351"/>
                  <a:pt x="1394304" y="279259"/>
                </a:cubicBezTo>
                <a:cubicBezTo>
                  <a:pt x="1403835" y="272278"/>
                  <a:pt x="1408600" y="264799"/>
                  <a:pt x="1408600" y="256818"/>
                </a:cubicBezTo>
                <a:cubicBezTo>
                  <a:pt x="1408600" y="251057"/>
                  <a:pt x="1405774" y="246958"/>
                  <a:pt x="1400123" y="244519"/>
                </a:cubicBezTo>
                <a:cubicBezTo>
                  <a:pt x="1394360" y="242080"/>
                  <a:pt x="1382946" y="240641"/>
                  <a:pt x="1365880" y="240198"/>
                </a:cubicBezTo>
                <a:cubicBezTo>
                  <a:pt x="1340946" y="239533"/>
                  <a:pt x="1321775" y="238258"/>
                  <a:pt x="1308366" y="236373"/>
                </a:cubicBezTo>
                <a:moveTo>
                  <a:pt x="1478249" y="0"/>
                </a:moveTo>
                <a:cubicBezTo>
                  <a:pt x="1482903" y="0"/>
                  <a:pt x="1486838" y="1661"/>
                  <a:pt x="1490051" y="4986"/>
                </a:cubicBezTo>
                <a:cubicBezTo>
                  <a:pt x="1493375" y="8200"/>
                  <a:pt x="1495038" y="12135"/>
                  <a:pt x="1495038" y="16788"/>
                </a:cubicBezTo>
                <a:cubicBezTo>
                  <a:pt x="1495038" y="21444"/>
                  <a:pt x="1493375" y="25433"/>
                  <a:pt x="1490051" y="28758"/>
                </a:cubicBezTo>
                <a:cubicBezTo>
                  <a:pt x="1486838" y="32083"/>
                  <a:pt x="1482903" y="33744"/>
                  <a:pt x="1478249" y="33744"/>
                </a:cubicBezTo>
                <a:cubicBezTo>
                  <a:pt x="1473594" y="33744"/>
                  <a:pt x="1469605" y="32083"/>
                  <a:pt x="1466280" y="28758"/>
                </a:cubicBezTo>
                <a:cubicBezTo>
                  <a:pt x="1462956" y="25433"/>
                  <a:pt x="1461293" y="21444"/>
                  <a:pt x="1461293" y="16788"/>
                </a:cubicBezTo>
                <a:cubicBezTo>
                  <a:pt x="1461293" y="12135"/>
                  <a:pt x="1462900" y="8200"/>
                  <a:pt x="1466114" y="4986"/>
                </a:cubicBezTo>
                <a:cubicBezTo>
                  <a:pt x="1469439" y="1661"/>
                  <a:pt x="1473483" y="0"/>
                  <a:pt x="1478249" y="0"/>
                </a:cubicBezTo>
                <a:moveTo>
                  <a:pt x="1492045" y="79622"/>
                </a:moveTo>
                <a:lnTo>
                  <a:pt x="1492045" y="201965"/>
                </a:lnTo>
                <a:cubicBezTo>
                  <a:pt x="1492045" y="211496"/>
                  <a:pt x="1492710" y="217867"/>
                  <a:pt x="1494041" y="221081"/>
                </a:cubicBezTo>
                <a:cubicBezTo>
                  <a:pt x="1495481" y="224185"/>
                  <a:pt x="1497531" y="226510"/>
                  <a:pt x="1500190" y="228063"/>
                </a:cubicBezTo>
                <a:cubicBezTo>
                  <a:pt x="1502961" y="229613"/>
                  <a:pt x="1507948" y="230388"/>
                  <a:pt x="1515151" y="230388"/>
                </a:cubicBezTo>
                <a:lnTo>
                  <a:pt x="1515151" y="236373"/>
                </a:lnTo>
                <a:lnTo>
                  <a:pt x="1441181" y="236373"/>
                </a:lnTo>
                <a:lnTo>
                  <a:pt x="1441181" y="230388"/>
                </a:lnTo>
                <a:cubicBezTo>
                  <a:pt x="1448605" y="230388"/>
                  <a:pt x="1453592" y="229670"/>
                  <a:pt x="1456140" y="228228"/>
                </a:cubicBezTo>
                <a:cubicBezTo>
                  <a:pt x="1458689" y="226788"/>
                  <a:pt x="1460684" y="224406"/>
                  <a:pt x="1462125" y="221081"/>
                </a:cubicBezTo>
                <a:cubicBezTo>
                  <a:pt x="1463676" y="217757"/>
                  <a:pt x="1464452" y="211386"/>
                  <a:pt x="1464452" y="201965"/>
                </a:cubicBezTo>
                <a:lnTo>
                  <a:pt x="1464452" y="143288"/>
                </a:lnTo>
                <a:cubicBezTo>
                  <a:pt x="1464452" y="126775"/>
                  <a:pt x="1463954" y="116080"/>
                  <a:pt x="1462956" y="111205"/>
                </a:cubicBezTo>
                <a:cubicBezTo>
                  <a:pt x="1462180" y="107659"/>
                  <a:pt x="1460961" y="105220"/>
                  <a:pt x="1459299" y="103891"/>
                </a:cubicBezTo>
                <a:cubicBezTo>
                  <a:pt x="1457637" y="102452"/>
                  <a:pt x="1455365" y="101731"/>
                  <a:pt x="1452483" y="101731"/>
                </a:cubicBezTo>
                <a:cubicBezTo>
                  <a:pt x="1449381" y="101731"/>
                  <a:pt x="1445613" y="102563"/>
                  <a:pt x="1441181" y="104224"/>
                </a:cubicBezTo>
                <a:lnTo>
                  <a:pt x="1438853" y="98239"/>
                </a:lnTo>
                <a:lnTo>
                  <a:pt x="1484732" y="79622"/>
                </a:lnTo>
                <a:lnTo>
                  <a:pt x="1492045" y="79622"/>
                </a:lnTo>
                <a:moveTo>
                  <a:pt x="1608736" y="79622"/>
                </a:moveTo>
                <a:cubicBezTo>
                  <a:pt x="1631786" y="79622"/>
                  <a:pt x="1650293" y="88378"/>
                  <a:pt x="1664256" y="105887"/>
                </a:cubicBezTo>
                <a:cubicBezTo>
                  <a:pt x="1676113" y="120847"/>
                  <a:pt x="1682042" y="138024"/>
                  <a:pt x="1682042" y="157416"/>
                </a:cubicBezTo>
                <a:cubicBezTo>
                  <a:pt x="1682042" y="171046"/>
                  <a:pt x="1678773" y="184845"/>
                  <a:pt x="1672235" y="198805"/>
                </a:cubicBezTo>
                <a:cubicBezTo>
                  <a:pt x="1665696" y="212768"/>
                  <a:pt x="1656665" y="223296"/>
                  <a:pt x="1645140" y="230388"/>
                </a:cubicBezTo>
                <a:cubicBezTo>
                  <a:pt x="1633725" y="237481"/>
                  <a:pt x="1620982" y="241027"/>
                  <a:pt x="1606908" y="241027"/>
                </a:cubicBezTo>
                <a:cubicBezTo>
                  <a:pt x="1583969" y="241027"/>
                  <a:pt x="1565739" y="231884"/>
                  <a:pt x="1552220" y="213600"/>
                </a:cubicBezTo>
                <a:cubicBezTo>
                  <a:pt x="1540805" y="198198"/>
                  <a:pt x="1535098" y="180910"/>
                  <a:pt x="1535098" y="161737"/>
                </a:cubicBezTo>
                <a:cubicBezTo>
                  <a:pt x="1535098" y="147774"/>
                  <a:pt x="1538533" y="133924"/>
                  <a:pt x="1545404" y="120183"/>
                </a:cubicBezTo>
                <a:cubicBezTo>
                  <a:pt x="1552386" y="106330"/>
                  <a:pt x="1561528" y="96135"/>
                  <a:pt x="1572831" y="89596"/>
                </a:cubicBezTo>
                <a:cubicBezTo>
                  <a:pt x="1584135" y="82947"/>
                  <a:pt x="1596103" y="79622"/>
                  <a:pt x="1608736" y="79622"/>
                </a:cubicBezTo>
                <a:moveTo>
                  <a:pt x="1603583" y="90428"/>
                </a:moveTo>
                <a:cubicBezTo>
                  <a:pt x="1597710" y="90428"/>
                  <a:pt x="1591781" y="92200"/>
                  <a:pt x="1585797" y="95746"/>
                </a:cubicBezTo>
                <a:cubicBezTo>
                  <a:pt x="1579924" y="99181"/>
                  <a:pt x="1575159" y="105277"/>
                  <a:pt x="1571502" y="114030"/>
                </a:cubicBezTo>
                <a:cubicBezTo>
                  <a:pt x="1567845" y="122786"/>
                  <a:pt x="1566016" y="134035"/>
                  <a:pt x="1566016" y="147774"/>
                </a:cubicBezTo>
                <a:cubicBezTo>
                  <a:pt x="1566016" y="169939"/>
                  <a:pt x="1570393" y="189055"/>
                  <a:pt x="1579148" y="205122"/>
                </a:cubicBezTo>
                <a:cubicBezTo>
                  <a:pt x="1588013" y="221192"/>
                  <a:pt x="1599650" y="229227"/>
                  <a:pt x="1614056" y="229227"/>
                </a:cubicBezTo>
                <a:cubicBezTo>
                  <a:pt x="1624805" y="229227"/>
                  <a:pt x="1633670" y="224792"/>
                  <a:pt x="1640652" y="215928"/>
                </a:cubicBezTo>
                <a:cubicBezTo>
                  <a:pt x="1647633" y="207062"/>
                  <a:pt x="1651124" y="191824"/>
                  <a:pt x="1651124" y="170215"/>
                </a:cubicBezTo>
                <a:cubicBezTo>
                  <a:pt x="1651124" y="143177"/>
                  <a:pt x="1645306" y="121900"/>
                  <a:pt x="1633670" y="106384"/>
                </a:cubicBezTo>
                <a:cubicBezTo>
                  <a:pt x="1625802" y="95746"/>
                  <a:pt x="1615773" y="90428"/>
                  <a:pt x="1603583" y="90428"/>
                </a:cubicBezTo>
                <a:moveTo>
                  <a:pt x="1748865" y="111869"/>
                </a:moveTo>
                <a:cubicBezTo>
                  <a:pt x="1766706" y="90371"/>
                  <a:pt x="1783717" y="79622"/>
                  <a:pt x="1799896" y="79622"/>
                </a:cubicBezTo>
                <a:cubicBezTo>
                  <a:pt x="1808207" y="79622"/>
                  <a:pt x="1815355" y="81729"/>
                  <a:pt x="1821339" y="85939"/>
                </a:cubicBezTo>
                <a:cubicBezTo>
                  <a:pt x="1827324" y="90039"/>
                  <a:pt x="1832089" y="96856"/>
                  <a:pt x="1835635" y="106384"/>
                </a:cubicBezTo>
                <a:cubicBezTo>
                  <a:pt x="1838073" y="113033"/>
                  <a:pt x="1839292" y="123229"/>
                  <a:pt x="1839292" y="136971"/>
                </a:cubicBezTo>
                <a:lnTo>
                  <a:pt x="1839292" y="201965"/>
                </a:lnTo>
                <a:cubicBezTo>
                  <a:pt x="1839292" y="211607"/>
                  <a:pt x="1840068" y="218143"/>
                  <a:pt x="1841619" y="221578"/>
                </a:cubicBezTo>
                <a:cubicBezTo>
                  <a:pt x="1842838" y="224349"/>
                  <a:pt x="1844777" y="226510"/>
                  <a:pt x="1847437" y="228063"/>
                </a:cubicBezTo>
                <a:cubicBezTo>
                  <a:pt x="1850207" y="229613"/>
                  <a:pt x="1855250" y="230388"/>
                  <a:pt x="1862563" y="230388"/>
                </a:cubicBezTo>
                <a:lnTo>
                  <a:pt x="1862563" y="236373"/>
                </a:lnTo>
                <a:lnTo>
                  <a:pt x="1787263" y="236373"/>
                </a:lnTo>
                <a:lnTo>
                  <a:pt x="1787263" y="230388"/>
                </a:lnTo>
                <a:lnTo>
                  <a:pt x="1790421" y="230388"/>
                </a:lnTo>
                <a:cubicBezTo>
                  <a:pt x="1797514" y="230388"/>
                  <a:pt x="1802445" y="229338"/>
                  <a:pt x="1805216" y="227231"/>
                </a:cubicBezTo>
                <a:cubicBezTo>
                  <a:pt x="1808097" y="225014"/>
                  <a:pt x="1810091" y="221800"/>
                  <a:pt x="1811200" y="217589"/>
                </a:cubicBezTo>
                <a:cubicBezTo>
                  <a:pt x="1811643" y="215928"/>
                  <a:pt x="1811864" y="210718"/>
                  <a:pt x="1811864" y="201965"/>
                </a:cubicBezTo>
                <a:lnTo>
                  <a:pt x="1811864" y="139631"/>
                </a:lnTo>
                <a:cubicBezTo>
                  <a:pt x="1811864" y="125779"/>
                  <a:pt x="1810036" y="115748"/>
                  <a:pt x="1806379" y="109544"/>
                </a:cubicBezTo>
                <a:cubicBezTo>
                  <a:pt x="1802833" y="103227"/>
                  <a:pt x="1796793" y="100067"/>
                  <a:pt x="1788261" y="100067"/>
                </a:cubicBezTo>
                <a:cubicBezTo>
                  <a:pt x="1775073" y="100067"/>
                  <a:pt x="1761941" y="107270"/>
                  <a:pt x="1748865" y="121679"/>
                </a:cubicBezTo>
                <a:lnTo>
                  <a:pt x="1748865" y="201965"/>
                </a:lnTo>
                <a:cubicBezTo>
                  <a:pt x="1748865" y="212271"/>
                  <a:pt x="1749475" y="218643"/>
                  <a:pt x="1750693" y="221081"/>
                </a:cubicBezTo>
                <a:cubicBezTo>
                  <a:pt x="1752245" y="224295"/>
                  <a:pt x="1754350" y="226677"/>
                  <a:pt x="1757010" y="228228"/>
                </a:cubicBezTo>
                <a:cubicBezTo>
                  <a:pt x="1759781" y="229670"/>
                  <a:pt x="1765321" y="230388"/>
                  <a:pt x="1773632" y="230388"/>
                </a:cubicBezTo>
                <a:lnTo>
                  <a:pt x="1773632" y="236373"/>
                </a:lnTo>
                <a:lnTo>
                  <a:pt x="1698332" y="236373"/>
                </a:lnTo>
                <a:lnTo>
                  <a:pt x="1698332" y="230388"/>
                </a:lnTo>
                <a:lnTo>
                  <a:pt x="1701657" y="230388"/>
                </a:lnTo>
                <a:cubicBezTo>
                  <a:pt x="1709414" y="230388"/>
                  <a:pt x="1714622" y="228449"/>
                  <a:pt x="1717282" y="224571"/>
                </a:cubicBezTo>
                <a:cubicBezTo>
                  <a:pt x="1720052" y="220582"/>
                  <a:pt x="1721438" y="213047"/>
                  <a:pt x="1721438" y="201965"/>
                </a:cubicBezTo>
                <a:lnTo>
                  <a:pt x="1721438" y="145448"/>
                </a:lnTo>
                <a:cubicBezTo>
                  <a:pt x="1721438" y="127164"/>
                  <a:pt x="1720994" y="116026"/>
                  <a:pt x="1720108" y="112037"/>
                </a:cubicBezTo>
                <a:cubicBezTo>
                  <a:pt x="1719332" y="108048"/>
                  <a:pt x="1718058" y="105331"/>
                  <a:pt x="1716285" y="103891"/>
                </a:cubicBezTo>
                <a:cubicBezTo>
                  <a:pt x="1714622" y="102452"/>
                  <a:pt x="1712351" y="101731"/>
                  <a:pt x="1709469" y="101731"/>
                </a:cubicBezTo>
                <a:cubicBezTo>
                  <a:pt x="1706367" y="101731"/>
                  <a:pt x="1702654" y="102563"/>
                  <a:pt x="1698332" y="104224"/>
                </a:cubicBezTo>
                <a:lnTo>
                  <a:pt x="1695839" y="98239"/>
                </a:lnTo>
                <a:lnTo>
                  <a:pt x="1741717" y="79622"/>
                </a:lnTo>
                <a:lnTo>
                  <a:pt x="1748865" y="79622"/>
                </a:lnTo>
                <a:lnTo>
                  <a:pt x="1748865" y="111869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50 (a)">
            <a:extLst xmlns:a="http://schemas.openxmlformats.org/drawingml/2006/main">
              <a:ext uri="{FF2B5EF4-FFF2-40B4-BE49-F238E27FC236}">
                <a16:creationId xmlns:a16="http://schemas.microsoft.com/office/drawing/2014/main" id="{CB064FE4-6E53-49C8-B474-9158E410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456" y="5998090"/>
            <a:ext cx="538072" cy="584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45" name="text-51 Generalization.">
            <a:extLst xmlns:a="http://schemas.openxmlformats.org/drawingml/2006/main">
              <a:ext uri="{FF2B5EF4-FFF2-40B4-BE49-F238E27FC236}">
                <a16:creationId xmlns:a16="http://schemas.microsoft.com/office/drawing/2014/main" id="{9219BA0B-07CB-4106-96C5-1875D638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368" y="5998091"/>
            <a:ext cx="2820814" cy="584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rPr>
              <a:t>Generalization.</a:t>
            </a:r>
          </a:p>
        </p:txBody>
      </p:sp>
      <p:sp>
        <p:nvSpPr>
          <p:cNvPr id="46" name="text-52 Small">
            <a:extLst xmlns:a="http://schemas.openxmlformats.org/drawingml/2006/main">
              <a:ext uri="{FF2B5EF4-FFF2-40B4-BE49-F238E27FC236}">
                <a16:creationId xmlns:a16="http://schemas.microsoft.com/office/drawing/2014/main" id="{6491407E-DAAE-4BE9-9C34-CE241FB9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968" y="5998048"/>
            <a:ext cx="1048600" cy="584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Small</a:t>
            </a:r>
          </a:p>
        </p:txBody>
      </p:sp>
      <p:sp>
        <p:nvSpPr>
          <p:cNvPr id="47" name="text-52 supervi-">
            <a:extLst xmlns:a="http://schemas.openxmlformats.org/drawingml/2006/main">
              <a:ext uri="{FF2B5EF4-FFF2-40B4-BE49-F238E27FC236}">
                <a16:creationId xmlns:a16="http://schemas.microsoft.com/office/drawing/2014/main" id="{EF6BE588-A567-405E-BE85-04D11200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8400" y="5998119"/>
            <a:ext cx="1441904" cy="584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supervi-</a:t>
            </a:r>
          </a:p>
        </p:txBody>
      </p:sp>
      <p:sp>
        <p:nvSpPr>
          <p:cNvPr id="48" name="text-52 sion">
            <a:extLst xmlns:a="http://schemas.openxmlformats.org/drawingml/2006/main">
              <a:ext uri="{FF2B5EF4-FFF2-40B4-BE49-F238E27FC236}">
                <a16:creationId xmlns:a16="http://schemas.microsoft.com/office/drawing/2014/main" id="{40C941DB-3235-442F-88A7-485DC33B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456" y="6461535"/>
            <a:ext cx="770385" cy="584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sion</a:t>
            </a:r>
          </a:p>
        </p:txBody>
      </p:sp>
      <p:sp>
        <p:nvSpPr>
          <p:cNvPr id="49" name="text-52 region">
            <a:extLst xmlns:a="http://schemas.openxmlformats.org/drawingml/2006/main">
              <a:ext uri="{FF2B5EF4-FFF2-40B4-BE49-F238E27FC236}">
                <a16:creationId xmlns:a16="http://schemas.microsoft.com/office/drawing/2014/main" id="{83483538-36B4-4292-B0C4-146CDF6B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176" y="6463962"/>
            <a:ext cx="1134069" cy="58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6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6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6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50" name="path-53">
            <a:extLst xmlns:a="http://schemas.openxmlformats.org/drawingml/2006/main">
              <a:ext uri="{FF2B5EF4-FFF2-40B4-BE49-F238E27FC236}">
                <a16:creationId xmlns:a16="http://schemas.microsoft.com/office/drawing/2014/main" id="{9387516C-7CAA-4625-B99C-84C6921E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371" y="6565904"/>
            <a:ext cx="17935" cy="417091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4">
            <a:extLst xmlns:a="http://schemas.openxmlformats.org/drawingml/2006/main">
              <a:ext uri="{FF2B5EF4-FFF2-40B4-BE49-F238E27FC236}">
                <a16:creationId xmlns:a16="http://schemas.microsoft.com/office/drawing/2014/main" id="{28558C5B-6DF9-430B-8217-44EF0390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953" y="6594008"/>
            <a:ext cx="319908" cy="284714"/>
          </a:xfrm>
          <a:custGeom xmlns:a="http://schemas.openxmlformats.org/drawingml/2006/main">
            <a:pathLst>
              <a:path w="319908" h="284714">
                <a:moveTo>
                  <a:pt x="80496" y="284714"/>
                </a:moveTo>
                <a:cubicBezTo>
                  <a:pt x="181014" y="284714"/>
                  <a:pt x="319908" y="210506"/>
                  <a:pt x="319908" y="97138"/>
                </a:cubicBezTo>
                <a:cubicBezTo>
                  <a:pt x="319908" y="60455"/>
                  <a:pt x="302387" y="34615"/>
                  <a:pt x="274028" y="19188"/>
                </a:cubicBezTo>
                <a:cubicBezTo>
                  <a:pt x="238159" y="0"/>
                  <a:pt x="202703" y="0"/>
                  <a:pt x="163079" y="0"/>
                </a:cubicBezTo>
                <a:cubicBezTo>
                  <a:pt x="127210" y="0"/>
                  <a:pt x="98430" y="0"/>
                  <a:pt x="62147" y="16267"/>
                </a:cubicBezTo>
                <a:cubicBezTo>
                  <a:pt x="5422" y="42119"/>
                  <a:pt x="0" y="76295"/>
                  <a:pt x="0" y="77963"/>
                </a:cubicBezTo>
                <a:cubicBezTo>
                  <a:pt x="0" y="79630"/>
                  <a:pt x="834" y="81298"/>
                  <a:pt x="4169" y="81298"/>
                </a:cubicBezTo>
                <a:cubicBezTo>
                  <a:pt x="7504" y="81298"/>
                  <a:pt x="15013" y="79210"/>
                  <a:pt x="22937" y="74208"/>
                </a:cubicBezTo>
                <a:cubicBezTo>
                  <a:pt x="33782" y="67124"/>
                  <a:pt x="34615" y="64623"/>
                  <a:pt x="37117" y="57540"/>
                </a:cubicBezTo>
                <a:cubicBezTo>
                  <a:pt x="42959" y="40865"/>
                  <a:pt x="52136" y="26278"/>
                  <a:pt x="109275" y="23363"/>
                </a:cubicBezTo>
                <a:cubicBezTo>
                  <a:pt x="103853" y="105889"/>
                  <a:pt x="83837" y="186334"/>
                  <a:pt x="52136" y="262611"/>
                </a:cubicBezTo>
                <a:cubicBezTo>
                  <a:pt x="32948" y="269700"/>
                  <a:pt x="26692" y="279298"/>
                  <a:pt x="26692" y="281799"/>
                </a:cubicBezTo>
                <a:cubicBezTo>
                  <a:pt x="26692" y="284300"/>
                  <a:pt x="27112" y="284714"/>
                  <a:pt x="36703" y="284714"/>
                </a:cubicBezTo>
                <a:lnTo>
                  <a:pt x="80496" y="284714"/>
                </a:lnTo>
                <a:moveTo>
                  <a:pt x="82163" y="261357"/>
                </a:moveTo>
                <a:cubicBezTo>
                  <a:pt x="120954" y="167159"/>
                  <a:pt x="135973" y="99640"/>
                  <a:pt x="144311" y="23363"/>
                </a:cubicBezTo>
                <a:cubicBezTo>
                  <a:pt x="174758" y="23363"/>
                  <a:pt x="283619" y="23363"/>
                  <a:pt x="283619" y="115474"/>
                </a:cubicBezTo>
                <a:cubicBezTo>
                  <a:pt x="283619" y="198420"/>
                  <a:pt x="208126" y="261357"/>
                  <a:pt x="106354" y="261357"/>
                </a:cubicBezTo>
                <a:lnTo>
                  <a:pt x="82163" y="261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5">
            <a:extLst xmlns:a="http://schemas.openxmlformats.org/drawingml/2006/main">
              <a:ext uri="{FF2B5EF4-FFF2-40B4-BE49-F238E27FC236}">
                <a16:creationId xmlns:a16="http://schemas.microsoft.com/office/drawing/2014/main" id="{6D5F4947-6CC0-45A6-95F9-C93B4E13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980" y="6565904"/>
            <a:ext cx="17935" cy="417091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6">
            <a:extLst xmlns:a="http://schemas.openxmlformats.org/drawingml/2006/main">
              <a:ext uri="{FF2B5EF4-FFF2-40B4-BE49-F238E27FC236}">
                <a16:creationId xmlns:a16="http://schemas.microsoft.com/office/drawing/2014/main" id="{D4B4E26A-C6FC-498E-844C-229B0AE9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865" y="6722720"/>
            <a:ext cx="285293" cy="103051"/>
          </a:xfrm>
          <a:custGeom xmlns:a="http://schemas.openxmlformats.org/drawingml/2006/main">
            <a:pathLst>
              <a:path w="285293" h="103051">
                <a:moveTo>
                  <a:pt x="271527" y="17941"/>
                </a:moveTo>
                <a:cubicBezTo>
                  <a:pt x="277369" y="17941"/>
                  <a:pt x="285293" y="17941"/>
                  <a:pt x="285293" y="9177"/>
                </a:cubicBezTo>
                <a:cubicBezTo>
                  <a:pt x="285293" y="0"/>
                  <a:pt x="276116" y="0"/>
                  <a:pt x="269859" y="0"/>
                </a:cubicBezTo>
                <a:lnTo>
                  <a:pt x="15433" y="0"/>
                </a:lnTo>
                <a:cubicBezTo>
                  <a:pt x="9177" y="0"/>
                  <a:pt x="0" y="0"/>
                  <a:pt x="0" y="9177"/>
                </a:cubicBezTo>
                <a:cubicBezTo>
                  <a:pt x="0" y="17941"/>
                  <a:pt x="8344" y="17941"/>
                  <a:pt x="13766" y="17941"/>
                </a:cubicBezTo>
                <a:lnTo>
                  <a:pt x="271527" y="17941"/>
                </a:lnTo>
                <a:moveTo>
                  <a:pt x="269859" y="103051"/>
                </a:moveTo>
                <a:cubicBezTo>
                  <a:pt x="276116" y="103051"/>
                  <a:pt x="285293" y="103051"/>
                  <a:pt x="285293" y="93880"/>
                </a:cubicBezTo>
                <a:cubicBezTo>
                  <a:pt x="285293" y="85116"/>
                  <a:pt x="277369" y="85116"/>
                  <a:pt x="271527" y="85116"/>
                </a:cubicBezTo>
                <a:lnTo>
                  <a:pt x="13766" y="85116"/>
                </a:lnTo>
                <a:cubicBezTo>
                  <a:pt x="8344" y="85116"/>
                  <a:pt x="0" y="85116"/>
                  <a:pt x="0" y="93880"/>
                </a:cubicBezTo>
                <a:cubicBezTo>
                  <a:pt x="0" y="103051"/>
                  <a:pt x="9177" y="103051"/>
                  <a:pt x="15433" y="103051"/>
                </a:cubicBezTo>
                <a:lnTo>
                  <a:pt x="269859" y="103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7">
            <a:extLst xmlns:a="http://schemas.openxmlformats.org/drawingml/2006/main">
              <a:ext uri="{FF2B5EF4-FFF2-40B4-BE49-F238E27FC236}">
                <a16:creationId xmlns:a16="http://schemas.microsoft.com/office/drawing/2014/main" id="{49197F7C-676C-45B0-A617-846751DC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684" y="6565904"/>
            <a:ext cx="17935" cy="417091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8">
            <a:extLst xmlns:a="http://schemas.openxmlformats.org/drawingml/2006/main">
              <a:ext uri="{FF2B5EF4-FFF2-40B4-BE49-F238E27FC236}">
                <a16:creationId xmlns:a16="http://schemas.microsoft.com/office/drawing/2014/main" id="{B85384A6-B4B4-4ACF-BCC6-4271F615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267" y="6594008"/>
            <a:ext cx="319908" cy="284714"/>
          </a:xfrm>
          <a:custGeom xmlns:a="http://schemas.openxmlformats.org/drawingml/2006/main">
            <a:pathLst>
              <a:path w="319908" h="284714">
                <a:moveTo>
                  <a:pt x="80496" y="284714"/>
                </a:moveTo>
                <a:cubicBezTo>
                  <a:pt x="181014" y="284714"/>
                  <a:pt x="319908" y="210506"/>
                  <a:pt x="319908" y="97138"/>
                </a:cubicBezTo>
                <a:cubicBezTo>
                  <a:pt x="319908" y="60455"/>
                  <a:pt x="302387" y="34615"/>
                  <a:pt x="274028" y="19188"/>
                </a:cubicBezTo>
                <a:cubicBezTo>
                  <a:pt x="238159" y="0"/>
                  <a:pt x="202703" y="0"/>
                  <a:pt x="163079" y="0"/>
                </a:cubicBezTo>
                <a:cubicBezTo>
                  <a:pt x="127210" y="0"/>
                  <a:pt x="98430" y="0"/>
                  <a:pt x="62147" y="16267"/>
                </a:cubicBezTo>
                <a:cubicBezTo>
                  <a:pt x="5422" y="42119"/>
                  <a:pt x="0" y="76295"/>
                  <a:pt x="0" y="77963"/>
                </a:cubicBezTo>
                <a:cubicBezTo>
                  <a:pt x="0" y="79630"/>
                  <a:pt x="834" y="81298"/>
                  <a:pt x="4169" y="81298"/>
                </a:cubicBezTo>
                <a:cubicBezTo>
                  <a:pt x="7504" y="81298"/>
                  <a:pt x="15013" y="79210"/>
                  <a:pt x="22937" y="74208"/>
                </a:cubicBezTo>
                <a:cubicBezTo>
                  <a:pt x="33782" y="67124"/>
                  <a:pt x="34615" y="64623"/>
                  <a:pt x="37117" y="57540"/>
                </a:cubicBezTo>
                <a:cubicBezTo>
                  <a:pt x="42959" y="40865"/>
                  <a:pt x="52136" y="26278"/>
                  <a:pt x="109275" y="23363"/>
                </a:cubicBezTo>
                <a:cubicBezTo>
                  <a:pt x="103853" y="105889"/>
                  <a:pt x="83837" y="186334"/>
                  <a:pt x="52136" y="262611"/>
                </a:cubicBezTo>
                <a:cubicBezTo>
                  <a:pt x="32948" y="269700"/>
                  <a:pt x="26692" y="279298"/>
                  <a:pt x="26692" y="281799"/>
                </a:cubicBezTo>
                <a:cubicBezTo>
                  <a:pt x="26692" y="284300"/>
                  <a:pt x="27112" y="284714"/>
                  <a:pt x="36703" y="284714"/>
                </a:cubicBezTo>
                <a:lnTo>
                  <a:pt x="80496" y="284714"/>
                </a:lnTo>
                <a:moveTo>
                  <a:pt x="82163" y="261357"/>
                </a:moveTo>
                <a:cubicBezTo>
                  <a:pt x="120954" y="167159"/>
                  <a:pt x="135973" y="99640"/>
                  <a:pt x="144311" y="23363"/>
                </a:cubicBezTo>
                <a:cubicBezTo>
                  <a:pt x="174758" y="23363"/>
                  <a:pt x="283619" y="23363"/>
                  <a:pt x="283619" y="115474"/>
                </a:cubicBezTo>
                <a:cubicBezTo>
                  <a:pt x="283619" y="198420"/>
                  <a:pt x="208126" y="261357"/>
                  <a:pt x="106354" y="261357"/>
                </a:cubicBezTo>
                <a:lnTo>
                  <a:pt x="82163" y="261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9">
            <a:extLst xmlns:a="http://schemas.openxmlformats.org/drawingml/2006/main">
              <a:ext uri="{FF2B5EF4-FFF2-40B4-BE49-F238E27FC236}">
                <a16:creationId xmlns:a16="http://schemas.microsoft.com/office/drawing/2014/main" id="{9881DF68-24AE-459B-B2A4-C36F6AE4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54" y="6565904"/>
            <a:ext cx="17935" cy="417091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ext-60 (">
            <a:extLst xmlns:a="http://schemas.openxmlformats.org/drawingml/2006/main">
              <a:ext uri="{FF2B5EF4-FFF2-40B4-BE49-F238E27FC236}">
                <a16:creationId xmlns:a16="http://schemas.microsoft.com/office/drawing/2014/main" id="{284687FD-591C-4205-8836-79A030F4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2017" y="6461579"/>
            <a:ext cx="213977" cy="583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58" name="text-61 region">
            <a:extLst xmlns:a="http://schemas.openxmlformats.org/drawingml/2006/main">
              <a:ext uri="{FF2B5EF4-FFF2-40B4-BE49-F238E27FC236}">
                <a16:creationId xmlns:a16="http://schemas.microsoft.com/office/drawing/2014/main" id="{83E0C225-9EE8-4811-8CE4-E441C81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1082" y="6648569"/>
            <a:ext cx="756050" cy="387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59" name="text-62 score">
            <a:extLst xmlns:a="http://schemas.openxmlformats.org/drawingml/2006/main">
              <a:ext uri="{FF2B5EF4-FFF2-40B4-BE49-F238E27FC236}">
                <a16:creationId xmlns:a16="http://schemas.microsoft.com/office/drawing/2014/main" id="{B385611E-FD25-40A8-A8EB-1F90D418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1304" y="6646963"/>
            <a:ext cx="636773" cy="389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</a:t>
            </a:r>
          </a:p>
        </p:txBody>
      </p:sp>
      <p:sp>
        <p:nvSpPr>
          <p:cNvPr id="60" name="text-63 )">
            <a:extLst xmlns:a="http://schemas.openxmlformats.org/drawingml/2006/main">
              <a:ext uri="{FF2B5EF4-FFF2-40B4-BE49-F238E27FC236}">
                <a16:creationId xmlns:a16="http://schemas.microsoft.com/office/drawing/2014/main" id="{44B489CC-8D4C-4179-A3C1-2D867D96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0479" y="6461579"/>
            <a:ext cx="213977" cy="583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1" name="text-64 en-">
            <a:extLst xmlns:a="http://schemas.openxmlformats.org/drawingml/2006/main">
              <a:ext uri="{FF2B5EF4-FFF2-40B4-BE49-F238E27FC236}">
                <a16:creationId xmlns:a16="http://schemas.microsoft.com/office/drawing/2014/main" id="{41CFB49D-97C6-43C7-813E-DF33796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799" y="6461490"/>
            <a:ext cx="607727" cy="584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en-</a:t>
            </a:r>
          </a:p>
        </p:txBody>
      </p:sp>
      <p:sp>
        <p:nvSpPr>
          <p:cNvPr id="62" name="text-64 sures">
            <a:extLst xmlns:a="http://schemas.openxmlformats.org/drawingml/2006/main">
              <a:ext uri="{FF2B5EF4-FFF2-40B4-BE49-F238E27FC236}">
                <a16:creationId xmlns:a16="http://schemas.microsoft.com/office/drawing/2014/main" id="{F8D1DF1A-8847-458A-8EE2-0C1C81C8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457" y="6925050"/>
            <a:ext cx="932205" cy="583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4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4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4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sures</a:t>
            </a:r>
          </a:p>
        </p:txBody>
      </p:sp>
      <p:sp>
        <p:nvSpPr>
          <p:cNvPr id="63" name="text-65 freedom">
            <a:extLst xmlns:a="http://schemas.openxmlformats.org/drawingml/2006/main">
              <a:ext uri="{FF2B5EF4-FFF2-40B4-BE49-F238E27FC236}">
                <a16:creationId xmlns:a16="http://schemas.microsoft.com/office/drawing/2014/main" id="{CEAC6386-CD95-4C92-B5CC-46BBE442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852" y="6924972"/>
            <a:ext cx="1426472" cy="584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freedom</a:t>
            </a:r>
          </a:p>
        </p:txBody>
      </p:sp>
      <p:sp>
        <p:nvSpPr>
          <p:cNvPr id="64" name="text-65 to">
            <a:extLst xmlns:a="http://schemas.openxmlformats.org/drawingml/2006/main">
              <a:ext uri="{FF2B5EF4-FFF2-40B4-BE49-F238E27FC236}">
                <a16:creationId xmlns:a16="http://schemas.microsoft.com/office/drawing/2014/main" id="{03839B8F-F21A-4903-8BA4-2321CABE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7501" y="6924861"/>
            <a:ext cx="399613" cy="584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6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6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6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65" name="text-65 extrapolate">
            <a:extLst xmlns:a="http://schemas.openxmlformats.org/drawingml/2006/main">
              <a:ext uri="{FF2B5EF4-FFF2-40B4-BE49-F238E27FC236}">
                <a16:creationId xmlns:a16="http://schemas.microsoft.com/office/drawing/2014/main" id="{DB4D832F-2D82-429A-83C7-4960A15A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6272" y="6928141"/>
            <a:ext cx="1959779" cy="579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60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60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60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extrapolate</a:t>
            </a:r>
          </a:p>
        </p:txBody>
      </p:sp>
      <p:sp>
        <p:nvSpPr>
          <p:cNvPr id="66" name="text-66 .">
            <a:extLst xmlns:a="http://schemas.openxmlformats.org/drawingml/2006/main">
              <a:ext uri="{FF2B5EF4-FFF2-40B4-BE49-F238E27FC236}">
                <a16:creationId xmlns:a16="http://schemas.microsoft.com/office/drawing/2014/main" id="{86F3F9F1-CD77-49AC-8D08-2EE01D9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525" y="6925185"/>
            <a:ext cx="179330" cy="58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87178513-6518-462C-A24E-BCF464E1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214" y="0"/>
            <a:ext cx="6239464" cy="5812830"/>
          </a:xfrm>
          <a:custGeom xmlns:a="http://schemas.openxmlformats.org/drawingml/2006/main">
            <a:pathLst>
              <a:path w="6239464" h="5812830">
                <a:moveTo>
                  <a:pt x="6239464" y="0"/>
                </a:moveTo>
                <a:lnTo>
                  <a:pt x="0" y="0"/>
                </a:lnTo>
                <a:lnTo>
                  <a:pt x="0" y="5812830"/>
                </a:lnTo>
                <a:lnTo>
                  <a:pt x="6239464" y="5812830"/>
                </a:lnTo>
                <a:lnTo>
                  <a:pt x="623946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0C2CD1-626C-4877-AD8A-6C89524166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aa6bc642b4ad5"/>
          <a:stretch xmlns:a="http://schemas.openxmlformats.org/drawingml/2006/main"/>
        </p:blipFill>
        <p:spPr>
          <a:xfrm xmlns:a="http://schemas.openxmlformats.org/drawingml/2006/main">
            <a:off x="6473253" y="393344"/>
            <a:ext cx="5543550" cy="2009775"/>
          </a:xfrm>
          <a:prstGeom xmlns:a="http://schemas.openxmlformats.org/drawingml/2006/main" prst="rect">
            <a:avLst/>
          </a:prstGeom>
        </p:spPr>
      </p:pic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CF155BD7-9F51-4764-9463-A236BBB3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7158" y="1412964"/>
            <a:ext cx="1567951" cy="1567949"/>
          </a:xfrm>
          <a:custGeom xmlns:a="http://schemas.openxmlformats.org/drawingml/2006/main">
            <a:pathLst>
              <a:path w="1567951" h="1567949">
                <a:moveTo>
                  <a:pt x="1546674" y="783975"/>
                </a:moveTo>
                <a:lnTo>
                  <a:pt x="1557312" y="783975"/>
                </a:lnTo>
                <a:cubicBezTo>
                  <a:pt x="1557312" y="769421"/>
                  <a:pt x="1556911" y="754958"/>
                  <a:pt x="1556117" y="740598"/>
                </a:cubicBezTo>
                <a:lnTo>
                  <a:pt x="1545494" y="741185"/>
                </a:lnTo>
                <a:lnTo>
                  <a:pt x="1534871" y="741773"/>
                </a:lnTo>
                <a:cubicBezTo>
                  <a:pt x="1535644" y="755742"/>
                  <a:pt x="1536036" y="769813"/>
                  <a:pt x="1536036" y="783975"/>
                </a:cubicBezTo>
                <a:lnTo>
                  <a:pt x="1546674" y="783975"/>
                </a:lnTo>
                <a:moveTo>
                  <a:pt x="1536010" y="656155"/>
                </a:moveTo>
                <a:lnTo>
                  <a:pt x="1546501" y="654386"/>
                </a:lnTo>
                <a:cubicBezTo>
                  <a:pt x="1541647" y="625622"/>
                  <a:pt x="1535207" y="597398"/>
                  <a:pt x="1527271" y="569807"/>
                </a:cubicBezTo>
                <a:lnTo>
                  <a:pt x="1517046" y="572748"/>
                </a:lnTo>
                <a:lnTo>
                  <a:pt x="1506822" y="575687"/>
                </a:lnTo>
                <a:cubicBezTo>
                  <a:pt x="1514539" y="602514"/>
                  <a:pt x="1520801" y="629958"/>
                  <a:pt x="1525521" y="657926"/>
                </a:cubicBezTo>
                <a:lnTo>
                  <a:pt x="1536010" y="656155"/>
                </a:lnTo>
                <a:moveTo>
                  <a:pt x="1488800" y="492022"/>
                </a:moveTo>
                <a:lnTo>
                  <a:pt x="1498627" y="487947"/>
                </a:lnTo>
                <a:cubicBezTo>
                  <a:pt x="1487498" y="461111"/>
                  <a:pt x="1474902" y="435036"/>
                  <a:pt x="1460939" y="409827"/>
                </a:cubicBezTo>
                <a:lnTo>
                  <a:pt x="1451634" y="414980"/>
                </a:lnTo>
                <a:lnTo>
                  <a:pt x="1442327" y="420136"/>
                </a:lnTo>
                <a:cubicBezTo>
                  <a:pt x="1455905" y="444653"/>
                  <a:pt x="1468152" y="470004"/>
                  <a:pt x="1478974" y="496099"/>
                </a:cubicBezTo>
                <a:lnTo>
                  <a:pt x="1488800" y="492022"/>
                </a:lnTo>
                <a:moveTo>
                  <a:pt x="1406056" y="342593"/>
                </a:moveTo>
                <a:lnTo>
                  <a:pt x="1414727" y="336429"/>
                </a:lnTo>
                <a:cubicBezTo>
                  <a:pt x="1397946" y="312821"/>
                  <a:pt x="1379875" y="290198"/>
                  <a:pt x="1360614" y="268660"/>
                </a:cubicBezTo>
                <a:lnTo>
                  <a:pt x="1352684" y="275750"/>
                </a:lnTo>
                <a:lnTo>
                  <a:pt x="1344754" y="282842"/>
                </a:lnTo>
                <a:cubicBezTo>
                  <a:pt x="1363487" y="303792"/>
                  <a:pt x="1381065" y="325796"/>
                  <a:pt x="1397386" y="348757"/>
                </a:cubicBezTo>
                <a:lnTo>
                  <a:pt x="1406056" y="342593"/>
                </a:lnTo>
                <a:moveTo>
                  <a:pt x="1292200" y="215267"/>
                </a:moveTo>
                <a:lnTo>
                  <a:pt x="1299290" y="207337"/>
                </a:lnTo>
                <a:cubicBezTo>
                  <a:pt x="1277752" y="188076"/>
                  <a:pt x="1255128" y="170005"/>
                  <a:pt x="1231521" y="153222"/>
                </a:cubicBezTo>
                <a:lnTo>
                  <a:pt x="1225357" y="161893"/>
                </a:lnTo>
                <a:lnTo>
                  <a:pt x="1219194" y="170564"/>
                </a:lnTo>
                <a:cubicBezTo>
                  <a:pt x="1242153" y="186886"/>
                  <a:pt x="1264158" y="204464"/>
                  <a:pt x="1285107" y="223197"/>
                </a:cubicBezTo>
                <a:lnTo>
                  <a:pt x="1292200" y="215267"/>
                </a:lnTo>
                <a:moveTo>
                  <a:pt x="1152969" y="116316"/>
                </a:moveTo>
                <a:lnTo>
                  <a:pt x="1158123" y="107012"/>
                </a:lnTo>
                <a:cubicBezTo>
                  <a:pt x="1132913" y="93048"/>
                  <a:pt x="1106839" y="80451"/>
                  <a:pt x="1080002" y="69324"/>
                </a:cubicBezTo>
                <a:lnTo>
                  <a:pt x="1075928" y="79151"/>
                </a:lnTo>
                <a:lnTo>
                  <a:pt x="1071852" y="88977"/>
                </a:lnTo>
                <a:cubicBezTo>
                  <a:pt x="1097946" y="99797"/>
                  <a:pt x="1123299" y="112045"/>
                  <a:pt x="1147814" y="125622"/>
                </a:cubicBezTo>
                <a:lnTo>
                  <a:pt x="1152969" y="116316"/>
                </a:lnTo>
                <a:moveTo>
                  <a:pt x="995203" y="50904"/>
                </a:moveTo>
                <a:lnTo>
                  <a:pt x="998144" y="40680"/>
                </a:lnTo>
                <a:cubicBezTo>
                  <a:pt x="970552" y="32744"/>
                  <a:pt x="942327" y="26302"/>
                  <a:pt x="913565" y="21450"/>
                </a:cubicBezTo>
                <a:lnTo>
                  <a:pt x="911795" y="31941"/>
                </a:lnTo>
                <a:lnTo>
                  <a:pt x="910024" y="42432"/>
                </a:lnTo>
                <a:cubicBezTo>
                  <a:pt x="937993" y="47150"/>
                  <a:pt x="965435" y="53414"/>
                  <a:pt x="992263" y="61128"/>
                </a:cubicBezTo>
                <a:lnTo>
                  <a:pt x="995203" y="50904"/>
                </a:lnTo>
                <a:moveTo>
                  <a:pt x="826764" y="22455"/>
                </a:moveTo>
                <a:lnTo>
                  <a:pt x="827352" y="11834"/>
                </a:lnTo>
                <a:cubicBezTo>
                  <a:pt x="812993" y="11039"/>
                  <a:pt x="798530" y="10638"/>
                  <a:pt x="783976" y="10638"/>
                </a:cubicBezTo>
                <a:lnTo>
                  <a:pt x="783976" y="21277"/>
                </a:lnTo>
                <a:lnTo>
                  <a:pt x="783976" y="31915"/>
                </a:lnTo>
                <a:cubicBezTo>
                  <a:pt x="798138" y="31915"/>
                  <a:pt x="812209" y="32307"/>
                  <a:pt x="826176" y="33079"/>
                </a:cubicBezTo>
                <a:lnTo>
                  <a:pt x="826764" y="22455"/>
                </a:lnTo>
                <a:moveTo>
                  <a:pt x="783976" y="21277"/>
                </a:moveTo>
                <a:lnTo>
                  <a:pt x="783976" y="10638"/>
                </a:lnTo>
                <a:cubicBezTo>
                  <a:pt x="769421" y="10638"/>
                  <a:pt x="754958" y="11039"/>
                  <a:pt x="740599" y="11834"/>
                </a:cubicBezTo>
                <a:lnTo>
                  <a:pt x="741187" y="22455"/>
                </a:lnTo>
                <a:lnTo>
                  <a:pt x="741775" y="33079"/>
                </a:lnTo>
                <a:cubicBezTo>
                  <a:pt x="755742" y="32307"/>
                  <a:pt x="769813" y="31915"/>
                  <a:pt x="783976" y="31915"/>
                </a:cubicBezTo>
                <a:lnTo>
                  <a:pt x="783976" y="21277"/>
                </a:lnTo>
                <a:moveTo>
                  <a:pt x="656156" y="31941"/>
                </a:moveTo>
                <a:lnTo>
                  <a:pt x="654386" y="21450"/>
                </a:lnTo>
                <a:cubicBezTo>
                  <a:pt x="625624" y="26302"/>
                  <a:pt x="597399" y="32744"/>
                  <a:pt x="569807" y="40680"/>
                </a:cubicBezTo>
                <a:lnTo>
                  <a:pt x="572748" y="50904"/>
                </a:lnTo>
                <a:lnTo>
                  <a:pt x="575688" y="61128"/>
                </a:lnTo>
                <a:cubicBezTo>
                  <a:pt x="602515" y="53414"/>
                  <a:pt x="629958" y="47150"/>
                  <a:pt x="657926" y="42432"/>
                </a:cubicBezTo>
                <a:lnTo>
                  <a:pt x="656156" y="31941"/>
                </a:lnTo>
                <a:moveTo>
                  <a:pt x="492023" y="79151"/>
                </a:moveTo>
                <a:lnTo>
                  <a:pt x="487949" y="69324"/>
                </a:lnTo>
                <a:cubicBezTo>
                  <a:pt x="461111" y="80451"/>
                  <a:pt x="435038" y="93048"/>
                  <a:pt x="409827" y="107012"/>
                </a:cubicBezTo>
                <a:lnTo>
                  <a:pt x="414982" y="116316"/>
                </a:lnTo>
                <a:lnTo>
                  <a:pt x="420136" y="125622"/>
                </a:lnTo>
                <a:cubicBezTo>
                  <a:pt x="444653" y="112045"/>
                  <a:pt x="470005" y="99797"/>
                  <a:pt x="496099" y="88977"/>
                </a:cubicBezTo>
                <a:lnTo>
                  <a:pt x="492023" y="79151"/>
                </a:lnTo>
                <a:moveTo>
                  <a:pt x="342594" y="161893"/>
                </a:moveTo>
                <a:lnTo>
                  <a:pt x="336430" y="153222"/>
                </a:lnTo>
                <a:cubicBezTo>
                  <a:pt x="312822" y="170005"/>
                  <a:pt x="290198" y="188076"/>
                  <a:pt x="268660" y="207337"/>
                </a:cubicBezTo>
                <a:lnTo>
                  <a:pt x="275751" y="215267"/>
                </a:lnTo>
                <a:lnTo>
                  <a:pt x="282844" y="223197"/>
                </a:lnTo>
                <a:cubicBezTo>
                  <a:pt x="303792" y="204464"/>
                  <a:pt x="325798" y="186886"/>
                  <a:pt x="348757" y="170564"/>
                </a:cubicBezTo>
                <a:lnTo>
                  <a:pt x="342594" y="161893"/>
                </a:lnTo>
                <a:moveTo>
                  <a:pt x="215267" y="275753"/>
                </a:moveTo>
                <a:lnTo>
                  <a:pt x="207337" y="268660"/>
                </a:lnTo>
                <a:cubicBezTo>
                  <a:pt x="188076" y="290198"/>
                  <a:pt x="170005" y="312821"/>
                  <a:pt x="153224" y="336429"/>
                </a:cubicBezTo>
                <a:lnTo>
                  <a:pt x="161894" y="342593"/>
                </a:lnTo>
                <a:lnTo>
                  <a:pt x="170565" y="348757"/>
                </a:lnTo>
                <a:cubicBezTo>
                  <a:pt x="186886" y="325796"/>
                  <a:pt x="204464" y="303792"/>
                  <a:pt x="223197" y="282842"/>
                </a:cubicBezTo>
                <a:lnTo>
                  <a:pt x="215267" y="275753"/>
                </a:lnTo>
                <a:moveTo>
                  <a:pt x="116317" y="414980"/>
                </a:moveTo>
                <a:lnTo>
                  <a:pt x="107012" y="409827"/>
                </a:lnTo>
                <a:cubicBezTo>
                  <a:pt x="93048" y="435036"/>
                  <a:pt x="80452" y="461111"/>
                  <a:pt x="69324" y="487947"/>
                </a:cubicBezTo>
                <a:lnTo>
                  <a:pt x="79151" y="492022"/>
                </a:lnTo>
                <a:lnTo>
                  <a:pt x="88979" y="496099"/>
                </a:lnTo>
                <a:cubicBezTo>
                  <a:pt x="99799" y="470004"/>
                  <a:pt x="112045" y="444653"/>
                  <a:pt x="125624" y="420136"/>
                </a:cubicBezTo>
                <a:lnTo>
                  <a:pt x="116317" y="414980"/>
                </a:lnTo>
                <a:moveTo>
                  <a:pt x="50905" y="572748"/>
                </a:moveTo>
                <a:lnTo>
                  <a:pt x="40681" y="569807"/>
                </a:lnTo>
                <a:cubicBezTo>
                  <a:pt x="32744" y="597398"/>
                  <a:pt x="26304" y="625622"/>
                  <a:pt x="21450" y="654386"/>
                </a:cubicBezTo>
                <a:lnTo>
                  <a:pt x="31941" y="656155"/>
                </a:lnTo>
                <a:lnTo>
                  <a:pt x="42430" y="657926"/>
                </a:lnTo>
                <a:cubicBezTo>
                  <a:pt x="47150" y="629958"/>
                  <a:pt x="53412" y="602514"/>
                  <a:pt x="61129" y="575687"/>
                </a:cubicBezTo>
                <a:lnTo>
                  <a:pt x="50905" y="572748"/>
                </a:lnTo>
                <a:moveTo>
                  <a:pt x="22457" y="741185"/>
                </a:moveTo>
                <a:lnTo>
                  <a:pt x="11835" y="740598"/>
                </a:lnTo>
                <a:cubicBezTo>
                  <a:pt x="11040" y="754958"/>
                  <a:pt x="10638" y="769421"/>
                  <a:pt x="10638" y="783975"/>
                </a:cubicBezTo>
                <a:lnTo>
                  <a:pt x="21277" y="783975"/>
                </a:lnTo>
                <a:lnTo>
                  <a:pt x="31915" y="783975"/>
                </a:lnTo>
                <a:cubicBezTo>
                  <a:pt x="31915" y="769813"/>
                  <a:pt x="32307" y="755742"/>
                  <a:pt x="33079" y="741773"/>
                </a:cubicBezTo>
                <a:lnTo>
                  <a:pt x="22457" y="741185"/>
                </a:lnTo>
                <a:moveTo>
                  <a:pt x="21277" y="783975"/>
                </a:moveTo>
                <a:lnTo>
                  <a:pt x="10638" y="783975"/>
                </a:lnTo>
                <a:cubicBezTo>
                  <a:pt x="10638" y="798528"/>
                  <a:pt x="11040" y="812991"/>
                  <a:pt x="11835" y="827352"/>
                </a:cubicBezTo>
                <a:lnTo>
                  <a:pt x="22457" y="826764"/>
                </a:lnTo>
                <a:lnTo>
                  <a:pt x="33079" y="826176"/>
                </a:lnTo>
                <a:cubicBezTo>
                  <a:pt x="32307" y="812208"/>
                  <a:pt x="31915" y="798137"/>
                  <a:pt x="31915" y="783975"/>
                </a:cubicBezTo>
                <a:lnTo>
                  <a:pt x="21277" y="783975"/>
                </a:lnTo>
                <a:moveTo>
                  <a:pt x="31941" y="911795"/>
                </a:moveTo>
                <a:lnTo>
                  <a:pt x="21450" y="913563"/>
                </a:lnTo>
                <a:cubicBezTo>
                  <a:pt x="26304" y="942327"/>
                  <a:pt x="32744" y="970552"/>
                  <a:pt x="40681" y="998143"/>
                </a:cubicBezTo>
                <a:lnTo>
                  <a:pt x="50905" y="995201"/>
                </a:lnTo>
                <a:lnTo>
                  <a:pt x="61129" y="992263"/>
                </a:lnTo>
                <a:cubicBezTo>
                  <a:pt x="53412" y="965435"/>
                  <a:pt x="47150" y="937992"/>
                  <a:pt x="42430" y="910023"/>
                </a:cubicBezTo>
                <a:lnTo>
                  <a:pt x="31941" y="911795"/>
                </a:lnTo>
                <a:moveTo>
                  <a:pt x="79151" y="1075928"/>
                </a:moveTo>
                <a:lnTo>
                  <a:pt x="69324" y="1080002"/>
                </a:lnTo>
                <a:cubicBezTo>
                  <a:pt x="80452" y="1106838"/>
                  <a:pt x="93048" y="1132913"/>
                  <a:pt x="107012" y="1158122"/>
                </a:cubicBezTo>
                <a:lnTo>
                  <a:pt x="116317" y="1152969"/>
                </a:lnTo>
                <a:lnTo>
                  <a:pt x="125624" y="1147813"/>
                </a:lnTo>
                <a:cubicBezTo>
                  <a:pt x="112047" y="1123299"/>
                  <a:pt x="99799" y="1097946"/>
                  <a:pt x="88979" y="1071851"/>
                </a:cubicBezTo>
                <a:lnTo>
                  <a:pt x="79151" y="1075928"/>
                </a:lnTo>
                <a:moveTo>
                  <a:pt x="161894" y="1225357"/>
                </a:moveTo>
                <a:lnTo>
                  <a:pt x="153224" y="1231521"/>
                </a:lnTo>
                <a:cubicBezTo>
                  <a:pt x="170005" y="1255128"/>
                  <a:pt x="188076" y="1277751"/>
                  <a:pt x="207337" y="1299289"/>
                </a:cubicBezTo>
                <a:lnTo>
                  <a:pt x="215267" y="1292200"/>
                </a:lnTo>
                <a:lnTo>
                  <a:pt x="223197" y="1285107"/>
                </a:lnTo>
                <a:cubicBezTo>
                  <a:pt x="204464" y="1264157"/>
                  <a:pt x="186886" y="1242153"/>
                  <a:pt x="170565" y="1219193"/>
                </a:cubicBezTo>
                <a:lnTo>
                  <a:pt x="161894" y="1225357"/>
                </a:lnTo>
                <a:moveTo>
                  <a:pt x="275753" y="1352683"/>
                </a:moveTo>
                <a:lnTo>
                  <a:pt x="268660" y="1360612"/>
                </a:lnTo>
                <a:cubicBezTo>
                  <a:pt x="290198" y="1379873"/>
                  <a:pt x="312822" y="1397948"/>
                  <a:pt x="336430" y="1414727"/>
                </a:cubicBezTo>
                <a:lnTo>
                  <a:pt x="342594" y="1406056"/>
                </a:lnTo>
                <a:lnTo>
                  <a:pt x="348758" y="1397386"/>
                </a:lnTo>
                <a:cubicBezTo>
                  <a:pt x="325798" y="1381063"/>
                  <a:pt x="303792" y="1363489"/>
                  <a:pt x="282844" y="1344753"/>
                </a:cubicBezTo>
                <a:lnTo>
                  <a:pt x="275753" y="1352683"/>
                </a:lnTo>
                <a:moveTo>
                  <a:pt x="414982" y="1451634"/>
                </a:moveTo>
                <a:lnTo>
                  <a:pt x="409827" y="1460941"/>
                </a:lnTo>
                <a:cubicBezTo>
                  <a:pt x="435038" y="1474901"/>
                  <a:pt x="461111" y="1487498"/>
                  <a:pt x="487949" y="1498625"/>
                </a:cubicBezTo>
                <a:lnTo>
                  <a:pt x="492023" y="1488799"/>
                </a:lnTo>
                <a:lnTo>
                  <a:pt x="496099" y="1478972"/>
                </a:lnTo>
                <a:cubicBezTo>
                  <a:pt x="470005" y="1468152"/>
                  <a:pt x="444653" y="1455904"/>
                  <a:pt x="420136" y="1442327"/>
                </a:cubicBezTo>
                <a:lnTo>
                  <a:pt x="414982" y="1451634"/>
                </a:lnTo>
                <a:moveTo>
                  <a:pt x="572748" y="1517046"/>
                </a:moveTo>
                <a:lnTo>
                  <a:pt x="569807" y="1527270"/>
                </a:lnTo>
                <a:cubicBezTo>
                  <a:pt x="597399" y="1535205"/>
                  <a:pt x="625624" y="1541647"/>
                  <a:pt x="654386" y="1546499"/>
                </a:cubicBezTo>
                <a:lnTo>
                  <a:pt x="656156" y="1536009"/>
                </a:lnTo>
                <a:lnTo>
                  <a:pt x="657926" y="1525521"/>
                </a:lnTo>
                <a:cubicBezTo>
                  <a:pt x="629958" y="1520799"/>
                  <a:pt x="602515" y="1514539"/>
                  <a:pt x="575688" y="1506822"/>
                </a:cubicBezTo>
                <a:lnTo>
                  <a:pt x="572748" y="1517046"/>
                </a:lnTo>
                <a:moveTo>
                  <a:pt x="741187" y="1545494"/>
                </a:moveTo>
                <a:lnTo>
                  <a:pt x="740599" y="1556116"/>
                </a:lnTo>
                <a:cubicBezTo>
                  <a:pt x="754958" y="1556911"/>
                  <a:pt x="769421" y="1557311"/>
                  <a:pt x="783976" y="1557311"/>
                </a:cubicBezTo>
                <a:lnTo>
                  <a:pt x="783976" y="1546673"/>
                </a:lnTo>
                <a:lnTo>
                  <a:pt x="783976" y="1536034"/>
                </a:lnTo>
                <a:cubicBezTo>
                  <a:pt x="769813" y="1536034"/>
                  <a:pt x="755742" y="1535642"/>
                  <a:pt x="741775" y="1534870"/>
                </a:cubicBezTo>
                <a:lnTo>
                  <a:pt x="741187" y="1545494"/>
                </a:lnTo>
                <a:moveTo>
                  <a:pt x="783976" y="1546673"/>
                </a:moveTo>
                <a:lnTo>
                  <a:pt x="783976" y="1557311"/>
                </a:lnTo>
                <a:cubicBezTo>
                  <a:pt x="798530" y="1557311"/>
                  <a:pt x="812993" y="1556911"/>
                  <a:pt x="827352" y="1556116"/>
                </a:cubicBezTo>
                <a:lnTo>
                  <a:pt x="826764" y="1545494"/>
                </a:lnTo>
                <a:lnTo>
                  <a:pt x="826176" y="1534870"/>
                </a:lnTo>
                <a:cubicBezTo>
                  <a:pt x="812209" y="1535642"/>
                  <a:pt x="798138" y="1536034"/>
                  <a:pt x="783976" y="1536034"/>
                </a:cubicBezTo>
                <a:lnTo>
                  <a:pt x="783976" y="1546673"/>
                </a:lnTo>
                <a:moveTo>
                  <a:pt x="911795" y="1536009"/>
                </a:moveTo>
                <a:lnTo>
                  <a:pt x="913565" y="1546499"/>
                </a:lnTo>
                <a:cubicBezTo>
                  <a:pt x="942327" y="1541647"/>
                  <a:pt x="970552" y="1535205"/>
                  <a:pt x="998144" y="1527270"/>
                </a:cubicBezTo>
                <a:lnTo>
                  <a:pt x="995203" y="1517046"/>
                </a:lnTo>
                <a:lnTo>
                  <a:pt x="992263" y="1506822"/>
                </a:lnTo>
                <a:cubicBezTo>
                  <a:pt x="965435" y="1514539"/>
                  <a:pt x="937993" y="1520799"/>
                  <a:pt x="910024" y="1525521"/>
                </a:cubicBezTo>
                <a:lnTo>
                  <a:pt x="911795" y="1536009"/>
                </a:lnTo>
                <a:moveTo>
                  <a:pt x="1075928" y="1488799"/>
                </a:moveTo>
                <a:lnTo>
                  <a:pt x="1080002" y="1498625"/>
                </a:lnTo>
                <a:cubicBezTo>
                  <a:pt x="1106839" y="1487498"/>
                  <a:pt x="1132913" y="1474901"/>
                  <a:pt x="1158123" y="1460938"/>
                </a:cubicBezTo>
                <a:lnTo>
                  <a:pt x="1152969" y="1451634"/>
                </a:lnTo>
                <a:lnTo>
                  <a:pt x="1147814" y="1442327"/>
                </a:lnTo>
                <a:cubicBezTo>
                  <a:pt x="1123299" y="1455904"/>
                  <a:pt x="1097946" y="1468152"/>
                  <a:pt x="1071852" y="1478972"/>
                </a:cubicBezTo>
                <a:lnTo>
                  <a:pt x="1075928" y="1488799"/>
                </a:lnTo>
                <a:moveTo>
                  <a:pt x="1225357" y="1406056"/>
                </a:moveTo>
                <a:lnTo>
                  <a:pt x="1231521" y="1414727"/>
                </a:lnTo>
                <a:cubicBezTo>
                  <a:pt x="1255128" y="1397948"/>
                  <a:pt x="1277752" y="1379873"/>
                  <a:pt x="1299290" y="1360612"/>
                </a:cubicBezTo>
                <a:lnTo>
                  <a:pt x="1292200" y="1352683"/>
                </a:lnTo>
                <a:lnTo>
                  <a:pt x="1285107" y="1344753"/>
                </a:lnTo>
                <a:cubicBezTo>
                  <a:pt x="1264158" y="1363486"/>
                  <a:pt x="1242153" y="1381063"/>
                  <a:pt x="1219194" y="1397386"/>
                </a:cubicBezTo>
                <a:lnTo>
                  <a:pt x="1225357" y="1406056"/>
                </a:lnTo>
                <a:moveTo>
                  <a:pt x="1352684" y="1292200"/>
                </a:moveTo>
                <a:lnTo>
                  <a:pt x="1360614" y="1299289"/>
                </a:lnTo>
                <a:cubicBezTo>
                  <a:pt x="1379875" y="1277751"/>
                  <a:pt x="1397946" y="1255128"/>
                  <a:pt x="1414727" y="1231521"/>
                </a:cubicBezTo>
                <a:lnTo>
                  <a:pt x="1406056" y="1225357"/>
                </a:lnTo>
                <a:lnTo>
                  <a:pt x="1397386" y="1219193"/>
                </a:lnTo>
                <a:cubicBezTo>
                  <a:pt x="1381065" y="1242153"/>
                  <a:pt x="1363489" y="1264157"/>
                  <a:pt x="1344754" y="1285107"/>
                </a:cubicBezTo>
                <a:lnTo>
                  <a:pt x="1352684" y="1292200"/>
                </a:lnTo>
                <a:moveTo>
                  <a:pt x="1451634" y="1152969"/>
                </a:moveTo>
                <a:lnTo>
                  <a:pt x="1460939" y="1158122"/>
                </a:lnTo>
                <a:cubicBezTo>
                  <a:pt x="1474902" y="1132913"/>
                  <a:pt x="1487498" y="1106838"/>
                  <a:pt x="1498627" y="1080002"/>
                </a:cubicBezTo>
                <a:lnTo>
                  <a:pt x="1488800" y="1075928"/>
                </a:lnTo>
                <a:lnTo>
                  <a:pt x="1478974" y="1071851"/>
                </a:lnTo>
                <a:cubicBezTo>
                  <a:pt x="1468152" y="1097946"/>
                  <a:pt x="1455905" y="1123299"/>
                  <a:pt x="1442327" y="1147813"/>
                </a:cubicBezTo>
                <a:lnTo>
                  <a:pt x="1451634" y="1152969"/>
                </a:lnTo>
                <a:moveTo>
                  <a:pt x="1517046" y="995201"/>
                </a:moveTo>
                <a:lnTo>
                  <a:pt x="1527271" y="998143"/>
                </a:lnTo>
                <a:cubicBezTo>
                  <a:pt x="1535207" y="970552"/>
                  <a:pt x="1541647" y="942327"/>
                  <a:pt x="1546501" y="913563"/>
                </a:cubicBezTo>
                <a:lnTo>
                  <a:pt x="1536010" y="911795"/>
                </a:lnTo>
                <a:lnTo>
                  <a:pt x="1525521" y="910026"/>
                </a:lnTo>
                <a:cubicBezTo>
                  <a:pt x="1520801" y="937992"/>
                  <a:pt x="1514539" y="965435"/>
                  <a:pt x="1506822" y="992263"/>
                </a:cubicBezTo>
                <a:lnTo>
                  <a:pt x="1517046" y="995201"/>
                </a:lnTo>
                <a:moveTo>
                  <a:pt x="1545494" y="826764"/>
                </a:moveTo>
                <a:lnTo>
                  <a:pt x="1556117" y="827352"/>
                </a:lnTo>
                <a:cubicBezTo>
                  <a:pt x="1556911" y="812991"/>
                  <a:pt x="1557312" y="798528"/>
                  <a:pt x="1557312" y="783975"/>
                </a:cubicBezTo>
                <a:lnTo>
                  <a:pt x="1546674" y="783975"/>
                </a:lnTo>
                <a:lnTo>
                  <a:pt x="1536036" y="783975"/>
                </a:lnTo>
                <a:cubicBezTo>
                  <a:pt x="1536036" y="798137"/>
                  <a:pt x="1535644" y="812208"/>
                  <a:pt x="1534871" y="826176"/>
                </a:cubicBezTo>
                <a:lnTo>
                  <a:pt x="1545494" y="826764"/>
                </a:lnTo>
                <a:moveTo>
                  <a:pt x="1546674" y="783975"/>
                </a:moveTo>
                <a:lnTo>
                  <a:pt x="1567951" y="783975"/>
                </a:lnTo>
                <a:cubicBezTo>
                  <a:pt x="1567951" y="769225"/>
                  <a:pt x="1567543" y="754566"/>
                  <a:pt x="1566738" y="740013"/>
                </a:cubicBezTo>
                <a:lnTo>
                  <a:pt x="1545494" y="741185"/>
                </a:lnTo>
                <a:lnTo>
                  <a:pt x="1524250" y="742361"/>
                </a:lnTo>
                <a:cubicBezTo>
                  <a:pt x="1525011" y="756134"/>
                  <a:pt x="1525397" y="770009"/>
                  <a:pt x="1525397" y="783975"/>
                </a:cubicBezTo>
                <a:lnTo>
                  <a:pt x="1546674" y="783975"/>
                </a:lnTo>
                <a:moveTo>
                  <a:pt x="1536010" y="656155"/>
                </a:moveTo>
                <a:lnTo>
                  <a:pt x="1556992" y="652614"/>
                </a:lnTo>
                <a:cubicBezTo>
                  <a:pt x="1552071" y="623456"/>
                  <a:pt x="1545541" y="594840"/>
                  <a:pt x="1537495" y="566865"/>
                </a:cubicBezTo>
                <a:lnTo>
                  <a:pt x="1517046" y="572748"/>
                </a:lnTo>
                <a:lnTo>
                  <a:pt x="1496598" y="578628"/>
                </a:lnTo>
                <a:cubicBezTo>
                  <a:pt x="1504204" y="605072"/>
                  <a:pt x="1510378" y="632124"/>
                  <a:pt x="1515030" y="659695"/>
                </a:cubicBezTo>
                <a:lnTo>
                  <a:pt x="1536010" y="656155"/>
                </a:lnTo>
                <a:moveTo>
                  <a:pt x="1488800" y="492022"/>
                </a:moveTo>
                <a:lnTo>
                  <a:pt x="1508454" y="483873"/>
                </a:lnTo>
                <a:cubicBezTo>
                  <a:pt x="1497171" y="456665"/>
                  <a:pt x="1484402" y="430230"/>
                  <a:pt x="1470246" y="404674"/>
                </a:cubicBezTo>
                <a:lnTo>
                  <a:pt x="1451634" y="414980"/>
                </a:lnTo>
                <a:lnTo>
                  <a:pt x="1433020" y="425290"/>
                </a:lnTo>
                <a:cubicBezTo>
                  <a:pt x="1446405" y="449459"/>
                  <a:pt x="1458479" y="474450"/>
                  <a:pt x="1469146" y="500173"/>
                </a:cubicBezTo>
                <a:lnTo>
                  <a:pt x="1488800" y="492022"/>
                </a:lnTo>
                <a:moveTo>
                  <a:pt x="1406056" y="342593"/>
                </a:moveTo>
                <a:lnTo>
                  <a:pt x="1423398" y="330265"/>
                </a:lnTo>
                <a:cubicBezTo>
                  <a:pt x="1406387" y="306333"/>
                  <a:pt x="1388069" y="283401"/>
                  <a:pt x="1368544" y="261568"/>
                </a:cubicBezTo>
                <a:lnTo>
                  <a:pt x="1352684" y="275750"/>
                </a:lnTo>
                <a:lnTo>
                  <a:pt x="1336824" y="289934"/>
                </a:lnTo>
                <a:cubicBezTo>
                  <a:pt x="1355295" y="310589"/>
                  <a:pt x="1372624" y="332284"/>
                  <a:pt x="1388713" y="354920"/>
                </a:cubicBezTo>
                <a:lnTo>
                  <a:pt x="1406056" y="342593"/>
                </a:lnTo>
                <a:moveTo>
                  <a:pt x="1292200" y="215267"/>
                </a:moveTo>
                <a:lnTo>
                  <a:pt x="1306383" y="199407"/>
                </a:lnTo>
                <a:cubicBezTo>
                  <a:pt x="1284549" y="179882"/>
                  <a:pt x="1261616" y="161564"/>
                  <a:pt x="1237684" y="144551"/>
                </a:cubicBezTo>
                <a:lnTo>
                  <a:pt x="1225357" y="161893"/>
                </a:lnTo>
                <a:lnTo>
                  <a:pt x="1213030" y="179238"/>
                </a:lnTo>
                <a:cubicBezTo>
                  <a:pt x="1235666" y="195327"/>
                  <a:pt x="1257361" y="212655"/>
                  <a:pt x="1278016" y="231126"/>
                </a:cubicBezTo>
                <a:lnTo>
                  <a:pt x="1292200" y="215267"/>
                </a:lnTo>
                <a:moveTo>
                  <a:pt x="1152969" y="116316"/>
                </a:moveTo>
                <a:lnTo>
                  <a:pt x="1163277" y="97705"/>
                </a:lnTo>
                <a:cubicBezTo>
                  <a:pt x="1137720" y="83549"/>
                  <a:pt x="1111285" y="70778"/>
                  <a:pt x="1084078" y="59495"/>
                </a:cubicBezTo>
                <a:lnTo>
                  <a:pt x="1075928" y="79151"/>
                </a:lnTo>
                <a:lnTo>
                  <a:pt x="1067776" y="98804"/>
                </a:lnTo>
                <a:cubicBezTo>
                  <a:pt x="1093499" y="109470"/>
                  <a:pt x="1118491" y="121545"/>
                  <a:pt x="1142660" y="134929"/>
                </a:cubicBezTo>
                <a:lnTo>
                  <a:pt x="1152969" y="116316"/>
                </a:lnTo>
                <a:moveTo>
                  <a:pt x="995203" y="50904"/>
                </a:moveTo>
                <a:lnTo>
                  <a:pt x="1001084" y="30456"/>
                </a:lnTo>
                <a:cubicBezTo>
                  <a:pt x="973110" y="22410"/>
                  <a:pt x="944495" y="15880"/>
                  <a:pt x="915335" y="10959"/>
                </a:cubicBezTo>
                <a:lnTo>
                  <a:pt x="911795" y="31941"/>
                </a:lnTo>
                <a:lnTo>
                  <a:pt x="908256" y="52920"/>
                </a:lnTo>
                <a:cubicBezTo>
                  <a:pt x="935827" y="57573"/>
                  <a:pt x="962879" y="63745"/>
                  <a:pt x="989321" y="71351"/>
                </a:cubicBezTo>
                <a:lnTo>
                  <a:pt x="995203" y="50904"/>
                </a:lnTo>
                <a:moveTo>
                  <a:pt x="826764" y="22455"/>
                </a:moveTo>
                <a:lnTo>
                  <a:pt x="827938" y="1212"/>
                </a:lnTo>
                <a:cubicBezTo>
                  <a:pt x="813384" y="406"/>
                  <a:pt x="798727" y="0"/>
                  <a:pt x="783976" y="0"/>
                </a:cubicBezTo>
                <a:lnTo>
                  <a:pt x="783976" y="21277"/>
                </a:lnTo>
                <a:lnTo>
                  <a:pt x="783976" y="42554"/>
                </a:lnTo>
                <a:cubicBezTo>
                  <a:pt x="797942" y="42554"/>
                  <a:pt x="811817" y="42940"/>
                  <a:pt x="825589" y="43701"/>
                </a:cubicBezTo>
                <a:lnTo>
                  <a:pt x="826764" y="22455"/>
                </a:lnTo>
                <a:moveTo>
                  <a:pt x="783976" y="21277"/>
                </a:moveTo>
                <a:lnTo>
                  <a:pt x="783976" y="0"/>
                </a:lnTo>
                <a:cubicBezTo>
                  <a:pt x="769225" y="0"/>
                  <a:pt x="754566" y="406"/>
                  <a:pt x="740013" y="1212"/>
                </a:cubicBezTo>
                <a:lnTo>
                  <a:pt x="741187" y="22455"/>
                </a:lnTo>
                <a:lnTo>
                  <a:pt x="742362" y="43701"/>
                </a:lnTo>
                <a:cubicBezTo>
                  <a:pt x="756134" y="42940"/>
                  <a:pt x="770009" y="42554"/>
                  <a:pt x="783976" y="42554"/>
                </a:cubicBezTo>
                <a:lnTo>
                  <a:pt x="783976" y="21277"/>
                </a:lnTo>
                <a:moveTo>
                  <a:pt x="656156" y="31941"/>
                </a:moveTo>
                <a:lnTo>
                  <a:pt x="652616" y="10959"/>
                </a:lnTo>
                <a:cubicBezTo>
                  <a:pt x="623456" y="15880"/>
                  <a:pt x="594841" y="22410"/>
                  <a:pt x="566867" y="30456"/>
                </a:cubicBezTo>
                <a:lnTo>
                  <a:pt x="572748" y="50904"/>
                </a:lnTo>
                <a:lnTo>
                  <a:pt x="578629" y="71351"/>
                </a:lnTo>
                <a:cubicBezTo>
                  <a:pt x="605074" y="63745"/>
                  <a:pt x="632125" y="57573"/>
                  <a:pt x="659697" y="52920"/>
                </a:cubicBezTo>
                <a:lnTo>
                  <a:pt x="656156" y="31941"/>
                </a:lnTo>
                <a:moveTo>
                  <a:pt x="492023" y="79151"/>
                </a:moveTo>
                <a:lnTo>
                  <a:pt x="483873" y="59495"/>
                </a:lnTo>
                <a:cubicBezTo>
                  <a:pt x="456665" y="70778"/>
                  <a:pt x="430231" y="83549"/>
                  <a:pt x="404674" y="97705"/>
                </a:cubicBezTo>
                <a:lnTo>
                  <a:pt x="414982" y="116316"/>
                </a:lnTo>
                <a:lnTo>
                  <a:pt x="425291" y="134929"/>
                </a:lnTo>
                <a:cubicBezTo>
                  <a:pt x="449459" y="121545"/>
                  <a:pt x="474451" y="109470"/>
                  <a:pt x="500174" y="98804"/>
                </a:cubicBezTo>
                <a:lnTo>
                  <a:pt x="492023" y="79151"/>
                </a:lnTo>
                <a:moveTo>
                  <a:pt x="342594" y="161893"/>
                </a:moveTo>
                <a:lnTo>
                  <a:pt x="330266" y="144551"/>
                </a:lnTo>
                <a:cubicBezTo>
                  <a:pt x="306335" y="161564"/>
                  <a:pt x="283401" y="179882"/>
                  <a:pt x="261568" y="199407"/>
                </a:cubicBezTo>
                <a:lnTo>
                  <a:pt x="275751" y="215267"/>
                </a:lnTo>
                <a:lnTo>
                  <a:pt x="289934" y="231126"/>
                </a:lnTo>
                <a:cubicBezTo>
                  <a:pt x="310589" y="212655"/>
                  <a:pt x="332285" y="195327"/>
                  <a:pt x="354920" y="179238"/>
                </a:cubicBezTo>
                <a:lnTo>
                  <a:pt x="342594" y="161893"/>
                </a:lnTo>
                <a:moveTo>
                  <a:pt x="215267" y="275753"/>
                </a:moveTo>
                <a:lnTo>
                  <a:pt x="199407" y="261568"/>
                </a:lnTo>
                <a:cubicBezTo>
                  <a:pt x="179882" y="283401"/>
                  <a:pt x="161562" y="306336"/>
                  <a:pt x="144553" y="330265"/>
                </a:cubicBezTo>
                <a:lnTo>
                  <a:pt x="161894" y="342593"/>
                </a:lnTo>
                <a:lnTo>
                  <a:pt x="179238" y="354920"/>
                </a:lnTo>
                <a:cubicBezTo>
                  <a:pt x="195327" y="332284"/>
                  <a:pt x="212656" y="310589"/>
                  <a:pt x="231126" y="289934"/>
                </a:cubicBezTo>
                <a:lnTo>
                  <a:pt x="215267" y="275753"/>
                </a:lnTo>
                <a:moveTo>
                  <a:pt x="116317" y="414980"/>
                </a:moveTo>
                <a:lnTo>
                  <a:pt x="97705" y="404674"/>
                </a:lnTo>
                <a:cubicBezTo>
                  <a:pt x="83550" y="430230"/>
                  <a:pt x="70779" y="456665"/>
                  <a:pt x="59496" y="483873"/>
                </a:cubicBezTo>
                <a:lnTo>
                  <a:pt x="79151" y="492022"/>
                </a:lnTo>
                <a:lnTo>
                  <a:pt x="98805" y="500173"/>
                </a:lnTo>
                <a:cubicBezTo>
                  <a:pt x="109472" y="474450"/>
                  <a:pt x="121545" y="449459"/>
                  <a:pt x="134931" y="425290"/>
                </a:cubicBezTo>
                <a:lnTo>
                  <a:pt x="116317" y="414980"/>
                </a:lnTo>
                <a:moveTo>
                  <a:pt x="50905" y="572748"/>
                </a:moveTo>
                <a:lnTo>
                  <a:pt x="30457" y="566865"/>
                </a:lnTo>
                <a:cubicBezTo>
                  <a:pt x="22411" y="594840"/>
                  <a:pt x="15881" y="623456"/>
                  <a:pt x="10961" y="652614"/>
                </a:cubicBezTo>
                <a:lnTo>
                  <a:pt x="31941" y="656155"/>
                </a:lnTo>
                <a:lnTo>
                  <a:pt x="52921" y="659695"/>
                </a:lnTo>
                <a:cubicBezTo>
                  <a:pt x="57573" y="632124"/>
                  <a:pt x="63747" y="605072"/>
                  <a:pt x="71353" y="578628"/>
                </a:cubicBezTo>
                <a:lnTo>
                  <a:pt x="50905" y="572748"/>
                </a:lnTo>
                <a:moveTo>
                  <a:pt x="22457" y="741185"/>
                </a:moveTo>
                <a:lnTo>
                  <a:pt x="1212" y="740013"/>
                </a:lnTo>
                <a:cubicBezTo>
                  <a:pt x="407" y="754566"/>
                  <a:pt x="0" y="769225"/>
                  <a:pt x="0" y="783975"/>
                </a:cubicBezTo>
                <a:lnTo>
                  <a:pt x="21277" y="783975"/>
                </a:lnTo>
                <a:lnTo>
                  <a:pt x="42554" y="783975"/>
                </a:lnTo>
                <a:cubicBezTo>
                  <a:pt x="42554" y="770009"/>
                  <a:pt x="42940" y="756134"/>
                  <a:pt x="43701" y="742361"/>
                </a:cubicBezTo>
                <a:lnTo>
                  <a:pt x="22457" y="741185"/>
                </a:lnTo>
                <a:moveTo>
                  <a:pt x="21277" y="783975"/>
                </a:moveTo>
                <a:lnTo>
                  <a:pt x="0" y="783975"/>
                </a:lnTo>
                <a:cubicBezTo>
                  <a:pt x="0" y="798727"/>
                  <a:pt x="407" y="813383"/>
                  <a:pt x="1212" y="827937"/>
                </a:cubicBezTo>
                <a:lnTo>
                  <a:pt x="22457" y="826764"/>
                </a:lnTo>
                <a:lnTo>
                  <a:pt x="43701" y="825589"/>
                </a:lnTo>
                <a:cubicBezTo>
                  <a:pt x="42940" y="811816"/>
                  <a:pt x="42554" y="797941"/>
                  <a:pt x="42554" y="783975"/>
                </a:cubicBezTo>
                <a:lnTo>
                  <a:pt x="21277" y="783975"/>
                </a:lnTo>
                <a:moveTo>
                  <a:pt x="31941" y="911795"/>
                </a:moveTo>
                <a:lnTo>
                  <a:pt x="10961" y="915335"/>
                </a:lnTo>
                <a:cubicBezTo>
                  <a:pt x="15881" y="944494"/>
                  <a:pt x="22411" y="973110"/>
                  <a:pt x="30457" y="1001084"/>
                </a:cubicBezTo>
                <a:lnTo>
                  <a:pt x="50905" y="995201"/>
                </a:lnTo>
                <a:lnTo>
                  <a:pt x="71353" y="989321"/>
                </a:lnTo>
                <a:cubicBezTo>
                  <a:pt x="63747" y="962877"/>
                  <a:pt x="57573" y="935825"/>
                  <a:pt x="52921" y="908254"/>
                </a:cubicBezTo>
                <a:lnTo>
                  <a:pt x="31941" y="911795"/>
                </a:lnTo>
                <a:moveTo>
                  <a:pt x="79151" y="1075928"/>
                </a:moveTo>
                <a:lnTo>
                  <a:pt x="59496" y="1084076"/>
                </a:lnTo>
                <a:cubicBezTo>
                  <a:pt x="70779" y="1111284"/>
                  <a:pt x="83550" y="1137720"/>
                  <a:pt x="97705" y="1163278"/>
                </a:cubicBezTo>
                <a:lnTo>
                  <a:pt x="116317" y="1152969"/>
                </a:lnTo>
                <a:lnTo>
                  <a:pt x="134931" y="1142660"/>
                </a:lnTo>
                <a:cubicBezTo>
                  <a:pt x="121545" y="1118493"/>
                  <a:pt x="109472" y="1093499"/>
                  <a:pt x="98805" y="1067776"/>
                </a:cubicBezTo>
                <a:lnTo>
                  <a:pt x="79151" y="1075928"/>
                </a:lnTo>
                <a:moveTo>
                  <a:pt x="161894" y="1225357"/>
                </a:moveTo>
                <a:lnTo>
                  <a:pt x="144553" y="1237684"/>
                </a:lnTo>
                <a:cubicBezTo>
                  <a:pt x="161564" y="1261616"/>
                  <a:pt x="179882" y="1284548"/>
                  <a:pt x="199407" y="1306381"/>
                </a:cubicBezTo>
                <a:lnTo>
                  <a:pt x="215267" y="1292200"/>
                </a:lnTo>
                <a:lnTo>
                  <a:pt x="231128" y="1278015"/>
                </a:lnTo>
                <a:cubicBezTo>
                  <a:pt x="212656" y="1257360"/>
                  <a:pt x="195327" y="1235666"/>
                  <a:pt x="179238" y="1213029"/>
                </a:cubicBezTo>
                <a:lnTo>
                  <a:pt x="161894" y="1225357"/>
                </a:lnTo>
                <a:moveTo>
                  <a:pt x="275753" y="1352683"/>
                </a:moveTo>
                <a:lnTo>
                  <a:pt x="261570" y="1368542"/>
                </a:lnTo>
                <a:cubicBezTo>
                  <a:pt x="283401" y="1388067"/>
                  <a:pt x="306335" y="1406389"/>
                  <a:pt x="330266" y="1423398"/>
                </a:cubicBezTo>
                <a:lnTo>
                  <a:pt x="342594" y="1406056"/>
                </a:lnTo>
                <a:lnTo>
                  <a:pt x="354920" y="1388715"/>
                </a:lnTo>
                <a:cubicBezTo>
                  <a:pt x="332285" y="1372622"/>
                  <a:pt x="310589" y="1355295"/>
                  <a:pt x="289936" y="1336823"/>
                </a:cubicBezTo>
                <a:lnTo>
                  <a:pt x="275753" y="1352683"/>
                </a:lnTo>
                <a:moveTo>
                  <a:pt x="414982" y="1451634"/>
                </a:moveTo>
                <a:lnTo>
                  <a:pt x="404674" y="1470245"/>
                </a:lnTo>
                <a:cubicBezTo>
                  <a:pt x="430231" y="1484401"/>
                  <a:pt x="456665" y="1497171"/>
                  <a:pt x="483873" y="1508454"/>
                </a:cubicBezTo>
                <a:lnTo>
                  <a:pt x="492023" y="1488799"/>
                </a:lnTo>
                <a:lnTo>
                  <a:pt x="500174" y="1469146"/>
                </a:lnTo>
                <a:cubicBezTo>
                  <a:pt x="474451" y="1458479"/>
                  <a:pt x="449459" y="1446404"/>
                  <a:pt x="425291" y="1433020"/>
                </a:cubicBezTo>
                <a:lnTo>
                  <a:pt x="414982" y="1451634"/>
                </a:lnTo>
                <a:moveTo>
                  <a:pt x="572748" y="1517046"/>
                </a:moveTo>
                <a:lnTo>
                  <a:pt x="566867" y="1537493"/>
                </a:lnTo>
                <a:cubicBezTo>
                  <a:pt x="594841" y="1545540"/>
                  <a:pt x="623456" y="1552070"/>
                  <a:pt x="652616" y="1556990"/>
                </a:cubicBezTo>
                <a:lnTo>
                  <a:pt x="656156" y="1536009"/>
                </a:lnTo>
                <a:lnTo>
                  <a:pt x="659695" y="1515030"/>
                </a:lnTo>
                <a:cubicBezTo>
                  <a:pt x="632125" y="1510376"/>
                  <a:pt x="605074" y="1504204"/>
                  <a:pt x="578629" y="1496598"/>
                </a:cubicBezTo>
                <a:lnTo>
                  <a:pt x="572748" y="1517046"/>
                </a:lnTo>
                <a:moveTo>
                  <a:pt x="741187" y="1545494"/>
                </a:moveTo>
                <a:lnTo>
                  <a:pt x="740013" y="1566737"/>
                </a:lnTo>
                <a:cubicBezTo>
                  <a:pt x="754566" y="1567543"/>
                  <a:pt x="769225" y="1567949"/>
                  <a:pt x="783976" y="1567949"/>
                </a:cubicBezTo>
                <a:lnTo>
                  <a:pt x="783976" y="1546673"/>
                </a:lnTo>
                <a:lnTo>
                  <a:pt x="783976" y="1525396"/>
                </a:lnTo>
                <a:cubicBezTo>
                  <a:pt x="770009" y="1525396"/>
                  <a:pt x="756134" y="1525010"/>
                  <a:pt x="742362" y="1524249"/>
                </a:cubicBezTo>
                <a:lnTo>
                  <a:pt x="741187" y="1545494"/>
                </a:lnTo>
                <a:moveTo>
                  <a:pt x="783976" y="1546673"/>
                </a:moveTo>
                <a:lnTo>
                  <a:pt x="783976" y="1567949"/>
                </a:lnTo>
                <a:cubicBezTo>
                  <a:pt x="798727" y="1567949"/>
                  <a:pt x="813384" y="1567543"/>
                  <a:pt x="827938" y="1566737"/>
                </a:cubicBezTo>
                <a:lnTo>
                  <a:pt x="826764" y="1545494"/>
                </a:lnTo>
                <a:lnTo>
                  <a:pt x="825589" y="1524249"/>
                </a:lnTo>
                <a:cubicBezTo>
                  <a:pt x="811817" y="1525010"/>
                  <a:pt x="797942" y="1525396"/>
                  <a:pt x="783976" y="1525396"/>
                </a:cubicBezTo>
                <a:lnTo>
                  <a:pt x="783976" y="1546673"/>
                </a:lnTo>
                <a:moveTo>
                  <a:pt x="911795" y="1536009"/>
                </a:moveTo>
                <a:lnTo>
                  <a:pt x="915335" y="1556990"/>
                </a:lnTo>
                <a:cubicBezTo>
                  <a:pt x="944495" y="1552070"/>
                  <a:pt x="973110" y="1545540"/>
                  <a:pt x="1001084" y="1537493"/>
                </a:cubicBezTo>
                <a:lnTo>
                  <a:pt x="995203" y="1517046"/>
                </a:lnTo>
                <a:lnTo>
                  <a:pt x="989321" y="1496598"/>
                </a:lnTo>
                <a:cubicBezTo>
                  <a:pt x="962879" y="1504204"/>
                  <a:pt x="935825" y="1510376"/>
                  <a:pt x="908256" y="1515030"/>
                </a:cubicBezTo>
                <a:lnTo>
                  <a:pt x="911795" y="1536009"/>
                </a:lnTo>
                <a:moveTo>
                  <a:pt x="1075928" y="1488799"/>
                </a:moveTo>
                <a:lnTo>
                  <a:pt x="1084078" y="1508454"/>
                </a:lnTo>
                <a:cubicBezTo>
                  <a:pt x="1111285" y="1497171"/>
                  <a:pt x="1137720" y="1484401"/>
                  <a:pt x="1163278" y="1470245"/>
                </a:cubicBezTo>
                <a:lnTo>
                  <a:pt x="1152969" y="1451634"/>
                </a:lnTo>
                <a:lnTo>
                  <a:pt x="1142660" y="1433020"/>
                </a:lnTo>
                <a:cubicBezTo>
                  <a:pt x="1118491" y="1446404"/>
                  <a:pt x="1093499" y="1458479"/>
                  <a:pt x="1067776" y="1469146"/>
                </a:cubicBezTo>
                <a:lnTo>
                  <a:pt x="1075928" y="1488799"/>
                </a:lnTo>
                <a:moveTo>
                  <a:pt x="1225357" y="1406056"/>
                </a:moveTo>
                <a:lnTo>
                  <a:pt x="1237684" y="1423398"/>
                </a:lnTo>
                <a:cubicBezTo>
                  <a:pt x="1261616" y="1406389"/>
                  <a:pt x="1284549" y="1388067"/>
                  <a:pt x="1306383" y="1368542"/>
                </a:cubicBezTo>
                <a:lnTo>
                  <a:pt x="1292200" y="1352683"/>
                </a:lnTo>
                <a:lnTo>
                  <a:pt x="1278016" y="1336823"/>
                </a:lnTo>
                <a:cubicBezTo>
                  <a:pt x="1257361" y="1355295"/>
                  <a:pt x="1235666" y="1372622"/>
                  <a:pt x="1213030" y="1388715"/>
                </a:cubicBezTo>
                <a:lnTo>
                  <a:pt x="1225357" y="1406056"/>
                </a:lnTo>
                <a:moveTo>
                  <a:pt x="1352684" y="1292200"/>
                </a:moveTo>
                <a:lnTo>
                  <a:pt x="1368544" y="1306381"/>
                </a:lnTo>
                <a:cubicBezTo>
                  <a:pt x="1388069" y="1284548"/>
                  <a:pt x="1406389" y="1261616"/>
                  <a:pt x="1423398" y="1237684"/>
                </a:cubicBezTo>
                <a:lnTo>
                  <a:pt x="1406056" y="1225357"/>
                </a:lnTo>
                <a:lnTo>
                  <a:pt x="1388713" y="1213029"/>
                </a:lnTo>
                <a:cubicBezTo>
                  <a:pt x="1372624" y="1235666"/>
                  <a:pt x="1355295" y="1257360"/>
                  <a:pt x="1336824" y="1278015"/>
                </a:cubicBezTo>
                <a:lnTo>
                  <a:pt x="1352684" y="1292200"/>
                </a:lnTo>
                <a:moveTo>
                  <a:pt x="1451634" y="1152969"/>
                </a:moveTo>
                <a:lnTo>
                  <a:pt x="1470246" y="1163278"/>
                </a:lnTo>
                <a:cubicBezTo>
                  <a:pt x="1484402" y="1137720"/>
                  <a:pt x="1497171" y="1111284"/>
                  <a:pt x="1508454" y="1084076"/>
                </a:cubicBezTo>
                <a:lnTo>
                  <a:pt x="1488800" y="1075928"/>
                </a:lnTo>
                <a:lnTo>
                  <a:pt x="1469146" y="1067776"/>
                </a:lnTo>
                <a:cubicBezTo>
                  <a:pt x="1458479" y="1093499"/>
                  <a:pt x="1446405" y="1118490"/>
                  <a:pt x="1433020" y="1142660"/>
                </a:cubicBezTo>
                <a:lnTo>
                  <a:pt x="1451634" y="1152969"/>
                </a:lnTo>
                <a:moveTo>
                  <a:pt x="1517046" y="995201"/>
                </a:moveTo>
                <a:lnTo>
                  <a:pt x="1537495" y="1001084"/>
                </a:lnTo>
                <a:cubicBezTo>
                  <a:pt x="1545541" y="973110"/>
                  <a:pt x="1552071" y="944494"/>
                  <a:pt x="1556992" y="915335"/>
                </a:cubicBezTo>
                <a:lnTo>
                  <a:pt x="1536010" y="911795"/>
                </a:lnTo>
                <a:lnTo>
                  <a:pt x="1515030" y="908254"/>
                </a:lnTo>
                <a:cubicBezTo>
                  <a:pt x="1510378" y="935825"/>
                  <a:pt x="1504204" y="962877"/>
                  <a:pt x="1496598" y="989321"/>
                </a:cubicBezTo>
                <a:lnTo>
                  <a:pt x="1517046" y="995201"/>
                </a:lnTo>
                <a:moveTo>
                  <a:pt x="1545494" y="826764"/>
                </a:moveTo>
                <a:lnTo>
                  <a:pt x="1566738" y="827937"/>
                </a:lnTo>
                <a:cubicBezTo>
                  <a:pt x="1567543" y="813383"/>
                  <a:pt x="1567951" y="798727"/>
                  <a:pt x="1567951" y="783975"/>
                </a:cubicBezTo>
                <a:lnTo>
                  <a:pt x="1546674" y="783975"/>
                </a:lnTo>
                <a:lnTo>
                  <a:pt x="1525397" y="783975"/>
                </a:lnTo>
                <a:cubicBezTo>
                  <a:pt x="1525397" y="797941"/>
                  <a:pt x="1525011" y="811816"/>
                  <a:pt x="1524250" y="825589"/>
                </a:cubicBezTo>
                <a:lnTo>
                  <a:pt x="1545494" y="8267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A804F8C4-42A1-4ADA-81C2-5B2905FE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435" y="1434241"/>
            <a:ext cx="1525397" cy="1525396"/>
          </a:xfrm>
          <a:custGeom xmlns:a="http://schemas.openxmlformats.org/drawingml/2006/main">
            <a:pathLst>
              <a:path w="1525397" h="1525396">
                <a:moveTo>
                  <a:pt x="1525397" y="762698"/>
                </a:moveTo>
                <a:cubicBezTo>
                  <a:pt x="1525397" y="1183925"/>
                  <a:pt x="1183926" y="1525396"/>
                  <a:pt x="762699" y="1525396"/>
                </a:cubicBezTo>
                <a:cubicBezTo>
                  <a:pt x="341471" y="1525396"/>
                  <a:pt x="0" y="1183925"/>
                  <a:pt x="0" y="762698"/>
                </a:cubicBezTo>
                <a:cubicBezTo>
                  <a:pt x="0" y="341471"/>
                  <a:pt x="341471" y="0"/>
                  <a:pt x="762699" y="0"/>
                </a:cubicBezTo>
                <a:cubicBezTo>
                  <a:pt x="1183926" y="0"/>
                  <a:pt x="1525397" y="341471"/>
                  <a:pt x="1525397" y="76269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EEAB0AB0-C22B-48B2-BDB3-922AA539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463" y="1410948"/>
            <a:ext cx="1567952" cy="1567952"/>
          </a:xfrm>
          <a:custGeom xmlns:a="http://schemas.openxmlformats.org/drawingml/2006/main">
            <a:pathLst>
              <a:path w="1567952" h="1567952">
                <a:moveTo>
                  <a:pt x="783962" y="21277"/>
                </a:moveTo>
                <a:lnTo>
                  <a:pt x="783962" y="10638"/>
                </a:lnTo>
                <a:cubicBezTo>
                  <a:pt x="769407" y="10638"/>
                  <a:pt x="754944" y="11042"/>
                  <a:pt x="740586" y="11837"/>
                </a:cubicBezTo>
                <a:lnTo>
                  <a:pt x="741173" y="22458"/>
                </a:lnTo>
                <a:lnTo>
                  <a:pt x="741760" y="33079"/>
                </a:lnTo>
                <a:cubicBezTo>
                  <a:pt x="755729" y="32307"/>
                  <a:pt x="769799" y="31915"/>
                  <a:pt x="783962" y="31915"/>
                </a:cubicBezTo>
                <a:lnTo>
                  <a:pt x="783962" y="21277"/>
                </a:lnTo>
                <a:moveTo>
                  <a:pt x="656142" y="31944"/>
                </a:moveTo>
                <a:lnTo>
                  <a:pt x="654372" y="21453"/>
                </a:lnTo>
                <a:cubicBezTo>
                  <a:pt x="625609" y="26308"/>
                  <a:pt x="597385" y="32750"/>
                  <a:pt x="569794" y="40685"/>
                </a:cubicBezTo>
                <a:lnTo>
                  <a:pt x="572734" y="50909"/>
                </a:lnTo>
                <a:lnTo>
                  <a:pt x="575675" y="61133"/>
                </a:lnTo>
                <a:cubicBezTo>
                  <a:pt x="602501" y="53416"/>
                  <a:pt x="629943" y="47153"/>
                  <a:pt x="657912" y="42434"/>
                </a:cubicBezTo>
                <a:lnTo>
                  <a:pt x="656142" y="31944"/>
                </a:lnTo>
                <a:moveTo>
                  <a:pt x="492010" y="79156"/>
                </a:moveTo>
                <a:lnTo>
                  <a:pt x="487936" y="69330"/>
                </a:lnTo>
                <a:cubicBezTo>
                  <a:pt x="461099" y="80460"/>
                  <a:pt x="435025" y="93054"/>
                  <a:pt x="409816" y="107020"/>
                </a:cubicBezTo>
                <a:lnTo>
                  <a:pt x="414971" y="116324"/>
                </a:lnTo>
                <a:lnTo>
                  <a:pt x="420125" y="125631"/>
                </a:lnTo>
                <a:cubicBezTo>
                  <a:pt x="444640" y="112054"/>
                  <a:pt x="469992" y="99806"/>
                  <a:pt x="496086" y="88983"/>
                </a:cubicBezTo>
                <a:lnTo>
                  <a:pt x="492010" y="79156"/>
                </a:lnTo>
                <a:moveTo>
                  <a:pt x="342583" y="161904"/>
                </a:moveTo>
                <a:lnTo>
                  <a:pt x="336419" y="153233"/>
                </a:lnTo>
                <a:cubicBezTo>
                  <a:pt x="312813" y="170013"/>
                  <a:pt x="290188" y="188087"/>
                  <a:pt x="268650" y="207348"/>
                </a:cubicBezTo>
                <a:lnTo>
                  <a:pt x="275741" y="215278"/>
                </a:lnTo>
                <a:lnTo>
                  <a:pt x="282834" y="223208"/>
                </a:lnTo>
                <a:cubicBezTo>
                  <a:pt x="303782" y="204472"/>
                  <a:pt x="325786" y="186895"/>
                  <a:pt x="348747" y="170575"/>
                </a:cubicBezTo>
                <a:lnTo>
                  <a:pt x="342583" y="161904"/>
                </a:lnTo>
                <a:moveTo>
                  <a:pt x="215258" y="275764"/>
                </a:moveTo>
                <a:lnTo>
                  <a:pt x="207328" y="268672"/>
                </a:lnTo>
                <a:cubicBezTo>
                  <a:pt x="188067" y="290210"/>
                  <a:pt x="169996" y="312835"/>
                  <a:pt x="153216" y="336443"/>
                </a:cubicBezTo>
                <a:lnTo>
                  <a:pt x="161887" y="342607"/>
                </a:lnTo>
                <a:lnTo>
                  <a:pt x="170558" y="348771"/>
                </a:lnTo>
                <a:cubicBezTo>
                  <a:pt x="186878" y="325810"/>
                  <a:pt x="204455" y="303804"/>
                  <a:pt x="223188" y="282856"/>
                </a:cubicBezTo>
                <a:lnTo>
                  <a:pt x="215258" y="275764"/>
                </a:lnTo>
                <a:moveTo>
                  <a:pt x="116311" y="414995"/>
                </a:moveTo>
                <a:lnTo>
                  <a:pt x="107004" y="409842"/>
                </a:lnTo>
                <a:cubicBezTo>
                  <a:pt x="93043" y="435053"/>
                  <a:pt x="80447" y="461126"/>
                  <a:pt x="69319" y="487962"/>
                </a:cubicBezTo>
                <a:lnTo>
                  <a:pt x="79146" y="492039"/>
                </a:lnTo>
                <a:lnTo>
                  <a:pt x="88973" y="496113"/>
                </a:lnTo>
                <a:cubicBezTo>
                  <a:pt x="99793" y="470018"/>
                  <a:pt x="112041" y="444667"/>
                  <a:pt x="125618" y="420151"/>
                </a:cubicBezTo>
                <a:lnTo>
                  <a:pt x="116311" y="414995"/>
                </a:lnTo>
                <a:moveTo>
                  <a:pt x="50901" y="572762"/>
                </a:moveTo>
                <a:lnTo>
                  <a:pt x="40677" y="569821"/>
                </a:lnTo>
                <a:cubicBezTo>
                  <a:pt x="32741" y="597415"/>
                  <a:pt x="26302" y="625639"/>
                  <a:pt x="21449" y="654400"/>
                </a:cubicBezTo>
                <a:lnTo>
                  <a:pt x="31939" y="656172"/>
                </a:lnTo>
                <a:lnTo>
                  <a:pt x="42429" y="657941"/>
                </a:lnTo>
                <a:cubicBezTo>
                  <a:pt x="47147" y="629972"/>
                  <a:pt x="53411" y="602531"/>
                  <a:pt x="61126" y="575704"/>
                </a:cubicBezTo>
                <a:lnTo>
                  <a:pt x="50901" y="572762"/>
                </a:lnTo>
                <a:moveTo>
                  <a:pt x="22457" y="741202"/>
                </a:moveTo>
                <a:lnTo>
                  <a:pt x="11835" y="740615"/>
                </a:lnTo>
                <a:cubicBezTo>
                  <a:pt x="11042" y="754975"/>
                  <a:pt x="10638" y="769435"/>
                  <a:pt x="10640" y="783992"/>
                </a:cubicBezTo>
                <a:lnTo>
                  <a:pt x="21278" y="783992"/>
                </a:lnTo>
                <a:lnTo>
                  <a:pt x="31917" y="783992"/>
                </a:lnTo>
                <a:cubicBezTo>
                  <a:pt x="31917" y="769827"/>
                  <a:pt x="32307" y="755756"/>
                  <a:pt x="33079" y="741790"/>
                </a:cubicBezTo>
                <a:lnTo>
                  <a:pt x="22457" y="741202"/>
                </a:lnTo>
                <a:moveTo>
                  <a:pt x="21278" y="783992"/>
                </a:moveTo>
                <a:lnTo>
                  <a:pt x="10640" y="783992"/>
                </a:lnTo>
                <a:cubicBezTo>
                  <a:pt x="10640" y="798545"/>
                  <a:pt x="11042" y="813008"/>
                  <a:pt x="11837" y="827366"/>
                </a:cubicBezTo>
                <a:lnTo>
                  <a:pt x="22459" y="826778"/>
                </a:lnTo>
                <a:lnTo>
                  <a:pt x="33081" y="826190"/>
                </a:lnTo>
                <a:cubicBezTo>
                  <a:pt x="32308" y="812225"/>
                  <a:pt x="31917" y="798154"/>
                  <a:pt x="31917" y="783992"/>
                </a:cubicBezTo>
                <a:lnTo>
                  <a:pt x="21278" y="783992"/>
                </a:lnTo>
                <a:moveTo>
                  <a:pt x="31944" y="911812"/>
                </a:moveTo>
                <a:lnTo>
                  <a:pt x="21454" y="913580"/>
                </a:lnTo>
                <a:cubicBezTo>
                  <a:pt x="26308" y="942344"/>
                  <a:pt x="32750" y="970566"/>
                  <a:pt x="40685" y="998160"/>
                </a:cubicBezTo>
                <a:lnTo>
                  <a:pt x="50909" y="995218"/>
                </a:lnTo>
                <a:lnTo>
                  <a:pt x="61135" y="992277"/>
                </a:lnTo>
                <a:cubicBezTo>
                  <a:pt x="53418" y="965449"/>
                  <a:pt x="47155" y="938009"/>
                  <a:pt x="42434" y="910040"/>
                </a:cubicBezTo>
                <a:lnTo>
                  <a:pt x="31944" y="911812"/>
                </a:lnTo>
                <a:moveTo>
                  <a:pt x="79158" y="1075942"/>
                </a:moveTo>
                <a:lnTo>
                  <a:pt x="69331" y="1080016"/>
                </a:lnTo>
                <a:cubicBezTo>
                  <a:pt x="80460" y="1106852"/>
                  <a:pt x="93057" y="1132927"/>
                  <a:pt x="107020" y="1158136"/>
                </a:cubicBezTo>
                <a:lnTo>
                  <a:pt x="116326" y="1152983"/>
                </a:lnTo>
                <a:lnTo>
                  <a:pt x="125632" y="1147827"/>
                </a:lnTo>
                <a:cubicBezTo>
                  <a:pt x="112054" y="1123314"/>
                  <a:pt x="99806" y="1097960"/>
                  <a:pt x="88984" y="1071868"/>
                </a:cubicBezTo>
                <a:lnTo>
                  <a:pt x="79158" y="1075942"/>
                </a:lnTo>
                <a:moveTo>
                  <a:pt x="161904" y="1225371"/>
                </a:moveTo>
                <a:lnTo>
                  <a:pt x="153233" y="1231535"/>
                </a:lnTo>
                <a:cubicBezTo>
                  <a:pt x="170014" y="1255140"/>
                  <a:pt x="188087" y="1277765"/>
                  <a:pt x="207348" y="1299303"/>
                </a:cubicBezTo>
                <a:lnTo>
                  <a:pt x="215278" y="1292211"/>
                </a:lnTo>
                <a:lnTo>
                  <a:pt x="223208" y="1285119"/>
                </a:lnTo>
                <a:cubicBezTo>
                  <a:pt x="204474" y="1264171"/>
                  <a:pt x="186896" y="1242165"/>
                  <a:pt x="170575" y="1219207"/>
                </a:cubicBezTo>
                <a:lnTo>
                  <a:pt x="161904" y="1225371"/>
                </a:lnTo>
                <a:moveTo>
                  <a:pt x="275764" y="1352694"/>
                </a:moveTo>
                <a:lnTo>
                  <a:pt x="268673" y="1360624"/>
                </a:lnTo>
                <a:cubicBezTo>
                  <a:pt x="290211" y="1379885"/>
                  <a:pt x="312837" y="1397956"/>
                  <a:pt x="336444" y="1414736"/>
                </a:cubicBezTo>
                <a:lnTo>
                  <a:pt x="342607" y="1406065"/>
                </a:lnTo>
                <a:lnTo>
                  <a:pt x="348771" y="1397394"/>
                </a:lnTo>
                <a:cubicBezTo>
                  <a:pt x="325810" y="1381074"/>
                  <a:pt x="303805" y="1363497"/>
                  <a:pt x="282856" y="1344764"/>
                </a:cubicBezTo>
                <a:lnTo>
                  <a:pt x="275764" y="1352694"/>
                </a:lnTo>
                <a:moveTo>
                  <a:pt x="414997" y="1451642"/>
                </a:moveTo>
                <a:lnTo>
                  <a:pt x="409843" y="1460946"/>
                </a:lnTo>
                <a:cubicBezTo>
                  <a:pt x="435053" y="1474909"/>
                  <a:pt x="461127" y="1487504"/>
                  <a:pt x="487964" y="1498634"/>
                </a:cubicBezTo>
                <a:lnTo>
                  <a:pt x="492039" y="1488807"/>
                </a:lnTo>
                <a:lnTo>
                  <a:pt x="496114" y="1478978"/>
                </a:lnTo>
                <a:cubicBezTo>
                  <a:pt x="470021" y="1468158"/>
                  <a:pt x="444667" y="1455912"/>
                  <a:pt x="420151" y="1442335"/>
                </a:cubicBezTo>
                <a:lnTo>
                  <a:pt x="414997" y="1451642"/>
                </a:lnTo>
                <a:moveTo>
                  <a:pt x="572764" y="1517051"/>
                </a:moveTo>
                <a:lnTo>
                  <a:pt x="569824" y="1527275"/>
                </a:lnTo>
                <a:cubicBezTo>
                  <a:pt x="597415" y="1535211"/>
                  <a:pt x="625639" y="1541650"/>
                  <a:pt x="654402" y="1546502"/>
                </a:cubicBezTo>
                <a:lnTo>
                  <a:pt x="656172" y="1536014"/>
                </a:lnTo>
                <a:lnTo>
                  <a:pt x="657942" y="1525523"/>
                </a:lnTo>
                <a:cubicBezTo>
                  <a:pt x="629973" y="1520805"/>
                  <a:pt x="602531" y="1514542"/>
                  <a:pt x="575704" y="1506827"/>
                </a:cubicBezTo>
                <a:lnTo>
                  <a:pt x="572764" y="1517051"/>
                </a:lnTo>
                <a:moveTo>
                  <a:pt x="741204" y="1545494"/>
                </a:moveTo>
                <a:lnTo>
                  <a:pt x="740616" y="1556119"/>
                </a:lnTo>
                <a:cubicBezTo>
                  <a:pt x="754975" y="1556911"/>
                  <a:pt x="769437" y="1557314"/>
                  <a:pt x="783992" y="1557314"/>
                </a:cubicBezTo>
                <a:lnTo>
                  <a:pt x="783992" y="1546675"/>
                </a:lnTo>
                <a:lnTo>
                  <a:pt x="783992" y="1536037"/>
                </a:lnTo>
                <a:cubicBezTo>
                  <a:pt x="769828" y="1536037"/>
                  <a:pt x="755759" y="1535645"/>
                  <a:pt x="741790" y="1534873"/>
                </a:cubicBezTo>
                <a:lnTo>
                  <a:pt x="741204" y="1545494"/>
                </a:lnTo>
                <a:moveTo>
                  <a:pt x="783992" y="1546675"/>
                </a:moveTo>
                <a:lnTo>
                  <a:pt x="783992" y="1557314"/>
                </a:lnTo>
                <a:cubicBezTo>
                  <a:pt x="798547" y="1557314"/>
                  <a:pt x="813010" y="1556911"/>
                  <a:pt x="827367" y="1556116"/>
                </a:cubicBezTo>
                <a:lnTo>
                  <a:pt x="826781" y="1545494"/>
                </a:lnTo>
                <a:lnTo>
                  <a:pt x="826193" y="1534870"/>
                </a:lnTo>
                <a:cubicBezTo>
                  <a:pt x="812225" y="1535645"/>
                  <a:pt x="798155" y="1536037"/>
                  <a:pt x="783992" y="1536037"/>
                </a:cubicBezTo>
                <a:lnTo>
                  <a:pt x="783992" y="1546675"/>
                </a:lnTo>
                <a:moveTo>
                  <a:pt x="911812" y="1536009"/>
                </a:moveTo>
                <a:lnTo>
                  <a:pt x="913582" y="1546499"/>
                </a:lnTo>
                <a:cubicBezTo>
                  <a:pt x="942344" y="1541644"/>
                  <a:pt x="970569" y="1535202"/>
                  <a:pt x="998160" y="1527267"/>
                </a:cubicBezTo>
                <a:lnTo>
                  <a:pt x="995220" y="1517043"/>
                </a:lnTo>
                <a:lnTo>
                  <a:pt x="992278" y="1506819"/>
                </a:lnTo>
                <a:cubicBezTo>
                  <a:pt x="965452" y="1514536"/>
                  <a:pt x="938009" y="1520799"/>
                  <a:pt x="910041" y="1525518"/>
                </a:cubicBezTo>
                <a:lnTo>
                  <a:pt x="911812" y="1536009"/>
                </a:lnTo>
                <a:moveTo>
                  <a:pt x="1075943" y="1488796"/>
                </a:moveTo>
                <a:lnTo>
                  <a:pt x="1080018" y="1498622"/>
                </a:lnTo>
                <a:cubicBezTo>
                  <a:pt x="1106855" y="1487493"/>
                  <a:pt x="1132927" y="1474895"/>
                  <a:pt x="1158138" y="1460932"/>
                </a:cubicBezTo>
                <a:lnTo>
                  <a:pt x="1152983" y="1451625"/>
                </a:lnTo>
                <a:lnTo>
                  <a:pt x="1147829" y="1442321"/>
                </a:lnTo>
                <a:cubicBezTo>
                  <a:pt x="1123314" y="1455898"/>
                  <a:pt x="1097961" y="1468146"/>
                  <a:pt x="1071868" y="1478967"/>
                </a:cubicBezTo>
                <a:lnTo>
                  <a:pt x="1075943" y="1488796"/>
                </a:lnTo>
                <a:moveTo>
                  <a:pt x="1225371" y="1406048"/>
                </a:moveTo>
                <a:lnTo>
                  <a:pt x="1231535" y="1414719"/>
                </a:lnTo>
                <a:cubicBezTo>
                  <a:pt x="1255141" y="1397939"/>
                  <a:pt x="1277765" y="1379865"/>
                  <a:pt x="1299303" y="1360604"/>
                </a:cubicBezTo>
                <a:lnTo>
                  <a:pt x="1292212" y="1352674"/>
                </a:lnTo>
                <a:lnTo>
                  <a:pt x="1285120" y="1344744"/>
                </a:lnTo>
                <a:cubicBezTo>
                  <a:pt x="1264171" y="1363477"/>
                  <a:pt x="1242167" y="1381057"/>
                  <a:pt x="1219207" y="1397377"/>
                </a:cubicBezTo>
                <a:lnTo>
                  <a:pt x="1225371" y="1406048"/>
                </a:lnTo>
                <a:moveTo>
                  <a:pt x="1352695" y="1292188"/>
                </a:moveTo>
                <a:lnTo>
                  <a:pt x="1360625" y="1299280"/>
                </a:lnTo>
                <a:cubicBezTo>
                  <a:pt x="1379886" y="1277740"/>
                  <a:pt x="1397958" y="1255117"/>
                  <a:pt x="1414737" y="1231509"/>
                </a:cubicBezTo>
                <a:lnTo>
                  <a:pt x="1406066" y="1225345"/>
                </a:lnTo>
                <a:lnTo>
                  <a:pt x="1397395" y="1219181"/>
                </a:lnTo>
                <a:cubicBezTo>
                  <a:pt x="1381076" y="1242142"/>
                  <a:pt x="1363498" y="1264146"/>
                  <a:pt x="1344766" y="1285096"/>
                </a:cubicBezTo>
                <a:lnTo>
                  <a:pt x="1352695" y="1292188"/>
                </a:lnTo>
                <a:moveTo>
                  <a:pt x="1451642" y="1152955"/>
                </a:moveTo>
                <a:lnTo>
                  <a:pt x="1460949" y="1158111"/>
                </a:lnTo>
                <a:cubicBezTo>
                  <a:pt x="1474911" y="1132899"/>
                  <a:pt x="1487507" y="1106827"/>
                  <a:pt x="1498635" y="1079988"/>
                </a:cubicBezTo>
                <a:lnTo>
                  <a:pt x="1488807" y="1075914"/>
                </a:lnTo>
                <a:lnTo>
                  <a:pt x="1478981" y="1071839"/>
                </a:lnTo>
                <a:cubicBezTo>
                  <a:pt x="1468161" y="1097931"/>
                  <a:pt x="1455912" y="1123285"/>
                  <a:pt x="1442335" y="1147802"/>
                </a:cubicBezTo>
                <a:lnTo>
                  <a:pt x="1451642" y="1152955"/>
                </a:lnTo>
                <a:moveTo>
                  <a:pt x="1517051" y="995190"/>
                </a:moveTo>
                <a:lnTo>
                  <a:pt x="1527275" y="998128"/>
                </a:lnTo>
                <a:cubicBezTo>
                  <a:pt x="1535211" y="970537"/>
                  <a:pt x="1541651" y="942313"/>
                  <a:pt x="1546505" y="913549"/>
                </a:cubicBezTo>
                <a:lnTo>
                  <a:pt x="1536014" y="911780"/>
                </a:lnTo>
                <a:lnTo>
                  <a:pt x="1525523" y="910012"/>
                </a:lnTo>
                <a:cubicBezTo>
                  <a:pt x="1520806" y="937978"/>
                  <a:pt x="1514543" y="965421"/>
                  <a:pt x="1506827" y="992249"/>
                </a:cubicBezTo>
                <a:lnTo>
                  <a:pt x="1517051" y="995190"/>
                </a:lnTo>
                <a:moveTo>
                  <a:pt x="1545496" y="826750"/>
                </a:moveTo>
                <a:lnTo>
                  <a:pt x="1556119" y="827338"/>
                </a:lnTo>
                <a:cubicBezTo>
                  <a:pt x="1556912" y="812977"/>
                  <a:pt x="1557314" y="798514"/>
                  <a:pt x="1557314" y="783960"/>
                </a:cubicBezTo>
                <a:lnTo>
                  <a:pt x="1546675" y="783960"/>
                </a:lnTo>
                <a:lnTo>
                  <a:pt x="1536037" y="783960"/>
                </a:lnTo>
                <a:cubicBezTo>
                  <a:pt x="1536037" y="798122"/>
                  <a:pt x="1535647" y="812193"/>
                  <a:pt x="1534874" y="826162"/>
                </a:cubicBezTo>
                <a:lnTo>
                  <a:pt x="1545496" y="826750"/>
                </a:lnTo>
                <a:moveTo>
                  <a:pt x="1546675" y="783960"/>
                </a:moveTo>
                <a:lnTo>
                  <a:pt x="1557314" y="783960"/>
                </a:lnTo>
                <a:cubicBezTo>
                  <a:pt x="1557314" y="769404"/>
                  <a:pt x="1556911" y="754944"/>
                  <a:pt x="1556117" y="740583"/>
                </a:cubicBezTo>
                <a:lnTo>
                  <a:pt x="1545494" y="741171"/>
                </a:lnTo>
                <a:lnTo>
                  <a:pt x="1534873" y="741759"/>
                </a:lnTo>
                <a:cubicBezTo>
                  <a:pt x="1535645" y="755728"/>
                  <a:pt x="1536037" y="769799"/>
                  <a:pt x="1536037" y="783960"/>
                </a:cubicBezTo>
                <a:lnTo>
                  <a:pt x="1546675" y="783960"/>
                </a:lnTo>
                <a:moveTo>
                  <a:pt x="1536009" y="656141"/>
                </a:moveTo>
                <a:lnTo>
                  <a:pt x="1546499" y="654372"/>
                </a:lnTo>
                <a:cubicBezTo>
                  <a:pt x="1541646" y="625608"/>
                  <a:pt x="1535204" y="597384"/>
                  <a:pt x="1527267" y="569793"/>
                </a:cubicBezTo>
                <a:lnTo>
                  <a:pt x="1517043" y="572734"/>
                </a:lnTo>
                <a:lnTo>
                  <a:pt x="1506819" y="575675"/>
                </a:lnTo>
                <a:cubicBezTo>
                  <a:pt x="1514536" y="602500"/>
                  <a:pt x="1520799" y="629943"/>
                  <a:pt x="1525519" y="657912"/>
                </a:cubicBezTo>
                <a:lnTo>
                  <a:pt x="1536009" y="656141"/>
                </a:lnTo>
                <a:moveTo>
                  <a:pt x="1488796" y="492010"/>
                </a:moveTo>
                <a:lnTo>
                  <a:pt x="1498622" y="487933"/>
                </a:lnTo>
                <a:cubicBezTo>
                  <a:pt x="1487493" y="461097"/>
                  <a:pt x="1474897" y="435025"/>
                  <a:pt x="1460934" y="409816"/>
                </a:cubicBezTo>
                <a:lnTo>
                  <a:pt x="1451627" y="414969"/>
                </a:lnTo>
                <a:lnTo>
                  <a:pt x="1442321" y="420122"/>
                </a:lnTo>
                <a:cubicBezTo>
                  <a:pt x="1455900" y="444639"/>
                  <a:pt x="1468148" y="469992"/>
                  <a:pt x="1478968" y="496085"/>
                </a:cubicBezTo>
                <a:lnTo>
                  <a:pt x="1488796" y="492010"/>
                </a:lnTo>
                <a:moveTo>
                  <a:pt x="1406049" y="342581"/>
                </a:moveTo>
                <a:lnTo>
                  <a:pt x="1414720" y="336417"/>
                </a:lnTo>
                <a:cubicBezTo>
                  <a:pt x="1397939" y="312810"/>
                  <a:pt x="1379866" y="290187"/>
                  <a:pt x="1360605" y="268649"/>
                </a:cubicBezTo>
                <a:lnTo>
                  <a:pt x="1352676" y="275741"/>
                </a:lnTo>
                <a:lnTo>
                  <a:pt x="1344746" y="282834"/>
                </a:lnTo>
                <a:cubicBezTo>
                  <a:pt x="1363480" y="303781"/>
                  <a:pt x="1381057" y="325785"/>
                  <a:pt x="1397377" y="348745"/>
                </a:cubicBezTo>
                <a:lnTo>
                  <a:pt x="1406049" y="342581"/>
                </a:lnTo>
                <a:moveTo>
                  <a:pt x="1292188" y="215258"/>
                </a:moveTo>
                <a:lnTo>
                  <a:pt x="1299280" y="207326"/>
                </a:lnTo>
                <a:cubicBezTo>
                  <a:pt x="1277742" y="188067"/>
                  <a:pt x="1255117" y="169996"/>
                  <a:pt x="1231509" y="153214"/>
                </a:cubicBezTo>
                <a:lnTo>
                  <a:pt x="1225345" y="161887"/>
                </a:lnTo>
                <a:lnTo>
                  <a:pt x="1219183" y="170558"/>
                </a:lnTo>
                <a:cubicBezTo>
                  <a:pt x="1242143" y="186878"/>
                  <a:pt x="1264148" y="204452"/>
                  <a:pt x="1285097" y="223188"/>
                </a:cubicBezTo>
                <a:lnTo>
                  <a:pt x="1292188" y="215258"/>
                </a:lnTo>
                <a:moveTo>
                  <a:pt x="1152956" y="116310"/>
                </a:moveTo>
                <a:lnTo>
                  <a:pt x="1158111" y="107003"/>
                </a:lnTo>
                <a:cubicBezTo>
                  <a:pt x="1132900" y="93043"/>
                  <a:pt x="1106827" y="80445"/>
                  <a:pt x="1079989" y="69319"/>
                </a:cubicBezTo>
                <a:lnTo>
                  <a:pt x="1075915" y="79145"/>
                </a:lnTo>
                <a:lnTo>
                  <a:pt x="1071839" y="88971"/>
                </a:lnTo>
                <a:cubicBezTo>
                  <a:pt x="1097933" y="99792"/>
                  <a:pt x="1123287" y="112040"/>
                  <a:pt x="1147803" y="125617"/>
                </a:cubicBezTo>
                <a:lnTo>
                  <a:pt x="1152956" y="116310"/>
                </a:lnTo>
                <a:moveTo>
                  <a:pt x="995190" y="50901"/>
                </a:moveTo>
                <a:lnTo>
                  <a:pt x="998130" y="40677"/>
                </a:lnTo>
                <a:cubicBezTo>
                  <a:pt x="970537" y="32741"/>
                  <a:pt x="942314" y="26299"/>
                  <a:pt x="913551" y="21447"/>
                </a:cubicBezTo>
                <a:lnTo>
                  <a:pt x="911782" y="31938"/>
                </a:lnTo>
                <a:lnTo>
                  <a:pt x="910012" y="42429"/>
                </a:lnTo>
                <a:cubicBezTo>
                  <a:pt x="937980" y="47147"/>
                  <a:pt x="965423" y="53408"/>
                  <a:pt x="992250" y="61125"/>
                </a:cubicBezTo>
                <a:lnTo>
                  <a:pt x="995190" y="50901"/>
                </a:lnTo>
                <a:moveTo>
                  <a:pt x="826750" y="22455"/>
                </a:moveTo>
                <a:lnTo>
                  <a:pt x="827338" y="11834"/>
                </a:lnTo>
                <a:cubicBezTo>
                  <a:pt x="812978" y="11042"/>
                  <a:pt x="798517" y="10638"/>
                  <a:pt x="783962" y="10638"/>
                </a:cubicBezTo>
                <a:lnTo>
                  <a:pt x="783962" y="21277"/>
                </a:lnTo>
                <a:lnTo>
                  <a:pt x="783962" y="31915"/>
                </a:lnTo>
                <a:cubicBezTo>
                  <a:pt x="798125" y="31915"/>
                  <a:pt x="812195" y="32307"/>
                  <a:pt x="826162" y="33079"/>
                </a:cubicBezTo>
                <a:lnTo>
                  <a:pt x="826750" y="22455"/>
                </a:lnTo>
                <a:moveTo>
                  <a:pt x="783962" y="21277"/>
                </a:moveTo>
                <a:lnTo>
                  <a:pt x="783960" y="0"/>
                </a:lnTo>
                <a:cubicBezTo>
                  <a:pt x="769210" y="0"/>
                  <a:pt x="754552" y="409"/>
                  <a:pt x="739999" y="1212"/>
                </a:cubicBezTo>
                <a:lnTo>
                  <a:pt x="741173" y="22458"/>
                </a:lnTo>
                <a:lnTo>
                  <a:pt x="742348" y="43704"/>
                </a:lnTo>
                <a:cubicBezTo>
                  <a:pt x="756121" y="42940"/>
                  <a:pt x="769995" y="42554"/>
                  <a:pt x="783962" y="42554"/>
                </a:cubicBezTo>
                <a:lnTo>
                  <a:pt x="783962" y="21277"/>
                </a:lnTo>
                <a:moveTo>
                  <a:pt x="656142" y="31944"/>
                </a:moveTo>
                <a:lnTo>
                  <a:pt x="652602" y="10962"/>
                </a:lnTo>
                <a:cubicBezTo>
                  <a:pt x="623442" y="15885"/>
                  <a:pt x="594827" y="22415"/>
                  <a:pt x="566853" y="30462"/>
                </a:cubicBezTo>
                <a:lnTo>
                  <a:pt x="572734" y="50909"/>
                </a:lnTo>
                <a:lnTo>
                  <a:pt x="578617" y="71357"/>
                </a:lnTo>
                <a:cubicBezTo>
                  <a:pt x="605059" y="63751"/>
                  <a:pt x="632111" y="57576"/>
                  <a:pt x="659682" y="52922"/>
                </a:cubicBezTo>
                <a:lnTo>
                  <a:pt x="656142" y="31944"/>
                </a:lnTo>
                <a:moveTo>
                  <a:pt x="492010" y="79156"/>
                </a:moveTo>
                <a:lnTo>
                  <a:pt x="483860" y="59504"/>
                </a:lnTo>
                <a:cubicBezTo>
                  <a:pt x="456653" y="70786"/>
                  <a:pt x="430218" y="83557"/>
                  <a:pt x="404661" y="97713"/>
                </a:cubicBezTo>
                <a:lnTo>
                  <a:pt x="414971" y="116324"/>
                </a:lnTo>
                <a:lnTo>
                  <a:pt x="425280" y="134938"/>
                </a:lnTo>
                <a:cubicBezTo>
                  <a:pt x="449447" y="121551"/>
                  <a:pt x="474440" y="109479"/>
                  <a:pt x="500162" y="98812"/>
                </a:cubicBezTo>
                <a:lnTo>
                  <a:pt x="492010" y="79156"/>
                </a:lnTo>
                <a:moveTo>
                  <a:pt x="342583" y="161904"/>
                </a:moveTo>
                <a:lnTo>
                  <a:pt x="330255" y="144563"/>
                </a:lnTo>
                <a:cubicBezTo>
                  <a:pt x="306325" y="161572"/>
                  <a:pt x="283390" y="179893"/>
                  <a:pt x="261558" y="199418"/>
                </a:cubicBezTo>
                <a:lnTo>
                  <a:pt x="275741" y="215278"/>
                </a:lnTo>
                <a:lnTo>
                  <a:pt x="289926" y="231138"/>
                </a:lnTo>
                <a:cubicBezTo>
                  <a:pt x="310579" y="212666"/>
                  <a:pt x="332274" y="195336"/>
                  <a:pt x="354910" y="179246"/>
                </a:cubicBezTo>
                <a:lnTo>
                  <a:pt x="342583" y="161904"/>
                </a:lnTo>
                <a:moveTo>
                  <a:pt x="215258" y="275764"/>
                </a:moveTo>
                <a:lnTo>
                  <a:pt x="199397" y="261579"/>
                </a:lnTo>
                <a:cubicBezTo>
                  <a:pt x="179874" y="283413"/>
                  <a:pt x="161555" y="306348"/>
                  <a:pt x="144544" y="330279"/>
                </a:cubicBezTo>
                <a:lnTo>
                  <a:pt x="161887" y="342607"/>
                </a:lnTo>
                <a:lnTo>
                  <a:pt x="179229" y="354932"/>
                </a:lnTo>
                <a:cubicBezTo>
                  <a:pt x="195319" y="332298"/>
                  <a:pt x="212648" y="310601"/>
                  <a:pt x="231118" y="289946"/>
                </a:cubicBezTo>
                <a:lnTo>
                  <a:pt x="215258" y="275764"/>
                </a:lnTo>
                <a:moveTo>
                  <a:pt x="116311" y="414995"/>
                </a:moveTo>
                <a:lnTo>
                  <a:pt x="97698" y="404688"/>
                </a:lnTo>
                <a:cubicBezTo>
                  <a:pt x="83543" y="430247"/>
                  <a:pt x="70774" y="456680"/>
                  <a:pt x="59492" y="483887"/>
                </a:cubicBezTo>
                <a:lnTo>
                  <a:pt x="79146" y="492039"/>
                </a:lnTo>
                <a:lnTo>
                  <a:pt x="98801" y="500187"/>
                </a:lnTo>
                <a:cubicBezTo>
                  <a:pt x="109466" y="474467"/>
                  <a:pt x="121540" y="449474"/>
                  <a:pt x="134925" y="425304"/>
                </a:cubicBezTo>
                <a:lnTo>
                  <a:pt x="116311" y="414995"/>
                </a:lnTo>
                <a:moveTo>
                  <a:pt x="50901" y="572762"/>
                </a:moveTo>
                <a:lnTo>
                  <a:pt x="30453" y="566882"/>
                </a:lnTo>
                <a:cubicBezTo>
                  <a:pt x="22408" y="594857"/>
                  <a:pt x="15878" y="623473"/>
                  <a:pt x="10959" y="652631"/>
                </a:cubicBezTo>
                <a:lnTo>
                  <a:pt x="31939" y="656172"/>
                </a:lnTo>
                <a:lnTo>
                  <a:pt x="52920" y="659709"/>
                </a:lnTo>
                <a:cubicBezTo>
                  <a:pt x="57572" y="632138"/>
                  <a:pt x="63744" y="605086"/>
                  <a:pt x="71350" y="578642"/>
                </a:cubicBezTo>
                <a:lnTo>
                  <a:pt x="50901" y="572762"/>
                </a:lnTo>
                <a:moveTo>
                  <a:pt x="22457" y="741202"/>
                </a:moveTo>
                <a:lnTo>
                  <a:pt x="1212" y="740027"/>
                </a:lnTo>
                <a:cubicBezTo>
                  <a:pt x="409" y="754583"/>
                  <a:pt x="0" y="769239"/>
                  <a:pt x="1" y="783992"/>
                </a:cubicBezTo>
                <a:lnTo>
                  <a:pt x="21278" y="783992"/>
                </a:lnTo>
                <a:lnTo>
                  <a:pt x="42555" y="783992"/>
                </a:lnTo>
                <a:cubicBezTo>
                  <a:pt x="42555" y="770023"/>
                  <a:pt x="42940" y="756148"/>
                  <a:pt x="43702" y="742378"/>
                </a:cubicBezTo>
                <a:lnTo>
                  <a:pt x="22457" y="741202"/>
                </a:lnTo>
                <a:moveTo>
                  <a:pt x="21278" y="783992"/>
                </a:moveTo>
                <a:lnTo>
                  <a:pt x="1" y="783992"/>
                </a:lnTo>
                <a:cubicBezTo>
                  <a:pt x="1" y="798741"/>
                  <a:pt x="409" y="813400"/>
                  <a:pt x="1215" y="827954"/>
                </a:cubicBezTo>
                <a:lnTo>
                  <a:pt x="22459" y="826778"/>
                </a:lnTo>
                <a:lnTo>
                  <a:pt x="43704" y="825603"/>
                </a:lnTo>
                <a:cubicBezTo>
                  <a:pt x="42941" y="811833"/>
                  <a:pt x="42555" y="797958"/>
                  <a:pt x="42555" y="783992"/>
                </a:cubicBezTo>
                <a:lnTo>
                  <a:pt x="21278" y="783992"/>
                </a:lnTo>
                <a:moveTo>
                  <a:pt x="31944" y="911812"/>
                </a:moveTo>
                <a:lnTo>
                  <a:pt x="10963" y="915352"/>
                </a:lnTo>
                <a:cubicBezTo>
                  <a:pt x="15885" y="944511"/>
                  <a:pt x="22415" y="973124"/>
                  <a:pt x="30462" y="1001101"/>
                </a:cubicBezTo>
                <a:lnTo>
                  <a:pt x="50909" y="995218"/>
                </a:lnTo>
                <a:lnTo>
                  <a:pt x="71357" y="989336"/>
                </a:lnTo>
                <a:cubicBezTo>
                  <a:pt x="63751" y="962891"/>
                  <a:pt x="57577" y="935840"/>
                  <a:pt x="52925" y="908271"/>
                </a:cubicBezTo>
                <a:lnTo>
                  <a:pt x="31944" y="911812"/>
                </a:lnTo>
                <a:moveTo>
                  <a:pt x="79158" y="1075942"/>
                </a:moveTo>
                <a:lnTo>
                  <a:pt x="59504" y="1084093"/>
                </a:lnTo>
                <a:cubicBezTo>
                  <a:pt x="70788" y="1111301"/>
                  <a:pt x="83557" y="1137734"/>
                  <a:pt x="97713" y="1163292"/>
                </a:cubicBezTo>
                <a:lnTo>
                  <a:pt x="116326" y="1152983"/>
                </a:lnTo>
                <a:lnTo>
                  <a:pt x="134939" y="1142674"/>
                </a:lnTo>
                <a:cubicBezTo>
                  <a:pt x="121552" y="1118507"/>
                  <a:pt x="109479" y="1093514"/>
                  <a:pt x="98812" y="1067791"/>
                </a:cubicBezTo>
                <a:lnTo>
                  <a:pt x="79158" y="1075942"/>
                </a:lnTo>
                <a:moveTo>
                  <a:pt x="161904" y="1225371"/>
                </a:moveTo>
                <a:lnTo>
                  <a:pt x="144563" y="1237699"/>
                </a:lnTo>
                <a:cubicBezTo>
                  <a:pt x="161574" y="1261627"/>
                  <a:pt x="179893" y="1284562"/>
                  <a:pt x="199418" y="1306395"/>
                </a:cubicBezTo>
                <a:lnTo>
                  <a:pt x="215278" y="1292211"/>
                </a:lnTo>
                <a:lnTo>
                  <a:pt x="231138" y="1278026"/>
                </a:lnTo>
                <a:cubicBezTo>
                  <a:pt x="212667" y="1257374"/>
                  <a:pt x="195337" y="1235677"/>
                  <a:pt x="179246" y="1213043"/>
                </a:cubicBezTo>
                <a:lnTo>
                  <a:pt x="161904" y="1225371"/>
                </a:lnTo>
                <a:moveTo>
                  <a:pt x="275764" y="1352694"/>
                </a:moveTo>
                <a:lnTo>
                  <a:pt x="261582" y="1368554"/>
                </a:lnTo>
                <a:cubicBezTo>
                  <a:pt x="283414" y="1388079"/>
                  <a:pt x="306349" y="1406397"/>
                  <a:pt x="330281" y="1423407"/>
                </a:cubicBezTo>
                <a:lnTo>
                  <a:pt x="342607" y="1406065"/>
                </a:lnTo>
                <a:lnTo>
                  <a:pt x="354935" y="1388723"/>
                </a:lnTo>
                <a:cubicBezTo>
                  <a:pt x="332298" y="1372634"/>
                  <a:pt x="310602" y="1355303"/>
                  <a:pt x="289947" y="1336834"/>
                </a:cubicBezTo>
                <a:lnTo>
                  <a:pt x="275764" y="1352694"/>
                </a:lnTo>
                <a:moveTo>
                  <a:pt x="414997" y="1451642"/>
                </a:moveTo>
                <a:lnTo>
                  <a:pt x="404688" y="1470253"/>
                </a:lnTo>
                <a:cubicBezTo>
                  <a:pt x="430247" y="1484409"/>
                  <a:pt x="456681" y="1497177"/>
                  <a:pt x="483889" y="1508460"/>
                </a:cubicBezTo>
                <a:lnTo>
                  <a:pt x="492039" y="1488807"/>
                </a:lnTo>
                <a:lnTo>
                  <a:pt x="500189" y="1469152"/>
                </a:lnTo>
                <a:cubicBezTo>
                  <a:pt x="474467" y="1458485"/>
                  <a:pt x="449474" y="1446413"/>
                  <a:pt x="425305" y="1433029"/>
                </a:cubicBezTo>
                <a:lnTo>
                  <a:pt x="414997" y="1451642"/>
                </a:lnTo>
                <a:moveTo>
                  <a:pt x="572764" y="1517051"/>
                </a:moveTo>
                <a:lnTo>
                  <a:pt x="566882" y="1537499"/>
                </a:lnTo>
                <a:cubicBezTo>
                  <a:pt x="594858" y="1545545"/>
                  <a:pt x="623473" y="1552076"/>
                  <a:pt x="652633" y="1556993"/>
                </a:cubicBezTo>
                <a:lnTo>
                  <a:pt x="656172" y="1536014"/>
                </a:lnTo>
                <a:lnTo>
                  <a:pt x="659712" y="1515033"/>
                </a:lnTo>
                <a:cubicBezTo>
                  <a:pt x="632141" y="1510382"/>
                  <a:pt x="605088" y="1504207"/>
                  <a:pt x="578645" y="1496604"/>
                </a:cubicBezTo>
                <a:lnTo>
                  <a:pt x="572764" y="1517051"/>
                </a:lnTo>
                <a:moveTo>
                  <a:pt x="741204" y="1545494"/>
                </a:moveTo>
                <a:lnTo>
                  <a:pt x="740030" y="1566740"/>
                </a:lnTo>
                <a:cubicBezTo>
                  <a:pt x="754583" y="1567543"/>
                  <a:pt x="769241" y="1567952"/>
                  <a:pt x="783992" y="1567952"/>
                </a:cubicBezTo>
                <a:lnTo>
                  <a:pt x="783992" y="1546675"/>
                </a:lnTo>
                <a:lnTo>
                  <a:pt x="783992" y="1525399"/>
                </a:lnTo>
                <a:cubicBezTo>
                  <a:pt x="770024" y="1525399"/>
                  <a:pt x="756151" y="1525012"/>
                  <a:pt x="742378" y="1524252"/>
                </a:cubicBezTo>
                <a:lnTo>
                  <a:pt x="741204" y="1545494"/>
                </a:lnTo>
                <a:moveTo>
                  <a:pt x="783992" y="1546675"/>
                </a:moveTo>
                <a:lnTo>
                  <a:pt x="783992" y="1567952"/>
                </a:lnTo>
                <a:cubicBezTo>
                  <a:pt x="798744" y="1567952"/>
                  <a:pt x="813401" y="1567543"/>
                  <a:pt x="827955" y="1566737"/>
                </a:cubicBezTo>
                <a:lnTo>
                  <a:pt x="826781" y="1545494"/>
                </a:lnTo>
                <a:lnTo>
                  <a:pt x="825606" y="1524249"/>
                </a:lnTo>
                <a:cubicBezTo>
                  <a:pt x="811833" y="1525010"/>
                  <a:pt x="797958" y="1525399"/>
                  <a:pt x="783992" y="1525399"/>
                </a:cubicBezTo>
                <a:lnTo>
                  <a:pt x="783992" y="1546675"/>
                </a:lnTo>
                <a:moveTo>
                  <a:pt x="911812" y="1536009"/>
                </a:moveTo>
                <a:lnTo>
                  <a:pt x="915352" y="1556987"/>
                </a:lnTo>
                <a:cubicBezTo>
                  <a:pt x="944512" y="1552067"/>
                  <a:pt x="973127" y="1545537"/>
                  <a:pt x="1001101" y="1537491"/>
                </a:cubicBezTo>
                <a:lnTo>
                  <a:pt x="995220" y="1517043"/>
                </a:lnTo>
                <a:lnTo>
                  <a:pt x="989337" y="1496595"/>
                </a:lnTo>
                <a:cubicBezTo>
                  <a:pt x="962894" y="1504201"/>
                  <a:pt x="935843" y="1510376"/>
                  <a:pt x="908271" y="1515027"/>
                </a:cubicBezTo>
                <a:lnTo>
                  <a:pt x="911812" y="1536009"/>
                </a:lnTo>
                <a:moveTo>
                  <a:pt x="1075943" y="1488796"/>
                </a:moveTo>
                <a:lnTo>
                  <a:pt x="1084093" y="1508449"/>
                </a:lnTo>
                <a:cubicBezTo>
                  <a:pt x="1111301" y="1497166"/>
                  <a:pt x="1137735" y="1484395"/>
                  <a:pt x="1163292" y="1470239"/>
                </a:cubicBezTo>
                <a:lnTo>
                  <a:pt x="1152983" y="1451625"/>
                </a:lnTo>
                <a:lnTo>
                  <a:pt x="1142674" y="1433014"/>
                </a:lnTo>
                <a:cubicBezTo>
                  <a:pt x="1118507" y="1446398"/>
                  <a:pt x="1093514" y="1458473"/>
                  <a:pt x="1067792" y="1469140"/>
                </a:cubicBezTo>
                <a:lnTo>
                  <a:pt x="1075943" y="1488796"/>
                </a:lnTo>
                <a:moveTo>
                  <a:pt x="1225371" y="1406048"/>
                </a:moveTo>
                <a:lnTo>
                  <a:pt x="1237699" y="1423390"/>
                </a:lnTo>
                <a:cubicBezTo>
                  <a:pt x="1261629" y="1406380"/>
                  <a:pt x="1284564" y="1388059"/>
                  <a:pt x="1306395" y="1368534"/>
                </a:cubicBezTo>
                <a:lnTo>
                  <a:pt x="1292212" y="1352674"/>
                </a:lnTo>
                <a:lnTo>
                  <a:pt x="1278028" y="1336814"/>
                </a:lnTo>
                <a:cubicBezTo>
                  <a:pt x="1257374" y="1355286"/>
                  <a:pt x="1235680" y="1372617"/>
                  <a:pt x="1213043" y="1388706"/>
                </a:cubicBezTo>
                <a:lnTo>
                  <a:pt x="1225371" y="1406048"/>
                </a:lnTo>
                <a:moveTo>
                  <a:pt x="1352695" y="1292188"/>
                </a:moveTo>
                <a:lnTo>
                  <a:pt x="1368556" y="1306370"/>
                </a:lnTo>
                <a:cubicBezTo>
                  <a:pt x="1388080" y="1284537"/>
                  <a:pt x="1406399" y="1261605"/>
                  <a:pt x="1423409" y="1237673"/>
                </a:cubicBezTo>
                <a:lnTo>
                  <a:pt x="1406066" y="1225345"/>
                </a:lnTo>
                <a:lnTo>
                  <a:pt x="1388725" y="1213018"/>
                </a:lnTo>
                <a:cubicBezTo>
                  <a:pt x="1372635" y="1235654"/>
                  <a:pt x="1355305" y="1257351"/>
                  <a:pt x="1336836" y="1278004"/>
                </a:cubicBezTo>
                <a:lnTo>
                  <a:pt x="1352695" y="1292188"/>
                </a:lnTo>
                <a:moveTo>
                  <a:pt x="1451642" y="1152955"/>
                </a:moveTo>
                <a:lnTo>
                  <a:pt x="1470255" y="1163264"/>
                </a:lnTo>
                <a:cubicBezTo>
                  <a:pt x="1484409" y="1137705"/>
                  <a:pt x="1497180" y="1111273"/>
                  <a:pt x="1508461" y="1084062"/>
                </a:cubicBezTo>
                <a:lnTo>
                  <a:pt x="1488807" y="1075914"/>
                </a:lnTo>
                <a:lnTo>
                  <a:pt x="1469153" y="1067762"/>
                </a:lnTo>
                <a:cubicBezTo>
                  <a:pt x="1458488" y="1093485"/>
                  <a:pt x="1446414" y="1118479"/>
                  <a:pt x="1433029" y="1142649"/>
                </a:cubicBezTo>
                <a:lnTo>
                  <a:pt x="1451642" y="1152955"/>
                </a:lnTo>
                <a:moveTo>
                  <a:pt x="1517051" y="995190"/>
                </a:moveTo>
                <a:lnTo>
                  <a:pt x="1537499" y="1001070"/>
                </a:lnTo>
                <a:cubicBezTo>
                  <a:pt x="1545545" y="973095"/>
                  <a:pt x="1552076" y="944479"/>
                  <a:pt x="1556994" y="915321"/>
                </a:cubicBezTo>
                <a:lnTo>
                  <a:pt x="1536014" y="911780"/>
                </a:lnTo>
                <a:lnTo>
                  <a:pt x="1515034" y="908240"/>
                </a:lnTo>
                <a:cubicBezTo>
                  <a:pt x="1510382" y="935811"/>
                  <a:pt x="1504210" y="962863"/>
                  <a:pt x="1496604" y="989307"/>
                </a:cubicBezTo>
                <a:lnTo>
                  <a:pt x="1517051" y="995190"/>
                </a:lnTo>
                <a:moveTo>
                  <a:pt x="1545496" y="826750"/>
                </a:moveTo>
                <a:lnTo>
                  <a:pt x="1566741" y="827922"/>
                </a:lnTo>
                <a:cubicBezTo>
                  <a:pt x="1567545" y="813369"/>
                  <a:pt x="1567952" y="798710"/>
                  <a:pt x="1567952" y="783960"/>
                </a:cubicBezTo>
                <a:lnTo>
                  <a:pt x="1546675" y="783960"/>
                </a:lnTo>
                <a:lnTo>
                  <a:pt x="1525399" y="783960"/>
                </a:lnTo>
                <a:cubicBezTo>
                  <a:pt x="1525399" y="797926"/>
                  <a:pt x="1525012" y="811802"/>
                  <a:pt x="1524252" y="825574"/>
                </a:cubicBezTo>
                <a:lnTo>
                  <a:pt x="1545496" y="826750"/>
                </a:lnTo>
                <a:moveTo>
                  <a:pt x="1546675" y="783960"/>
                </a:moveTo>
                <a:lnTo>
                  <a:pt x="1567952" y="783960"/>
                </a:lnTo>
                <a:cubicBezTo>
                  <a:pt x="1567952" y="769208"/>
                  <a:pt x="1567545" y="754552"/>
                  <a:pt x="1566738" y="739996"/>
                </a:cubicBezTo>
                <a:lnTo>
                  <a:pt x="1545494" y="741171"/>
                </a:lnTo>
                <a:lnTo>
                  <a:pt x="1524250" y="742347"/>
                </a:lnTo>
                <a:cubicBezTo>
                  <a:pt x="1525012" y="756119"/>
                  <a:pt x="1525399" y="769995"/>
                  <a:pt x="1525399" y="783960"/>
                </a:cubicBezTo>
                <a:lnTo>
                  <a:pt x="1546675" y="783960"/>
                </a:lnTo>
                <a:moveTo>
                  <a:pt x="1536009" y="656141"/>
                </a:moveTo>
                <a:lnTo>
                  <a:pt x="1556990" y="652600"/>
                </a:lnTo>
                <a:cubicBezTo>
                  <a:pt x="1552068" y="623442"/>
                  <a:pt x="1545538" y="594826"/>
                  <a:pt x="1537491" y="566851"/>
                </a:cubicBezTo>
                <a:lnTo>
                  <a:pt x="1517043" y="572734"/>
                </a:lnTo>
                <a:lnTo>
                  <a:pt x="1496595" y="578614"/>
                </a:lnTo>
                <a:cubicBezTo>
                  <a:pt x="1504201" y="605058"/>
                  <a:pt x="1510376" y="632110"/>
                  <a:pt x="1515028" y="659681"/>
                </a:cubicBezTo>
                <a:lnTo>
                  <a:pt x="1536009" y="656141"/>
                </a:lnTo>
                <a:moveTo>
                  <a:pt x="1488796" y="492010"/>
                </a:moveTo>
                <a:lnTo>
                  <a:pt x="1508450" y="483859"/>
                </a:lnTo>
                <a:cubicBezTo>
                  <a:pt x="1497166" y="456651"/>
                  <a:pt x="1484395" y="430218"/>
                  <a:pt x="1470240" y="404660"/>
                </a:cubicBezTo>
                <a:lnTo>
                  <a:pt x="1451627" y="414969"/>
                </a:lnTo>
                <a:lnTo>
                  <a:pt x="1433014" y="425278"/>
                </a:lnTo>
                <a:cubicBezTo>
                  <a:pt x="1446401" y="449445"/>
                  <a:pt x="1458475" y="474439"/>
                  <a:pt x="1469142" y="500162"/>
                </a:cubicBezTo>
                <a:lnTo>
                  <a:pt x="1488796" y="492010"/>
                </a:lnTo>
                <a:moveTo>
                  <a:pt x="1406049" y="342581"/>
                </a:moveTo>
                <a:lnTo>
                  <a:pt x="1423391" y="330254"/>
                </a:lnTo>
                <a:cubicBezTo>
                  <a:pt x="1406380" y="306322"/>
                  <a:pt x="1388060" y="283390"/>
                  <a:pt x="1368535" y="261557"/>
                </a:cubicBezTo>
                <a:lnTo>
                  <a:pt x="1352676" y="275741"/>
                </a:lnTo>
                <a:lnTo>
                  <a:pt x="1336816" y="289923"/>
                </a:lnTo>
                <a:cubicBezTo>
                  <a:pt x="1355286" y="310578"/>
                  <a:pt x="1372617" y="332272"/>
                  <a:pt x="1388706" y="354909"/>
                </a:cubicBezTo>
                <a:lnTo>
                  <a:pt x="1406049" y="342581"/>
                </a:lnTo>
                <a:moveTo>
                  <a:pt x="1292188" y="215258"/>
                </a:moveTo>
                <a:lnTo>
                  <a:pt x="1306371" y="199396"/>
                </a:lnTo>
                <a:cubicBezTo>
                  <a:pt x="1284538" y="179874"/>
                  <a:pt x="1261605" y="161552"/>
                  <a:pt x="1237673" y="144543"/>
                </a:cubicBezTo>
                <a:lnTo>
                  <a:pt x="1225345" y="161887"/>
                </a:lnTo>
                <a:lnTo>
                  <a:pt x="1213019" y="179229"/>
                </a:lnTo>
                <a:cubicBezTo>
                  <a:pt x="1235656" y="195319"/>
                  <a:pt x="1257351" y="212646"/>
                  <a:pt x="1278006" y="231118"/>
                </a:cubicBezTo>
                <a:lnTo>
                  <a:pt x="1292188" y="215258"/>
                </a:lnTo>
                <a:moveTo>
                  <a:pt x="1152956" y="116310"/>
                </a:moveTo>
                <a:lnTo>
                  <a:pt x="1163265" y="97696"/>
                </a:lnTo>
                <a:cubicBezTo>
                  <a:pt x="1137707" y="83543"/>
                  <a:pt x="1111273" y="70772"/>
                  <a:pt x="1084065" y="59492"/>
                </a:cubicBezTo>
                <a:lnTo>
                  <a:pt x="1075915" y="79145"/>
                </a:lnTo>
                <a:lnTo>
                  <a:pt x="1067765" y="98801"/>
                </a:lnTo>
                <a:cubicBezTo>
                  <a:pt x="1093487" y="109465"/>
                  <a:pt x="1118480" y="121540"/>
                  <a:pt x="1142649" y="134924"/>
                </a:cubicBezTo>
                <a:lnTo>
                  <a:pt x="1152956" y="116310"/>
                </a:lnTo>
                <a:moveTo>
                  <a:pt x="995190" y="50901"/>
                </a:moveTo>
                <a:lnTo>
                  <a:pt x="1001071" y="30453"/>
                </a:lnTo>
                <a:cubicBezTo>
                  <a:pt x="973095" y="22407"/>
                  <a:pt x="944481" y="15877"/>
                  <a:pt x="915321" y="10956"/>
                </a:cubicBezTo>
                <a:lnTo>
                  <a:pt x="911782" y="31938"/>
                </a:lnTo>
                <a:lnTo>
                  <a:pt x="908241" y="52920"/>
                </a:lnTo>
                <a:cubicBezTo>
                  <a:pt x="935813" y="57570"/>
                  <a:pt x="962864" y="63742"/>
                  <a:pt x="989309" y="71349"/>
                </a:cubicBezTo>
                <a:lnTo>
                  <a:pt x="995190" y="50901"/>
                </a:lnTo>
                <a:moveTo>
                  <a:pt x="826750" y="22455"/>
                </a:moveTo>
                <a:lnTo>
                  <a:pt x="827924" y="1212"/>
                </a:lnTo>
                <a:cubicBezTo>
                  <a:pt x="813370" y="406"/>
                  <a:pt x="798711" y="0"/>
                  <a:pt x="783960" y="0"/>
                </a:cubicBezTo>
                <a:lnTo>
                  <a:pt x="783962" y="21277"/>
                </a:lnTo>
                <a:lnTo>
                  <a:pt x="783962" y="42554"/>
                </a:lnTo>
                <a:cubicBezTo>
                  <a:pt x="797929" y="42554"/>
                  <a:pt x="811803" y="42940"/>
                  <a:pt x="825576" y="43701"/>
                </a:cubicBezTo>
                <a:lnTo>
                  <a:pt x="826750" y="22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9C1E279E-AF7D-4639-91AB-803514EF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733" y="1432217"/>
            <a:ext cx="1525414" cy="1525416"/>
          </a:xfrm>
          <a:custGeom xmlns:a="http://schemas.openxmlformats.org/drawingml/2006/main">
            <a:pathLst>
              <a:path w="1525414" h="1525416">
                <a:moveTo>
                  <a:pt x="762692" y="9"/>
                </a:moveTo>
                <a:cubicBezTo>
                  <a:pt x="1183919" y="0"/>
                  <a:pt x="1525397" y="341466"/>
                  <a:pt x="1525406" y="762692"/>
                </a:cubicBezTo>
                <a:cubicBezTo>
                  <a:pt x="1525414" y="1183919"/>
                  <a:pt x="1183949" y="1525399"/>
                  <a:pt x="762722" y="1525407"/>
                </a:cubicBezTo>
                <a:cubicBezTo>
                  <a:pt x="341495" y="1525416"/>
                  <a:pt x="17" y="1183950"/>
                  <a:pt x="9" y="762723"/>
                </a:cubicBezTo>
                <a:cubicBezTo>
                  <a:pt x="0" y="341497"/>
                  <a:pt x="341464" y="17"/>
                  <a:pt x="762692" y="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E5881941-2C83-40B3-8589-6FA7D613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595" y="1410679"/>
            <a:ext cx="1567952" cy="1567952"/>
          </a:xfrm>
          <a:custGeom xmlns:a="http://schemas.openxmlformats.org/drawingml/2006/main">
            <a:pathLst>
              <a:path w="1567952" h="1567952">
                <a:moveTo>
                  <a:pt x="783964" y="21277"/>
                </a:moveTo>
                <a:lnTo>
                  <a:pt x="783963" y="10638"/>
                </a:lnTo>
                <a:cubicBezTo>
                  <a:pt x="769408" y="10638"/>
                  <a:pt x="754946" y="11042"/>
                  <a:pt x="740587" y="11837"/>
                </a:cubicBezTo>
                <a:lnTo>
                  <a:pt x="741175" y="22458"/>
                </a:lnTo>
                <a:lnTo>
                  <a:pt x="741762" y="33079"/>
                </a:lnTo>
                <a:cubicBezTo>
                  <a:pt x="755730" y="32307"/>
                  <a:pt x="769801" y="31915"/>
                  <a:pt x="783964" y="31915"/>
                </a:cubicBezTo>
                <a:lnTo>
                  <a:pt x="783964" y="21277"/>
                </a:lnTo>
                <a:moveTo>
                  <a:pt x="656144" y="31944"/>
                </a:moveTo>
                <a:lnTo>
                  <a:pt x="654374" y="21453"/>
                </a:lnTo>
                <a:cubicBezTo>
                  <a:pt x="625612" y="26305"/>
                  <a:pt x="597387" y="32747"/>
                  <a:pt x="569795" y="40685"/>
                </a:cubicBezTo>
                <a:lnTo>
                  <a:pt x="572736" y="50909"/>
                </a:lnTo>
                <a:lnTo>
                  <a:pt x="575677" y="61133"/>
                </a:lnTo>
                <a:cubicBezTo>
                  <a:pt x="602503" y="53416"/>
                  <a:pt x="629946" y="47153"/>
                  <a:pt x="657914" y="42432"/>
                </a:cubicBezTo>
                <a:lnTo>
                  <a:pt x="656144" y="31944"/>
                </a:lnTo>
                <a:moveTo>
                  <a:pt x="492012" y="79156"/>
                </a:moveTo>
                <a:lnTo>
                  <a:pt x="487937" y="69327"/>
                </a:lnTo>
                <a:cubicBezTo>
                  <a:pt x="461101" y="80457"/>
                  <a:pt x="435027" y="93054"/>
                  <a:pt x="409817" y="107017"/>
                </a:cubicBezTo>
                <a:lnTo>
                  <a:pt x="414971" y="116324"/>
                </a:lnTo>
                <a:lnTo>
                  <a:pt x="420126" y="125631"/>
                </a:lnTo>
                <a:cubicBezTo>
                  <a:pt x="444641" y="112051"/>
                  <a:pt x="469995" y="99803"/>
                  <a:pt x="496088" y="88983"/>
                </a:cubicBezTo>
                <a:lnTo>
                  <a:pt x="492012" y="79156"/>
                </a:lnTo>
                <a:moveTo>
                  <a:pt x="342583" y="161901"/>
                </a:moveTo>
                <a:lnTo>
                  <a:pt x="336420" y="153231"/>
                </a:lnTo>
                <a:cubicBezTo>
                  <a:pt x="312813" y="170010"/>
                  <a:pt x="290189" y="188084"/>
                  <a:pt x="268651" y="207345"/>
                </a:cubicBezTo>
                <a:lnTo>
                  <a:pt x="275743" y="215275"/>
                </a:lnTo>
                <a:lnTo>
                  <a:pt x="282834" y="223205"/>
                </a:lnTo>
                <a:cubicBezTo>
                  <a:pt x="303783" y="204472"/>
                  <a:pt x="325788" y="186892"/>
                  <a:pt x="348747" y="170572"/>
                </a:cubicBezTo>
                <a:lnTo>
                  <a:pt x="342583" y="161901"/>
                </a:lnTo>
                <a:moveTo>
                  <a:pt x="215259" y="275761"/>
                </a:moveTo>
                <a:lnTo>
                  <a:pt x="207328" y="268669"/>
                </a:lnTo>
                <a:cubicBezTo>
                  <a:pt x="188068" y="290207"/>
                  <a:pt x="169997" y="312832"/>
                  <a:pt x="153216" y="336440"/>
                </a:cubicBezTo>
                <a:lnTo>
                  <a:pt x="161888" y="342604"/>
                </a:lnTo>
                <a:lnTo>
                  <a:pt x="170559" y="348768"/>
                </a:lnTo>
                <a:cubicBezTo>
                  <a:pt x="186878" y="325807"/>
                  <a:pt x="204456" y="303801"/>
                  <a:pt x="223189" y="282853"/>
                </a:cubicBezTo>
                <a:lnTo>
                  <a:pt x="215259" y="275761"/>
                </a:lnTo>
                <a:moveTo>
                  <a:pt x="116312" y="414992"/>
                </a:moveTo>
                <a:lnTo>
                  <a:pt x="107005" y="409839"/>
                </a:lnTo>
                <a:cubicBezTo>
                  <a:pt x="93043" y="435051"/>
                  <a:pt x="80448" y="461123"/>
                  <a:pt x="69319" y="487959"/>
                </a:cubicBezTo>
                <a:lnTo>
                  <a:pt x="79146" y="492036"/>
                </a:lnTo>
                <a:lnTo>
                  <a:pt x="88974" y="496110"/>
                </a:lnTo>
                <a:cubicBezTo>
                  <a:pt x="99794" y="470015"/>
                  <a:pt x="112040" y="444664"/>
                  <a:pt x="125618" y="420148"/>
                </a:cubicBezTo>
                <a:lnTo>
                  <a:pt x="116312" y="414992"/>
                </a:lnTo>
                <a:moveTo>
                  <a:pt x="50902" y="572759"/>
                </a:moveTo>
                <a:lnTo>
                  <a:pt x="40678" y="569818"/>
                </a:lnTo>
                <a:cubicBezTo>
                  <a:pt x="32741" y="597412"/>
                  <a:pt x="26301" y="625636"/>
                  <a:pt x="21449" y="654397"/>
                </a:cubicBezTo>
                <a:lnTo>
                  <a:pt x="31939" y="656169"/>
                </a:lnTo>
                <a:lnTo>
                  <a:pt x="42429" y="657938"/>
                </a:lnTo>
                <a:cubicBezTo>
                  <a:pt x="47147" y="629969"/>
                  <a:pt x="53410" y="602525"/>
                  <a:pt x="61125" y="575701"/>
                </a:cubicBezTo>
                <a:lnTo>
                  <a:pt x="50902" y="572759"/>
                </a:lnTo>
                <a:moveTo>
                  <a:pt x="22456" y="741200"/>
                </a:moveTo>
                <a:lnTo>
                  <a:pt x="11834" y="740612"/>
                </a:lnTo>
                <a:cubicBezTo>
                  <a:pt x="11040" y="754970"/>
                  <a:pt x="10638" y="769432"/>
                  <a:pt x="10638" y="783989"/>
                </a:cubicBezTo>
                <a:lnTo>
                  <a:pt x="21277" y="783989"/>
                </a:lnTo>
                <a:lnTo>
                  <a:pt x="31915" y="783989"/>
                </a:lnTo>
                <a:cubicBezTo>
                  <a:pt x="31915" y="769824"/>
                  <a:pt x="32306" y="755753"/>
                  <a:pt x="33079" y="741787"/>
                </a:cubicBezTo>
                <a:lnTo>
                  <a:pt x="22456" y="741200"/>
                </a:lnTo>
                <a:moveTo>
                  <a:pt x="21277" y="783989"/>
                </a:moveTo>
                <a:lnTo>
                  <a:pt x="10638" y="783989"/>
                </a:lnTo>
                <a:cubicBezTo>
                  <a:pt x="10639" y="798543"/>
                  <a:pt x="11041" y="813005"/>
                  <a:pt x="11835" y="827363"/>
                </a:cubicBezTo>
                <a:lnTo>
                  <a:pt x="22457" y="826775"/>
                </a:lnTo>
                <a:lnTo>
                  <a:pt x="33080" y="826188"/>
                </a:lnTo>
                <a:cubicBezTo>
                  <a:pt x="32307" y="812222"/>
                  <a:pt x="31916" y="798151"/>
                  <a:pt x="31915" y="783989"/>
                </a:cubicBezTo>
                <a:lnTo>
                  <a:pt x="21277" y="783989"/>
                </a:lnTo>
                <a:moveTo>
                  <a:pt x="31943" y="911806"/>
                </a:moveTo>
                <a:lnTo>
                  <a:pt x="21452" y="913578"/>
                </a:lnTo>
                <a:cubicBezTo>
                  <a:pt x="26306" y="942339"/>
                  <a:pt x="32748" y="970563"/>
                  <a:pt x="40684" y="998157"/>
                </a:cubicBezTo>
                <a:lnTo>
                  <a:pt x="50908" y="995215"/>
                </a:lnTo>
                <a:lnTo>
                  <a:pt x="61133" y="992274"/>
                </a:lnTo>
                <a:cubicBezTo>
                  <a:pt x="53416" y="965447"/>
                  <a:pt x="47152" y="938006"/>
                  <a:pt x="42433" y="910037"/>
                </a:cubicBezTo>
                <a:lnTo>
                  <a:pt x="31943" y="911806"/>
                </a:lnTo>
                <a:moveTo>
                  <a:pt x="79156" y="1075939"/>
                </a:moveTo>
                <a:lnTo>
                  <a:pt x="69329" y="1080013"/>
                </a:lnTo>
                <a:cubicBezTo>
                  <a:pt x="80457" y="1106849"/>
                  <a:pt x="93054" y="1132924"/>
                  <a:pt x="107017" y="1158133"/>
                </a:cubicBezTo>
                <a:lnTo>
                  <a:pt x="116323" y="1152980"/>
                </a:lnTo>
                <a:lnTo>
                  <a:pt x="125630" y="1147824"/>
                </a:lnTo>
                <a:cubicBezTo>
                  <a:pt x="112052" y="1123311"/>
                  <a:pt x="99804" y="1097957"/>
                  <a:pt x="88983" y="1071862"/>
                </a:cubicBezTo>
                <a:lnTo>
                  <a:pt x="79156" y="1075939"/>
                </a:lnTo>
                <a:moveTo>
                  <a:pt x="161902" y="1225368"/>
                </a:moveTo>
                <a:lnTo>
                  <a:pt x="153231" y="1231532"/>
                </a:lnTo>
                <a:cubicBezTo>
                  <a:pt x="170012" y="1255137"/>
                  <a:pt x="188084" y="1277762"/>
                  <a:pt x="207345" y="1299300"/>
                </a:cubicBezTo>
                <a:lnTo>
                  <a:pt x="215275" y="1292208"/>
                </a:lnTo>
                <a:lnTo>
                  <a:pt x="223205" y="1285116"/>
                </a:lnTo>
                <a:cubicBezTo>
                  <a:pt x="204471" y="1264168"/>
                  <a:pt x="186893" y="1242162"/>
                  <a:pt x="170573" y="1219204"/>
                </a:cubicBezTo>
                <a:lnTo>
                  <a:pt x="161902" y="1225368"/>
                </a:lnTo>
                <a:moveTo>
                  <a:pt x="275762" y="1352691"/>
                </a:moveTo>
                <a:lnTo>
                  <a:pt x="268670" y="1360621"/>
                </a:lnTo>
                <a:cubicBezTo>
                  <a:pt x="290208" y="1379882"/>
                  <a:pt x="312833" y="1397953"/>
                  <a:pt x="336441" y="1414736"/>
                </a:cubicBezTo>
                <a:lnTo>
                  <a:pt x="342603" y="1406062"/>
                </a:lnTo>
                <a:lnTo>
                  <a:pt x="348767" y="1397391"/>
                </a:lnTo>
                <a:cubicBezTo>
                  <a:pt x="325807" y="1381072"/>
                  <a:pt x="303802" y="1363494"/>
                  <a:pt x="282853" y="1344761"/>
                </a:cubicBezTo>
                <a:lnTo>
                  <a:pt x="275762" y="1352691"/>
                </a:lnTo>
                <a:moveTo>
                  <a:pt x="414993" y="1451639"/>
                </a:moveTo>
                <a:lnTo>
                  <a:pt x="409839" y="1460946"/>
                </a:lnTo>
                <a:cubicBezTo>
                  <a:pt x="435050" y="1474909"/>
                  <a:pt x="461124" y="1487504"/>
                  <a:pt x="487959" y="1498631"/>
                </a:cubicBezTo>
                <a:lnTo>
                  <a:pt x="492035" y="1488804"/>
                </a:lnTo>
                <a:lnTo>
                  <a:pt x="496111" y="1478978"/>
                </a:lnTo>
                <a:cubicBezTo>
                  <a:pt x="470016" y="1468158"/>
                  <a:pt x="444663" y="1455910"/>
                  <a:pt x="420147" y="1442333"/>
                </a:cubicBezTo>
                <a:lnTo>
                  <a:pt x="414993" y="1451639"/>
                </a:lnTo>
                <a:moveTo>
                  <a:pt x="572760" y="1517049"/>
                </a:moveTo>
                <a:lnTo>
                  <a:pt x="569819" y="1527272"/>
                </a:lnTo>
                <a:cubicBezTo>
                  <a:pt x="597411" y="1535208"/>
                  <a:pt x="625636" y="1541650"/>
                  <a:pt x="654398" y="1546502"/>
                </a:cubicBezTo>
                <a:lnTo>
                  <a:pt x="656168" y="1536011"/>
                </a:lnTo>
                <a:lnTo>
                  <a:pt x="657938" y="1525523"/>
                </a:lnTo>
                <a:cubicBezTo>
                  <a:pt x="629970" y="1520805"/>
                  <a:pt x="602526" y="1514542"/>
                  <a:pt x="575700" y="1506825"/>
                </a:cubicBezTo>
                <a:lnTo>
                  <a:pt x="572760" y="1517049"/>
                </a:lnTo>
                <a:moveTo>
                  <a:pt x="741199" y="1545494"/>
                </a:moveTo>
                <a:lnTo>
                  <a:pt x="740613" y="1556116"/>
                </a:lnTo>
                <a:cubicBezTo>
                  <a:pt x="754970" y="1556911"/>
                  <a:pt x="769433" y="1557314"/>
                  <a:pt x="783988" y="1557314"/>
                </a:cubicBezTo>
                <a:lnTo>
                  <a:pt x="783988" y="1546675"/>
                </a:lnTo>
                <a:lnTo>
                  <a:pt x="783988" y="1536037"/>
                </a:lnTo>
                <a:cubicBezTo>
                  <a:pt x="769825" y="1536037"/>
                  <a:pt x="755754" y="1535645"/>
                  <a:pt x="741787" y="1534873"/>
                </a:cubicBezTo>
                <a:lnTo>
                  <a:pt x="741199" y="1545494"/>
                </a:lnTo>
                <a:moveTo>
                  <a:pt x="783988" y="1546675"/>
                </a:moveTo>
                <a:lnTo>
                  <a:pt x="783988" y="1557314"/>
                </a:lnTo>
                <a:cubicBezTo>
                  <a:pt x="798543" y="1557311"/>
                  <a:pt x="813005" y="1556911"/>
                  <a:pt x="827364" y="1556116"/>
                </a:cubicBezTo>
                <a:lnTo>
                  <a:pt x="826776" y="1545494"/>
                </a:lnTo>
                <a:lnTo>
                  <a:pt x="826188" y="1534870"/>
                </a:lnTo>
                <a:cubicBezTo>
                  <a:pt x="812221" y="1535645"/>
                  <a:pt x="798150" y="1536034"/>
                  <a:pt x="783988" y="1536037"/>
                </a:cubicBezTo>
                <a:lnTo>
                  <a:pt x="783988" y="1546675"/>
                </a:lnTo>
                <a:moveTo>
                  <a:pt x="911807" y="1536009"/>
                </a:moveTo>
                <a:lnTo>
                  <a:pt x="913577" y="1546499"/>
                </a:lnTo>
                <a:cubicBezTo>
                  <a:pt x="942339" y="1541644"/>
                  <a:pt x="970564" y="1535202"/>
                  <a:pt x="998156" y="1527267"/>
                </a:cubicBezTo>
                <a:lnTo>
                  <a:pt x="995215" y="1517043"/>
                </a:lnTo>
                <a:lnTo>
                  <a:pt x="992275" y="1506819"/>
                </a:lnTo>
                <a:cubicBezTo>
                  <a:pt x="965447" y="1514536"/>
                  <a:pt x="938005" y="1520799"/>
                  <a:pt x="910036" y="1525518"/>
                </a:cubicBezTo>
                <a:lnTo>
                  <a:pt x="911807" y="1536009"/>
                </a:lnTo>
                <a:moveTo>
                  <a:pt x="1075938" y="1488796"/>
                </a:moveTo>
                <a:lnTo>
                  <a:pt x="1080014" y="1498622"/>
                </a:lnTo>
                <a:cubicBezTo>
                  <a:pt x="1106850" y="1487493"/>
                  <a:pt x="1132924" y="1474898"/>
                  <a:pt x="1158134" y="1460935"/>
                </a:cubicBezTo>
                <a:lnTo>
                  <a:pt x="1152980" y="1451628"/>
                </a:lnTo>
                <a:lnTo>
                  <a:pt x="1147825" y="1442321"/>
                </a:lnTo>
                <a:cubicBezTo>
                  <a:pt x="1123310" y="1455898"/>
                  <a:pt x="1097956" y="1468146"/>
                  <a:pt x="1071863" y="1478969"/>
                </a:cubicBezTo>
                <a:lnTo>
                  <a:pt x="1075938" y="1488796"/>
                </a:lnTo>
                <a:moveTo>
                  <a:pt x="1225367" y="1406048"/>
                </a:moveTo>
                <a:lnTo>
                  <a:pt x="1231531" y="1414719"/>
                </a:lnTo>
                <a:cubicBezTo>
                  <a:pt x="1255138" y="1397939"/>
                  <a:pt x="1277762" y="1379868"/>
                  <a:pt x="1299300" y="1360607"/>
                </a:cubicBezTo>
                <a:lnTo>
                  <a:pt x="1292209" y="1352677"/>
                </a:lnTo>
                <a:lnTo>
                  <a:pt x="1285117" y="1344747"/>
                </a:lnTo>
                <a:cubicBezTo>
                  <a:pt x="1264168" y="1363480"/>
                  <a:pt x="1242164" y="1381057"/>
                  <a:pt x="1219203" y="1397377"/>
                </a:cubicBezTo>
                <a:lnTo>
                  <a:pt x="1225367" y="1406048"/>
                </a:lnTo>
                <a:moveTo>
                  <a:pt x="1352692" y="1292191"/>
                </a:moveTo>
                <a:lnTo>
                  <a:pt x="1360623" y="1299280"/>
                </a:lnTo>
                <a:cubicBezTo>
                  <a:pt x="1379883" y="1277742"/>
                  <a:pt x="1397954" y="1255117"/>
                  <a:pt x="1414735" y="1231509"/>
                </a:cubicBezTo>
                <a:lnTo>
                  <a:pt x="1406063" y="1225348"/>
                </a:lnTo>
                <a:lnTo>
                  <a:pt x="1397392" y="1219184"/>
                </a:lnTo>
                <a:cubicBezTo>
                  <a:pt x="1381072" y="1242145"/>
                  <a:pt x="1363496" y="1264148"/>
                  <a:pt x="1344762" y="1285099"/>
                </a:cubicBezTo>
                <a:lnTo>
                  <a:pt x="1352692" y="1292191"/>
                </a:lnTo>
                <a:moveTo>
                  <a:pt x="1451639" y="1152958"/>
                </a:moveTo>
                <a:lnTo>
                  <a:pt x="1460946" y="1158111"/>
                </a:lnTo>
                <a:cubicBezTo>
                  <a:pt x="1474909" y="1132902"/>
                  <a:pt x="1487503" y="1106827"/>
                  <a:pt x="1498631" y="1079991"/>
                </a:cubicBezTo>
                <a:lnTo>
                  <a:pt x="1488805" y="1075916"/>
                </a:lnTo>
                <a:lnTo>
                  <a:pt x="1478977" y="1071842"/>
                </a:lnTo>
                <a:cubicBezTo>
                  <a:pt x="1468157" y="1097934"/>
                  <a:pt x="1455910" y="1123288"/>
                  <a:pt x="1442333" y="1147804"/>
                </a:cubicBezTo>
                <a:lnTo>
                  <a:pt x="1451639" y="1152958"/>
                </a:lnTo>
                <a:moveTo>
                  <a:pt x="1517049" y="995193"/>
                </a:moveTo>
                <a:lnTo>
                  <a:pt x="1527273" y="998131"/>
                </a:lnTo>
                <a:cubicBezTo>
                  <a:pt x="1535210" y="970540"/>
                  <a:pt x="1541649" y="942316"/>
                  <a:pt x="1546503" y="913552"/>
                </a:cubicBezTo>
                <a:lnTo>
                  <a:pt x="1536012" y="911783"/>
                </a:lnTo>
                <a:lnTo>
                  <a:pt x="1525523" y="910014"/>
                </a:lnTo>
                <a:cubicBezTo>
                  <a:pt x="1520804" y="937980"/>
                  <a:pt x="1514541" y="965424"/>
                  <a:pt x="1506825" y="992251"/>
                </a:cubicBezTo>
                <a:lnTo>
                  <a:pt x="1517049" y="995193"/>
                </a:lnTo>
                <a:moveTo>
                  <a:pt x="1545495" y="826753"/>
                </a:moveTo>
                <a:lnTo>
                  <a:pt x="1556118" y="827338"/>
                </a:lnTo>
                <a:cubicBezTo>
                  <a:pt x="1556911" y="812980"/>
                  <a:pt x="1557313" y="798517"/>
                  <a:pt x="1557313" y="783963"/>
                </a:cubicBezTo>
                <a:lnTo>
                  <a:pt x="1546675" y="783963"/>
                </a:lnTo>
                <a:lnTo>
                  <a:pt x="1536036" y="783963"/>
                </a:lnTo>
                <a:cubicBezTo>
                  <a:pt x="1536036" y="798125"/>
                  <a:pt x="1535644" y="812196"/>
                  <a:pt x="1534872" y="826165"/>
                </a:cubicBezTo>
                <a:lnTo>
                  <a:pt x="1545495" y="826753"/>
                </a:lnTo>
                <a:moveTo>
                  <a:pt x="1546675" y="783963"/>
                </a:moveTo>
                <a:lnTo>
                  <a:pt x="1557313" y="783963"/>
                </a:lnTo>
                <a:cubicBezTo>
                  <a:pt x="1557313" y="769407"/>
                  <a:pt x="1556910" y="754947"/>
                  <a:pt x="1556116" y="740586"/>
                </a:cubicBezTo>
                <a:lnTo>
                  <a:pt x="1545494" y="741174"/>
                </a:lnTo>
                <a:lnTo>
                  <a:pt x="1534871" y="741762"/>
                </a:lnTo>
                <a:cubicBezTo>
                  <a:pt x="1535644" y="755731"/>
                  <a:pt x="1536035" y="769801"/>
                  <a:pt x="1536036" y="783963"/>
                </a:cubicBezTo>
                <a:lnTo>
                  <a:pt x="1546675" y="783963"/>
                </a:lnTo>
                <a:moveTo>
                  <a:pt x="1536008" y="656143"/>
                </a:moveTo>
                <a:lnTo>
                  <a:pt x="1546499" y="654375"/>
                </a:lnTo>
                <a:cubicBezTo>
                  <a:pt x="1541645" y="625611"/>
                  <a:pt x="1535203" y="597387"/>
                  <a:pt x="1527267" y="569795"/>
                </a:cubicBezTo>
                <a:lnTo>
                  <a:pt x="1517044" y="572737"/>
                </a:lnTo>
                <a:lnTo>
                  <a:pt x="1506818" y="575678"/>
                </a:lnTo>
                <a:cubicBezTo>
                  <a:pt x="1514535" y="602503"/>
                  <a:pt x="1520798" y="629946"/>
                  <a:pt x="1525519" y="657915"/>
                </a:cubicBezTo>
                <a:lnTo>
                  <a:pt x="1536008" y="656143"/>
                </a:lnTo>
                <a:moveTo>
                  <a:pt x="1488795" y="492013"/>
                </a:moveTo>
                <a:lnTo>
                  <a:pt x="1498623" y="487936"/>
                </a:lnTo>
                <a:cubicBezTo>
                  <a:pt x="1487493" y="461100"/>
                  <a:pt x="1474897" y="435028"/>
                  <a:pt x="1460934" y="409816"/>
                </a:cubicBezTo>
                <a:lnTo>
                  <a:pt x="1451627" y="414972"/>
                </a:lnTo>
                <a:lnTo>
                  <a:pt x="1442321" y="420125"/>
                </a:lnTo>
                <a:cubicBezTo>
                  <a:pt x="1455899" y="444641"/>
                  <a:pt x="1468147" y="469995"/>
                  <a:pt x="1478969" y="496087"/>
                </a:cubicBezTo>
                <a:lnTo>
                  <a:pt x="1488795" y="492013"/>
                </a:lnTo>
                <a:moveTo>
                  <a:pt x="1406049" y="342584"/>
                </a:moveTo>
                <a:lnTo>
                  <a:pt x="1414719" y="336420"/>
                </a:lnTo>
                <a:cubicBezTo>
                  <a:pt x="1397940" y="312813"/>
                  <a:pt x="1379867" y="290190"/>
                  <a:pt x="1360606" y="268652"/>
                </a:cubicBezTo>
                <a:lnTo>
                  <a:pt x="1352676" y="275744"/>
                </a:lnTo>
                <a:lnTo>
                  <a:pt x="1344746" y="282834"/>
                </a:lnTo>
                <a:cubicBezTo>
                  <a:pt x="1363481" y="303784"/>
                  <a:pt x="1381058" y="325788"/>
                  <a:pt x="1397378" y="348748"/>
                </a:cubicBezTo>
                <a:lnTo>
                  <a:pt x="1406049" y="342584"/>
                </a:lnTo>
                <a:moveTo>
                  <a:pt x="1292190" y="215258"/>
                </a:moveTo>
                <a:lnTo>
                  <a:pt x="1299281" y="207328"/>
                </a:lnTo>
                <a:cubicBezTo>
                  <a:pt x="1277743" y="188067"/>
                  <a:pt x="1255118" y="169996"/>
                  <a:pt x="1231510" y="153216"/>
                </a:cubicBezTo>
                <a:lnTo>
                  <a:pt x="1225347" y="161887"/>
                </a:lnTo>
                <a:lnTo>
                  <a:pt x="1219184" y="170558"/>
                </a:lnTo>
                <a:cubicBezTo>
                  <a:pt x="1242144" y="186878"/>
                  <a:pt x="1264149" y="204455"/>
                  <a:pt x="1285098" y="223188"/>
                </a:cubicBezTo>
                <a:lnTo>
                  <a:pt x="1292190" y="215258"/>
                </a:lnTo>
                <a:moveTo>
                  <a:pt x="1152958" y="116313"/>
                </a:moveTo>
                <a:lnTo>
                  <a:pt x="1158113" y="107006"/>
                </a:lnTo>
                <a:cubicBezTo>
                  <a:pt x="1132902" y="93043"/>
                  <a:pt x="1106827" y="80448"/>
                  <a:pt x="1079991" y="69319"/>
                </a:cubicBezTo>
                <a:lnTo>
                  <a:pt x="1075916" y="79145"/>
                </a:lnTo>
                <a:lnTo>
                  <a:pt x="1071841" y="88974"/>
                </a:lnTo>
                <a:cubicBezTo>
                  <a:pt x="1097935" y="99794"/>
                  <a:pt x="1123289" y="112040"/>
                  <a:pt x="1147804" y="125617"/>
                </a:cubicBezTo>
                <a:lnTo>
                  <a:pt x="1152958" y="116313"/>
                </a:lnTo>
                <a:moveTo>
                  <a:pt x="995192" y="50901"/>
                </a:moveTo>
                <a:lnTo>
                  <a:pt x="998132" y="40677"/>
                </a:lnTo>
                <a:cubicBezTo>
                  <a:pt x="970539" y="32741"/>
                  <a:pt x="942315" y="26302"/>
                  <a:pt x="913553" y="21447"/>
                </a:cubicBezTo>
                <a:lnTo>
                  <a:pt x="911783" y="31938"/>
                </a:lnTo>
                <a:lnTo>
                  <a:pt x="910014" y="42429"/>
                </a:lnTo>
                <a:cubicBezTo>
                  <a:pt x="937981" y="47147"/>
                  <a:pt x="965425" y="53411"/>
                  <a:pt x="992251" y="61125"/>
                </a:cubicBezTo>
                <a:lnTo>
                  <a:pt x="995192" y="50901"/>
                </a:lnTo>
                <a:moveTo>
                  <a:pt x="826752" y="22455"/>
                </a:moveTo>
                <a:lnTo>
                  <a:pt x="827338" y="11834"/>
                </a:lnTo>
                <a:cubicBezTo>
                  <a:pt x="812980" y="11039"/>
                  <a:pt x="798518" y="10638"/>
                  <a:pt x="783963" y="10638"/>
                </a:cubicBezTo>
                <a:lnTo>
                  <a:pt x="783964" y="21277"/>
                </a:lnTo>
                <a:lnTo>
                  <a:pt x="783964" y="31915"/>
                </a:lnTo>
                <a:cubicBezTo>
                  <a:pt x="798126" y="31915"/>
                  <a:pt x="812197" y="32307"/>
                  <a:pt x="826164" y="33079"/>
                </a:cubicBezTo>
                <a:lnTo>
                  <a:pt x="826752" y="22455"/>
                </a:lnTo>
                <a:moveTo>
                  <a:pt x="783964" y="21277"/>
                </a:moveTo>
                <a:lnTo>
                  <a:pt x="783963" y="0"/>
                </a:lnTo>
                <a:cubicBezTo>
                  <a:pt x="769212" y="0"/>
                  <a:pt x="754554" y="409"/>
                  <a:pt x="739999" y="1212"/>
                </a:cubicBezTo>
                <a:lnTo>
                  <a:pt x="741175" y="22458"/>
                </a:lnTo>
                <a:lnTo>
                  <a:pt x="742350" y="43701"/>
                </a:lnTo>
                <a:cubicBezTo>
                  <a:pt x="756123" y="42940"/>
                  <a:pt x="769997" y="42554"/>
                  <a:pt x="783964" y="42554"/>
                </a:cubicBezTo>
                <a:lnTo>
                  <a:pt x="783964" y="21277"/>
                </a:lnTo>
                <a:moveTo>
                  <a:pt x="656144" y="31944"/>
                </a:moveTo>
                <a:lnTo>
                  <a:pt x="652604" y="10962"/>
                </a:lnTo>
                <a:cubicBezTo>
                  <a:pt x="623444" y="15882"/>
                  <a:pt x="594829" y="22412"/>
                  <a:pt x="566855" y="30459"/>
                </a:cubicBezTo>
                <a:lnTo>
                  <a:pt x="572736" y="50909"/>
                </a:lnTo>
                <a:lnTo>
                  <a:pt x="578617" y="71357"/>
                </a:lnTo>
                <a:cubicBezTo>
                  <a:pt x="605062" y="63751"/>
                  <a:pt x="632113" y="57576"/>
                  <a:pt x="659685" y="52922"/>
                </a:cubicBezTo>
                <a:lnTo>
                  <a:pt x="656144" y="31944"/>
                </a:lnTo>
                <a:moveTo>
                  <a:pt x="492012" y="79156"/>
                </a:moveTo>
                <a:lnTo>
                  <a:pt x="483863" y="59501"/>
                </a:lnTo>
                <a:cubicBezTo>
                  <a:pt x="456653" y="70784"/>
                  <a:pt x="430220" y="83554"/>
                  <a:pt x="404662" y="97710"/>
                </a:cubicBezTo>
                <a:lnTo>
                  <a:pt x="414971" y="116324"/>
                </a:lnTo>
                <a:lnTo>
                  <a:pt x="425280" y="134935"/>
                </a:lnTo>
                <a:cubicBezTo>
                  <a:pt x="449449" y="121551"/>
                  <a:pt x="474441" y="109476"/>
                  <a:pt x="500162" y="98809"/>
                </a:cubicBezTo>
                <a:lnTo>
                  <a:pt x="492012" y="79156"/>
                </a:lnTo>
                <a:moveTo>
                  <a:pt x="342583" y="161901"/>
                </a:moveTo>
                <a:lnTo>
                  <a:pt x="330257" y="144560"/>
                </a:lnTo>
                <a:cubicBezTo>
                  <a:pt x="306326" y="161569"/>
                  <a:pt x="283392" y="179891"/>
                  <a:pt x="261560" y="199416"/>
                </a:cubicBezTo>
                <a:lnTo>
                  <a:pt x="275743" y="215275"/>
                </a:lnTo>
                <a:lnTo>
                  <a:pt x="289927" y="231135"/>
                </a:lnTo>
                <a:cubicBezTo>
                  <a:pt x="310580" y="212663"/>
                  <a:pt x="332276" y="195333"/>
                  <a:pt x="354911" y="179243"/>
                </a:cubicBezTo>
                <a:lnTo>
                  <a:pt x="342583" y="161901"/>
                </a:lnTo>
                <a:moveTo>
                  <a:pt x="215259" y="275761"/>
                </a:moveTo>
                <a:lnTo>
                  <a:pt x="199399" y="261579"/>
                </a:lnTo>
                <a:cubicBezTo>
                  <a:pt x="179874" y="283410"/>
                  <a:pt x="161555" y="306345"/>
                  <a:pt x="144545" y="330276"/>
                </a:cubicBezTo>
                <a:lnTo>
                  <a:pt x="161888" y="342604"/>
                </a:lnTo>
                <a:lnTo>
                  <a:pt x="179230" y="354932"/>
                </a:lnTo>
                <a:cubicBezTo>
                  <a:pt x="195319" y="332295"/>
                  <a:pt x="212649" y="310598"/>
                  <a:pt x="231119" y="289943"/>
                </a:cubicBezTo>
                <a:lnTo>
                  <a:pt x="215259" y="275761"/>
                </a:lnTo>
                <a:moveTo>
                  <a:pt x="116312" y="414992"/>
                </a:moveTo>
                <a:lnTo>
                  <a:pt x="97698" y="404686"/>
                </a:lnTo>
                <a:cubicBezTo>
                  <a:pt x="83544" y="430244"/>
                  <a:pt x="70774" y="456677"/>
                  <a:pt x="59492" y="483885"/>
                </a:cubicBezTo>
                <a:lnTo>
                  <a:pt x="79146" y="492036"/>
                </a:lnTo>
                <a:lnTo>
                  <a:pt x="98801" y="500184"/>
                </a:lnTo>
                <a:cubicBezTo>
                  <a:pt x="109467" y="474461"/>
                  <a:pt x="121540" y="449471"/>
                  <a:pt x="134925" y="425301"/>
                </a:cubicBezTo>
                <a:lnTo>
                  <a:pt x="116312" y="414992"/>
                </a:lnTo>
                <a:moveTo>
                  <a:pt x="50902" y="572759"/>
                </a:moveTo>
                <a:lnTo>
                  <a:pt x="30454" y="566880"/>
                </a:lnTo>
                <a:cubicBezTo>
                  <a:pt x="22408" y="594854"/>
                  <a:pt x="15878" y="623467"/>
                  <a:pt x="10958" y="652628"/>
                </a:cubicBezTo>
                <a:lnTo>
                  <a:pt x="31939" y="656169"/>
                </a:lnTo>
                <a:lnTo>
                  <a:pt x="52919" y="659707"/>
                </a:lnTo>
                <a:cubicBezTo>
                  <a:pt x="57571" y="632135"/>
                  <a:pt x="63744" y="605084"/>
                  <a:pt x="71349" y="578639"/>
                </a:cubicBezTo>
                <a:lnTo>
                  <a:pt x="50902" y="572759"/>
                </a:lnTo>
                <a:moveTo>
                  <a:pt x="22456" y="741200"/>
                </a:moveTo>
                <a:lnTo>
                  <a:pt x="1212" y="740024"/>
                </a:lnTo>
                <a:cubicBezTo>
                  <a:pt x="407" y="754578"/>
                  <a:pt x="0" y="769236"/>
                  <a:pt x="0" y="783989"/>
                </a:cubicBezTo>
                <a:lnTo>
                  <a:pt x="21277" y="783989"/>
                </a:lnTo>
                <a:lnTo>
                  <a:pt x="42554" y="783986"/>
                </a:lnTo>
                <a:cubicBezTo>
                  <a:pt x="42554" y="770020"/>
                  <a:pt x="42939" y="756145"/>
                  <a:pt x="43701" y="742375"/>
                </a:cubicBezTo>
                <a:lnTo>
                  <a:pt x="22456" y="741200"/>
                </a:lnTo>
                <a:moveTo>
                  <a:pt x="21277" y="783989"/>
                </a:moveTo>
                <a:lnTo>
                  <a:pt x="0" y="783989"/>
                </a:lnTo>
                <a:cubicBezTo>
                  <a:pt x="1" y="798738"/>
                  <a:pt x="408" y="813397"/>
                  <a:pt x="1213" y="827951"/>
                </a:cubicBezTo>
                <a:lnTo>
                  <a:pt x="22457" y="826775"/>
                </a:lnTo>
                <a:lnTo>
                  <a:pt x="43702" y="825600"/>
                </a:lnTo>
                <a:cubicBezTo>
                  <a:pt x="42940" y="811830"/>
                  <a:pt x="42554" y="797955"/>
                  <a:pt x="42554" y="783986"/>
                </a:cubicBezTo>
                <a:lnTo>
                  <a:pt x="21277" y="783989"/>
                </a:lnTo>
                <a:moveTo>
                  <a:pt x="31943" y="911806"/>
                </a:moveTo>
                <a:lnTo>
                  <a:pt x="10962" y="915346"/>
                </a:lnTo>
                <a:cubicBezTo>
                  <a:pt x="15883" y="944508"/>
                  <a:pt x="22413" y="973121"/>
                  <a:pt x="30460" y="1001095"/>
                </a:cubicBezTo>
                <a:lnTo>
                  <a:pt x="50908" y="995215"/>
                </a:lnTo>
                <a:lnTo>
                  <a:pt x="71356" y="989333"/>
                </a:lnTo>
                <a:cubicBezTo>
                  <a:pt x="63750" y="962889"/>
                  <a:pt x="57576" y="935837"/>
                  <a:pt x="52923" y="908266"/>
                </a:cubicBezTo>
                <a:lnTo>
                  <a:pt x="31943" y="911806"/>
                </a:lnTo>
                <a:moveTo>
                  <a:pt x="79156" y="1075939"/>
                </a:moveTo>
                <a:lnTo>
                  <a:pt x="59501" y="1084090"/>
                </a:lnTo>
                <a:cubicBezTo>
                  <a:pt x="70785" y="1111298"/>
                  <a:pt x="83555" y="1137731"/>
                  <a:pt x="97711" y="1163289"/>
                </a:cubicBezTo>
                <a:lnTo>
                  <a:pt x="116323" y="1152980"/>
                </a:lnTo>
                <a:lnTo>
                  <a:pt x="134936" y="1142671"/>
                </a:lnTo>
                <a:cubicBezTo>
                  <a:pt x="121550" y="1118501"/>
                  <a:pt x="109477" y="1093511"/>
                  <a:pt x="98810" y="1067788"/>
                </a:cubicBezTo>
                <a:lnTo>
                  <a:pt x="79156" y="1075939"/>
                </a:lnTo>
                <a:moveTo>
                  <a:pt x="161902" y="1225368"/>
                </a:moveTo>
                <a:lnTo>
                  <a:pt x="144560" y="1237696"/>
                </a:lnTo>
                <a:cubicBezTo>
                  <a:pt x="161571" y="1261624"/>
                  <a:pt x="179891" y="1284559"/>
                  <a:pt x="199415" y="1306393"/>
                </a:cubicBezTo>
                <a:lnTo>
                  <a:pt x="215275" y="1292208"/>
                </a:lnTo>
                <a:lnTo>
                  <a:pt x="231136" y="1278024"/>
                </a:lnTo>
                <a:cubicBezTo>
                  <a:pt x="212665" y="1257371"/>
                  <a:pt x="195334" y="1235674"/>
                  <a:pt x="179244" y="1213040"/>
                </a:cubicBezTo>
                <a:lnTo>
                  <a:pt x="161902" y="1225368"/>
                </a:lnTo>
                <a:moveTo>
                  <a:pt x="275762" y="1352691"/>
                </a:moveTo>
                <a:lnTo>
                  <a:pt x="261578" y="1368554"/>
                </a:lnTo>
                <a:cubicBezTo>
                  <a:pt x="283411" y="1388076"/>
                  <a:pt x="306346" y="1406394"/>
                  <a:pt x="330277" y="1423407"/>
                </a:cubicBezTo>
                <a:lnTo>
                  <a:pt x="342603" y="1406062"/>
                </a:lnTo>
                <a:lnTo>
                  <a:pt x="354931" y="1388720"/>
                </a:lnTo>
                <a:cubicBezTo>
                  <a:pt x="332294" y="1372631"/>
                  <a:pt x="310599" y="1355303"/>
                  <a:pt x="289944" y="1336831"/>
                </a:cubicBezTo>
                <a:lnTo>
                  <a:pt x="275762" y="1352691"/>
                </a:lnTo>
                <a:moveTo>
                  <a:pt x="414993" y="1451639"/>
                </a:moveTo>
                <a:lnTo>
                  <a:pt x="404685" y="1470253"/>
                </a:lnTo>
                <a:cubicBezTo>
                  <a:pt x="430243" y="1484406"/>
                  <a:pt x="456677" y="1497177"/>
                  <a:pt x="483885" y="1508460"/>
                </a:cubicBezTo>
                <a:lnTo>
                  <a:pt x="492035" y="1488804"/>
                </a:lnTo>
                <a:lnTo>
                  <a:pt x="500185" y="1469152"/>
                </a:lnTo>
                <a:cubicBezTo>
                  <a:pt x="474463" y="1458485"/>
                  <a:pt x="449470" y="1446413"/>
                  <a:pt x="425302" y="1433026"/>
                </a:cubicBezTo>
                <a:lnTo>
                  <a:pt x="414993" y="1451639"/>
                </a:lnTo>
                <a:moveTo>
                  <a:pt x="572760" y="1517049"/>
                </a:moveTo>
                <a:lnTo>
                  <a:pt x="566879" y="1537496"/>
                </a:lnTo>
                <a:cubicBezTo>
                  <a:pt x="594853" y="1545543"/>
                  <a:pt x="623468" y="1552073"/>
                  <a:pt x="652628" y="1556993"/>
                </a:cubicBezTo>
                <a:lnTo>
                  <a:pt x="656168" y="1536011"/>
                </a:lnTo>
                <a:lnTo>
                  <a:pt x="659707" y="1515033"/>
                </a:lnTo>
                <a:cubicBezTo>
                  <a:pt x="632136" y="1510379"/>
                  <a:pt x="605084" y="1504207"/>
                  <a:pt x="578640" y="1496601"/>
                </a:cubicBezTo>
                <a:lnTo>
                  <a:pt x="572760" y="1517049"/>
                </a:lnTo>
                <a:moveTo>
                  <a:pt x="741199" y="1545494"/>
                </a:moveTo>
                <a:lnTo>
                  <a:pt x="740025" y="1566740"/>
                </a:lnTo>
                <a:cubicBezTo>
                  <a:pt x="754579" y="1567543"/>
                  <a:pt x="769237" y="1567952"/>
                  <a:pt x="783988" y="1567952"/>
                </a:cubicBezTo>
                <a:lnTo>
                  <a:pt x="783988" y="1546675"/>
                </a:lnTo>
                <a:lnTo>
                  <a:pt x="783987" y="1525396"/>
                </a:lnTo>
                <a:cubicBezTo>
                  <a:pt x="770021" y="1525399"/>
                  <a:pt x="756146" y="1525012"/>
                  <a:pt x="742374" y="1524252"/>
                </a:cubicBezTo>
                <a:lnTo>
                  <a:pt x="741199" y="1545494"/>
                </a:lnTo>
                <a:moveTo>
                  <a:pt x="783988" y="1546675"/>
                </a:moveTo>
                <a:lnTo>
                  <a:pt x="783988" y="1567952"/>
                </a:lnTo>
                <a:cubicBezTo>
                  <a:pt x="798739" y="1567949"/>
                  <a:pt x="813396" y="1567543"/>
                  <a:pt x="827951" y="1566737"/>
                </a:cubicBezTo>
                <a:lnTo>
                  <a:pt x="826776" y="1545494"/>
                </a:lnTo>
                <a:lnTo>
                  <a:pt x="825601" y="1524249"/>
                </a:lnTo>
                <a:cubicBezTo>
                  <a:pt x="811829" y="1525010"/>
                  <a:pt x="797954" y="1525396"/>
                  <a:pt x="783987" y="1525396"/>
                </a:cubicBezTo>
                <a:lnTo>
                  <a:pt x="783988" y="1546675"/>
                </a:lnTo>
                <a:moveTo>
                  <a:pt x="911807" y="1536009"/>
                </a:moveTo>
                <a:lnTo>
                  <a:pt x="915347" y="1556987"/>
                </a:lnTo>
                <a:cubicBezTo>
                  <a:pt x="944507" y="1552067"/>
                  <a:pt x="973122" y="1545537"/>
                  <a:pt x="1001096" y="1537491"/>
                </a:cubicBezTo>
                <a:lnTo>
                  <a:pt x="995215" y="1517043"/>
                </a:lnTo>
                <a:lnTo>
                  <a:pt x="989333" y="1496595"/>
                </a:lnTo>
                <a:cubicBezTo>
                  <a:pt x="962889" y="1504201"/>
                  <a:pt x="935838" y="1510376"/>
                  <a:pt x="908266" y="1515027"/>
                </a:cubicBezTo>
                <a:lnTo>
                  <a:pt x="911807" y="1536009"/>
                </a:lnTo>
                <a:moveTo>
                  <a:pt x="1075938" y="1488796"/>
                </a:moveTo>
                <a:lnTo>
                  <a:pt x="1084090" y="1508449"/>
                </a:lnTo>
                <a:cubicBezTo>
                  <a:pt x="1111298" y="1497166"/>
                  <a:pt x="1137730" y="1484395"/>
                  <a:pt x="1163289" y="1470239"/>
                </a:cubicBezTo>
                <a:lnTo>
                  <a:pt x="1152980" y="1451628"/>
                </a:lnTo>
                <a:lnTo>
                  <a:pt x="1142671" y="1433014"/>
                </a:lnTo>
                <a:cubicBezTo>
                  <a:pt x="1118502" y="1446401"/>
                  <a:pt x="1093510" y="1458473"/>
                  <a:pt x="1067789" y="1469140"/>
                </a:cubicBezTo>
                <a:lnTo>
                  <a:pt x="1075938" y="1488796"/>
                </a:lnTo>
                <a:moveTo>
                  <a:pt x="1225367" y="1406048"/>
                </a:moveTo>
                <a:lnTo>
                  <a:pt x="1237695" y="1423392"/>
                </a:lnTo>
                <a:cubicBezTo>
                  <a:pt x="1261625" y="1406380"/>
                  <a:pt x="1284560" y="1388059"/>
                  <a:pt x="1306392" y="1368537"/>
                </a:cubicBezTo>
                <a:lnTo>
                  <a:pt x="1292209" y="1352677"/>
                </a:lnTo>
                <a:lnTo>
                  <a:pt x="1278024" y="1336814"/>
                </a:lnTo>
                <a:cubicBezTo>
                  <a:pt x="1257371" y="1355286"/>
                  <a:pt x="1235676" y="1372617"/>
                  <a:pt x="1213040" y="1388706"/>
                </a:cubicBezTo>
                <a:lnTo>
                  <a:pt x="1225367" y="1406048"/>
                </a:lnTo>
                <a:moveTo>
                  <a:pt x="1352692" y="1292191"/>
                </a:moveTo>
                <a:lnTo>
                  <a:pt x="1368553" y="1306373"/>
                </a:lnTo>
                <a:cubicBezTo>
                  <a:pt x="1388077" y="1284539"/>
                  <a:pt x="1406396" y="1261605"/>
                  <a:pt x="1423406" y="1237673"/>
                </a:cubicBezTo>
                <a:lnTo>
                  <a:pt x="1406063" y="1225348"/>
                </a:lnTo>
                <a:lnTo>
                  <a:pt x="1388721" y="1213020"/>
                </a:lnTo>
                <a:cubicBezTo>
                  <a:pt x="1372631" y="1235657"/>
                  <a:pt x="1355302" y="1257351"/>
                  <a:pt x="1336832" y="1278006"/>
                </a:cubicBezTo>
                <a:lnTo>
                  <a:pt x="1352692" y="1292191"/>
                </a:lnTo>
                <a:moveTo>
                  <a:pt x="1451639" y="1152958"/>
                </a:moveTo>
                <a:lnTo>
                  <a:pt x="1470252" y="1163267"/>
                </a:lnTo>
                <a:cubicBezTo>
                  <a:pt x="1484407" y="1137708"/>
                  <a:pt x="1497176" y="1111276"/>
                  <a:pt x="1508459" y="1084065"/>
                </a:cubicBezTo>
                <a:lnTo>
                  <a:pt x="1488805" y="1075916"/>
                </a:lnTo>
                <a:lnTo>
                  <a:pt x="1469151" y="1067765"/>
                </a:lnTo>
                <a:cubicBezTo>
                  <a:pt x="1458484" y="1093488"/>
                  <a:pt x="1446412" y="1118481"/>
                  <a:pt x="1433027" y="1142649"/>
                </a:cubicBezTo>
                <a:lnTo>
                  <a:pt x="1451639" y="1152958"/>
                </a:lnTo>
                <a:moveTo>
                  <a:pt x="1517049" y="995193"/>
                </a:moveTo>
                <a:lnTo>
                  <a:pt x="1537497" y="1001073"/>
                </a:lnTo>
                <a:cubicBezTo>
                  <a:pt x="1545543" y="973098"/>
                  <a:pt x="1552073" y="944482"/>
                  <a:pt x="1556994" y="915324"/>
                </a:cubicBezTo>
                <a:lnTo>
                  <a:pt x="1536012" y="911783"/>
                </a:lnTo>
                <a:lnTo>
                  <a:pt x="1515032" y="908243"/>
                </a:lnTo>
                <a:cubicBezTo>
                  <a:pt x="1510380" y="935814"/>
                  <a:pt x="1504208" y="962866"/>
                  <a:pt x="1496601" y="989310"/>
                </a:cubicBezTo>
                <a:lnTo>
                  <a:pt x="1517049" y="995193"/>
                </a:lnTo>
                <a:moveTo>
                  <a:pt x="1545495" y="826753"/>
                </a:moveTo>
                <a:lnTo>
                  <a:pt x="1566739" y="827925"/>
                </a:lnTo>
                <a:cubicBezTo>
                  <a:pt x="1567544" y="813372"/>
                  <a:pt x="1567952" y="798713"/>
                  <a:pt x="1567952" y="783963"/>
                </a:cubicBezTo>
                <a:lnTo>
                  <a:pt x="1546675" y="783963"/>
                </a:lnTo>
                <a:lnTo>
                  <a:pt x="1525398" y="783963"/>
                </a:lnTo>
                <a:cubicBezTo>
                  <a:pt x="1525398" y="797929"/>
                  <a:pt x="1525012" y="811804"/>
                  <a:pt x="1524251" y="825577"/>
                </a:cubicBezTo>
                <a:lnTo>
                  <a:pt x="1545495" y="826753"/>
                </a:lnTo>
                <a:moveTo>
                  <a:pt x="1546675" y="783963"/>
                </a:moveTo>
                <a:lnTo>
                  <a:pt x="1567952" y="783963"/>
                </a:lnTo>
                <a:cubicBezTo>
                  <a:pt x="1567952" y="769211"/>
                  <a:pt x="1567543" y="754555"/>
                  <a:pt x="1566738" y="739999"/>
                </a:cubicBezTo>
                <a:lnTo>
                  <a:pt x="1545494" y="741174"/>
                </a:lnTo>
                <a:lnTo>
                  <a:pt x="1524249" y="742349"/>
                </a:lnTo>
                <a:cubicBezTo>
                  <a:pt x="1525010" y="756122"/>
                  <a:pt x="1525396" y="769997"/>
                  <a:pt x="1525398" y="783963"/>
                </a:cubicBezTo>
                <a:lnTo>
                  <a:pt x="1546675" y="783963"/>
                </a:lnTo>
                <a:moveTo>
                  <a:pt x="1536008" y="656143"/>
                </a:moveTo>
                <a:lnTo>
                  <a:pt x="1556989" y="652603"/>
                </a:lnTo>
                <a:cubicBezTo>
                  <a:pt x="1552068" y="623445"/>
                  <a:pt x="1545538" y="594828"/>
                  <a:pt x="1537491" y="566854"/>
                </a:cubicBezTo>
                <a:lnTo>
                  <a:pt x="1517044" y="572737"/>
                </a:lnTo>
                <a:lnTo>
                  <a:pt x="1496596" y="578617"/>
                </a:lnTo>
                <a:cubicBezTo>
                  <a:pt x="1504202" y="605061"/>
                  <a:pt x="1510376" y="632113"/>
                  <a:pt x="1515028" y="659684"/>
                </a:cubicBezTo>
                <a:lnTo>
                  <a:pt x="1536008" y="656143"/>
                </a:lnTo>
                <a:moveTo>
                  <a:pt x="1488795" y="492013"/>
                </a:moveTo>
                <a:lnTo>
                  <a:pt x="1508449" y="483862"/>
                </a:lnTo>
                <a:cubicBezTo>
                  <a:pt x="1497166" y="456654"/>
                  <a:pt x="1484396" y="430221"/>
                  <a:pt x="1470240" y="404663"/>
                </a:cubicBezTo>
                <a:lnTo>
                  <a:pt x="1451627" y="414972"/>
                </a:lnTo>
                <a:lnTo>
                  <a:pt x="1433015" y="425281"/>
                </a:lnTo>
                <a:cubicBezTo>
                  <a:pt x="1446400" y="449448"/>
                  <a:pt x="1458474" y="474441"/>
                  <a:pt x="1469141" y="500162"/>
                </a:cubicBezTo>
                <a:lnTo>
                  <a:pt x="1488795" y="492013"/>
                </a:lnTo>
                <a:moveTo>
                  <a:pt x="1406049" y="342584"/>
                </a:moveTo>
                <a:lnTo>
                  <a:pt x="1423392" y="330256"/>
                </a:lnTo>
                <a:cubicBezTo>
                  <a:pt x="1406381" y="306325"/>
                  <a:pt x="1388061" y="283393"/>
                  <a:pt x="1368536" y="261560"/>
                </a:cubicBezTo>
                <a:lnTo>
                  <a:pt x="1352676" y="275744"/>
                </a:lnTo>
                <a:lnTo>
                  <a:pt x="1336817" y="289926"/>
                </a:lnTo>
                <a:cubicBezTo>
                  <a:pt x="1355287" y="310581"/>
                  <a:pt x="1372617" y="332275"/>
                  <a:pt x="1388707" y="354912"/>
                </a:cubicBezTo>
                <a:lnTo>
                  <a:pt x="1406049" y="342584"/>
                </a:lnTo>
                <a:moveTo>
                  <a:pt x="1292190" y="215258"/>
                </a:moveTo>
                <a:lnTo>
                  <a:pt x="1306373" y="199399"/>
                </a:lnTo>
                <a:cubicBezTo>
                  <a:pt x="1284540" y="179874"/>
                  <a:pt x="1261605" y="161555"/>
                  <a:pt x="1237674" y="144546"/>
                </a:cubicBezTo>
                <a:lnTo>
                  <a:pt x="1225347" y="161887"/>
                </a:lnTo>
                <a:lnTo>
                  <a:pt x="1213021" y="179229"/>
                </a:lnTo>
                <a:cubicBezTo>
                  <a:pt x="1235657" y="195319"/>
                  <a:pt x="1257352" y="212649"/>
                  <a:pt x="1278007" y="231118"/>
                </a:cubicBezTo>
                <a:lnTo>
                  <a:pt x="1292190" y="215258"/>
                </a:lnTo>
                <a:moveTo>
                  <a:pt x="1152958" y="116313"/>
                </a:moveTo>
                <a:lnTo>
                  <a:pt x="1163266" y="97699"/>
                </a:lnTo>
                <a:cubicBezTo>
                  <a:pt x="1137709" y="83543"/>
                  <a:pt x="1111275" y="70775"/>
                  <a:pt x="1084066" y="59492"/>
                </a:cubicBezTo>
                <a:lnTo>
                  <a:pt x="1075916" y="79145"/>
                </a:lnTo>
                <a:lnTo>
                  <a:pt x="1067766" y="98801"/>
                </a:lnTo>
                <a:cubicBezTo>
                  <a:pt x="1093489" y="109467"/>
                  <a:pt x="1118482" y="121540"/>
                  <a:pt x="1142649" y="134924"/>
                </a:cubicBezTo>
                <a:lnTo>
                  <a:pt x="1152958" y="116313"/>
                </a:lnTo>
                <a:moveTo>
                  <a:pt x="995192" y="50901"/>
                </a:moveTo>
                <a:lnTo>
                  <a:pt x="1001072" y="30453"/>
                </a:lnTo>
                <a:cubicBezTo>
                  <a:pt x="973098" y="22407"/>
                  <a:pt x="944483" y="15877"/>
                  <a:pt x="915323" y="10959"/>
                </a:cubicBezTo>
                <a:lnTo>
                  <a:pt x="911783" y="31938"/>
                </a:lnTo>
                <a:lnTo>
                  <a:pt x="908244" y="52920"/>
                </a:lnTo>
                <a:cubicBezTo>
                  <a:pt x="935815" y="57570"/>
                  <a:pt x="962867" y="63745"/>
                  <a:pt x="989311" y="71349"/>
                </a:cubicBezTo>
                <a:lnTo>
                  <a:pt x="995192" y="50901"/>
                </a:lnTo>
                <a:moveTo>
                  <a:pt x="826752" y="22455"/>
                </a:moveTo>
                <a:lnTo>
                  <a:pt x="827926" y="1212"/>
                </a:lnTo>
                <a:cubicBezTo>
                  <a:pt x="813372" y="406"/>
                  <a:pt x="798714" y="0"/>
                  <a:pt x="783963" y="0"/>
                </a:cubicBezTo>
                <a:lnTo>
                  <a:pt x="783964" y="21277"/>
                </a:lnTo>
                <a:lnTo>
                  <a:pt x="783964" y="42554"/>
                </a:lnTo>
                <a:cubicBezTo>
                  <a:pt x="797930" y="42554"/>
                  <a:pt x="811805" y="42940"/>
                  <a:pt x="825578" y="43701"/>
                </a:cubicBezTo>
                <a:lnTo>
                  <a:pt x="826752" y="22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A10F7F3F-97DD-4F9E-84A9-F6FE8169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866" y="1431950"/>
            <a:ext cx="1525410" cy="1525410"/>
          </a:xfrm>
          <a:custGeom xmlns:a="http://schemas.openxmlformats.org/drawingml/2006/main">
            <a:pathLst>
              <a:path w="1525410" h="1525410">
                <a:moveTo>
                  <a:pt x="762694" y="6"/>
                </a:moveTo>
                <a:cubicBezTo>
                  <a:pt x="1183920" y="0"/>
                  <a:pt x="1525397" y="341466"/>
                  <a:pt x="1525404" y="762692"/>
                </a:cubicBezTo>
                <a:cubicBezTo>
                  <a:pt x="1525410" y="1183919"/>
                  <a:pt x="1183944" y="1525396"/>
                  <a:pt x="762718" y="1525404"/>
                </a:cubicBezTo>
                <a:cubicBezTo>
                  <a:pt x="341491" y="1525410"/>
                  <a:pt x="13" y="1183944"/>
                  <a:pt x="6" y="762718"/>
                </a:cubicBezTo>
                <a:cubicBezTo>
                  <a:pt x="0" y="341491"/>
                  <a:pt x="341466" y="11"/>
                  <a:pt x="762694" y="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42858575-94CC-4666-A503-54E85279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356" y="199475"/>
            <a:ext cx="1448504" cy="1354860"/>
          </a:xfrm>
          <a:custGeom xmlns:a="http://schemas.openxmlformats.org/drawingml/2006/main">
            <a:pathLst>
              <a:path w="1448504" h="1354860">
                <a:moveTo>
                  <a:pt x="1238840" y="163531"/>
                </a:moveTo>
                <a:lnTo>
                  <a:pt x="1246333" y="155979"/>
                </a:lnTo>
                <a:lnTo>
                  <a:pt x="1238840" y="163531"/>
                </a:lnTo>
                <a:moveTo>
                  <a:pt x="60627" y="450768"/>
                </a:moveTo>
                <a:lnTo>
                  <a:pt x="70439" y="454882"/>
                </a:lnTo>
                <a:lnTo>
                  <a:pt x="60627" y="450768"/>
                </a:lnTo>
                <a:moveTo>
                  <a:pt x="836925" y="1312312"/>
                </a:moveTo>
                <a:lnTo>
                  <a:pt x="839339" y="1322672"/>
                </a:lnTo>
                <a:cubicBezTo>
                  <a:pt x="853515" y="1319371"/>
                  <a:pt x="867508" y="1315699"/>
                  <a:pt x="881312" y="1311668"/>
                </a:cubicBezTo>
                <a:lnTo>
                  <a:pt x="878329" y="1301455"/>
                </a:lnTo>
                <a:lnTo>
                  <a:pt x="875348" y="1291246"/>
                </a:lnTo>
                <a:cubicBezTo>
                  <a:pt x="861920" y="1295164"/>
                  <a:pt x="848305" y="1298738"/>
                  <a:pt x="834512" y="1301952"/>
                </a:cubicBezTo>
                <a:lnTo>
                  <a:pt x="836925" y="1312312"/>
                </a:lnTo>
                <a:moveTo>
                  <a:pt x="958992" y="1272930"/>
                </a:moveTo>
                <a:lnTo>
                  <a:pt x="963094" y="1282745"/>
                </a:lnTo>
                <a:cubicBezTo>
                  <a:pt x="990006" y="1271493"/>
                  <a:pt x="1016032" y="1258816"/>
                  <a:pt x="1041105" y="1244828"/>
                </a:cubicBezTo>
                <a:lnTo>
                  <a:pt x="1035921" y="1235538"/>
                </a:lnTo>
                <a:lnTo>
                  <a:pt x="1030738" y="1226248"/>
                </a:lnTo>
                <a:cubicBezTo>
                  <a:pt x="1006362" y="1239848"/>
                  <a:pt x="981055" y="1252173"/>
                  <a:pt x="954888" y="1263115"/>
                </a:cubicBezTo>
                <a:lnTo>
                  <a:pt x="958992" y="1272930"/>
                </a:lnTo>
                <a:moveTo>
                  <a:pt x="1108131" y="1189716"/>
                </a:moveTo>
                <a:lnTo>
                  <a:pt x="1114329" y="1198362"/>
                </a:lnTo>
                <a:cubicBezTo>
                  <a:pt x="1137941" y="1181437"/>
                  <a:pt x="1160477" y="1163252"/>
                  <a:pt x="1181862" y="1143937"/>
                </a:cubicBezTo>
                <a:lnTo>
                  <a:pt x="1174731" y="1136042"/>
                </a:lnTo>
                <a:lnTo>
                  <a:pt x="1167599" y="1128146"/>
                </a:lnTo>
                <a:cubicBezTo>
                  <a:pt x="1146805" y="1146933"/>
                  <a:pt x="1124891" y="1164612"/>
                  <a:pt x="1101933" y="1181071"/>
                </a:cubicBezTo>
                <a:lnTo>
                  <a:pt x="1108131" y="1189716"/>
                </a:lnTo>
                <a:moveTo>
                  <a:pt x="1234892" y="1075232"/>
                </a:moveTo>
                <a:lnTo>
                  <a:pt x="1242862" y="1082279"/>
                </a:lnTo>
                <a:cubicBezTo>
                  <a:pt x="1262046" y="1060579"/>
                  <a:pt x="1279980" y="1037846"/>
                  <a:pt x="1296588" y="1014204"/>
                </a:cubicBezTo>
                <a:lnTo>
                  <a:pt x="1287881" y="1008088"/>
                </a:lnTo>
                <a:lnTo>
                  <a:pt x="1279176" y="1001973"/>
                </a:lnTo>
                <a:cubicBezTo>
                  <a:pt x="1263023" y="1024970"/>
                  <a:pt x="1245580" y="1047082"/>
                  <a:pt x="1226921" y="1068185"/>
                </a:cubicBezTo>
                <a:lnTo>
                  <a:pt x="1234892" y="1075232"/>
                </a:lnTo>
                <a:moveTo>
                  <a:pt x="1333067" y="935459"/>
                </a:moveTo>
                <a:lnTo>
                  <a:pt x="1342399" y="940567"/>
                </a:lnTo>
                <a:cubicBezTo>
                  <a:pt x="1356271" y="915222"/>
                  <a:pt x="1368740" y="889087"/>
                  <a:pt x="1379726" y="862288"/>
                </a:cubicBezTo>
                <a:lnTo>
                  <a:pt x="1369882" y="858253"/>
                </a:lnTo>
                <a:lnTo>
                  <a:pt x="1360040" y="854219"/>
                </a:lnTo>
                <a:cubicBezTo>
                  <a:pt x="1349354" y="880280"/>
                  <a:pt x="1337228" y="905699"/>
                  <a:pt x="1323734" y="930352"/>
                </a:cubicBezTo>
                <a:lnTo>
                  <a:pt x="1333067" y="935459"/>
                </a:lnTo>
                <a:moveTo>
                  <a:pt x="1397850" y="777413"/>
                </a:moveTo>
                <a:lnTo>
                  <a:pt x="1408082" y="780324"/>
                </a:lnTo>
                <a:cubicBezTo>
                  <a:pt x="1415962" y="752602"/>
                  <a:pt x="1422314" y="724352"/>
                  <a:pt x="1427064" y="695690"/>
                </a:cubicBezTo>
                <a:lnTo>
                  <a:pt x="1416568" y="693950"/>
                </a:lnTo>
                <a:lnTo>
                  <a:pt x="1406073" y="692212"/>
                </a:lnTo>
                <a:cubicBezTo>
                  <a:pt x="1401454" y="720079"/>
                  <a:pt x="1395279" y="747548"/>
                  <a:pt x="1387616" y="774506"/>
                </a:cubicBezTo>
                <a:lnTo>
                  <a:pt x="1397850" y="777413"/>
                </a:lnTo>
                <a:moveTo>
                  <a:pt x="1425765" y="608925"/>
                </a:moveTo>
                <a:lnTo>
                  <a:pt x="1436390" y="609470"/>
                </a:lnTo>
                <a:cubicBezTo>
                  <a:pt x="1437860" y="580797"/>
                  <a:pt x="1437729" y="551849"/>
                  <a:pt x="1435930" y="522733"/>
                </a:cubicBezTo>
                <a:lnTo>
                  <a:pt x="1425313" y="523389"/>
                </a:lnTo>
                <a:lnTo>
                  <a:pt x="1414695" y="524048"/>
                </a:lnTo>
                <a:cubicBezTo>
                  <a:pt x="1416444" y="552354"/>
                  <a:pt x="1416570" y="580502"/>
                  <a:pt x="1415140" y="608380"/>
                </a:cubicBezTo>
                <a:lnTo>
                  <a:pt x="1425765" y="608925"/>
                </a:lnTo>
                <a:moveTo>
                  <a:pt x="1415258" y="438426"/>
                </a:moveTo>
                <a:lnTo>
                  <a:pt x="1425738" y="436589"/>
                </a:lnTo>
                <a:cubicBezTo>
                  <a:pt x="1423253" y="422425"/>
                  <a:pt x="1420364" y="408249"/>
                  <a:pt x="1417062" y="394073"/>
                </a:cubicBezTo>
                <a:lnTo>
                  <a:pt x="1406701" y="396486"/>
                </a:lnTo>
                <a:lnTo>
                  <a:pt x="1396339" y="398899"/>
                </a:lnTo>
                <a:cubicBezTo>
                  <a:pt x="1399553" y="412692"/>
                  <a:pt x="1402364" y="426485"/>
                  <a:pt x="1404780" y="440263"/>
                </a:cubicBezTo>
                <a:lnTo>
                  <a:pt x="1415258" y="438426"/>
                </a:lnTo>
                <a:moveTo>
                  <a:pt x="1406701" y="396486"/>
                </a:moveTo>
                <a:lnTo>
                  <a:pt x="1417062" y="394073"/>
                </a:lnTo>
                <a:cubicBezTo>
                  <a:pt x="1413972" y="380805"/>
                  <a:pt x="1410853" y="368767"/>
                  <a:pt x="1407658" y="357774"/>
                </a:cubicBezTo>
                <a:lnTo>
                  <a:pt x="1397442" y="360744"/>
                </a:lnTo>
                <a:lnTo>
                  <a:pt x="1387227" y="363713"/>
                </a:lnTo>
                <a:cubicBezTo>
                  <a:pt x="1390296" y="374278"/>
                  <a:pt x="1393320" y="385938"/>
                  <a:pt x="1396339" y="398899"/>
                </a:cubicBezTo>
                <a:lnTo>
                  <a:pt x="1406701" y="396486"/>
                </a:lnTo>
                <a:moveTo>
                  <a:pt x="1369601" y="292634"/>
                </a:moveTo>
                <a:lnTo>
                  <a:pt x="1378743" y="287197"/>
                </a:lnTo>
                <a:cubicBezTo>
                  <a:pt x="1364663" y="263530"/>
                  <a:pt x="1348227" y="247009"/>
                  <a:pt x="1328251" y="229426"/>
                </a:cubicBezTo>
                <a:lnTo>
                  <a:pt x="1321222" y="237412"/>
                </a:lnTo>
                <a:lnTo>
                  <a:pt x="1314193" y="245396"/>
                </a:lnTo>
                <a:cubicBezTo>
                  <a:pt x="1333487" y="262380"/>
                  <a:pt x="1348031" y="277186"/>
                  <a:pt x="1360459" y="298074"/>
                </a:cubicBezTo>
                <a:lnTo>
                  <a:pt x="1369601" y="292634"/>
                </a:lnTo>
                <a:moveTo>
                  <a:pt x="1265575" y="188979"/>
                </a:moveTo>
                <a:lnTo>
                  <a:pt x="1272751" y="181126"/>
                </a:lnTo>
                <a:cubicBezTo>
                  <a:pt x="1264481" y="173571"/>
                  <a:pt x="1255693" y="165266"/>
                  <a:pt x="1246333" y="155979"/>
                </a:cubicBezTo>
                <a:lnTo>
                  <a:pt x="1238840" y="163531"/>
                </a:lnTo>
                <a:lnTo>
                  <a:pt x="1231347" y="171083"/>
                </a:lnTo>
                <a:cubicBezTo>
                  <a:pt x="1240935" y="180595"/>
                  <a:pt x="1249935" y="189101"/>
                  <a:pt x="1258399" y="196835"/>
                </a:cubicBezTo>
                <a:lnTo>
                  <a:pt x="1265575" y="188979"/>
                </a:lnTo>
                <a:moveTo>
                  <a:pt x="1238840" y="163531"/>
                </a:moveTo>
                <a:lnTo>
                  <a:pt x="1246333" y="155979"/>
                </a:lnTo>
                <a:cubicBezTo>
                  <a:pt x="1236818" y="146542"/>
                  <a:pt x="1227001" y="137638"/>
                  <a:pt x="1216897" y="129251"/>
                </a:cubicBezTo>
                <a:lnTo>
                  <a:pt x="1210102" y="137436"/>
                </a:lnTo>
                <a:lnTo>
                  <a:pt x="1203306" y="145622"/>
                </a:lnTo>
                <a:cubicBezTo>
                  <a:pt x="1212928" y="153611"/>
                  <a:pt x="1222282" y="162092"/>
                  <a:pt x="1231347" y="171083"/>
                </a:cubicBezTo>
                <a:lnTo>
                  <a:pt x="1238840" y="163531"/>
                </a:lnTo>
                <a:moveTo>
                  <a:pt x="1146365" y="93386"/>
                </a:moveTo>
                <a:lnTo>
                  <a:pt x="1151633" y="84142"/>
                </a:lnTo>
                <a:cubicBezTo>
                  <a:pt x="1128646" y="71042"/>
                  <a:pt x="1104653" y="59955"/>
                  <a:pt x="1079834" y="50682"/>
                </a:cubicBezTo>
                <a:lnTo>
                  <a:pt x="1076111" y="60648"/>
                </a:lnTo>
                <a:lnTo>
                  <a:pt x="1072387" y="70613"/>
                </a:lnTo>
                <a:cubicBezTo>
                  <a:pt x="1096207" y="79511"/>
                  <a:pt x="1119160" y="90127"/>
                  <a:pt x="1141098" y="102628"/>
                </a:cubicBezTo>
                <a:lnTo>
                  <a:pt x="1146365" y="93386"/>
                </a:lnTo>
                <a:moveTo>
                  <a:pt x="1001740" y="38715"/>
                </a:moveTo>
                <a:lnTo>
                  <a:pt x="1004062" y="28332"/>
                </a:lnTo>
                <a:cubicBezTo>
                  <a:pt x="978704" y="22660"/>
                  <a:pt x="952737" y="18497"/>
                  <a:pt x="926314" y="15664"/>
                </a:cubicBezTo>
                <a:lnTo>
                  <a:pt x="925181" y="26243"/>
                </a:lnTo>
                <a:lnTo>
                  <a:pt x="924049" y="36821"/>
                </a:lnTo>
                <a:cubicBezTo>
                  <a:pt x="949743" y="39575"/>
                  <a:pt x="974912" y="43616"/>
                  <a:pt x="999417" y="49095"/>
                </a:cubicBezTo>
                <a:lnTo>
                  <a:pt x="1001740" y="38715"/>
                </a:lnTo>
                <a:moveTo>
                  <a:pt x="847758" y="21660"/>
                </a:moveTo>
                <a:lnTo>
                  <a:pt x="847914" y="11022"/>
                </a:lnTo>
                <a:cubicBezTo>
                  <a:pt x="822045" y="10641"/>
                  <a:pt x="795884" y="11314"/>
                  <a:pt x="769564" y="12890"/>
                </a:cubicBezTo>
                <a:lnTo>
                  <a:pt x="770200" y="23508"/>
                </a:lnTo>
                <a:lnTo>
                  <a:pt x="770836" y="34130"/>
                </a:lnTo>
                <a:cubicBezTo>
                  <a:pt x="796679" y="32580"/>
                  <a:pt x="822309" y="31924"/>
                  <a:pt x="847601" y="32299"/>
                </a:cubicBezTo>
                <a:lnTo>
                  <a:pt x="847758" y="21660"/>
                </a:lnTo>
                <a:moveTo>
                  <a:pt x="692932" y="30578"/>
                </a:moveTo>
                <a:lnTo>
                  <a:pt x="691652" y="20016"/>
                </a:lnTo>
                <a:cubicBezTo>
                  <a:pt x="665891" y="23136"/>
                  <a:pt x="640088" y="26978"/>
                  <a:pt x="614361" y="31401"/>
                </a:cubicBezTo>
                <a:lnTo>
                  <a:pt x="616163" y="41886"/>
                </a:lnTo>
                <a:lnTo>
                  <a:pt x="617967" y="52372"/>
                </a:lnTo>
                <a:cubicBezTo>
                  <a:pt x="643380" y="47999"/>
                  <a:pt x="668833" y="44215"/>
                  <a:pt x="694212" y="41140"/>
                </a:cubicBezTo>
                <a:lnTo>
                  <a:pt x="692932" y="30578"/>
                </a:lnTo>
                <a:moveTo>
                  <a:pt x="539981" y="56653"/>
                </a:moveTo>
                <a:lnTo>
                  <a:pt x="537750" y="46250"/>
                </a:lnTo>
                <a:cubicBezTo>
                  <a:pt x="525019" y="48979"/>
                  <a:pt x="512335" y="51824"/>
                  <a:pt x="499712" y="54765"/>
                </a:cubicBezTo>
                <a:lnTo>
                  <a:pt x="502126" y="65125"/>
                </a:lnTo>
                <a:lnTo>
                  <a:pt x="504540" y="75485"/>
                </a:lnTo>
                <a:cubicBezTo>
                  <a:pt x="517047" y="72572"/>
                  <a:pt x="529609" y="69756"/>
                  <a:pt x="542211" y="67053"/>
                </a:cubicBezTo>
                <a:lnTo>
                  <a:pt x="539981" y="56653"/>
                </a:lnTo>
                <a:moveTo>
                  <a:pt x="502126" y="65125"/>
                </a:moveTo>
                <a:lnTo>
                  <a:pt x="499712" y="54765"/>
                </a:lnTo>
                <a:cubicBezTo>
                  <a:pt x="486745" y="57783"/>
                  <a:pt x="474162" y="60949"/>
                  <a:pt x="461945" y="64265"/>
                </a:cubicBezTo>
                <a:lnTo>
                  <a:pt x="464732" y="74531"/>
                </a:lnTo>
                <a:lnTo>
                  <a:pt x="467520" y="84798"/>
                </a:lnTo>
                <a:cubicBezTo>
                  <a:pt x="479473" y="81553"/>
                  <a:pt x="491807" y="78452"/>
                  <a:pt x="504540" y="75485"/>
                </a:cubicBezTo>
                <a:lnTo>
                  <a:pt x="502126" y="65125"/>
                </a:lnTo>
                <a:moveTo>
                  <a:pt x="391471" y="97923"/>
                </a:moveTo>
                <a:lnTo>
                  <a:pt x="387741" y="87961"/>
                </a:lnTo>
                <a:cubicBezTo>
                  <a:pt x="362132" y="97546"/>
                  <a:pt x="338385" y="108108"/>
                  <a:pt x="316258" y="119762"/>
                </a:cubicBezTo>
                <a:lnTo>
                  <a:pt x="321216" y="129177"/>
                </a:lnTo>
                <a:lnTo>
                  <a:pt x="326174" y="138589"/>
                </a:lnTo>
                <a:cubicBezTo>
                  <a:pt x="347434" y="127391"/>
                  <a:pt x="370353" y="117187"/>
                  <a:pt x="395200" y="107886"/>
                </a:cubicBezTo>
                <a:lnTo>
                  <a:pt x="391471" y="97923"/>
                </a:lnTo>
                <a:moveTo>
                  <a:pt x="256157" y="170127"/>
                </a:moveTo>
                <a:lnTo>
                  <a:pt x="249778" y="161612"/>
                </a:lnTo>
                <a:cubicBezTo>
                  <a:pt x="228564" y="177506"/>
                  <a:pt x="209111" y="194898"/>
                  <a:pt x="191056" y="213932"/>
                </a:cubicBezTo>
                <a:lnTo>
                  <a:pt x="198775" y="221252"/>
                </a:lnTo>
                <a:lnTo>
                  <a:pt x="206494" y="228574"/>
                </a:lnTo>
                <a:cubicBezTo>
                  <a:pt x="223740" y="210392"/>
                  <a:pt x="242299" y="193800"/>
                  <a:pt x="262535" y="178641"/>
                </a:cubicBezTo>
                <a:lnTo>
                  <a:pt x="256157" y="170127"/>
                </a:lnTo>
                <a:moveTo>
                  <a:pt x="150329" y="280931"/>
                </a:moveTo>
                <a:lnTo>
                  <a:pt x="141611" y="274833"/>
                </a:lnTo>
                <a:cubicBezTo>
                  <a:pt x="127169" y="295485"/>
                  <a:pt x="113632" y="317622"/>
                  <a:pt x="100704" y="341346"/>
                </a:cubicBezTo>
                <a:lnTo>
                  <a:pt x="110045" y="346437"/>
                </a:lnTo>
                <a:lnTo>
                  <a:pt x="119387" y="351528"/>
                </a:lnTo>
                <a:cubicBezTo>
                  <a:pt x="131991" y="328400"/>
                  <a:pt x="145118" y="306944"/>
                  <a:pt x="159047" y="287027"/>
                </a:cubicBezTo>
                <a:lnTo>
                  <a:pt x="150329" y="280931"/>
                </a:lnTo>
                <a:moveTo>
                  <a:pt x="75976" y="415435"/>
                </a:moveTo>
                <a:lnTo>
                  <a:pt x="66279" y="411060"/>
                </a:lnTo>
                <a:cubicBezTo>
                  <a:pt x="61072" y="422606"/>
                  <a:pt x="55925" y="434469"/>
                  <a:pt x="50816" y="446657"/>
                </a:cubicBezTo>
                <a:lnTo>
                  <a:pt x="60627" y="450768"/>
                </a:lnTo>
                <a:lnTo>
                  <a:pt x="70439" y="454882"/>
                </a:lnTo>
                <a:cubicBezTo>
                  <a:pt x="75482" y="442853"/>
                  <a:pt x="80553" y="431164"/>
                  <a:pt x="85674" y="419807"/>
                </a:cubicBezTo>
                <a:lnTo>
                  <a:pt x="75976" y="415435"/>
                </a:lnTo>
                <a:moveTo>
                  <a:pt x="60627" y="450768"/>
                </a:moveTo>
                <a:lnTo>
                  <a:pt x="50816" y="446657"/>
                </a:lnTo>
                <a:cubicBezTo>
                  <a:pt x="45257" y="459919"/>
                  <a:pt x="40382" y="471963"/>
                  <a:pt x="36147" y="483021"/>
                </a:cubicBezTo>
                <a:lnTo>
                  <a:pt x="46082" y="486826"/>
                </a:lnTo>
                <a:lnTo>
                  <a:pt x="56017" y="490630"/>
                </a:lnTo>
                <a:cubicBezTo>
                  <a:pt x="60150" y="479836"/>
                  <a:pt x="64937" y="468008"/>
                  <a:pt x="70439" y="454882"/>
                </a:cubicBezTo>
                <a:lnTo>
                  <a:pt x="60627" y="450768"/>
                </a:lnTo>
                <a:moveTo>
                  <a:pt x="24863" y="561428"/>
                </a:moveTo>
                <a:lnTo>
                  <a:pt x="14310" y="560083"/>
                </a:lnTo>
                <a:cubicBezTo>
                  <a:pt x="10790" y="587668"/>
                  <a:pt x="14223" y="610961"/>
                  <a:pt x="21457" y="640840"/>
                </a:cubicBezTo>
                <a:lnTo>
                  <a:pt x="31797" y="638336"/>
                </a:lnTo>
                <a:lnTo>
                  <a:pt x="42137" y="635832"/>
                </a:lnTo>
                <a:cubicBezTo>
                  <a:pt x="35160" y="607020"/>
                  <a:pt x="32372" y="586637"/>
                  <a:pt x="35416" y="562777"/>
                </a:cubicBezTo>
                <a:lnTo>
                  <a:pt x="24863" y="561428"/>
                </a:lnTo>
                <a:moveTo>
                  <a:pt x="51401" y="713464"/>
                </a:moveTo>
                <a:lnTo>
                  <a:pt x="41090" y="716087"/>
                </a:lnTo>
                <a:cubicBezTo>
                  <a:pt x="44011" y="727572"/>
                  <a:pt x="47083" y="740053"/>
                  <a:pt x="50266" y="753718"/>
                </a:cubicBezTo>
                <a:lnTo>
                  <a:pt x="60627" y="751304"/>
                </a:lnTo>
                <a:lnTo>
                  <a:pt x="70989" y="748891"/>
                </a:lnTo>
                <a:cubicBezTo>
                  <a:pt x="67768" y="735064"/>
                  <a:pt x="64662" y="722444"/>
                  <a:pt x="61711" y="710843"/>
                </a:cubicBezTo>
                <a:lnTo>
                  <a:pt x="51401" y="713464"/>
                </a:lnTo>
                <a:moveTo>
                  <a:pt x="60627" y="751304"/>
                </a:moveTo>
                <a:lnTo>
                  <a:pt x="50266" y="753718"/>
                </a:lnTo>
                <a:cubicBezTo>
                  <a:pt x="53754" y="768689"/>
                  <a:pt x="57473" y="783447"/>
                  <a:pt x="61422" y="797983"/>
                </a:cubicBezTo>
                <a:lnTo>
                  <a:pt x="71689" y="795195"/>
                </a:lnTo>
                <a:lnTo>
                  <a:pt x="81955" y="792404"/>
                </a:lnTo>
                <a:cubicBezTo>
                  <a:pt x="78075" y="778123"/>
                  <a:pt x="74418" y="763615"/>
                  <a:pt x="70989" y="748891"/>
                </a:cubicBezTo>
                <a:lnTo>
                  <a:pt x="60627" y="751304"/>
                </a:lnTo>
                <a:moveTo>
                  <a:pt x="98819" y="881481"/>
                </a:moveTo>
                <a:lnTo>
                  <a:pt x="88810" y="885086"/>
                </a:lnTo>
                <a:cubicBezTo>
                  <a:pt x="99359" y="914364"/>
                  <a:pt x="110967" y="942534"/>
                  <a:pt x="123619" y="969515"/>
                </a:cubicBezTo>
                <a:lnTo>
                  <a:pt x="133251" y="964998"/>
                </a:lnTo>
                <a:lnTo>
                  <a:pt x="142883" y="960481"/>
                </a:lnTo>
                <a:cubicBezTo>
                  <a:pt x="130523" y="934128"/>
                  <a:pt x="119165" y="906565"/>
                  <a:pt x="108828" y="877875"/>
                </a:cubicBezTo>
                <a:lnTo>
                  <a:pt x="98819" y="881481"/>
                </a:lnTo>
                <a:moveTo>
                  <a:pt x="175905" y="1044754"/>
                </a:moveTo>
                <a:lnTo>
                  <a:pt x="166815" y="1050281"/>
                </a:lnTo>
                <a:cubicBezTo>
                  <a:pt x="183036" y="1076953"/>
                  <a:pt x="200495" y="1102088"/>
                  <a:pt x="219173" y="1125571"/>
                </a:cubicBezTo>
                <a:lnTo>
                  <a:pt x="227499" y="1118950"/>
                </a:lnTo>
                <a:lnTo>
                  <a:pt x="235825" y="1112326"/>
                </a:lnTo>
                <a:cubicBezTo>
                  <a:pt x="217730" y="1089579"/>
                  <a:pt x="200778" y="1065176"/>
                  <a:pt x="184994" y="1039226"/>
                </a:cubicBezTo>
                <a:lnTo>
                  <a:pt x="175905" y="1044754"/>
                </a:lnTo>
                <a:moveTo>
                  <a:pt x="288585" y="1185500"/>
                </a:moveTo>
                <a:lnTo>
                  <a:pt x="281300" y="1193254"/>
                </a:lnTo>
                <a:cubicBezTo>
                  <a:pt x="303902" y="1214497"/>
                  <a:pt x="327869" y="1233712"/>
                  <a:pt x="353171" y="1250756"/>
                </a:cubicBezTo>
                <a:lnTo>
                  <a:pt x="359115" y="1241932"/>
                </a:lnTo>
                <a:lnTo>
                  <a:pt x="365058" y="1233108"/>
                </a:lnTo>
                <a:cubicBezTo>
                  <a:pt x="340741" y="1216728"/>
                  <a:pt x="317669" y="1198237"/>
                  <a:pt x="295871" y="1177749"/>
                </a:cubicBezTo>
                <a:lnTo>
                  <a:pt x="288585" y="1185500"/>
                </a:lnTo>
                <a:moveTo>
                  <a:pt x="438070" y="1285803"/>
                </a:moveTo>
                <a:lnTo>
                  <a:pt x="433726" y="1295513"/>
                </a:lnTo>
                <a:cubicBezTo>
                  <a:pt x="461491" y="1307931"/>
                  <a:pt x="490521" y="1318053"/>
                  <a:pt x="520785" y="1325744"/>
                </a:cubicBezTo>
                <a:lnTo>
                  <a:pt x="523405" y="1315433"/>
                </a:lnTo>
                <a:lnTo>
                  <a:pt x="526024" y="1305124"/>
                </a:lnTo>
                <a:cubicBezTo>
                  <a:pt x="496937" y="1297730"/>
                  <a:pt x="469060" y="1288009"/>
                  <a:pt x="442414" y="1276090"/>
                </a:cubicBezTo>
                <a:lnTo>
                  <a:pt x="438070" y="1285803"/>
                </a:lnTo>
                <a:moveTo>
                  <a:pt x="612435" y="1330472"/>
                </a:moveTo>
                <a:lnTo>
                  <a:pt x="611494" y="1341068"/>
                </a:lnTo>
                <a:cubicBezTo>
                  <a:pt x="641136" y="1343697"/>
                  <a:pt x="671752" y="1344211"/>
                  <a:pt x="703316" y="1342518"/>
                </a:cubicBezTo>
                <a:lnTo>
                  <a:pt x="702747" y="1331894"/>
                </a:lnTo>
                <a:lnTo>
                  <a:pt x="702177" y="1321273"/>
                </a:lnTo>
                <a:cubicBezTo>
                  <a:pt x="671578" y="1322911"/>
                  <a:pt x="641972" y="1322411"/>
                  <a:pt x="613375" y="1319873"/>
                </a:cubicBezTo>
                <a:lnTo>
                  <a:pt x="612435" y="1330472"/>
                </a:lnTo>
                <a:moveTo>
                  <a:pt x="792556" y="1321420"/>
                </a:moveTo>
                <a:lnTo>
                  <a:pt x="794411" y="1331894"/>
                </a:lnTo>
                <a:cubicBezTo>
                  <a:pt x="809205" y="1329276"/>
                  <a:pt x="824182" y="1326204"/>
                  <a:pt x="839339" y="1322672"/>
                </a:cubicBezTo>
                <a:lnTo>
                  <a:pt x="836925" y="1312312"/>
                </a:lnTo>
                <a:lnTo>
                  <a:pt x="834512" y="1301952"/>
                </a:lnTo>
                <a:cubicBezTo>
                  <a:pt x="819716" y="1305399"/>
                  <a:pt x="805111" y="1308391"/>
                  <a:pt x="790701" y="1310944"/>
                </a:cubicBezTo>
                <a:lnTo>
                  <a:pt x="792556" y="1321420"/>
                </a:lnTo>
                <a:moveTo>
                  <a:pt x="1238840" y="163531"/>
                </a:moveTo>
                <a:lnTo>
                  <a:pt x="1253825" y="148427"/>
                </a:lnTo>
                <a:lnTo>
                  <a:pt x="1238840" y="163531"/>
                </a:lnTo>
                <a:moveTo>
                  <a:pt x="60627" y="450768"/>
                </a:moveTo>
                <a:lnTo>
                  <a:pt x="80250" y="458993"/>
                </a:lnTo>
                <a:lnTo>
                  <a:pt x="60627" y="450768"/>
                </a:lnTo>
                <a:moveTo>
                  <a:pt x="836925" y="1312312"/>
                </a:moveTo>
                <a:lnTo>
                  <a:pt x="841752" y="1333035"/>
                </a:lnTo>
                <a:cubicBezTo>
                  <a:pt x="856118" y="1329688"/>
                  <a:pt x="870301" y="1325966"/>
                  <a:pt x="884294" y="1321880"/>
                </a:cubicBezTo>
                <a:lnTo>
                  <a:pt x="878329" y="1301455"/>
                </a:lnTo>
                <a:lnTo>
                  <a:pt x="872366" y="1281033"/>
                </a:lnTo>
                <a:cubicBezTo>
                  <a:pt x="859126" y="1284897"/>
                  <a:pt x="845701" y="1288421"/>
                  <a:pt x="832099" y="1291589"/>
                </a:cubicBezTo>
                <a:lnTo>
                  <a:pt x="836925" y="1312312"/>
                </a:lnTo>
                <a:moveTo>
                  <a:pt x="958992" y="1272930"/>
                </a:moveTo>
                <a:lnTo>
                  <a:pt x="967198" y="1292560"/>
                </a:lnTo>
                <a:cubicBezTo>
                  <a:pt x="994482" y="1281152"/>
                  <a:pt x="1020869" y="1268302"/>
                  <a:pt x="1046288" y="1254120"/>
                </a:cubicBezTo>
                <a:lnTo>
                  <a:pt x="1035921" y="1235538"/>
                </a:lnTo>
                <a:lnTo>
                  <a:pt x="1025555" y="1216958"/>
                </a:lnTo>
                <a:cubicBezTo>
                  <a:pt x="1001526" y="1230365"/>
                  <a:pt x="976581" y="1242514"/>
                  <a:pt x="950784" y="1253300"/>
                </a:cubicBezTo>
                <a:lnTo>
                  <a:pt x="958992" y="1272930"/>
                </a:lnTo>
                <a:moveTo>
                  <a:pt x="1108131" y="1189716"/>
                </a:moveTo>
                <a:lnTo>
                  <a:pt x="1120528" y="1207010"/>
                </a:lnTo>
                <a:cubicBezTo>
                  <a:pt x="1144467" y="1189847"/>
                  <a:pt x="1167314" y="1171415"/>
                  <a:pt x="1188994" y="1151830"/>
                </a:cubicBezTo>
                <a:lnTo>
                  <a:pt x="1174731" y="1136042"/>
                </a:lnTo>
                <a:lnTo>
                  <a:pt x="1160469" y="1120253"/>
                </a:lnTo>
                <a:cubicBezTo>
                  <a:pt x="1139968" y="1138770"/>
                  <a:pt x="1118366" y="1156200"/>
                  <a:pt x="1095735" y="1172423"/>
                </a:cubicBezTo>
                <a:lnTo>
                  <a:pt x="1108131" y="1189716"/>
                </a:lnTo>
                <a:moveTo>
                  <a:pt x="1234892" y="1075232"/>
                </a:moveTo>
                <a:lnTo>
                  <a:pt x="1250831" y="1089326"/>
                </a:lnTo>
                <a:cubicBezTo>
                  <a:pt x="1270280" y="1067328"/>
                  <a:pt x="1288459" y="1044285"/>
                  <a:pt x="1305294" y="1020317"/>
                </a:cubicBezTo>
                <a:lnTo>
                  <a:pt x="1287881" y="1008088"/>
                </a:lnTo>
                <a:lnTo>
                  <a:pt x="1270470" y="995860"/>
                </a:lnTo>
                <a:cubicBezTo>
                  <a:pt x="1254545" y="1018534"/>
                  <a:pt x="1237347" y="1040333"/>
                  <a:pt x="1218952" y="1061138"/>
                </a:cubicBezTo>
                <a:lnTo>
                  <a:pt x="1234892" y="1075232"/>
                </a:lnTo>
                <a:moveTo>
                  <a:pt x="1333067" y="935459"/>
                </a:moveTo>
                <a:lnTo>
                  <a:pt x="1351732" y="945675"/>
                </a:lnTo>
                <a:cubicBezTo>
                  <a:pt x="1365794" y="919983"/>
                  <a:pt x="1378433" y="893490"/>
                  <a:pt x="1389569" y="866325"/>
                </a:cubicBezTo>
                <a:lnTo>
                  <a:pt x="1369882" y="858253"/>
                </a:lnTo>
                <a:lnTo>
                  <a:pt x="1350197" y="850182"/>
                </a:lnTo>
                <a:cubicBezTo>
                  <a:pt x="1339662" y="875879"/>
                  <a:pt x="1327706" y="900938"/>
                  <a:pt x="1314402" y="925244"/>
                </a:cubicBezTo>
                <a:lnTo>
                  <a:pt x="1333067" y="935459"/>
                </a:lnTo>
                <a:moveTo>
                  <a:pt x="1397850" y="777413"/>
                </a:moveTo>
                <a:lnTo>
                  <a:pt x="1418316" y="783231"/>
                </a:lnTo>
                <a:cubicBezTo>
                  <a:pt x="1426303" y="755129"/>
                  <a:pt x="1432743" y="726487"/>
                  <a:pt x="1437560" y="697431"/>
                </a:cubicBezTo>
                <a:lnTo>
                  <a:pt x="1416568" y="693950"/>
                </a:lnTo>
                <a:lnTo>
                  <a:pt x="1395578" y="690472"/>
                </a:lnTo>
                <a:cubicBezTo>
                  <a:pt x="1391026" y="717941"/>
                  <a:pt x="1384936" y="745021"/>
                  <a:pt x="1377384" y="771596"/>
                </a:cubicBezTo>
                <a:lnTo>
                  <a:pt x="1397850" y="777413"/>
                </a:lnTo>
                <a:moveTo>
                  <a:pt x="1425765" y="608925"/>
                </a:moveTo>
                <a:lnTo>
                  <a:pt x="1447014" y="610012"/>
                </a:lnTo>
                <a:cubicBezTo>
                  <a:pt x="1448504" y="580942"/>
                  <a:pt x="1448373" y="551593"/>
                  <a:pt x="1446549" y="522077"/>
                </a:cubicBezTo>
                <a:lnTo>
                  <a:pt x="1425313" y="523389"/>
                </a:lnTo>
                <a:lnTo>
                  <a:pt x="1404076" y="524703"/>
                </a:lnTo>
                <a:cubicBezTo>
                  <a:pt x="1405799" y="552610"/>
                  <a:pt x="1405924" y="580357"/>
                  <a:pt x="1404516" y="607835"/>
                </a:cubicBezTo>
                <a:lnTo>
                  <a:pt x="1425765" y="608925"/>
                </a:lnTo>
                <a:moveTo>
                  <a:pt x="1415258" y="438426"/>
                </a:moveTo>
                <a:lnTo>
                  <a:pt x="1436216" y="434750"/>
                </a:lnTo>
                <a:cubicBezTo>
                  <a:pt x="1433697" y="420395"/>
                  <a:pt x="1430770" y="406026"/>
                  <a:pt x="1427423" y="391659"/>
                </a:cubicBezTo>
                <a:lnTo>
                  <a:pt x="1406701" y="396486"/>
                </a:lnTo>
                <a:lnTo>
                  <a:pt x="1385979" y="401313"/>
                </a:lnTo>
                <a:cubicBezTo>
                  <a:pt x="1389148" y="414915"/>
                  <a:pt x="1391919" y="428515"/>
                  <a:pt x="1394302" y="442100"/>
                </a:cubicBezTo>
                <a:lnTo>
                  <a:pt x="1415258" y="438426"/>
                </a:lnTo>
                <a:moveTo>
                  <a:pt x="1406701" y="396486"/>
                </a:moveTo>
                <a:lnTo>
                  <a:pt x="1427423" y="391659"/>
                </a:lnTo>
                <a:cubicBezTo>
                  <a:pt x="1424297" y="378239"/>
                  <a:pt x="1421131" y="366013"/>
                  <a:pt x="1417875" y="354807"/>
                </a:cubicBezTo>
                <a:lnTo>
                  <a:pt x="1397442" y="360744"/>
                </a:lnTo>
                <a:lnTo>
                  <a:pt x="1377012" y="366680"/>
                </a:lnTo>
                <a:cubicBezTo>
                  <a:pt x="1380018" y="377032"/>
                  <a:pt x="1382995" y="388505"/>
                  <a:pt x="1385979" y="401313"/>
                </a:cubicBezTo>
                <a:lnTo>
                  <a:pt x="1406701" y="396486"/>
                </a:lnTo>
                <a:moveTo>
                  <a:pt x="1369601" y="292634"/>
                </a:moveTo>
                <a:lnTo>
                  <a:pt x="1387887" y="281758"/>
                </a:lnTo>
                <a:cubicBezTo>
                  <a:pt x="1372979" y="256699"/>
                  <a:pt x="1355596" y="239323"/>
                  <a:pt x="1335281" y="221439"/>
                </a:cubicBezTo>
                <a:lnTo>
                  <a:pt x="1321222" y="237412"/>
                </a:lnTo>
                <a:lnTo>
                  <a:pt x="1307163" y="253383"/>
                </a:lnTo>
                <a:cubicBezTo>
                  <a:pt x="1326118" y="270066"/>
                  <a:pt x="1339715" y="284015"/>
                  <a:pt x="1351317" y="303514"/>
                </a:cubicBezTo>
                <a:lnTo>
                  <a:pt x="1369601" y="292634"/>
                </a:lnTo>
                <a:moveTo>
                  <a:pt x="1265575" y="188979"/>
                </a:moveTo>
                <a:lnTo>
                  <a:pt x="1279927" y="173272"/>
                </a:lnTo>
                <a:cubicBezTo>
                  <a:pt x="1271755" y="165805"/>
                  <a:pt x="1263072" y="157600"/>
                  <a:pt x="1253825" y="148427"/>
                </a:cubicBezTo>
                <a:lnTo>
                  <a:pt x="1238840" y="163531"/>
                </a:lnTo>
                <a:lnTo>
                  <a:pt x="1223856" y="178638"/>
                </a:lnTo>
                <a:cubicBezTo>
                  <a:pt x="1233556" y="188260"/>
                  <a:pt x="1242663" y="196866"/>
                  <a:pt x="1251223" y="204688"/>
                </a:cubicBezTo>
                <a:lnTo>
                  <a:pt x="1265575" y="188979"/>
                </a:lnTo>
                <a:moveTo>
                  <a:pt x="1238840" y="163531"/>
                </a:moveTo>
                <a:lnTo>
                  <a:pt x="1253825" y="148427"/>
                </a:lnTo>
                <a:cubicBezTo>
                  <a:pt x="1244087" y="138768"/>
                  <a:pt x="1234036" y="129654"/>
                  <a:pt x="1223693" y="121066"/>
                </a:cubicBezTo>
                <a:lnTo>
                  <a:pt x="1210102" y="137436"/>
                </a:lnTo>
                <a:lnTo>
                  <a:pt x="1196511" y="153807"/>
                </a:lnTo>
                <a:cubicBezTo>
                  <a:pt x="1205893" y="161598"/>
                  <a:pt x="1215014" y="169865"/>
                  <a:pt x="1223856" y="178638"/>
                </a:cubicBezTo>
                <a:lnTo>
                  <a:pt x="1238840" y="163531"/>
                </a:lnTo>
                <a:moveTo>
                  <a:pt x="1146365" y="93386"/>
                </a:moveTo>
                <a:lnTo>
                  <a:pt x="1156900" y="74900"/>
                </a:lnTo>
                <a:cubicBezTo>
                  <a:pt x="1133389" y="61502"/>
                  <a:pt x="1108876" y="50177"/>
                  <a:pt x="1083558" y="40717"/>
                </a:cubicBezTo>
                <a:lnTo>
                  <a:pt x="1076111" y="60648"/>
                </a:lnTo>
                <a:lnTo>
                  <a:pt x="1068664" y="80579"/>
                </a:lnTo>
                <a:cubicBezTo>
                  <a:pt x="1091983" y="89292"/>
                  <a:pt x="1114416" y="99669"/>
                  <a:pt x="1135832" y="111872"/>
                </a:cubicBezTo>
                <a:lnTo>
                  <a:pt x="1146365" y="93386"/>
                </a:lnTo>
                <a:moveTo>
                  <a:pt x="1001740" y="38715"/>
                </a:moveTo>
                <a:lnTo>
                  <a:pt x="1006386" y="17952"/>
                </a:lnTo>
                <a:cubicBezTo>
                  <a:pt x="980601" y="12183"/>
                  <a:pt x="954233" y="7958"/>
                  <a:pt x="927448" y="5088"/>
                </a:cubicBezTo>
                <a:lnTo>
                  <a:pt x="925181" y="26243"/>
                </a:lnTo>
                <a:lnTo>
                  <a:pt x="922916" y="47400"/>
                </a:lnTo>
                <a:cubicBezTo>
                  <a:pt x="948247" y="50114"/>
                  <a:pt x="973017" y="54092"/>
                  <a:pt x="997095" y="59478"/>
                </a:cubicBezTo>
                <a:lnTo>
                  <a:pt x="1001740" y="38715"/>
                </a:lnTo>
                <a:moveTo>
                  <a:pt x="847758" y="21660"/>
                </a:moveTo>
                <a:lnTo>
                  <a:pt x="848072" y="386"/>
                </a:lnTo>
                <a:cubicBezTo>
                  <a:pt x="821913" y="0"/>
                  <a:pt x="795487" y="679"/>
                  <a:pt x="768928" y="2271"/>
                </a:cubicBezTo>
                <a:lnTo>
                  <a:pt x="770200" y="23508"/>
                </a:lnTo>
                <a:lnTo>
                  <a:pt x="771472" y="44748"/>
                </a:lnTo>
                <a:cubicBezTo>
                  <a:pt x="797077" y="43215"/>
                  <a:pt x="822440" y="42565"/>
                  <a:pt x="847445" y="42934"/>
                </a:cubicBezTo>
                <a:lnTo>
                  <a:pt x="847758" y="21660"/>
                </a:lnTo>
                <a:moveTo>
                  <a:pt x="692932" y="30578"/>
                </a:moveTo>
                <a:lnTo>
                  <a:pt x="690373" y="9454"/>
                </a:lnTo>
                <a:cubicBezTo>
                  <a:pt x="664420" y="12600"/>
                  <a:pt x="638441" y="16464"/>
                  <a:pt x="612557" y="20916"/>
                </a:cubicBezTo>
                <a:lnTo>
                  <a:pt x="616163" y="41886"/>
                </a:lnTo>
                <a:lnTo>
                  <a:pt x="619770" y="62857"/>
                </a:lnTo>
                <a:cubicBezTo>
                  <a:pt x="645027" y="58513"/>
                  <a:pt x="670304" y="54751"/>
                  <a:pt x="695491" y="51699"/>
                </a:cubicBezTo>
                <a:lnTo>
                  <a:pt x="692932" y="30578"/>
                </a:lnTo>
                <a:moveTo>
                  <a:pt x="539981" y="56653"/>
                </a:moveTo>
                <a:lnTo>
                  <a:pt x="535519" y="35848"/>
                </a:lnTo>
                <a:cubicBezTo>
                  <a:pt x="522725" y="38593"/>
                  <a:pt x="509979" y="41449"/>
                  <a:pt x="497299" y="44402"/>
                </a:cubicBezTo>
                <a:lnTo>
                  <a:pt x="502126" y="65125"/>
                </a:lnTo>
                <a:lnTo>
                  <a:pt x="506953" y="85848"/>
                </a:lnTo>
                <a:cubicBezTo>
                  <a:pt x="519403" y="82947"/>
                  <a:pt x="531904" y="80144"/>
                  <a:pt x="544441" y="77456"/>
                </a:cubicBezTo>
                <a:lnTo>
                  <a:pt x="539981" y="56653"/>
                </a:lnTo>
                <a:moveTo>
                  <a:pt x="502126" y="65125"/>
                </a:moveTo>
                <a:lnTo>
                  <a:pt x="497299" y="44402"/>
                </a:lnTo>
                <a:cubicBezTo>
                  <a:pt x="484214" y="47451"/>
                  <a:pt x="471506" y="50645"/>
                  <a:pt x="459159" y="53998"/>
                </a:cubicBezTo>
                <a:lnTo>
                  <a:pt x="464732" y="74531"/>
                </a:lnTo>
                <a:lnTo>
                  <a:pt x="470306" y="95064"/>
                </a:lnTo>
                <a:cubicBezTo>
                  <a:pt x="482129" y="91856"/>
                  <a:pt x="494338" y="88784"/>
                  <a:pt x="506953" y="85848"/>
                </a:cubicBezTo>
                <a:lnTo>
                  <a:pt x="502126" y="65125"/>
                </a:lnTo>
                <a:moveTo>
                  <a:pt x="391471" y="97923"/>
                </a:moveTo>
                <a:lnTo>
                  <a:pt x="384011" y="77998"/>
                </a:lnTo>
                <a:cubicBezTo>
                  <a:pt x="358022" y="87725"/>
                  <a:pt x="333861" y="98468"/>
                  <a:pt x="311300" y="110350"/>
                </a:cubicBezTo>
                <a:lnTo>
                  <a:pt x="321216" y="129177"/>
                </a:lnTo>
                <a:lnTo>
                  <a:pt x="331132" y="148001"/>
                </a:lnTo>
                <a:cubicBezTo>
                  <a:pt x="351959" y="137030"/>
                  <a:pt x="374463" y="127008"/>
                  <a:pt x="398930" y="117852"/>
                </a:cubicBezTo>
                <a:lnTo>
                  <a:pt x="391471" y="97923"/>
                </a:lnTo>
                <a:moveTo>
                  <a:pt x="256157" y="170127"/>
                </a:moveTo>
                <a:lnTo>
                  <a:pt x="243400" y="153100"/>
                </a:lnTo>
                <a:cubicBezTo>
                  <a:pt x="221697" y="169357"/>
                  <a:pt x="201797" y="187150"/>
                  <a:pt x="183338" y="206610"/>
                </a:cubicBezTo>
                <a:lnTo>
                  <a:pt x="198775" y="221252"/>
                </a:lnTo>
                <a:lnTo>
                  <a:pt x="214213" y="235896"/>
                </a:lnTo>
                <a:cubicBezTo>
                  <a:pt x="231055" y="218140"/>
                  <a:pt x="249167" y="201948"/>
                  <a:pt x="268913" y="187156"/>
                </a:cubicBezTo>
                <a:lnTo>
                  <a:pt x="256157" y="170127"/>
                </a:lnTo>
                <a:moveTo>
                  <a:pt x="150329" y="280931"/>
                </a:moveTo>
                <a:lnTo>
                  <a:pt x="132893" y="268737"/>
                </a:lnTo>
                <a:cubicBezTo>
                  <a:pt x="118194" y="289756"/>
                  <a:pt x="104452" y="312236"/>
                  <a:pt x="91363" y="336256"/>
                </a:cubicBezTo>
                <a:lnTo>
                  <a:pt x="110045" y="346437"/>
                </a:lnTo>
                <a:lnTo>
                  <a:pt x="128728" y="356618"/>
                </a:lnTo>
                <a:cubicBezTo>
                  <a:pt x="141171" y="333786"/>
                  <a:pt x="154093" y="312676"/>
                  <a:pt x="167766" y="293123"/>
                </a:cubicBezTo>
                <a:lnTo>
                  <a:pt x="150329" y="280931"/>
                </a:lnTo>
                <a:moveTo>
                  <a:pt x="75976" y="415435"/>
                </a:moveTo>
                <a:lnTo>
                  <a:pt x="56581" y="406687"/>
                </a:lnTo>
                <a:cubicBezTo>
                  <a:pt x="51331" y="418325"/>
                  <a:pt x="46147" y="430278"/>
                  <a:pt x="41005" y="442543"/>
                </a:cubicBezTo>
                <a:lnTo>
                  <a:pt x="60627" y="450768"/>
                </a:lnTo>
                <a:lnTo>
                  <a:pt x="80250" y="458993"/>
                </a:lnTo>
                <a:cubicBezTo>
                  <a:pt x="85260" y="447043"/>
                  <a:pt x="90292" y="435442"/>
                  <a:pt x="95372" y="424182"/>
                </a:cubicBezTo>
                <a:lnTo>
                  <a:pt x="75976" y="415435"/>
                </a:lnTo>
                <a:moveTo>
                  <a:pt x="60627" y="450768"/>
                </a:moveTo>
                <a:lnTo>
                  <a:pt x="41005" y="442543"/>
                </a:lnTo>
                <a:cubicBezTo>
                  <a:pt x="35417" y="455873"/>
                  <a:pt x="30498" y="468025"/>
                  <a:pt x="26212" y="479217"/>
                </a:cubicBezTo>
                <a:lnTo>
                  <a:pt x="46082" y="486826"/>
                </a:lnTo>
                <a:lnTo>
                  <a:pt x="65952" y="494435"/>
                </a:lnTo>
                <a:cubicBezTo>
                  <a:pt x="70034" y="483774"/>
                  <a:pt x="74777" y="472054"/>
                  <a:pt x="80250" y="458993"/>
                </a:cubicBezTo>
                <a:lnTo>
                  <a:pt x="60627" y="450768"/>
                </a:lnTo>
                <a:moveTo>
                  <a:pt x="24863" y="561428"/>
                </a:moveTo>
                <a:lnTo>
                  <a:pt x="3758" y="558737"/>
                </a:lnTo>
                <a:cubicBezTo>
                  <a:pt x="0" y="588182"/>
                  <a:pt x="3754" y="612928"/>
                  <a:pt x="11118" y="643344"/>
                </a:cubicBezTo>
                <a:lnTo>
                  <a:pt x="31797" y="638336"/>
                </a:lnTo>
                <a:lnTo>
                  <a:pt x="52477" y="633331"/>
                </a:lnTo>
                <a:cubicBezTo>
                  <a:pt x="45629" y="605049"/>
                  <a:pt x="43162" y="586121"/>
                  <a:pt x="45969" y="564123"/>
                </a:cubicBezTo>
                <a:lnTo>
                  <a:pt x="24863" y="561428"/>
                </a:lnTo>
                <a:moveTo>
                  <a:pt x="51401" y="713464"/>
                </a:moveTo>
                <a:lnTo>
                  <a:pt x="30780" y="718708"/>
                </a:lnTo>
                <a:cubicBezTo>
                  <a:pt x="33686" y="730135"/>
                  <a:pt x="36740" y="742545"/>
                  <a:pt x="39905" y="756131"/>
                </a:cubicBezTo>
                <a:lnTo>
                  <a:pt x="60627" y="751304"/>
                </a:lnTo>
                <a:lnTo>
                  <a:pt x="81350" y="746478"/>
                </a:lnTo>
                <a:cubicBezTo>
                  <a:pt x="78110" y="732571"/>
                  <a:pt x="74986" y="719880"/>
                  <a:pt x="72021" y="708220"/>
                </a:cubicBezTo>
                <a:lnTo>
                  <a:pt x="51401" y="713464"/>
                </a:lnTo>
                <a:moveTo>
                  <a:pt x="60627" y="751304"/>
                </a:moveTo>
                <a:lnTo>
                  <a:pt x="39905" y="756131"/>
                </a:lnTo>
                <a:cubicBezTo>
                  <a:pt x="43421" y="771227"/>
                  <a:pt x="47172" y="786110"/>
                  <a:pt x="51156" y="800774"/>
                </a:cubicBezTo>
                <a:lnTo>
                  <a:pt x="71689" y="795195"/>
                </a:lnTo>
                <a:lnTo>
                  <a:pt x="92221" y="789616"/>
                </a:lnTo>
                <a:cubicBezTo>
                  <a:pt x="88375" y="775460"/>
                  <a:pt x="84751" y="761080"/>
                  <a:pt x="81350" y="746478"/>
                </a:cubicBezTo>
                <a:lnTo>
                  <a:pt x="60627" y="751304"/>
                </a:lnTo>
                <a:moveTo>
                  <a:pt x="98819" y="881481"/>
                </a:moveTo>
                <a:lnTo>
                  <a:pt x="78802" y="888692"/>
                </a:lnTo>
                <a:cubicBezTo>
                  <a:pt x="89456" y="918262"/>
                  <a:pt x="101188" y="946739"/>
                  <a:pt x="113987" y="974032"/>
                </a:cubicBezTo>
                <a:lnTo>
                  <a:pt x="133251" y="964998"/>
                </a:lnTo>
                <a:lnTo>
                  <a:pt x="152514" y="955964"/>
                </a:lnTo>
                <a:cubicBezTo>
                  <a:pt x="140302" y="929923"/>
                  <a:pt x="129068" y="902664"/>
                  <a:pt x="118837" y="874269"/>
                </a:cubicBezTo>
                <a:lnTo>
                  <a:pt x="98819" y="881481"/>
                </a:lnTo>
                <a:moveTo>
                  <a:pt x="175905" y="1044754"/>
                </a:moveTo>
                <a:lnTo>
                  <a:pt x="157726" y="1055809"/>
                </a:lnTo>
                <a:cubicBezTo>
                  <a:pt x="174166" y="1082841"/>
                  <a:pt x="191878" y="1108346"/>
                  <a:pt x="210848" y="1132195"/>
                </a:cubicBezTo>
                <a:lnTo>
                  <a:pt x="227499" y="1118950"/>
                </a:lnTo>
                <a:lnTo>
                  <a:pt x="244151" y="1105705"/>
                </a:lnTo>
                <a:cubicBezTo>
                  <a:pt x="226348" y="1083324"/>
                  <a:pt x="209649" y="1059290"/>
                  <a:pt x="194084" y="1033698"/>
                </a:cubicBezTo>
                <a:lnTo>
                  <a:pt x="175905" y="1044754"/>
                </a:lnTo>
                <a:moveTo>
                  <a:pt x="288585" y="1185500"/>
                </a:moveTo>
                <a:lnTo>
                  <a:pt x="274014" y="1201005"/>
                </a:lnTo>
                <a:cubicBezTo>
                  <a:pt x="297020" y="1222628"/>
                  <a:pt x="321432" y="1242204"/>
                  <a:pt x="347228" y="1259580"/>
                </a:cubicBezTo>
                <a:lnTo>
                  <a:pt x="359115" y="1241932"/>
                </a:lnTo>
                <a:lnTo>
                  <a:pt x="371001" y="1224283"/>
                </a:lnTo>
                <a:cubicBezTo>
                  <a:pt x="347177" y="1208236"/>
                  <a:pt x="324553" y="1190105"/>
                  <a:pt x="303156" y="1169995"/>
                </a:cubicBezTo>
                <a:lnTo>
                  <a:pt x="288585" y="1185500"/>
                </a:lnTo>
                <a:moveTo>
                  <a:pt x="438070" y="1285803"/>
                </a:moveTo>
                <a:lnTo>
                  <a:pt x="429381" y="1305223"/>
                </a:lnTo>
                <a:cubicBezTo>
                  <a:pt x="457706" y="1317894"/>
                  <a:pt x="487313" y="1328215"/>
                  <a:pt x="518165" y="1336054"/>
                </a:cubicBezTo>
                <a:lnTo>
                  <a:pt x="523405" y="1315433"/>
                </a:lnTo>
                <a:lnTo>
                  <a:pt x="528644" y="1294812"/>
                </a:lnTo>
                <a:cubicBezTo>
                  <a:pt x="500145" y="1287569"/>
                  <a:pt x="472846" y="1278049"/>
                  <a:pt x="446758" y="1266380"/>
                </a:cubicBezTo>
                <a:lnTo>
                  <a:pt x="438070" y="1285803"/>
                </a:lnTo>
                <a:moveTo>
                  <a:pt x="612435" y="1330472"/>
                </a:moveTo>
                <a:lnTo>
                  <a:pt x="610555" y="1351666"/>
                </a:lnTo>
                <a:cubicBezTo>
                  <a:pt x="640718" y="1354341"/>
                  <a:pt x="671838" y="1354860"/>
                  <a:pt x="703886" y="1353140"/>
                </a:cubicBezTo>
                <a:lnTo>
                  <a:pt x="702747" y="1331894"/>
                </a:lnTo>
                <a:lnTo>
                  <a:pt x="701607" y="1310649"/>
                </a:lnTo>
                <a:cubicBezTo>
                  <a:pt x="671491" y="1312264"/>
                  <a:pt x="642390" y="1311767"/>
                  <a:pt x="614314" y="1309277"/>
                </a:cubicBezTo>
                <a:lnTo>
                  <a:pt x="612435" y="1330472"/>
                </a:lnTo>
                <a:moveTo>
                  <a:pt x="792556" y="1321420"/>
                </a:moveTo>
                <a:lnTo>
                  <a:pt x="796266" y="1342371"/>
                </a:lnTo>
                <a:cubicBezTo>
                  <a:pt x="811252" y="1339716"/>
                  <a:pt x="826415" y="1336607"/>
                  <a:pt x="841752" y="1333035"/>
                </a:cubicBezTo>
                <a:lnTo>
                  <a:pt x="836925" y="1312312"/>
                </a:lnTo>
                <a:lnTo>
                  <a:pt x="832099" y="1291589"/>
                </a:lnTo>
                <a:cubicBezTo>
                  <a:pt x="817483" y="1294993"/>
                  <a:pt x="803065" y="1297952"/>
                  <a:pt x="788845" y="1300470"/>
                </a:cubicBezTo>
                <a:lnTo>
                  <a:pt x="792556" y="132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724EB0CF-ACCB-4A5B-97EB-AF9B8129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141" y="184323"/>
            <a:ext cx="1501476" cy="1423023"/>
          </a:xfrm>
          <a:custGeom xmlns:a="http://schemas.openxmlformats.org/drawingml/2006/main">
            <a:pathLst>
              <a:path w="1501476" h="1423023">
                <a:moveTo>
                  <a:pt x="836140" y="1327465"/>
                </a:moveTo>
                <a:cubicBezTo>
                  <a:pt x="425903" y="1423023"/>
                  <a:pt x="155401" y="1176696"/>
                  <a:pt x="59842" y="766457"/>
                </a:cubicBezTo>
                <a:cubicBezTo>
                  <a:pt x="22041" y="604172"/>
                  <a:pt x="0" y="608686"/>
                  <a:pt x="59842" y="465921"/>
                </a:cubicBezTo>
                <a:cubicBezTo>
                  <a:pt x="151275" y="247792"/>
                  <a:pt x="253388" y="138035"/>
                  <a:pt x="501341" y="80278"/>
                </a:cubicBezTo>
                <a:cubicBezTo>
                  <a:pt x="766683" y="18469"/>
                  <a:pt x="1057923" y="0"/>
                  <a:pt x="1238055" y="178684"/>
                </a:cubicBezTo>
                <a:cubicBezTo>
                  <a:pt x="1336420" y="276258"/>
                  <a:pt x="1372165" y="266744"/>
                  <a:pt x="1405916" y="411639"/>
                </a:cubicBezTo>
                <a:cubicBezTo>
                  <a:pt x="1501476" y="821878"/>
                  <a:pt x="1246378" y="1231907"/>
                  <a:pt x="836140" y="132746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A005408F-0507-4A30-8A0D-FF41681C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693" y="183164"/>
            <a:ext cx="1567998" cy="1191942"/>
          </a:xfrm>
          <a:custGeom xmlns:a="http://schemas.openxmlformats.org/drawingml/2006/main">
            <a:pathLst>
              <a:path w="1567998" h="1191942">
                <a:moveTo>
                  <a:pt x="1498274" y="139949"/>
                </a:moveTo>
                <a:lnTo>
                  <a:pt x="1508234" y="136210"/>
                </a:lnTo>
                <a:lnTo>
                  <a:pt x="1498274" y="139949"/>
                </a:lnTo>
                <a:moveTo>
                  <a:pt x="55188" y="182503"/>
                </a:moveTo>
                <a:lnTo>
                  <a:pt x="45024" y="179362"/>
                </a:lnTo>
                <a:lnTo>
                  <a:pt x="55188" y="182503"/>
                </a:lnTo>
                <a:moveTo>
                  <a:pt x="21321" y="409634"/>
                </a:moveTo>
                <a:lnTo>
                  <a:pt x="10682" y="409657"/>
                </a:lnTo>
                <a:cubicBezTo>
                  <a:pt x="10714" y="424211"/>
                  <a:pt x="11148" y="438673"/>
                  <a:pt x="11974" y="453028"/>
                </a:cubicBezTo>
                <a:lnTo>
                  <a:pt x="22596" y="452418"/>
                </a:lnTo>
                <a:lnTo>
                  <a:pt x="33216" y="451807"/>
                </a:lnTo>
                <a:cubicBezTo>
                  <a:pt x="32414" y="437842"/>
                  <a:pt x="31990" y="423773"/>
                  <a:pt x="31959" y="409609"/>
                </a:cubicBezTo>
                <a:lnTo>
                  <a:pt x="21321" y="409634"/>
                </a:lnTo>
                <a:moveTo>
                  <a:pt x="32266" y="537426"/>
                </a:moveTo>
                <a:lnTo>
                  <a:pt x="21779" y="539220"/>
                </a:lnTo>
                <a:cubicBezTo>
                  <a:pt x="26697" y="567973"/>
                  <a:pt x="33200" y="596180"/>
                  <a:pt x="41197" y="623754"/>
                </a:cubicBezTo>
                <a:lnTo>
                  <a:pt x="51413" y="620793"/>
                </a:lnTo>
                <a:lnTo>
                  <a:pt x="61632" y="617829"/>
                </a:lnTo>
                <a:cubicBezTo>
                  <a:pt x="53856" y="591018"/>
                  <a:pt x="47534" y="563592"/>
                  <a:pt x="42752" y="535634"/>
                </a:cubicBezTo>
                <a:lnTo>
                  <a:pt x="32266" y="537426"/>
                </a:lnTo>
                <a:moveTo>
                  <a:pt x="79838" y="701451"/>
                </a:moveTo>
                <a:lnTo>
                  <a:pt x="70020" y="705548"/>
                </a:lnTo>
                <a:cubicBezTo>
                  <a:pt x="81208" y="732361"/>
                  <a:pt x="93861" y="758405"/>
                  <a:pt x="107879" y="783586"/>
                </a:cubicBezTo>
                <a:lnTo>
                  <a:pt x="117174" y="778410"/>
                </a:lnTo>
                <a:lnTo>
                  <a:pt x="126469" y="773234"/>
                </a:lnTo>
                <a:cubicBezTo>
                  <a:pt x="112838" y="748749"/>
                  <a:pt x="100534" y="723423"/>
                  <a:pt x="89656" y="697354"/>
                </a:cubicBezTo>
                <a:lnTo>
                  <a:pt x="79838" y="701451"/>
                </a:lnTo>
                <a:moveTo>
                  <a:pt x="162909" y="850695"/>
                </a:moveTo>
                <a:lnTo>
                  <a:pt x="154253" y="856879"/>
                </a:lnTo>
                <a:cubicBezTo>
                  <a:pt x="171085" y="880450"/>
                  <a:pt x="189206" y="903033"/>
                  <a:pt x="208514" y="924528"/>
                </a:cubicBezTo>
                <a:lnTo>
                  <a:pt x="216428" y="917419"/>
                </a:lnTo>
                <a:lnTo>
                  <a:pt x="224342" y="910310"/>
                </a:lnTo>
                <a:cubicBezTo>
                  <a:pt x="205564" y="889402"/>
                  <a:pt x="187938" y="867438"/>
                  <a:pt x="171567" y="844515"/>
                </a:cubicBezTo>
                <a:lnTo>
                  <a:pt x="162909" y="850695"/>
                </a:lnTo>
                <a:moveTo>
                  <a:pt x="277046" y="977769"/>
                </a:moveTo>
                <a:lnTo>
                  <a:pt x="269972" y="985716"/>
                </a:lnTo>
                <a:cubicBezTo>
                  <a:pt x="291553" y="1004928"/>
                  <a:pt x="314216" y="1022949"/>
                  <a:pt x="337860" y="1039677"/>
                </a:cubicBezTo>
                <a:lnTo>
                  <a:pt x="344004" y="1030992"/>
                </a:lnTo>
                <a:lnTo>
                  <a:pt x="350149" y="1022310"/>
                </a:lnTo>
                <a:cubicBezTo>
                  <a:pt x="327153" y="1006038"/>
                  <a:pt x="305110" y="988512"/>
                  <a:pt x="284120" y="969825"/>
                </a:cubicBezTo>
                <a:lnTo>
                  <a:pt x="277046" y="977769"/>
                </a:lnTo>
                <a:moveTo>
                  <a:pt x="416492" y="1076410"/>
                </a:moveTo>
                <a:lnTo>
                  <a:pt x="411358" y="1085729"/>
                </a:lnTo>
                <a:cubicBezTo>
                  <a:pt x="436599" y="1099635"/>
                  <a:pt x="462700" y="1112173"/>
                  <a:pt x="489560" y="1123243"/>
                </a:cubicBezTo>
                <a:lnTo>
                  <a:pt x="493614" y="1113405"/>
                </a:lnTo>
                <a:lnTo>
                  <a:pt x="497667" y="1103570"/>
                </a:lnTo>
                <a:cubicBezTo>
                  <a:pt x="471550" y="1092807"/>
                  <a:pt x="446170" y="1080615"/>
                  <a:pt x="421626" y="1067092"/>
                </a:cubicBezTo>
                <a:lnTo>
                  <a:pt x="416492" y="1076410"/>
                </a:lnTo>
                <a:moveTo>
                  <a:pt x="574399" y="1141473"/>
                </a:moveTo>
                <a:lnTo>
                  <a:pt x="571480" y="1151703"/>
                </a:lnTo>
                <a:cubicBezTo>
                  <a:pt x="599090" y="1159579"/>
                  <a:pt x="627327" y="1165958"/>
                  <a:pt x="656101" y="1170748"/>
                </a:cubicBezTo>
                <a:lnTo>
                  <a:pt x="657847" y="1160254"/>
                </a:lnTo>
                <a:lnTo>
                  <a:pt x="659594" y="1149758"/>
                </a:lnTo>
                <a:cubicBezTo>
                  <a:pt x="631616" y="1145102"/>
                  <a:pt x="604159" y="1138898"/>
                  <a:pt x="577316" y="1131244"/>
                </a:cubicBezTo>
                <a:lnTo>
                  <a:pt x="574399" y="1141473"/>
                </a:lnTo>
                <a:moveTo>
                  <a:pt x="742897" y="1169550"/>
                </a:moveTo>
                <a:lnTo>
                  <a:pt x="742334" y="1180171"/>
                </a:lnTo>
                <a:cubicBezTo>
                  <a:pt x="756694" y="1180935"/>
                  <a:pt x="771157" y="1181304"/>
                  <a:pt x="785711" y="1181273"/>
                </a:cubicBezTo>
                <a:lnTo>
                  <a:pt x="785688" y="1170634"/>
                </a:lnTo>
                <a:lnTo>
                  <a:pt x="785664" y="1159996"/>
                </a:lnTo>
                <a:cubicBezTo>
                  <a:pt x="771502" y="1160027"/>
                  <a:pt x="757431" y="1159667"/>
                  <a:pt x="743461" y="1158926"/>
                </a:cubicBezTo>
                <a:lnTo>
                  <a:pt x="742897" y="1169550"/>
                </a:lnTo>
                <a:moveTo>
                  <a:pt x="785688" y="1170634"/>
                </a:moveTo>
                <a:lnTo>
                  <a:pt x="785711" y="1181273"/>
                </a:lnTo>
                <a:cubicBezTo>
                  <a:pt x="800266" y="1181241"/>
                  <a:pt x="814727" y="1180807"/>
                  <a:pt x="829084" y="1179981"/>
                </a:cubicBezTo>
                <a:lnTo>
                  <a:pt x="828473" y="1169360"/>
                </a:lnTo>
                <a:lnTo>
                  <a:pt x="827861" y="1158738"/>
                </a:lnTo>
                <a:cubicBezTo>
                  <a:pt x="813895" y="1159542"/>
                  <a:pt x="799827" y="1159965"/>
                  <a:pt x="785664" y="1159996"/>
                </a:cubicBezTo>
                <a:lnTo>
                  <a:pt x="785688" y="1170634"/>
                </a:lnTo>
                <a:moveTo>
                  <a:pt x="913481" y="1159689"/>
                </a:moveTo>
                <a:lnTo>
                  <a:pt x="915274" y="1170174"/>
                </a:lnTo>
                <a:cubicBezTo>
                  <a:pt x="944025" y="1165260"/>
                  <a:pt x="972235" y="1158755"/>
                  <a:pt x="999809" y="1150757"/>
                </a:cubicBezTo>
                <a:lnTo>
                  <a:pt x="996847" y="1140542"/>
                </a:lnTo>
                <a:lnTo>
                  <a:pt x="993882" y="1130324"/>
                </a:lnTo>
                <a:cubicBezTo>
                  <a:pt x="967074" y="1138097"/>
                  <a:pt x="939646" y="1144423"/>
                  <a:pt x="911688" y="1149201"/>
                </a:cubicBezTo>
                <a:lnTo>
                  <a:pt x="913481" y="1159689"/>
                </a:lnTo>
                <a:moveTo>
                  <a:pt x="1077506" y="1112116"/>
                </a:moveTo>
                <a:lnTo>
                  <a:pt x="1081603" y="1121934"/>
                </a:lnTo>
                <a:cubicBezTo>
                  <a:pt x="1108415" y="1110747"/>
                  <a:pt x="1134460" y="1098093"/>
                  <a:pt x="1159640" y="1084076"/>
                </a:cubicBezTo>
                <a:lnTo>
                  <a:pt x="1154464" y="1074781"/>
                </a:lnTo>
                <a:lnTo>
                  <a:pt x="1149289" y="1065485"/>
                </a:lnTo>
                <a:cubicBezTo>
                  <a:pt x="1124804" y="1079119"/>
                  <a:pt x="1099479" y="1091421"/>
                  <a:pt x="1073409" y="1102298"/>
                </a:cubicBezTo>
                <a:lnTo>
                  <a:pt x="1077506" y="1112116"/>
                </a:lnTo>
                <a:moveTo>
                  <a:pt x="1226751" y="1029044"/>
                </a:moveTo>
                <a:lnTo>
                  <a:pt x="1232933" y="1037704"/>
                </a:lnTo>
                <a:cubicBezTo>
                  <a:pt x="1256503" y="1020870"/>
                  <a:pt x="1279087" y="1002748"/>
                  <a:pt x="1300582" y="983441"/>
                </a:cubicBezTo>
                <a:lnTo>
                  <a:pt x="1293473" y="975526"/>
                </a:lnTo>
                <a:lnTo>
                  <a:pt x="1286364" y="967613"/>
                </a:lnTo>
                <a:cubicBezTo>
                  <a:pt x="1265457" y="986391"/>
                  <a:pt x="1243492" y="1004017"/>
                  <a:pt x="1220568" y="1020388"/>
                </a:cubicBezTo>
                <a:lnTo>
                  <a:pt x="1226751" y="1029044"/>
                </a:lnTo>
                <a:moveTo>
                  <a:pt x="1353824" y="914909"/>
                </a:moveTo>
                <a:lnTo>
                  <a:pt x="1361769" y="921982"/>
                </a:lnTo>
                <a:cubicBezTo>
                  <a:pt x="1380982" y="900404"/>
                  <a:pt x="1399004" y="877739"/>
                  <a:pt x="1415732" y="854094"/>
                </a:cubicBezTo>
                <a:lnTo>
                  <a:pt x="1407047" y="847950"/>
                </a:lnTo>
                <a:lnTo>
                  <a:pt x="1398362" y="841806"/>
                </a:lnTo>
                <a:cubicBezTo>
                  <a:pt x="1382094" y="864801"/>
                  <a:pt x="1364566" y="886844"/>
                  <a:pt x="1345879" y="907834"/>
                </a:cubicBezTo>
                <a:lnTo>
                  <a:pt x="1353824" y="914909"/>
                </a:lnTo>
                <a:moveTo>
                  <a:pt x="1452464" y="775463"/>
                </a:moveTo>
                <a:lnTo>
                  <a:pt x="1461781" y="780596"/>
                </a:lnTo>
                <a:cubicBezTo>
                  <a:pt x="1475689" y="755356"/>
                  <a:pt x="1488227" y="729255"/>
                  <a:pt x="1499297" y="702394"/>
                </a:cubicBezTo>
                <a:lnTo>
                  <a:pt x="1489460" y="698342"/>
                </a:lnTo>
                <a:lnTo>
                  <a:pt x="1479624" y="694288"/>
                </a:lnTo>
                <a:cubicBezTo>
                  <a:pt x="1468861" y="720405"/>
                  <a:pt x="1456669" y="745785"/>
                  <a:pt x="1443146" y="770330"/>
                </a:cubicBezTo>
                <a:lnTo>
                  <a:pt x="1452464" y="775463"/>
                </a:lnTo>
                <a:moveTo>
                  <a:pt x="1517527" y="617556"/>
                </a:moveTo>
                <a:lnTo>
                  <a:pt x="1527758" y="620475"/>
                </a:lnTo>
                <a:cubicBezTo>
                  <a:pt x="1535632" y="592864"/>
                  <a:pt x="1542012" y="564628"/>
                  <a:pt x="1546802" y="535856"/>
                </a:cubicBezTo>
                <a:lnTo>
                  <a:pt x="1536307" y="534107"/>
                </a:lnTo>
                <a:lnTo>
                  <a:pt x="1525813" y="532361"/>
                </a:lnTo>
                <a:cubicBezTo>
                  <a:pt x="1521155" y="560338"/>
                  <a:pt x="1514953" y="587796"/>
                  <a:pt x="1507297" y="614637"/>
                </a:cubicBezTo>
                <a:lnTo>
                  <a:pt x="1517527" y="617556"/>
                </a:lnTo>
                <a:moveTo>
                  <a:pt x="1545602" y="449056"/>
                </a:moveTo>
                <a:lnTo>
                  <a:pt x="1556226" y="449621"/>
                </a:lnTo>
                <a:cubicBezTo>
                  <a:pt x="1556989" y="435261"/>
                  <a:pt x="1557359" y="420798"/>
                  <a:pt x="1557327" y="406244"/>
                </a:cubicBezTo>
                <a:lnTo>
                  <a:pt x="1546688" y="406267"/>
                </a:lnTo>
                <a:lnTo>
                  <a:pt x="1536050" y="406290"/>
                </a:lnTo>
                <a:cubicBezTo>
                  <a:pt x="1536081" y="420454"/>
                  <a:pt x="1535720" y="434525"/>
                  <a:pt x="1534979" y="448494"/>
                </a:cubicBezTo>
                <a:lnTo>
                  <a:pt x="1545602" y="449056"/>
                </a:lnTo>
                <a:moveTo>
                  <a:pt x="1546688" y="406267"/>
                </a:moveTo>
                <a:lnTo>
                  <a:pt x="1557327" y="406244"/>
                </a:lnTo>
                <a:cubicBezTo>
                  <a:pt x="1557301" y="394692"/>
                  <a:pt x="1557023" y="383201"/>
                  <a:pt x="1556496" y="371774"/>
                </a:cubicBezTo>
                <a:lnTo>
                  <a:pt x="1545869" y="372262"/>
                </a:lnTo>
                <a:lnTo>
                  <a:pt x="1535242" y="372753"/>
                </a:lnTo>
                <a:cubicBezTo>
                  <a:pt x="1535754" y="383869"/>
                  <a:pt x="1536026" y="395049"/>
                  <a:pt x="1536050" y="406290"/>
                </a:cubicBezTo>
                <a:lnTo>
                  <a:pt x="1546688" y="406267"/>
                </a:lnTo>
                <a:moveTo>
                  <a:pt x="1539735" y="304531"/>
                </a:moveTo>
                <a:lnTo>
                  <a:pt x="1550277" y="303100"/>
                </a:lnTo>
                <a:cubicBezTo>
                  <a:pt x="1547165" y="280148"/>
                  <a:pt x="1543047" y="257514"/>
                  <a:pt x="1537968" y="235246"/>
                </a:cubicBezTo>
                <a:lnTo>
                  <a:pt x="1527596" y="237611"/>
                </a:lnTo>
                <a:lnTo>
                  <a:pt x="1517223" y="239979"/>
                </a:lnTo>
                <a:cubicBezTo>
                  <a:pt x="1522162" y="261631"/>
                  <a:pt x="1526168" y="283637"/>
                  <a:pt x="1529193" y="305959"/>
                </a:cubicBezTo>
                <a:lnTo>
                  <a:pt x="1539735" y="304531"/>
                </a:lnTo>
                <a:moveTo>
                  <a:pt x="1509508" y="172054"/>
                </a:moveTo>
                <a:lnTo>
                  <a:pt x="1519627" y="168767"/>
                </a:lnTo>
                <a:cubicBezTo>
                  <a:pt x="1516065" y="157805"/>
                  <a:pt x="1512266" y="146950"/>
                  <a:pt x="1508234" y="136210"/>
                </a:cubicBezTo>
                <a:lnTo>
                  <a:pt x="1498274" y="139949"/>
                </a:lnTo>
                <a:lnTo>
                  <a:pt x="1488315" y="143688"/>
                </a:lnTo>
                <a:cubicBezTo>
                  <a:pt x="1492234" y="154131"/>
                  <a:pt x="1495928" y="164684"/>
                  <a:pt x="1499390" y="175339"/>
                </a:cubicBezTo>
                <a:lnTo>
                  <a:pt x="1509508" y="172054"/>
                </a:lnTo>
                <a:moveTo>
                  <a:pt x="1498274" y="139949"/>
                </a:moveTo>
                <a:lnTo>
                  <a:pt x="1508234" y="136210"/>
                </a:lnTo>
                <a:cubicBezTo>
                  <a:pt x="1503016" y="122309"/>
                  <a:pt x="1497387" y="109709"/>
                  <a:pt x="1491348" y="98341"/>
                </a:cubicBezTo>
                <a:lnTo>
                  <a:pt x="1481953" y="103332"/>
                </a:lnTo>
                <a:lnTo>
                  <a:pt x="1472557" y="108320"/>
                </a:lnTo>
                <a:cubicBezTo>
                  <a:pt x="1478115" y="118783"/>
                  <a:pt x="1483376" y="130531"/>
                  <a:pt x="1488315" y="143688"/>
                </a:cubicBezTo>
                <a:lnTo>
                  <a:pt x="1498274" y="139949"/>
                </a:lnTo>
                <a:moveTo>
                  <a:pt x="1431395" y="43116"/>
                </a:moveTo>
                <a:lnTo>
                  <a:pt x="1437429" y="34354"/>
                </a:lnTo>
                <a:cubicBezTo>
                  <a:pt x="1413041" y="17555"/>
                  <a:pt x="1385690" y="10690"/>
                  <a:pt x="1356277" y="10638"/>
                </a:cubicBezTo>
                <a:lnTo>
                  <a:pt x="1356259" y="21277"/>
                </a:lnTo>
                <a:lnTo>
                  <a:pt x="1356240" y="31915"/>
                </a:lnTo>
                <a:cubicBezTo>
                  <a:pt x="1382213" y="31958"/>
                  <a:pt x="1405158" y="37960"/>
                  <a:pt x="1425360" y="51875"/>
                </a:cubicBezTo>
                <a:lnTo>
                  <a:pt x="1431395" y="43116"/>
                </a:lnTo>
                <a:moveTo>
                  <a:pt x="1278012" y="34099"/>
                </a:moveTo>
                <a:lnTo>
                  <a:pt x="1275069" y="23875"/>
                </a:lnTo>
                <a:cubicBezTo>
                  <a:pt x="1250774" y="30868"/>
                  <a:pt x="1225328" y="40186"/>
                  <a:pt x="1198968" y="50688"/>
                </a:cubicBezTo>
                <a:lnTo>
                  <a:pt x="1202906" y="60571"/>
                </a:lnTo>
                <a:lnTo>
                  <a:pt x="1206842" y="70454"/>
                </a:lnTo>
                <a:cubicBezTo>
                  <a:pt x="1232913" y="60069"/>
                  <a:pt x="1257624" y="51037"/>
                  <a:pt x="1280954" y="44322"/>
                </a:cubicBezTo>
                <a:lnTo>
                  <a:pt x="1278012" y="34099"/>
                </a:lnTo>
                <a:moveTo>
                  <a:pt x="1129409" y="91101"/>
                </a:moveTo>
                <a:lnTo>
                  <a:pt x="1125277" y="81297"/>
                </a:lnTo>
                <a:cubicBezTo>
                  <a:pt x="1101449" y="91345"/>
                  <a:pt x="1076994" y="101575"/>
                  <a:pt x="1051915" y="111384"/>
                </a:cubicBezTo>
                <a:lnTo>
                  <a:pt x="1055791" y="121293"/>
                </a:lnTo>
                <a:lnTo>
                  <a:pt x="1059666" y="131199"/>
                </a:lnTo>
                <a:cubicBezTo>
                  <a:pt x="1085024" y="121278"/>
                  <a:pt x="1109700" y="110955"/>
                  <a:pt x="1133543" y="100905"/>
                </a:cubicBezTo>
                <a:lnTo>
                  <a:pt x="1129409" y="91101"/>
                </a:lnTo>
                <a:moveTo>
                  <a:pt x="980882" y="148171"/>
                </a:moveTo>
                <a:lnTo>
                  <a:pt x="977632" y="138041"/>
                </a:lnTo>
                <a:cubicBezTo>
                  <a:pt x="952797" y="146008"/>
                  <a:pt x="927512" y="153029"/>
                  <a:pt x="901833" y="158582"/>
                </a:cubicBezTo>
                <a:lnTo>
                  <a:pt x="904082" y="168980"/>
                </a:lnTo>
                <a:lnTo>
                  <a:pt x="906331" y="179379"/>
                </a:lnTo>
                <a:cubicBezTo>
                  <a:pt x="932805" y="173653"/>
                  <a:pt x="958765" y="166439"/>
                  <a:pt x="984131" y="158301"/>
                </a:cubicBezTo>
                <a:lnTo>
                  <a:pt x="980882" y="148171"/>
                </a:lnTo>
                <a:moveTo>
                  <a:pt x="825457" y="180833"/>
                </a:moveTo>
                <a:lnTo>
                  <a:pt x="824601" y="170229"/>
                </a:lnTo>
                <a:cubicBezTo>
                  <a:pt x="811698" y="171271"/>
                  <a:pt x="798717" y="171836"/>
                  <a:pt x="785664" y="171867"/>
                </a:cubicBezTo>
                <a:lnTo>
                  <a:pt x="785688" y="182505"/>
                </a:lnTo>
                <a:lnTo>
                  <a:pt x="785711" y="193144"/>
                </a:lnTo>
                <a:cubicBezTo>
                  <a:pt x="799347" y="193113"/>
                  <a:pt x="812885" y="192522"/>
                  <a:pt x="826314" y="191437"/>
                </a:cubicBezTo>
                <a:lnTo>
                  <a:pt x="825457" y="180833"/>
                </a:lnTo>
                <a:moveTo>
                  <a:pt x="785688" y="182505"/>
                </a:moveTo>
                <a:lnTo>
                  <a:pt x="785664" y="171867"/>
                </a:lnTo>
                <a:cubicBezTo>
                  <a:pt x="772179" y="171895"/>
                  <a:pt x="758761" y="171430"/>
                  <a:pt x="745419" y="170530"/>
                </a:cubicBezTo>
                <a:lnTo>
                  <a:pt x="744702" y="181145"/>
                </a:lnTo>
                <a:lnTo>
                  <a:pt x="743986" y="191758"/>
                </a:lnTo>
                <a:cubicBezTo>
                  <a:pt x="757795" y="192692"/>
                  <a:pt x="771707" y="193172"/>
                  <a:pt x="785711" y="193144"/>
                </a:cubicBezTo>
                <a:lnTo>
                  <a:pt x="785688" y="182505"/>
                </a:lnTo>
                <a:moveTo>
                  <a:pt x="663451" y="170638"/>
                </a:moveTo>
                <a:lnTo>
                  <a:pt x="665406" y="160178"/>
                </a:lnTo>
                <a:cubicBezTo>
                  <a:pt x="638668" y="155181"/>
                  <a:pt x="612339" y="148838"/>
                  <a:pt x="586485" y="141652"/>
                </a:cubicBezTo>
                <a:lnTo>
                  <a:pt x="583638" y="151905"/>
                </a:lnTo>
                <a:lnTo>
                  <a:pt x="580790" y="162154"/>
                </a:lnTo>
                <a:cubicBezTo>
                  <a:pt x="607114" y="169468"/>
                  <a:pt x="634047" y="175964"/>
                  <a:pt x="661497" y="181094"/>
                </a:cubicBezTo>
                <a:lnTo>
                  <a:pt x="663451" y="170638"/>
                </a:lnTo>
                <a:moveTo>
                  <a:pt x="505340" y="127607"/>
                </a:moveTo>
                <a:lnTo>
                  <a:pt x="508740" y="117528"/>
                </a:lnTo>
                <a:cubicBezTo>
                  <a:pt x="482334" y="108621"/>
                  <a:pt x="456627" y="99383"/>
                  <a:pt x="431615" y="90411"/>
                </a:cubicBezTo>
                <a:lnTo>
                  <a:pt x="428024" y="100425"/>
                </a:lnTo>
                <a:lnTo>
                  <a:pt x="424431" y="110438"/>
                </a:lnTo>
                <a:cubicBezTo>
                  <a:pt x="449404" y="119396"/>
                  <a:pt x="475307" y="128706"/>
                  <a:pt x="501940" y="137689"/>
                </a:cubicBezTo>
                <a:lnTo>
                  <a:pt x="505340" y="127607"/>
                </a:lnTo>
                <a:moveTo>
                  <a:pt x="350596" y="73447"/>
                </a:moveTo>
                <a:lnTo>
                  <a:pt x="353907" y="63336"/>
                </a:lnTo>
                <a:cubicBezTo>
                  <a:pt x="325983" y="54194"/>
                  <a:pt x="299143" y="46406"/>
                  <a:pt x="273672" y="41162"/>
                </a:cubicBezTo>
                <a:lnTo>
                  <a:pt x="271527" y="51582"/>
                </a:lnTo>
                <a:lnTo>
                  <a:pt x="269382" y="62002"/>
                </a:lnTo>
                <a:cubicBezTo>
                  <a:pt x="293742" y="67016"/>
                  <a:pt x="319732" y="74537"/>
                  <a:pt x="347287" y="83557"/>
                </a:cubicBezTo>
                <a:lnTo>
                  <a:pt x="350596" y="73447"/>
                </a:lnTo>
                <a:moveTo>
                  <a:pt x="190110" y="45751"/>
                </a:moveTo>
                <a:lnTo>
                  <a:pt x="188946" y="35177"/>
                </a:lnTo>
                <a:cubicBezTo>
                  <a:pt x="159285" y="38445"/>
                  <a:pt x="132303" y="48842"/>
                  <a:pt x="108921" y="69199"/>
                </a:cubicBezTo>
                <a:lnTo>
                  <a:pt x="115905" y="77223"/>
                </a:lnTo>
                <a:lnTo>
                  <a:pt x="122891" y="85246"/>
                </a:lnTo>
                <a:cubicBezTo>
                  <a:pt x="142581" y="68106"/>
                  <a:pt x="165330" y="59186"/>
                  <a:pt x="191276" y="56327"/>
                </a:cubicBezTo>
                <a:lnTo>
                  <a:pt x="190110" y="45751"/>
                </a:lnTo>
                <a:moveTo>
                  <a:pt x="69544" y="143770"/>
                </a:moveTo>
                <a:lnTo>
                  <a:pt x="59822" y="139452"/>
                </a:lnTo>
                <a:cubicBezTo>
                  <a:pt x="54446" y="151556"/>
                  <a:pt x="49512" y="164834"/>
                  <a:pt x="45024" y="179362"/>
                </a:cubicBezTo>
                <a:lnTo>
                  <a:pt x="55188" y="182503"/>
                </a:lnTo>
                <a:lnTo>
                  <a:pt x="65352" y="185643"/>
                </a:lnTo>
                <a:cubicBezTo>
                  <a:pt x="69624" y="171816"/>
                  <a:pt x="74272" y="159335"/>
                  <a:pt x="79266" y="148092"/>
                </a:cubicBezTo>
                <a:lnTo>
                  <a:pt x="69544" y="143770"/>
                </a:lnTo>
                <a:moveTo>
                  <a:pt x="55188" y="182503"/>
                </a:moveTo>
                <a:lnTo>
                  <a:pt x="45024" y="179362"/>
                </a:lnTo>
                <a:cubicBezTo>
                  <a:pt x="39299" y="197888"/>
                  <a:pt x="34253" y="216709"/>
                  <a:pt x="29912" y="235800"/>
                </a:cubicBezTo>
                <a:lnTo>
                  <a:pt x="40287" y="238156"/>
                </a:lnTo>
                <a:lnTo>
                  <a:pt x="50660" y="240516"/>
                </a:lnTo>
                <a:cubicBezTo>
                  <a:pt x="54880" y="221956"/>
                  <a:pt x="59786" y="203654"/>
                  <a:pt x="65352" y="185643"/>
                </a:cubicBezTo>
                <a:lnTo>
                  <a:pt x="55188" y="182503"/>
                </a:lnTo>
                <a:moveTo>
                  <a:pt x="23334" y="352053"/>
                </a:moveTo>
                <a:lnTo>
                  <a:pt x="12724" y="351283"/>
                </a:lnTo>
                <a:cubicBezTo>
                  <a:pt x="11328" y="370556"/>
                  <a:pt x="10638" y="390024"/>
                  <a:pt x="10682" y="409657"/>
                </a:cubicBezTo>
                <a:lnTo>
                  <a:pt x="21321" y="409634"/>
                </a:lnTo>
                <a:lnTo>
                  <a:pt x="31959" y="409609"/>
                </a:lnTo>
                <a:cubicBezTo>
                  <a:pt x="31917" y="390504"/>
                  <a:pt x="32587" y="371567"/>
                  <a:pt x="33945" y="352819"/>
                </a:cubicBezTo>
                <a:lnTo>
                  <a:pt x="23334" y="352053"/>
                </a:lnTo>
                <a:moveTo>
                  <a:pt x="1498274" y="139949"/>
                </a:moveTo>
                <a:lnTo>
                  <a:pt x="1518194" y="132473"/>
                </a:lnTo>
                <a:lnTo>
                  <a:pt x="1498274" y="139949"/>
                </a:lnTo>
                <a:moveTo>
                  <a:pt x="55188" y="182503"/>
                </a:moveTo>
                <a:lnTo>
                  <a:pt x="34859" y="176222"/>
                </a:lnTo>
                <a:lnTo>
                  <a:pt x="55188" y="182503"/>
                </a:lnTo>
                <a:moveTo>
                  <a:pt x="21321" y="409634"/>
                </a:moveTo>
                <a:lnTo>
                  <a:pt x="44" y="409680"/>
                </a:lnTo>
                <a:cubicBezTo>
                  <a:pt x="77" y="424432"/>
                  <a:pt x="517" y="439088"/>
                  <a:pt x="1353" y="453639"/>
                </a:cubicBezTo>
                <a:lnTo>
                  <a:pt x="22596" y="452418"/>
                </a:lnTo>
                <a:lnTo>
                  <a:pt x="43837" y="451197"/>
                </a:lnTo>
                <a:cubicBezTo>
                  <a:pt x="43045" y="437427"/>
                  <a:pt x="42629" y="423552"/>
                  <a:pt x="42598" y="409586"/>
                </a:cubicBezTo>
                <a:lnTo>
                  <a:pt x="21321" y="409634"/>
                </a:lnTo>
                <a:moveTo>
                  <a:pt x="32266" y="537426"/>
                </a:moveTo>
                <a:lnTo>
                  <a:pt x="11293" y="541015"/>
                </a:lnTo>
                <a:cubicBezTo>
                  <a:pt x="16278" y="570162"/>
                  <a:pt x="22871" y="598761"/>
                  <a:pt x="30980" y="626718"/>
                </a:cubicBezTo>
                <a:lnTo>
                  <a:pt x="51413" y="620793"/>
                </a:lnTo>
                <a:lnTo>
                  <a:pt x="71848" y="614865"/>
                </a:lnTo>
                <a:cubicBezTo>
                  <a:pt x="64185" y="588437"/>
                  <a:pt x="57952" y="561400"/>
                  <a:pt x="53239" y="533840"/>
                </a:cubicBezTo>
                <a:lnTo>
                  <a:pt x="32266" y="537426"/>
                </a:lnTo>
                <a:moveTo>
                  <a:pt x="79838" y="701451"/>
                </a:moveTo>
                <a:lnTo>
                  <a:pt x="60202" y="709645"/>
                </a:lnTo>
                <a:cubicBezTo>
                  <a:pt x="71545" y="736827"/>
                  <a:pt x="84372" y="763234"/>
                  <a:pt x="98583" y="788759"/>
                </a:cubicBezTo>
                <a:lnTo>
                  <a:pt x="117174" y="778410"/>
                </a:lnTo>
                <a:lnTo>
                  <a:pt x="135764" y="768061"/>
                </a:lnTo>
                <a:cubicBezTo>
                  <a:pt x="122325" y="743922"/>
                  <a:pt x="110197" y="718957"/>
                  <a:pt x="99474" y="693257"/>
                </a:cubicBezTo>
                <a:lnTo>
                  <a:pt x="79838" y="701451"/>
                </a:lnTo>
                <a:moveTo>
                  <a:pt x="162909" y="850695"/>
                </a:moveTo>
                <a:lnTo>
                  <a:pt x="145595" y="863063"/>
                </a:lnTo>
                <a:cubicBezTo>
                  <a:pt x="162658" y="886955"/>
                  <a:pt x="181028" y="909847"/>
                  <a:pt x="200600" y="931638"/>
                </a:cubicBezTo>
                <a:lnTo>
                  <a:pt x="216428" y="917419"/>
                </a:lnTo>
                <a:lnTo>
                  <a:pt x="232258" y="903200"/>
                </a:lnTo>
                <a:cubicBezTo>
                  <a:pt x="213742" y="882588"/>
                  <a:pt x="196365" y="860931"/>
                  <a:pt x="180224" y="838331"/>
                </a:cubicBezTo>
                <a:lnTo>
                  <a:pt x="162909" y="850695"/>
                </a:lnTo>
                <a:moveTo>
                  <a:pt x="277046" y="977769"/>
                </a:moveTo>
                <a:lnTo>
                  <a:pt x="262898" y="993660"/>
                </a:lnTo>
                <a:cubicBezTo>
                  <a:pt x="284773" y="1013136"/>
                  <a:pt x="307747" y="1031407"/>
                  <a:pt x="331716" y="1048362"/>
                </a:cubicBezTo>
                <a:lnTo>
                  <a:pt x="344004" y="1030992"/>
                </a:lnTo>
                <a:lnTo>
                  <a:pt x="356293" y="1013625"/>
                </a:lnTo>
                <a:cubicBezTo>
                  <a:pt x="333622" y="997583"/>
                  <a:pt x="311888" y="980301"/>
                  <a:pt x="291194" y="961878"/>
                </a:cubicBezTo>
                <a:lnTo>
                  <a:pt x="277046" y="977769"/>
                </a:lnTo>
                <a:moveTo>
                  <a:pt x="416492" y="1076410"/>
                </a:moveTo>
                <a:lnTo>
                  <a:pt x="406224" y="1095044"/>
                </a:lnTo>
                <a:cubicBezTo>
                  <a:pt x="431813" y="1109143"/>
                  <a:pt x="458274" y="1121854"/>
                  <a:pt x="485507" y="1133078"/>
                </a:cubicBezTo>
                <a:lnTo>
                  <a:pt x="493614" y="1113405"/>
                </a:lnTo>
                <a:lnTo>
                  <a:pt x="501720" y="1093732"/>
                </a:lnTo>
                <a:cubicBezTo>
                  <a:pt x="475976" y="1083125"/>
                  <a:pt x="450957" y="1071107"/>
                  <a:pt x="426760" y="1057774"/>
                </a:cubicBezTo>
                <a:lnTo>
                  <a:pt x="416492" y="1076410"/>
                </a:lnTo>
                <a:moveTo>
                  <a:pt x="574399" y="1141473"/>
                </a:moveTo>
                <a:lnTo>
                  <a:pt x="568563" y="1161935"/>
                </a:lnTo>
                <a:cubicBezTo>
                  <a:pt x="596555" y="1169919"/>
                  <a:pt x="625184" y="1176386"/>
                  <a:pt x="654353" y="1181241"/>
                </a:cubicBezTo>
                <a:lnTo>
                  <a:pt x="657847" y="1160254"/>
                </a:lnTo>
                <a:lnTo>
                  <a:pt x="661341" y="1139264"/>
                </a:lnTo>
                <a:cubicBezTo>
                  <a:pt x="633761" y="1134673"/>
                  <a:pt x="606695" y="1128560"/>
                  <a:pt x="580235" y="1121011"/>
                </a:cubicBezTo>
                <a:lnTo>
                  <a:pt x="574399" y="1141473"/>
                </a:lnTo>
                <a:moveTo>
                  <a:pt x="742897" y="1169550"/>
                </a:moveTo>
                <a:lnTo>
                  <a:pt x="741770" y="1190795"/>
                </a:lnTo>
                <a:cubicBezTo>
                  <a:pt x="756325" y="1191568"/>
                  <a:pt x="770984" y="1191942"/>
                  <a:pt x="785735" y="1191911"/>
                </a:cubicBezTo>
                <a:lnTo>
                  <a:pt x="785688" y="1170634"/>
                </a:lnTo>
                <a:lnTo>
                  <a:pt x="785641" y="1149357"/>
                </a:lnTo>
                <a:cubicBezTo>
                  <a:pt x="771674" y="1149389"/>
                  <a:pt x="757799" y="1149034"/>
                  <a:pt x="744026" y="1148301"/>
                </a:cubicBezTo>
                <a:lnTo>
                  <a:pt x="742897" y="1169550"/>
                </a:lnTo>
                <a:moveTo>
                  <a:pt x="785688" y="1170634"/>
                </a:moveTo>
                <a:lnTo>
                  <a:pt x="785735" y="1191911"/>
                </a:lnTo>
                <a:cubicBezTo>
                  <a:pt x="800486" y="1191880"/>
                  <a:pt x="815142" y="1191440"/>
                  <a:pt x="829694" y="1190602"/>
                </a:cubicBezTo>
                <a:lnTo>
                  <a:pt x="828473" y="1169360"/>
                </a:lnTo>
                <a:lnTo>
                  <a:pt x="827251" y="1148117"/>
                </a:lnTo>
                <a:cubicBezTo>
                  <a:pt x="813481" y="1148909"/>
                  <a:pt x="799607" y="1149326"/>
                  <a:pt x="785641" y="1149357"/>
                </a:cubicBezTo>
                <a:lnTo>
                  <a:pt x="785688" y="1170634"/>
                </a:lnTo>
                <a:moveTo>
                  <a:pt x="913481" y="1159689"/>
                </a:moveTo>
                <a:lnTo>
                  <a:pt x="917068" y="1180662"/>
                </a:lnTo>
                <a:cubicBezTo>
                  <a:pt x="946215" y="1175677"/>
                  <a:pt x="974816" y="1169084"/>
                  <a:pt x="1002772" y="1160975"/>
                </a:cubicBezTo>
                <a:lnTo>
                  <a:pt x="996847" y="1140542"/>
                </a:lnTo>
                <a:lnTo>
                  <a:pt x="990920" y="1120105"/>
                </a:lnTo>
                <a:cubicBezTo>
                  <a:pt x="964493" y="1127771"/>
                  <a:pt x="937455" y="1134003"/>
                  <a:pt x="909895" y="1138716"/>
                </a:cubicBezTo>
                <a:lnTo>
                  <a:pt x="913481" y="1159689"/>
                </a:lnTo>
                <a:moveTo>
                  <a:pt x="1077506" y="1112116"/>
                </a:moveTo>
                <a:lnTo>
                  <a:pt x="1085700" y="1131755"/>
                </a:lnTo>
                <a:cubicBezTo>
                  <a:pt x="1112883" y="1120409"/>
                  <a:pt x="1139288" y="1107582"/>
                  <a:pt x="1164814" y="1093372"/>
                </a:cubicBezTo>
                <a:lnTo>
                  <a:pt x="1154464" y="1074781"/>
                </a:lnTo>
                <a:lnTo>
                  <a:pt x="1144114" y="1056190"/>
                </a:lnTo>
                <a:cubicBezTo>
                  <a:pt x="1119976" y="1069630"/>
                  <a:pt x="1095010" y="1081757"/>
                  <a:pt x="1069312" y="1092480"/>
                </a:cubicBezTo>
                <a:lnTo>
                  <a:pt x="1077506" y="1112116"/>
                </a:lnTo>
                <a:moveTo>
                  <a:pt x="1226751" y="1029044"/>
                </a:moveTo>
                <a:lnTo>
                  <a:pt x="1239115" y="1046360"/>
                </a:lnTo>
                <a:cubicBezTo>
                  <a:pt x="1263009" y="1029297"/>
                  <a:pt x="1285902" y="1010928"/>
                  <a:pt x="1307692" y="991354"/>
                </a:cubicBezTo>
                <a:lnTo>
                  <a:pt x="1293473" y="975526"/>
                </a:lnTo>
                <a:lnTo>
                  <a:pt x="1279256" y="959697"/>
                </a:lnTo>
                <a:cubicBezTo>
                  <a:pt x="1258642" y="978214"/>
                  <a:pt x="1236986" y="995590"/>
                  <a:pt x="1214385" y="1011731"/>
                </a:cubicBezTo>
                <a:lnTo>
                  <a:pt x="1226751" y="1029044"/>
                </a:lnTo>
                <a:moveTo>
                  <a:pt x="1353824" y="914909"/>
                </a:moveTo>
                <a:lnTo>
                  <a:pt x="1369715" y="929057"/>
                </a:lnTo>
                <a:cubicBezTo>
                  <a:pt x="1389190" y="907181"/>
                  <a:pt x="1407459" y="884206"/>
                  <a:pt x="1424417" y="860238"/>
                </a:cubicBezTo>
                <a:lnTo>
                  <a:pt x="1407047" y="847950"/>
                </a:lnTo>
                <a:lnTo>
                  <a:pt x="1389679" y="835662"/>
                </a:lnTo>
                <a:cubicBezTo>
                  <a:pt x="1373639" y="858333"/>
                  <a:pt x="1356357" y="880067"/>
                  <a:pt x="1337932" y="900762"/>
                </a:cubicBezTo>
                <a:lnTo>
                  <a:pt x="1353824" y="914909"/>
                </a:lnTo>
                <a:moveTo>
                  <a:pt x="1452464" y="775463"/>
                </a:moveTo>
                <a:lnTo>
                  <a:pt x="1471099" y="785729"/>
                </a:lnTo>
                <a:cubicBezTo>
                  <a:pt x="1485199" y="760143"/>
                  <a:pt x="1497910" y="733681"/>
                  <a:pt x="1509131" y="706448"/>
                </a:cubicBezTo>
                <a:lnTo>
                  <a:pt x="1489460" y="698342"/>
                </a:lnTo>
                <a:lnTo>
                  <a:pt x="1469788" y="690233"/>
                </a:lnTo>
                <a:cubicBezTo>
                  <a:pt x="1459179" y="715979"/>
                  <a:pt x="1447161" y="740998"/>
                  <a:pt x="1433828" y="765196"/>
                </a:cubicBezTo>
                <a:lnTo>
                  <a:pt x="1452464" y="775463"/>
                </a:lnTo>
                <a:moveTo>
                  <a:pt x="1517527" y="617556"/>
                </a:moveTo>
                <a:lnTo>
                  <a:pt x="1537989" y="623393"/>
                </a:lnTo>
                <a:cubicBezTo>
                  <a:pt x="1545973" y="595399"/>
                  <a:pt x="1552439" y="566772"/>
                  <a:pt x="1557295" y="537602"/>
                </a:cubicBezTo>
                <a:lnTo>
                  <a:pt x="1536307" y="534107"/>
                </a:lnTo>
                <a:lnTo>
                  <a:pt x="1515319" y="530615"/>
                </a:lnTo>
                <a:cubicBezTo>
                  <a:pt x="1510727" y="558194"/>
                  <a:pt x="1504614" y="585260"/>
                  <a:pt x="1497066" y="611719"/>
                </a:cubicBezTo>
                <a:lnTo>
                  <a:pt x="1517527" y="617556"/>
                </a:lnTo>
                <a:moveTo>
                  <a:pt x="1545602" y="449056"/>
                </a:moveTo>
                <a:lnTo>
                  <a:pt x="1566849" y="450186"/>
                </a:lnTo>
                <a:cubicBezTo>
                  <a:pt x="1567623" y="435630"/>
                  <a:pt x="1567998" y="420971"/>
                  <a:pt x="1567965" y="406219"/>
                </a:cubicBezTo>
                <a:lnTo>
                  <a:pt x="1546688" y="406267"/>
                </a:lnTo>
                <a:lnTo>
                  <a:pt x="1525411" y="406315"/>
                </a:lnTo>
                <a:cubicBezTo>
                  <a:pt x="1525443" y="420281"/>
                  <a:pt x="1525088" y="434156"/>
                  <a:pt x="1524355" y="447929"/>
                </a:cubicBezTo>
                <a:lnTo>
                  <a:pt x="1545602" y="449056"/>
                </a:lnTo>
                <a:moveTo>
                  <a:pt x="1546688" y="406267"/>
                </a:moveTo>
                <a:lnTo>
                  <a:pt x="1567965" y="406219"/>
                </a:lnTo>
                <a:cubicBezTo>
                  <a:pt x="1567939" y="394513"/>
                  <a:pt x="1567657" y="382866"/>
                  <a:pt x="1567123" y="371283"/>
                </a:cubicBezTo>
                <a:lnTo>
                  <a:pt x="1545869" y="372262"/>
                </a:lnTo>
                <a:lnTo>
                  <a:pt x="1524615" y="373242"/>
                </a:lnTo>
                <a:cubicBezTo>
                  <a:pt x="1525120" y="384204"/>
                  <a:pt x="1525387" y="395231"/>
                  <a:pt x="1525411" y="406315"/>
                </a:cubicBezTo>
                <a:lnTo>
                  <a:pt x="1546688" y="406267"/>
                </a:lnTo>
                <a:moveTo>
                  <a:pt x="1539735" y="304531"/>
                </a:moveTo>
                <a:lnTo>
                  <a:pt x="1560819" y="301672"/>
                </a:lnTo>
                <a:cubicBezTo>
                  <a:pt x="1557664" y="278402"/>
                  <a:pt x="1553489" y="255455"/>
                  <a:pt x="1548341" y="232881"/>
                </a:cubicBezTo>
                <a:lnTo>
                  <a:pt x="1527596" y="237611"/>
                </a:lnTo>
                <a:lnTo>
                  <a:pt x="1506852" y="242344"/>
                </a:lnTo>
                <a:cubicBezTo>
                  <a:pt x="1511721" y="263686"/>
                  <a:pt x="1515669" y="285383"/>
                  <a:pt x="1518651" y="307387"/>
                </a:cubicBezTo>
                <a:lnTo>
                  <a:pt x="1539735" y="304531"/>
                </a:lnTo>
                <a:moveTo>
                  <a:pt x="1509508" y="172054"/>
                </a:moveTo>
                <a:lnTo>
                  <a:pt x="1529744" y="165479"/>
                </a:lnTo>
                <a:cubicBezTo>
                  <a:pt x="1526134" y="154366"/>
                  <a:pt x="1522281" y="143362"/>
                  <a:pt x="1518194" y="132473"/>
                </a:cubicBezTo>
                <a:lnTo>
                  <a:pt x="1498274" y="139949"/>
                </a:lnTo>
                <a:lnTo>
                  <a:pt x="1478355" y="147427"/>
                </a:lnTo>
                <a:cubicBezTo>
                  <a:pt x="1482217" y="157719"/>
                  <a:pt x="1485860" y="168122"/>
                  <a:pt x="1489273" y="178627"/>
                </a:cubicBezTo>
                <a:lnTo>
                  <a:pt x="1509508" y="172054"/>
                </a:lnTo>
                <a:moveTo>
                  <a:pt x="1498274" y="139949"/>
                </a:moveTo>
                <a:lnTo>
                  <a:pt x="1518194" y="132473"/>
                </a:lnTo>
                <a:cubicBezTo>
                  <a:pt x="1512835" y="118198"/>
                  <a:pt x="1507025" y="105175"/>
                  <a:pt x="1500743" y="93349"/>
                </a:cubicBezTo>
                <a:lnTo>
                  <a:pt x="1481953" y="103332"/>
                </a:lnTo>
                <a:lnTo>
                  <a:pt x="1463162" y="113312"/>
                </a:lnTo>
                <a:cubicBezTo>
                  <a:pt x="1468477" y="123320"/>
                  <a:pt x="1473555" y="134643"/>
                  <a:pt x="1478355" y="147427"/>
                </a:cubicBezTo>
                <a:lnTo>
                  <a:pt x="1498274" y="139949"/>
                </a:lnTo>
                <a:moveTo>
                  <a:pt x="1431395" y="43116"/>
                </a:moveTo>
                <a:lnTo>
                  <a:pt x="1443464" y="25592"/>
                </a:lnTo>
                <a:cubicBezTo>
                  <a:pt x="1416983" y="7351"/>
                  <a:pt x="1387427" y="54"/>
                  <a:pt x="1356294" y="0"/>
                </a:cubicBezTo>
                <a:lnTo>
                  <a:pt x="1356259" y="21277"/>
                </a:lnTo>
                <a:lnTo>
                  <a:pt x="1356222" y="42554"/>
                </a:lnTo>
                <a:cubicBezTo>
                  <a:pt x="1380474" y="42593"/>
                  <a:pt x="1401216" y="48164"/>
                  <a:pt x="1419325" y="60636"/>
                </a:cubicBezTo>
                <a:lnTo>
                  <a:pt x="1431395" y="43116"/>
                </a:lnTo>
                <a:moveTo>
                  <a:pt x="1278012" y="34099"/>
                </a:moveTo>
                <a:lnTo>
                  <a:pt x="1272128" y="13654"/>
                </a:lnTo>
                <a:cubicBezTo>
                  <a:pt x="1247349" y="20783"/>
                  <a:pt x="1221537" y="30246"/>
                  <a:pt x="1195031" y="40805"/>
                </a:cubicBezTo>
                <a:lnTo>
                  <a:pt x="1202906" y="60571"/>
                </a:lnTo>
                <a:lnTo>
                  <a:pt x="1210780" y="80337"/>
                </a:lnTo>
                <a:cubicBezTo>
                  <a:pt x="1236705" y="70009"/>
                  <a:pt x="1261049" y="61122"/>
                  <a:pt x="1283896" y="54546"/>
                </a:cubicBezTo>
                <a:lnTo>
                  <a:pt x="1278012" y="34099"/>
                </a:lnTo>
                <a:moveTo>
                  <a:pt x="1129409" y="91101"/>
                </a:moveTo>
                <a:lnTo>
                  <a:pt x="1121143" y="71496"/>
                </a:lnTo>
                <a:cubicBezTo>
                  <a:pt x="1097324" y="81538"/>
                  <a:pt x="1072978" y="91723"/>
                  <a:pt x="1048040" y="101478"/>
                </a:cubicBezTo>
                <a:lnTo>
                  <a:pt x="1055791" y="121293"/>
                </a:lnTo>
                <a:lnTo>
                  <a:pt x="1063542" y="141107"/>
                </a:lnTo>
                <a:cubicBezTo>
                  <a:pt x="1089039" y="131133"/>
                  <a:pt x="1113827" y="120762"/>
                  <a:pt x="1137676" y="110705"/>
                </a:cubicBezTo>
                <a:lnTo>
                  <a:pt x="1129409" y="91101"/>
                </a:lnTo>
                <a:moveTo>
                  <a:pt x="980882" y="148171"/>
                </a:moveTo>
                <a:lnTo>
                  <a:pt x="974384" y="127911"/>
                </a:lnTo>
                <a:cubicBezTo>
                  <a:pt x="949813" y="135792"/>
                  <a:pt x="924866" y="142717"/>
                  <a:pt x="899585" y="148185"/>
                </a:cubicBezTo>
                <a:lnTo>
                  <a:pt x="904082" y="168980"/>
                </a:lnTo>
                <a:lnTo>
                  <a:pt x="908579" y="189777"/>
                </a:lnTo>
                <a:cubicBezTo>
                  <a:pt x="935451" y="183968"/>
                  <a:pt x="961750" y="176654"/>
                  <a:pt x="987381" y="168432"/>
                </a:cubicBezTo>
                <a:lnTo>
                  <a:pt x="980882" y="148171"/>
                </a:lnTo>
                <a:moveTo>
                  <a:pt x="825457" y="180833"/>
                </a:moveTo>
                <a:lnTo>
                  <a:pt x="823745" y="159624"/>
                </a:lnTo>
                <a:cubicBezTo>
                  <a:pt x="811103" y="160647"/>
                  <a:pt x="798401" y="161200"/>
                  <a:pt x="785641" y="161229"/>
                </a:cubicBezTo>
                <a:lnTo>
                  <a:pt x="785688" y="182505"/>
                </a:lnTo>
                <a:lnTo>
                  <a:pt x="785735" y="203782"/>
                </a:lnTo>
                <a:cubicBezTo>
                  <a:pt x="799663" y="203751"/>
                  <a:pt x="813478" y="203146"/>
                  <a:pt x="827170" y="202042"/>
                </a:cubicBezTo>
                <a:lnTo>
                  <a:pt x="825457" y="180833"/>
                </a:lnTo>
                <a:moveTo>
                  <a:pt x="785688" y="182505"/>
                </a:moveTo>
                <a:lnTo>
                  <a:pt x="785641" y="161229"/>
                </a:lnTo>
                <a:cubicBezTo>
                  <a:pt x="772415" y="161257"/>
                  <a:pt x="759244" y="160800"/>
                  <a:pt x="746135" y="159917"/>
                </a:cubicBezTo>
                <a:lnTo>
                  <a:pt x="744702" y="181145"/>
                </a:lnTo>
                <a:lnTo>
                  <a:pt x="743269" y="202374"/>
                </a:lnTo>
                <a:cubicBezTo>
                  <a:pt x="757311" y="203322"/>
                  <a:pt x="771470" y="203813"/>
                  <a:pt x="785735" y="203782"/>
                </a:cubicBezTo>
                <a:lnTo>
                  <a:pt x="785688" y="182505"/>
                </a:lnTo>
                <a:moveTo>
                  <a:pt x="663451" y="170638"/>
                </a:moveTo>
                <a:lnTo>
                  <a:pt x="667361" y="149721"/>
                </a:lnTo>
                <a:cubicBezTo>
                  <a:pt x="640978" y="144790"/>
                  <a:pt x="614951" y="138521"/>
                  <a:pt x="589335" y="131403"/>
                </a:cubicBezTo>
                <a:lnTo>
                  <a:pt x="583638" y="151905"/>
                </a:lnTo>
                <a:lnTo>
                  <a:pt x="577942" y="172404"/>
                </a:lnTo>
                <a:cubicBezTo>
                  <a:pt x="604500" y="179783"/>
                  <a:pt x="631738" y="186355"/>
                  <a:pt x="659542" y="191551"/>
                </a:cubicBezTo>
                <a:lnTo>
                  <a:pt x="663451" y="170638"/>
                </a:lnTo>
                <a:moveTo>
                  <a:pt x="505340" y="127607"/>
                </a:moveTo>
                <a:lnTo>
                  <a:pt x="512140" y="107446"/>
                </a:lnTo>
                <a:cubicBezTo>
                  <a:pt x="485848" y="98579"/>
                  <a:pt x="460238" y="89377"/>
                  <a:pt x="435208" y="80397"/>
                </a:cubicBezTo>
                <a:lnTo>
                  <a:pt x="428024" y="100425"/>
                </a:lnTo>
                <a:lnTo>
                  <a:pt x="420839" y="120452"/>
                </a:lnTo>
                <a:cubicBezTo>
                  <a:pt x="445793" y="129404"/>
                  <a:pt x="471794" y="138748"/>
                  <a:pt x="498540" y="147768"/>
                </a:cubicBezTo>
                <a:lnTo>
                  <a:pt x="505340" y="127607"/>
                </a:lnTo>
                <a:moveTo>
                  <a:pt x="350596" y="73447"/>
                </a:moveTo>
                <a:lnTo>
                  <a:pt x="357216" y="53226"/>
                </a:lnTo>
                <a:cubicBezTo>
                  <a:pt x="329109" y="44024"/>
                  <a:pt x="301845" y="36100"/>
                  <a:pt x="275817" y="30743"/>
                </a:cubicBezTo>
                <a:lnTo>
                  <a:pt x="271527" y="51582"/>
                </a:lnTo>
                <a:lnTo>
                  <a:pt x="267237" y="72422"/>
                </a:lnTo>
                <a:cubicBezTo>
                  <a:pt x="291042" y="77322"/>
                  <a:pt x="316606" y="84707"/>
                  <a:pt x="343978" y="93667"/>
                </a:cubicBezTo>
                <a:lnTo>
                  <a:pt x="350596" y="73447"/>
                </a:lnTo>
                <a:moveTo>
                  <a:pt x="190110" y="45751"/>
                </a:moveTo>
                <a:lnTo>
                  <a:pt x="187781" y="24602"/>
                </a:lnTo>
                <a:cubicBezTo>
                  <a:pt x="156263" y="28074"/>
                  <a:pt x="127164" y="39209"/>
                  <a:pt x="101935" y="61176"/>
                </a:cubicBezTo>
                <a:lnTo>
                  <a:pt x="115905" y="77223"/>
                </a:lnTo>
                <a:lnTo>
                  <a:pt x="129877" y="93270"/>
                </a:lnTo>
                <a:cubicBezTo>
                  <a:pt x="147718" y="77737"/>
                  <a:pt x="168352" y="69554"/>
                  <a:pt x="192441" y="66900"/>
                </a:cubicBezTo>
                <a:lnTo>
                  <a:pt x="190110" y="45751"/>
                </a:lnTo>
                <a:moveTo>
                  <a:pt x="69544" y="143770"/>
                </a:moveTo>
                <a:lnTo>
                  <a:pt x="50099" y="135134"/>
                </a:lnTo>
                <a:cubicBezTo>
                  <a:pt x="44533" y="147666"/>
                  <a:pt x="39456" y="161345"/>
                  <a:pt x="34859" y="176222"/>
                </a:cubicBezTo>
                <a:lnTo>
                  <a:pt x="55188" y="182503"/>
                </a:lnTo>
                <a:lnTo>
                  <a:pt x="75517" y="188783"/>
                </a:lnTo>
                <a:cubicBezTo>
                  <a:pt x="79680" y="175308"/>
                  <a:pt x="84185" y="163225"/>
                  <a:pt x="88988" y="152410"/>
                </a:cubicBezTo>
                <a:lnTo>
                  <a:pt x="69544" y="143770"/>
                </a:lnTo>
                <a:moveTo>
                  <a:pt x="55188" y="182503"/>
                </a:moveTo>
                <a:lnTo>
                  <a:pt x="34859" y="176222"/>
                </a:lnTo>
                <a:cubicBezTo>
                  <a:pt x="29055" y="195004"/>
                  <a:pt x="23939" y="214086"/>
                  <a:pt x="19538" y="233440"/>
                </a:cubicBezTo>
                <a:lnTo>
                  <a:pt x="40287" y="238156"/>
                </a:lnTo>
                <a:lnTo>
                  <a:pt x="61034" y="242875"/>
                </a:lnTo>
                <a:cubicBezTo>
                  <a:pt x="65193" y="224579"/>
                  <a:pt x="70030" y="206539"/>
                  <a:pt x="75517" y="188783"/>
                </a:cubicBezTo>
                <a:lnTo>
                  <a:pt x="55188" y="182503"/>
                </a:lnTo>
                <a:moveTo>
                  <a:pt x="23334" y="352053"/>
                </a:moveTo>
                <a:lnTo>
                  <a:pt x="2112" y="350514"/>
                </a:lnTo>
                <a:cubicBezTo>
                  <a:pt x="698" y="370050"/>
                  <a:pt x="0" y="389783"/>
                  <a:pt x="44" y="409680"/>
                </a:cubicBezTo>
                <a:lnTo>
                  <a:pt x="21321" y="409634"/>
                </a:lnTo>
                <a:lnTo>
                  <a:pt x="42598" y="409586"/>
                </a:lnTo>
                <a:cubicBezTo>
                  <a:pt x="42555" y="390745"/>
                  <a:pt x="43217" y="372072"/>
                  <a:pt x="44555" y="353589"/>
                </a:cubicBezTo>
                <a:lnTo>
                  <a:pt x="23334" y="3520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254609F8-658A-42C9-8CAC-15BB3AE2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839" y="33517"/>
            <a:ext cx="1526472" cy="1321210"/>
          </a:xfrm>
          <a:custGeom xmlns:a="http://schemas.openxmlformats.org/drawingml/2006/main">
            <a:pathLst>
              <a:path w="1526472" h="1321210">
                <a:moveTo>
                  <a:pt x="175" y="559282"/>
                </a:moveTo>
                <a:cubicBezTo>
                  <a:pt x="0" y="480208"/>
                  <a:pt x="11865" y="403919"/>
                  <a:pt x="34042" y="332150"/>
                </a:cubicBezTo>
                <a:cubicBezTo>
                  <a:pt x="130000" y="21603"/>
                  <a:pt x="422396" y="332908"/>
                  <a:pt x="764542" y="332153"/>
                </a:cubicBezTo>
                <a:cubicBezTo>
                  <a:pt x="1092044" y="331429"/>
                  <a:pt x="1368422" y="0"/>
                  <a:pt x="1477128" y="289597"/>
                </a:cubicBezTo>
                <a:cubicBezTo>
                  <a:pt x="1508234" y="372467"/>
                  <a:pt x="1525335" y="462199"/>
                  <a:pt x="1525542" y="555915"/>
                </a:cubicBezTo>
                <a:cubicBezTo>
                  <a:pt x="1526472" y="977133"/>
                  <a:pt x="1185760" y="1319353"/>
                  <a:pt x="764542" y="1320282"/>
                </a:cubicBezTo>
                <a:cubicBezTo>
                  <a:pt x="343322" y="1321210"/>
                  <a:pt x="1104" y="980500"/>
                  <a:pt x="175" y="55928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155B19AB-AA00-4655-A4FC-499FCD99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940" y="93199"/>
            <a:ext cx="1567382" cy="1346516"/>
          </a:xfrm>
          <a:custGeom xmlns:a="http://schemas.openxmlformats.org/drawingml/2006/main">
            <a:pathLst>
              <a:path w="1567382" h="1346516">
                <a:moveTo>
                  <a:pt x="232377" y="35759"/>
                </a:moveTo>
                <a:lnTo>
                  <a:pt x="241717" y="30663"/>
                </a:lnTo>
                <a:lnTo>
                  <a:pt x="234741" y="17878"/>
                </a:lnTo>
                <a:lnTo>
                  <a:pt x="224683" y="28412"/>
                </a:lnTo>
                <a:lnTo>
                  <a:pt x="232377" y="35759"/>
                </a:lnTo>
                <a:moveTo>
                  <a:pt x="1335030" y="35759"/>
                </a:moveTo>
                <a:lnTo>
                  <a:pt x="1342714" y="28403"/>
                </a:lnTo>
                <a:lnTo>
                  <a:pt x="1335829" y="21212"/>
                </a:lnTo>
                <a:lnTo>
                  <a:pt x="1328199" y="27605"/>
                </a:lnTo>
                <a:lnTo>
                  <a:pt x="1335030" y="35759"/>
                </a:lnTo>
                <a:moveTo>
                  <a:pt x="28124" y="666824"/>
                </a:moveTo>
                <a:lnTo>
                  <a:pt x="17584" y="668275"/>
                </a:lnTo>
                <a:cubicBezTo>
                  <a:pt x="19569" y="682695"/>
                  <a:pt x="21940" y="696968"/>
                  <a:pt x="24685" y="711084"/>
                </a:cubicBezTo>
                <a:lnTo>
                  <a:pt x="35128" y="709052"/>
                </a:lnTo>
                <a:lnTo>
                  <a:pt x="45570" y="707022"/>
                </a:lnTo>
                <a:cubicBezTo>
                  <a:pt x="42901" y="693291"/>
                  <a:pt x="40595" y="679405"/>
                  <a:pt x="38663" y="665376"/>
                </a:cubicBezTo>
                <a:lnTo>
                  <a:pt x="28124" y="666824"/>
                </a:lnTo>
                <a:moveTo>
                  <a:pt x="56118" y="791995"/>
                </a:moveTo>
                <a:lnTo>
                  <a:pt x="45968" y="795178"/>
                </a:lnTo>
                <a:cubicBezTo>
                  <a:pt x="54697" y="823011"/>
                  <a:pt x="64926" y="850094"/>
                  <a:pt x="76550" y="876345"/>
                </a:cubicBezTo>
                <a:lnTo>
                  <a:pt x="86278" y="872038"/>
                </a:lnTo>
                <a:lnTo>
                  <a:pt x="96006" y="867731"/>
                </a:lnTo>
                <a:cubicBezTo>
                  <a:pt x="84704" y="842206"/>
                  <a:pt x="74757" y="815876"/>
                  <a:pt x="66268" y="788813"/>
                </a:cubicBezTo>
                <a:lnTo>
                  <a:pt x="56118" y="791995"/>
                </a:lnTo>
                <a:moveTo>
                  <a:pt x="125268" y="948153"/>
                </a:moveTo>
                <a:lnTo>
                  <a:pt x="116088" y="953531"/>
                </a:lnTo>
                <a:cubicBezTo>
                  <a:pt x="130773" y="978598"/>
                  <a:pt x="146806" y="1002711"/>
                  <a:pt x="164076" y="1025782"/>
                </a:cubicBezTo>
                <a:lnTo>
                  <a:pt x="172592" y="1019405"/>
                </a:lnTo>
                <a:lnTo>
                  <a:pt x="181109" y="1013031"/>
                </a:lnTo>
                <a:cubicBezTo>
                  <a:pt x="164315" y="990596"/>
                  <a:pt x="148725" y="967150"/>
                  <a:pt x="134448" y="942776"/>
                </a:cubicBezTo>
                <a:lnTo>
                  <a:pt x="125268" y="948153"/>
                </a:lnTo>
                <a:moveTo>
                  <a:pt x="227614" y="1084902"/>
                </a:moveTo>
                <a:lnTo>
                  <a:pt x="219865" y="1092191"/>
                </a:lnTo>
                <a:cubicBezTo>
                  <a:pt x="239706" y="1113289"/>
                  <a:pt x="260695" y="1133237"/>
                  <a:pt x="282713" y="1151947"/>
                </a:cubicBezTo>
                <a:lnTo>
                  <a:pt x="289602" y="1143841"/>
                </a:lnTo>
                <a:lnTo>
                  <a:pt x="296490" y="1135735"/>
                </a:lnTo>
                <a:cubicBezTo>
                  <a:pt x="275076" y="1117536"/>
                  <a:pt x="254662" y="1098133"/>
                  <a:pt x="235364" y="1077614"/>
                </a:cubicBezTo>
                <a:lnTo>
                  <a:pt x="227614" y="1084902"/>
                </a:lnTo>
                <a:moveTo>
                  <a:pt x="357768" y="1195511"/>
                </a:moveTo>
                <a:lnTo>
                  <a:pt x="351824" y="1204335"/>
                </a:lnTo>
                <a:cubicBezTo>
                  <a:pt x="375788" y="1220479"/>
                  <a:pt x="400665" y="1235297"/>
                  <a:pt x="426340" y="1248700"/>
                </a:cubicBezTo>
                <a:lnTo>
                  <a:pt x="431263" y="1239272"/>
                </a:lnTo>
                <a:lnTo>
                  <a:pt x="436186" y="1229840"/>
                </a:lnTo>
                <a:cubicBezTo>
                  <a:pt x="411216" y="1216802"/>
                  <a:pt x="387020" y="1202391"/>
                  <a:pt x="363712" y="1186690"/>
                </a:cubicBezTo>
                <a:lnTo>
                  <a:pt x="357768" y="1195511"/>
                </a:lnTo>
                <a:moveTo>
                  <a:pt x="509189" y="1274551"/>
                </a:moveTo>
                <a:lnTo>
                  <a:pt x="505352" y="1284471"/>
                </a:lnTo>
                <a:cubicBezTo>
                  <a:pt x="532230" y="1294866"/>
                  <a:pt x="559777" y="1303789"/>
                  <a:pt x="587881" y="1311154"/>
                </a:cubicBezTo>
                <a:lnTo>
                  <a:pt x="590578" y="1300862"/>
                </a:lnTo>
                <a:lnTo>
                  <a:pt x="593275" y="1290573"/>
                </a:lnTo>
                <a:cubicBezTo>
                  <a:pt x="565950" y="1283409"/>
                  <a:pt x="539163" y="1274736"/>
                  <a:pt x="513026" y="1264628"/>
                </a:cubicBezTo>
                <a:lnTo>
                  <a:pt x="509189" y="1274551"/>
                </a:lnTo>
                <a:moveTo>
                  <a:pt x="674398" y="1317837"/>
                </a:moveTo>
                <a:lnTo>
                  <a:pt x="672879" y="1328368"/>
                </a:lnTo>
                <a:cubicBezTo>
                  <a:pt x="701296" y="1332465"/>
                  <a:pt x="730134" y="1334997"/>
                  <a:pt x="759289" y="1335883"/>
                </a:cubicBezTo>
                <a:lnTo>
                  <a:pt x="759612" y="1325250"/>
                </a:lnTo>
                <a:lnTo>
                  <a:pt x="759935" y="1314618"/>
                </a:lnTo>
                <a:cubicBezTo>
                  <a:pt x="731585" y="1313755"/>
                  <a:pt x="703545" y="1311293"/>
                  <a:pt x="675917" y="1307307"/>
                </a:cubicBezTo>
                <a:lnTo>
                  <a:pt x="674398" y="1317837"/>
                </a:lnTo>
                <a:moveTo>
                  <a:pt x="845141" y="1323050"/>
                </a:moveTo>
                <a:lnTo>
                  <a:pt x="846008" y="1333652"/>
                </a:lnTo>
                <a:cubicBezTo>
                  <a:pt x="860340" y="1332482"/>
                  <a:pt x="874722" y="1330909"/>
                  <a:pt x="889141" y="1328924"/>
                </a:cubicBezTo>
                <a:lnTo>
                  <a:pt x="887690" y="1318385"/>
                </a:lnTo>
                <a:lnTo>
                  <a:pt x="886239" y="1307846"/>
                </a:lnTo>
                <a:cubicBezTo>
                  <a:pt x="872208" y="1309777"/>
                  <a:pt x="858216" y="1311307"/>
                  <a:pt x="844275" y="1312446"/>
                </a:cubicBezTo>
                <a:lnTo>
                  <a:pt x="845141" y="1323050"/>
                </a:lnTo>
                <a:moveTo>
                  <a:pt x="887690" y="1318385"/>
                </a:moveTo>
                <a:lnTo>
                  <a:pt x="889141" y="1328924"/>
                </a:lnTo>
                <a:cubicBezTo>
                  <a:pt x="903560" y="1326940"/>
                  <a:pt x="917831" y="1324569"/>
                  <a:pt x="931947" y="1321824"/>
                </a:cubicBezTo>
                <a:lnTo>
                  <a:pt x="929917" y="1311381"/>
                </a:lnTo>
                <a:lnTo>
                  <a:pt x="927886" y="1300939"/>
                </a:lnTo>
                <a:cubicBezTo>
                  <a:pt x="914154" y="1303607"/>
                  <a:pt x="900269" y="1305913"/>
                  <a:pt x="886239" y="1307846"/>
                </a:cubicBezTo>
                <a:lnTo>
                  <a:pt x="887690" y="1318385"/>
                </a:lnTo>
                <a:moveTo>
                  <a:pt x="1012860" y="1290391"/>
                </a:moveTo>
                <a:lnTo>
                  <a:pt x="1016044" y="1300541"/>
                </a:lnTo>
                <a:cubicBezTo>
                  <a:pt x="1043875" y="1291811"/>
                  <a:pt x="1070956" y="1281581"/>
                  <a:pt x="1097207" y="1269957"/>
                </a:cubicBezTo>
                <a:lnTo>
                  <a:pt x="1092900" y="1260230"/>
                </a:lnTo>
                <a:lnTo>
                  <a:pt x="1088593" y="1250503"/>
                </a:lnTo>
                <a:cubicBezTo>
                  <a:pt x="1063070" y="1261803"/>
                  <a:pt x="1036739" y="1271752"/>
                  <a:pt x="1009675" y="1280241"/>
                </a:cubicBezTo>
                <a:lnTo>
                  <a:pt x="1012860" y="1290391"/>
                </a:lnTo>
                <a:moveTo>
                  <a:pt x="1169017" y="1221240"/>
                </a:moveTo>
                <a:lnTo>
                  <a:pt x="1174395" y="1230419"/>
                </a:lnTo>
                <a:cubicBezTo>
                  <a:pt x="1199463" y="1215735"/>
                  <a:pt x="1223575" y="1199702"/>
                  <a:pt x="1246645" y="1182431"/>
                </a:cubicBezTo>
                <a:lnTo>
                  <a:pt x="1240269" y="1173916"/>
                </a:lnTo>
                <a:lnTo>
                  <a:pt x="1233894" y="1165399"/>
                </a:lnTo>
                <a:cubicBezTo>
                  <a:pt x="1211460" y="1182193"/>
                  <a:pt x="1188014" y="1197783"/>
                  <a:pt x="1163640" y="1212061"/>
                </a:cubicBezTo>
                <a:lnTo>
                  <a:pt x="1169017" y="1221240"/>
                </a:lnTo>
                <a:moveTo>
                  <a:pt x="1305767" y="1118893"/>
                </a:moveTo>
                <a:lnTo>
                  <a:pt x="1313055" y="1126644"/>
                </a:lnTo>
                <a:cubicBezTo>
                  <a:pt x="1334153" y="1106801"/>
                  <a:pt x="1354101" y="1085814"/>
                  <a:pt x="1372811" y="1063796"/>
                </a:cubicBezTo>
                <a:lnTo>
                  <a:pt x="1364705" y="1056905"/>
                </a:lnTo>
                <a:lnTo>
                  <a:pt x="1356598" y="1050017"/>
                </a:lnTo>
                <a:cubicBezTo>
                  <a:pt x="1338399" y="1071433"/>
                  <a:pt x="1318997" y="1091847"/>
                  <a:pt x="1298478" y="1111145"/>
                </a:cubicBezTo>
                <a:lnTo>
                  <a:pt x="1305767" y="1118893"/>
                </a:lnTo>
                <a:moveTo>
                  <a:pt x="1416375" y="988739"/>
                </a:moveTo>
                <a:lnTo>
                  <a:pt x="1425198" y="994685"/>
                </a:lnTo>
                <a:cubicBezTo>
                  <a:pt x="1441342" y="970719"/>
                  <a:pt x="1456161" y="945842"/>
                  <a:pt x="1469565" y="920167"/>
                </a:cubicBezTo>
                <a:lnTo>
                  <a:pt x="1460134" y="915244"/>
                </a:lnTo>
                <a:lnTo>
                  <a:pt x="1450703" y="910321"/>
                </a:lnTo>
                <a:cubicBezTo>
                  <a:pt x="1437666" y="935292"/>
                  <a:pt x="1423255" y="959487"/>
                  <a:pt x="1407553" y="982797"/>
                </a:cubicBezTo>
                <a:lnTo>
                  <a:pt x="1416375" y="988739"/>
                </a:lnTo>
                <a:moveTo>
                  <a:pt x="1495414" y="837320"/>
                </a:moveTo>
                <a:lnTo>
                  <a:pt x="1505335" y="841156"/>
                </a:lnTo>
                <a:cubicBezTo>
                  <a:pt x="1515730" y="814277"/>
                  <a:pt x="1524653" y="786732"/>
                  <a:pt x="1532018" y="758626"/>
                </a:cubicBezTo>
                <a:lnTo>
                  <a:pt x="1521728" y="755929"/>
                </a:lnTo>
                <a:lnTo>
                  <a:pt x="1511435" y="753232"/>
                </a:lnTo>
                <a:cubicBezTo>
                  <a:pt x="1504275" y="780559"/>
                  <a:pt x="1495599" y="807344"/>
                  <a:pt x="1485491" y="833482"/>
                </a:cubicBezTo>
                <a:lnTo>
                  <a:pt x="1495414" y="837320"/>
                </a:lnTo>
                <a:moveTo>
                  <a:pt x="1538702" y="672111"/>
                </a:moveTo>
                <a:lnTo>
                  <a:pt x="1549231" y="673630"/>
                </a:lnTo>
                <a:cubicBezTo>
                  <a:pt x="1553329" y="645213"/>
                  <a:pt x="1555862" y="616375"/>
                  <a:pt x="1556747" y="587219"/>
                </a:cubicBezTo>
                <a:lnTo>
                  <a:pt x="1546113" y="586896"/>
                </a:lnTo>
                <a:lnTo>
                  <a:pt x="1535481" y="586572"/>
                </a:lnTo>
                <a:cubicBezTo>
                  <a:pt x="1534619" y="614924"/>
                  <a:pt x="1532157" y="642964"/>
                  <a:pt x="1528171" y="670592"/>
                </a:cubicBezTo>
                <a:lnTo>
                  <a:pt x="1538702" y="672111"/>
                </a:lnTo>
                <a:moveTo>
                  <a:pt x="1543914" y="501368"/>
                </a:moveTo>
                <a:lnTo>
                  <a:pt x="1554517" y="500499"/>
                </a:lnTo>
                <a:cubicBezTo>
                  <a:pt x="1553346" y="486167"/>
                  <a:pt x="1551772" y="471787"/>
                  <a:pt x="1549787" y="457367"/>
                </a:cubicBezTo>
                <a:lnTo>
                  <a:pt x="1539248" y="458817"/>
                </a:lnTo>
                <a:lnTo>
                  <a:pt x="1528709" y="460268"/>
                </a:lnTo>
                <a:cubicBezTo>
                  <a:pt x="1530640" y="474299"/>
                  <a:pt x="1532171" y="488291"/>
                  <a:pt x="1533310" y="502234"/>
                </a:cubicBezTo>
                <a:lnTo>
                  <a:pt x="1543914" y="501368"/>
                </a:lnTo>
                <a:moveTo>
                  <a:pt x="1539248" y="458817"/>
                </a:moveTo>
                <a:lnTo>
                  <a:pt x="1549787" y="457367"/>
                </a:lnTo>
                <a:cubicBezTo>
                  <a:pt x="1547942" y="443966"/>
                  <a:pt x="1545764" y="430690"/>
                  <a:pt x="1543263" y="417550"/>
                </a:cubicBezTo>
                <a:lnTo>
                  <a:pt x="1532812" y="419540"/>
                </a:lnTo>
                <a:lnTo>
                  <a:pt x="1522361" y="421528"/>
                </a:lnTo>
                <a:cubicBezTo>
                  <a:pt x="1524795" y="434312"/>
                  <a:pt x="1526913" y="447228"/>
                  <a:pt x="1528709" y="460268"/>
                </a:cubicBezTo>
                <a:lnTo>
                  <a:pt x="1539248" y="458817"/>
                </a:lnTo>
                <a:moveTo>
                  <a:pt x="1513898" y="342260"/>
                </a:moveTo>
                <a:lnTo>
                  <a:pt x="1524087" y="339197"/>
                </a:lnTo>
                <a:cubicBezTo>
                  <a:pt x="1516278" y="313224"/>
                  <a:pt x="1507167" y="287893"/>
                  <a:pt x="1496839" y="263263"/>
                </a:cubicBezTo>
                <a:lnTo>
                  <a:pt x="1487028" y="267377"/>
                </a:lnTo>
                <a:lnTo>
                  <a:pt x="1477218" y="271491"/>
                </a:lnTo>
                <a:cubicBezTo>
                  <a:pt x="1487258" y="295437"/>
                  <a:pt x="1496117" y="320069"/>
                  <a:pt x="1503711" y="345324"/>
                </a:cubicBezTo>
                <a:lnTo>
                  <a:pt x="1513898" y="342260"/>
                </a:lnTo>
                <a:moveTo>
                  <a:pt x="1452446" y="195719"/>
                </a:moveTo>
                <a:lnTo>
                  <a:pt x="1461771" y="190597"/>
                </a:lnTo>
                <a:cubicBezTo>
                  <a:pt x="1448762" y="166910"/>
                  <a:pt x="1434567" y="144029"/>
                  <a:pt x="1419278" y="122020"/>
                </a:cubicBezTo>
                <a:lnTo>
                  <a:pt x="1410541" y="128090"/>
                </a:lnTo>
                <a:lnTo>
                  <a:pt x="1401803" y="134160"/>
                </a:lnTo>
                <a:cubicBezTo>
                  <a:pt x="1416671" y="155562"/>
                  <a:pt x="1430473" y="177809"/>
                  <a:pt x="1443122" y="200841"/>
                </a:cubicBezTo>
                <a:lnTo>
                  <a:pt x="1452446" y="195719"/>
                </a:lnTo>
                <a:moveTo>
                  <a:pt x="1361795" y="65207"/>
                </a:moveTo>
                <a:lnTo>
                  <a:pt x="1369851" y="58260"/>
                </a:lnTo>
                <a:cubicBezTo>
                  <a:pt x="1361058" y="48065"/>
                  <a:pt x="1352008" y="38107"/>
                  <a:pt x="1342714" y="28403"/>
                </a:cubicBezTo>
                <a:lnTo>
                  <a:pt x="1335030" y="35759"/>
                </a:lnTo>
                <a:lnTo>
                  <a:pt x="1327346" y="43119"/>
                </a:lnTo>
                <a:cubicBezTo>
                  <a:pt x="1336386" y="52559"/>
                  <a:pt x="1345187" y="62241"/>
                  <a:pt x="1353739" y="72155"/>
                </a:cubicBezTo>
                <a:lnTo>
                  <a:pt x="1361795" y="65207"/>
                </a:lnTo>
                <a:moveTo>
                  <a:pt x="1335030" y="35759"/>
                </a:moveTo>
                <a:lnTo>
                  <a:pt x="1328199" y="27605"/>
                </a:lnTo>
                <a:cubicBezTo>
                  <a:pt x="1318101" y="36063"/>
                  <a:pt x="1308122" y="44183"/>
                  <a:pt x="1298230" y="51983"/>
                </a:cubicBezTo>
                <a:lnTo>
                  <a:pt x="1304818" y="60335"/>
                </a:lnTo>
                <a:lnTo>
                  <a:pt x="1311407" y="68691"/>
                </a:lnTo>
                <a:cubicBezTo>
                  <a:pt x="1321470" y="60753"/>
                  <a:pt x="1331613" y="52499"/>
                  <a:pt x="1341861" y="43916"/>
                </a:cubicBezTo>
                <a:lnTo>
                  <a:pt x="1335030" y="35759"/>
                </a:lnTo>
                <a:moveTo>
                  <a:pt x="1242071" y="106364"/>
                </a:moveTo>
                <a:lnTo>
                  <a:pt x="1236110" y="97551"/>
                </a:lnTo>
                <a:cubicBezTo>
                  <a:pt x="1214255" y="112338"/>
                  <a:pt x="1192543" y="125676"/>
                  <a:pt x="1170641" y="137771"/>
                </a:cubicBezTo>
                <a:lnTo>
                  <a:pt x="1175785" y="147084"/>
                </a:lnTo>
                <a:lnTo>
                  <a:pt x="1180928" y="156396"/>
                </a:lnTo>
                <a:cubicBezTo>
                  <a:pt x="1203418" y="143978"/>
                  <a:pt x="1225676" y="130299"/>
                  <a:pt x="1248032" y="115174"/>
                </a:cubicBezTo>
                <a:lnTo>
                  <a:pt x="1242071" y="106364"/>
                </a:lnTo>
                <a:moveTo>
                  <a:pt x="1105915" y="181310"/>
                </a:moveTo>
                <a:lnTo>
                  <a:pt x="1101712" y="171538"/>
                </a:lnTo>
                <a:cubicBezTo>
                  <a:pt x="1078448" y="181543"/>
                  <a:pt x="1054594" y="190469"/>
                  <a:pt x="1029790" y="198524"/>
                </a:cubicBezTo>
                <a:lnTo>
                  <a:pt x="1033075" y="208643"/>
                </a:lnTo>
                <a:lnTo>
                  <a:pt x="1036361" y="218762"/>
                </a:lnTo>
                <a:cubicBezTo>
                  <a:pt x="1061750" y="210517"/>
                  <a:pt x="1086220" y="201363"/>
                  <a:pt x="1110119" y="191083"/>
                </a:cubicBezTo>
                <a:lnTo>
                  <a:pt x="1105915" y="181310"/>
                </a:lnTo>
                <a:moveTo>
                  <a:pt x="958174" y="229778"/>
                </a:moveTo>
                <a:lnTo>
                  <a:pt x="955651" y="219443"/>
                </a:lnTo>
                <a:cubicBezTo>
                  <a:pt x="931602" y="225315"/>
                  <a:pt x="906514" y="230652"/>
                  <a:pt x="880131" y="235604"/>
                </a:cubicBezTo>
                <a:lnTo>
                  <a:pt x="882094" y="246061"/>
                </a:lnTo>
                <a:lnTo>
                  <a:pt x="884056" y="256514"/>
                </a:lnTo>
                <a:cubicBezTo>
                  <a:pt x="910758" y="251503"/>
                  <a:pt x="936224" y="246086"/>
                  <a:pt x="960698" y="240112"/>
                </a:cubicBezTo>
                <a:lnTo>
                  <a:pt x="958174" y="229778"/>
                </a:lnTo>
                <a:moveTo>
                  <a:pt x="805354" y="258936"/>
                </a:moveTo>
                <a:lnTo>
                  <a:pt x="803769" y="248414"/>
                </a:lnTo>
                <a:cubicBezTo>
                  <a:pt x="791243" y="250302"/>
                  <a:pt x="778433" y="252142"/>
                  <a:pt x="765317" y="253948"/>
                </a:cubicBezTo>
                <a:lnTo>
                  <a:pt x="766768" y="264487"/>
                </a:lnTo>
                <a:lnTo>
                  <a:pt x="768219" y="275026"/>
                </a:lnTo>
                <a:cubicBezTo>
                  <a:pt x="781414" y="273209"/>
                  <a:pt x="794315" y="271358"/>
                  <a:pt x="806939" y="269455"/>
                </a:cubicBezTo>
                <a:lnTo>
                  <a:pt x="805354" y="258936"/>
                </a:lnTo>
                <a:moveTo>
                  <a:pt x="766768" y="264487"/>
                </a:moveTo>
                <a:lnTo>
                  <a:pt x="765317" y="253948"/>
                </a:lnTo>
                <a:cubicBezTo>
                  <a:pt x="752854" y="255663"/>
                  <a:pt x="740125" y="257133"/>
                  <a:pt x="727188" y="258306"/>
                </a:cubicBezTo>
                <a:lnTo>
                  <a:pt x="728148" y="268902"/>
                </a:lnTo>
                <a:lnTo>
                  <a:pt x="729108" y="279498"/>
                </a:lnTo>
                <a:cubicBezTo>
                  <a:pt x="742388" y="278294"/>
                  <a:pt x="755445" y="276783"/>
                  <a:pt x="768219" y="275026"/>
                </a:cubicBezTo>
                <a:lnTo>
                  <a:pt x="766768" y="264487"/>
                </a:lnTo>
                <a:moveTo>
                  <a:pt x="650444" y="271999"/>
                </a:moveTo>
                <a:lnTo>
                  <a:pt x="650587" y="261361"/>
                </a:lnTo>
                <a:cubicBezTo>
                  <a:pt x="625368" y="261023"/>
                  <a:pt x="599831" y="259280"/>
                  <a:pt x="574339" y="255788"/>
                </a:cubicBezTo>
                <a:lnTo>
                  <a:pt x="572896" y="266329"/>
                </a:lnTo>
                <a:lnTo>
                  <a:pt x="571452" y="276868"/>
                </a:lnTo>
                <a:cubicBezTo>
                  <a:pt x="597889" y="280491"/>
                  <a:pt x="624302" y="282288"/>
                  <a:pt x="650302" y="282635"/>
                </a:cubicBezTo>
                <a:lnTo>
                  <a:pt x="650444" y="271999"/>
                </a:lnTo>
                <a:moveTo>
                  <a:pt x="496828" y="250345"/>
                </a:moveTo>
                <a:lnTo>
                  <a:pt x="499790" y="240127"/>
                </a:lnTo>
                <a:cubicBezTo>
                  <a:pt x="475667" y="233134"/>
                  <a:pt x="451928" y="224207"/>
                  <a:pt x="428894" y="213035"/>
                </a:cubicBezTo>
                <a:lnTo>
                  <a:pt x="424252" y="222606"/>
                </a:lnTo>
                <a:lnTo>
                  <a:pt x="419610" y="232180"/>
                </a:lnTo>
                <a:cubicBezTo>
                  <a:pt x="443805" y="243914"/>
                  <a:pt x="468675" y="253261"/>
                  <a:pt x="493867" y="260563"/>
                </a:cubicBezTo>
                <a:lnTo>
                  <a:pt x="496828" y="250345"/>
                </a:lnTo>
                <a:moveTo>
                  <a:pt x="357765" y="182432"/>
                </a:moveTo>
                <a:lnTo>
                  <a:pt x="364094" y="173880"/>
                </a:lnTo>
                <a:cubicBezTo>
                  <a:pt x="344391" y="159301"/>
                  <a:pt x="325521" y="142541"/>
                  <a:pt x="307735" y="123348"/>
                </a:cubicBezTo>
                <a:lnTo>
                  <a:pt x="299933" y="130577"/>
                </a:lnTo>
                <a:lnTo>
                  <a:pt x="292128" y="137808"/>
                </a:lnTo>
                <a:cubicBezTo>
                  <a:pt x="310822" y="157983"/>
                  <a:pt x="330682" y="175626"/>
                  <a:pt x="351437" y="190983"/>
                </a:cubicBezTo>
                <a:lnTo>
                  <a:pt x="357765" y="182432"/>
                </a:lnTo>
                <a:moveTo>
                  <a:pt x="252322" y="69233"/>
                </a:moveTo>
                <a:lnTo>
                  <a:pt x="261243" y="63436"/>
                </a:lnTo>
                <a:cubicBezTo>
                  <a:pt x="254480" y="53030"/>
                  <a:pt x="247964" y="42114"/>
                  <a:pt x="241717" y="30663"/>
                </a:cubicBezTo>
                <a:lnTo>
                  <a:pt x="232377" y="35759"/>
                </a:lnTo>
                <a:lnTo>
                  <a:pt x="223039" y="40856"/>
                </a:lnTo>
                <a:cubicBezTo>
                  <a:pt x="229542" y="52775"/>
                  <a:pt x="236338" y="64160"/>
                  <a:pt x="243402" y="75031"/>
                </a:cubicBezTo>
                <a:lnTo>
                  <a:pt x="252322" y="69233"/>
                </a:lnTo>
                <a:moveTo>
                  <a:pt x="232377" y="35759"/>
                </a:moveTo>
                <a:lnTo>
                  <a:pt x="224683" y="28412"/>
                </a:lnTo>
                <a:cubicBezTo>
                  <a:pt x="214668" y="38902"/>
                  <a:pt x="204952" y="49666"/>
                  <a:pt x="195547" y="60690"/>
                </a:cubicBezTo>
                <a:lnTo>
                  <a:pt x="203640" y="67595"/>
                </a:lnTo>
                <a:lnTo>
                  <a:pt x="211733" y="74500"/>
                </a:lnTo>
                <a:cubicBezTo>
                  <a:pt x="220881" y="63777"/>
                  <a:pt x="230331" y="53308"/>
                  <a:pt x="240073" y="43107"/>
                </a:cubicBezTo>
                <a:lnTo>
                  <a:pt x="232377" y="35759"/>
                </a:lnTo>
                <a:moveTo>
                  <a:pt x="151723" y="135829"/>
                </a:moveTo>
                <a:lnTo>
                  <a:pt x="142910" y="129870"/>
                </a:lnTo>
                <a:cubicBezTo>
                  <a:pt x="126687" y="153864"/>
                  <a:pt x="111794" y="178778"/>
                  <a:pt x="98321" y="204492"/>
                </a:cubicBezTo>
                <a:lnTo>
                  <a:pt x="107746" y="209429"/>
                </a:lnTo>
                <a:lnTo>
                  <a:pt x="117169" y="214367"/>
                </a:lnTo>
                <a:cubicBezTo>
                  <a:pt x="130272" y="189356"/>
                  <a:pt x="144756" y="165124"/>
                  <a:pt x="160536" y="141789"/>
                </a:cubicBezTo>
                <a:lnTo>
                  <a:pt x="151723" y="135829"/>
                </a:lnTo>
                <a:moveTo>
                  <a:pt x="72281" y="287490"/>
                </a:moveTo>
                <a:lnTo>
                  <a:pt x="62364" y="283643"/>
                </a:lnTo>
                <a:cubicBezTo>
                  <a:pt x="51913" y="310570"/>
                  <a:pt x="42941" y="338175"/>
                  <a:pt x="35534" y="366337"/>
                </a:cubicBezTo>
                <a:lnTo>
                  <a:pt x="45822" y="369042"/>
                </a:lnTo>
                <a:lnTo>
                  <a:pt x="56109" y="371748"/>
                </a:lnTo>
                <a:cubicBezTo>
                  <a:pt x="63312" y="344367"/>
                  <a:pt x="72037" y="317526"/>
                  <a:pt x="82200" y="291340"/>
                </a:cubicBezTo>
                <a:lnTo>
                  <a:pt x="72281" y="287490"/>
                </a:lnTo>
                <a:moveTo>
                  <a:pt x="28740" y="453060"/>
                </a:moveTo>
                <a:lnTo>
                  <a:pt x="18211" y="451535"/>
                </a:lnTo>
                <a:cubicBezTo>
                  <a:pt x="14084" y="480015"/>
                  <a:pt x="11531" y="508920"/>
                  <a:pt x="10633" y="538144"/>
                </a:cubicBezTo>
                <a:lnTo>
                  <a:pt x="21267" y="538473"/>
                </a:lnTo>
                <a:lnTo>
                  <a:pt x="31900" y="538800"/>
                </a:lnTo>
                <a:cubicBezTo>
                  <a:pt x="32774" y="510383"/>
                  <a:pt x="35256" y="482278"/>
                  <a:pt x="39269" y="454587"/>
                </a:cubicBezTo>
                <a:lnTo>
                  <a:pt x="28740" y="453060"/>
                </a:lnTo>
                <a:moveTo>
                  <a:pt x="23452" y="624188"/>
                </a:moveTo>
                <a:lnTo>
                  <a:pt x="12847" y="625054"/>
                </a:lnTo>
                <a:cubicBezTo>
                  <a:pt x="14020" y="639415"/>
                  <a:pt x="15596" y="653827"/>
                  <a:pt x="17584" y="668275"/>
                </a:cubicBezTo>
                <a:lnTo>
                  <a:pt x="28124" y="666824"/>
                </a:lnTo>
                <a:lnTo>
                  <a:pt x="38663" y="665376"/>
                </a:lnTo>
                <a:cubicBezTo>
                  <a:pt x="36728" y="651314"/>
                  <a:pt x="35194" y="637294"/>
                  <a:pt x="34055" y="623322"/>
                </a:cubicBezTo>
                <a:lnTo>
                  <a:pt x="23452" y="624188"/>
                </a:lnTo>
                <a:moveTo>
                  <a:pt x="232377" y="35759"/>
                </a:moveTo>
                <a:lnTo>
                  <a:pt x="251055" y="25567"/>
                </a:lnTo>
                <a:lnTo>
                  <a:pt x="237103" y="0"/>
                </a:lnTo>
                <a:lnTo>
                  <a:pt x="216989" y="21067"/>
                </a:lnTo>
                <a:lnTo>
                  <a:pt x="232377" y="35759"/>
                </a:lnTo>
                <a:moveTo>
                  <a:pt x="1335030" y="35759"/>
                </a:moveTo>
                <a:lnTo>
                  <a:pt x="1350399" y="21044"/>
                </a:lnTo>
                <a:lnTo>
                  <a:pt x="1336630" y="6666"/>
                </a:lnTo>
                <a:lnTo>
                  <a:pt x="1321368" y="19448"/>
                </a:lnTo>
                <a:lnTo>
                  <a:pt x="1335030" y="35759"/>
                </a:lnTo>
                <a:moveTo>
                  <a:pt x="28124" y="666824"/>
                </a:moveTo>
                <a:lnTo>
                  <a:pt x="7045" y="669726"/>
                </a:lnTo>
                <a:cubicBezTo>
                  <a:pt x="9057" y="684339"/>
                  <a:pt x="11460" y="698805"/>
                  <a:pt x="14241" y="713114"/>
                </a:cubicBezTo>
                <a:lnTo>
                  <a:pt x="35128" y="709052"/>
                </a:lnTo>
                <a:lnTo>
                  <a:pt x="56014" y="704991"/>
                </a:lnTo>
                <a:cubicBezTo>
                  <a:pt x="53381" y="691451"/>
                  <a:pt x="51107" y="677761"/>
                  <a:pt x="49202" y="663926"/>
                </a:cubicBezTo>
                <a:lnTo>
                  <a:pt x="28124" y="666824"/>
                </a:lnTo>
                <a:moveTo>
                  <a:pt x="56118" y="791995"/>
                </a:moveTo>
                <a:lnTo>
                  <a:pt x="35816" y="798364"/>
                </a:lnTo>
                <a:cubicBezTo>
                  <a:pt x="44666" y="826579"/>
                  <a:pt x="55038" y="854034"/>
                  <a:pt x="66823" y="880652"/>
                </a:cubicBezTo>
                <a:lnTo>
                  <a:pt x="86278" y="872038"/>
                </a:lnTo>
                <a:lnTo>
                  <a:pt x="105733" y="863424"/>
                </a:lnTo>
                <a:cubicBezTo>
                  <a:pt x="94593" y="838263"/>
                  <a:pt x="84788" y="812307"/>
                  <a:pt x="76419" y="785627"/>
                </a:cubicBezTo>
                <a:lnTo>
                  <a:pt x="56118" y="791995"/>
                </a:lnTo>
                <a:moveTo>
                  <a:pt x="125268" y="948153"/>
                </a:moveTo>
                <a:lnTo>
                  <a:pt x="106909" y="958908"/>
                </a:lnTo>
                <a:cubicBezTo>
                  <a:pt x="121797" y="984324"/>
                  <a:pt x="138051" y="1008770"/>
                  <a:pt x="155559" y="1032156"/>
                </a:cubicBezTo>
                <a:lnTo>
                  <a:pt x="172592" y="1019405"/>
                </a:lnTo>
                <a:lnTo>
                  <a:pt x="189626" y="1006655"/>
                </a:lnTo>
                <a:cubicBezTo>
                  <a:pt x="173069" y="984540"/>
                  <a:pt x="157701" y="961426"/>
                  <a:pt x="143627" y="937398"/>
                </a:cubicBezTo>
                <a:lnTo>
                  <a:pt x="125268" y="948153"/>
                </a:lnTo>
                <a:moveTo>
                  <a:pt x="227614" y="1084902"/>
                </a:moveTo>
                <a:lnTo>
                  <a:pt x="212115" y="1099479"/>
                </a:lnTo>
                <a:cubicBezTo>
                  <a:pt x="232229" y="1120866"/>
                  <a:pt x="253505" y="1141087"/>
                  <a:pt x="275824" y="1160056"/>
                </a:cubicBezTo>
                <a:lnTo>
                  <a:pt x="289602" y="1143841"/>
                </a:lnTo>
                <a:lnTo>
                  <a:pt x="303379" y="1127626"/>
                </a:lnTo>
                <a:cubicBezTo>
                  <a:pt x="282266" y="1109686"/>
                  <a:pt x="262140" y="1090555"/>
                  <a:pt x="243113" y="1070326"/>
                </a:cubicBezTo>
                <a:lnTo>
                  <a:pt x="227614" y="1084902"/>
                </a:lnTo>
                <a:moveTo>
                  <a:pt x="357768" y="1195511"/>
                </a:moveTo>
                <a:lnTo>
                  <a:pt x="345880" y="1213157"/>
                </a:lnTo>
                <a:cubicBezTo>
                  <a:pt x="370171" y="1229522"/>
                  <a:pt x="395389" y="1244544"/>
                  <a:pt x="421415" y="1258132"/>
                </a:cubicBezTo>
                <a:lnTo>
                  <a:pt x="431263" y="1239272"/>
                </a:lnTo>
                <a:lnTo>
                  <a:pt x="441109" y="1220408"/>
                </a:lnTo>
                <a:cubicBezTo>
                  <a:pt x="416492" y="1207555"/>
                  <a:pt x="392636" y="1193348"/>
                  <a:pt x="369657" y="1177866"/>
                </a:cubicBezTo>
                <a:lnTo>
                  <a:pt x="357768" y="1195511"/>
                </a:lnTo>
                <a:moveTo>
                  <a:pt x="509189" y="1274551"/>
                </a:moveTo>
                <a:lnTo>
                  <a:pt x="501514" y="1294394"/>
                </a:lnTo>
                <a:cubicBezTo>
                  <a:pt x="528763" y="1304930"/>
                  <a:pt x="556691" y="1313979"/>
                  <a:pt x="585184" y="1321446"/>
                </a:cubicBezTo>
                <a:lnTo>
                  <a:pt x="590578" y="1300862"/>
                </a:lnTo>
                <a:lnTo>
                  <a:pt x="595971" y="1280281"/>
                </a:lnTo>
                <a:cubicBezTo>
                  <a:pt x="569036" y="1273222"/>
                  <a:pt x="542630" y="1264671"/>
                  <a:pt x="516863" y="1254705"/>
                </a:cubicBezTo>
                <a:lnTo>
                  <a:pt x="509189" y="1274551"/>
                </a:lnTo>
                <a:moveTo>
                  <a:pt x="674398" y="1317837"/>
                </a:moveTo>
                <a:lnTo>
                  <a:pt x="671360" y="1338896"/>
                </a:lnTo>
                <a:cubicBezTo>
                  <a:pt x="700171" y="1343052"/>
                  <a:pt x="729408" y="1345619"/>
                  <a:pt x="758966" y="1346516"/>
                </a:cubicBezTo>
                <a:lnTo>
                  <a:pt x="759612" y="1325250"/>
                </a:lnTo>
                <a:lnTo>
                  <a:pt x="760258" y="1303982"/>
                </a:lnTo>
                <a:cubicBezTo>
                  <a:pt x="732310" y="1303133"/>
                  <a:pt x="704669" y="1300706"/>
                  <a:pt x="677436" y="1296779"/>
                </a:cubicBezTo>
                <a:lnTo>
                  <a:pt x="674398" y="1317837"/>
                </a:lnTo>
                <a:moveTo>
                  <a:pt x="845141" y="1323050"/>
                </a:moveTo>
                <a:lnTo>
                  <a:pt x="846874" y="1344256"/>
                </a:lnTo>
                <a:cubicBezTo>
                  <a:pt x="861402" y="1343069"/>
                  <a:pt x="875978" y="1341474"/>
                  <a:pt x="890592" y="1339463"/>
                </a:cubicBezTo>
                <a:lnTo>
                  <a:pt x="887690" y="1318385"/>
                </a:lnTo>
                <a:lnTo>
                  <a:pt x="884788" y="1297304"/>
                </a:lnTo>
                <a:cubicBezTo>
                  <a:pt x="870952" y="1299209"/>
                  <a:pt x="857155" y="1300720"/>
                  <a:pt x="843407" y="1301844"/>
                </a:cubicBezTo>
                <a:lnTo>
                  <a:pt x="845141" y="1323050"/>
                </a:lnTo>
                <a:moveTo>
                  <a:pt x="887690" y="1318385"/>
                </a:moveTo>
                <a:lnTo>
                  <a:pt x="890592" y="1339463"/>
                </a:lnTo>
                <a:cubicBezTo>
                  <a:pt x="905203" y="1337450"/>
                  <a:pt x="919669" y="1335048"/>
                  <a:pt x="933977" y="1332266"/>
                </a:cubicBezTo>
                <a:lnTo>
                  <a:pt x="929917" y="1311381"/>
                </a:lnTo>
                <a:lnTo>
                  <a:pt x="925856" y="1290496"/>
                </a:lnTo>
                <a:cubicBezTo>
                  <a:pt x="912316" y="1293128"/>
                  <a:pt x="898624" y="1295402"/>
                  <a:pt x="884788" y="1297304"/>
                </a:cubicBezTo>
                <a:lnTo>
                  <a:pt x="887690" y="1318385"/>
                </a:lnTo>
                <a:moveTo>
                  <a:pt x="1012860" y="1290391"/>
                </a:moveTo>
                <a:lnTo>
                  <a:pt x="1019228" y="1310691"/>
                </a:lnTo>
                <a:cubicBezTo>
                  <a:pt x="1047444" y="1301841"/>
                  <a:pt x="1074900" y="1291470"/>
                  <a:pt x="1101516" y="1279684"/>
                </a:cubicBezTo>
                <a:lnTo>
                  <a:pt x="1092900" y="1260230"/>
                </a:lnTo>
                <a:lnTo>
                  <a:pt x="1084286" y="1240776"/>
                </a:lnTo>
                <a:cubicBezTo>
                  <a:pt x="1059127" y="1251914"/>
                  <a:pt x="1033170" y="1261721"/>
                  <a:pt x="1006491" y="1270088"/>
                </a:cubicBezTo>
                <a:lnTo>
                  <a:pt x="1012860" y="1290391"/>
                </a:lnTo>
                <a:moveTo>
                  <a:pt x="1169017" y="1221240"/>
                </a:moveTo>
                <a:lnTo>
                  <a:pt x="1179772" y="1239598"/>
                </a:lnTo>
                <a:cubicBezTo>
                  <a:pt x="1205187" y="1224712"/>
                  <a:pt x="1229633" y="1208458"/>
                  <a:pt x="1253020" y="1190949"/>
                </a:cubicBezTo>
                <a:lnTo>
                  <a:pt x="1240269" y="1173916"/>
                </a:lnTo>
                <a:lnTo>
                  <a:pt x="1227519" y="1156881"/>
                </a:lnTo>
                <a:cubicBezTo>
                  <a:pt x="1205403" y="1173439"/>
                  <a:pt x="1182291" y="1188808"/>
                  <a:pt x="1158264" y="1202882"/>
                </a:cubicBezTo>
                <a:lnTo>
                  <a:pt x="1169017" y="1221240"/>
                </a:lnTo>
                <a:moveTo>
                  <a:pt x="1305767" y="1118893"/>
                </a:moveTo>
                <a:lnTo>
                  <a:pt x="1320343" y="1134392"/>
                </a:lnTo>
                <a:cubicBezTo>
                  <a:pt x="1341730" y="1114279"/>
                  <a:pt x="1361953" y="1093003"/>
                  <a:pt x="1380918" y="1070684"/>
                </a:cubicBezTo>
                <a:lnTo>
                  <a:pt x="1364705" y="1056905"/>
                </a:lnTo>
                <a:lnTo>
                  <a:pt x="1348491" y="1043130"/>
                </a:lnTo>
                <a:cubicBezTo>
                  <a:pt x="1330548" y="1064242"/>
                  <a:pt x="1311419" y="1084369"/>
                  <a:pt x="1291190" y="1103394"/>
                </a:cubicBezTo>
                <a:lnTo>
                  <a:pt x="1305767" y="1118893"/>
                </a:lnTo>
                <a:moveTo>
                  <a:pt x="1416375" y="988739"/>
                </a:moveTo>
                <a:lnTo>
                  <a:pt x="1434022" y="1000627"/>
                </a:lnTo>
                <a:cubicBezTo>
                  <a:pt x="1450386" y="976338"/>
                  <a:pt x="1465407" y="951120"/>
                  <a:pt x="1478995" y="925093"/>
                </a:cubicBezTo>
                <a:lnTo>
                  <a:pt x="1460134" y="915244"/>
                </a:lnTo>
                <a:lnTo>
                  <a:pt x="1441272" y="905398"/>
                </a:lnTo>
                <a:cubicBezTo>
                  <a:pt x="1428421" y="930017"/>
                  <a:pt x="1414211" y="953871"/>
                  <a:pt x="1398730" y="976852"/>
                </a:cubicBezTo>
                <a:lnTo>
                  <a:pt x="1416375" y="988739"/>
                </a:lnTo>
                <a:moveTo>
                  <a:pt x="1495414" y="837320"/>
                </a:moveTo>
                <a:lnTo>
                  <a:pt x="1515258" y="844994"/>
                </a:lnTo>
                <a:cubicBezTo>
                  <a:pt x="1525796" y="817744"/>
                  <a:pt x="1534842" y="789818"/>
                  <a:pt x="1542309" y="761324"/>
                </a:cubicBezTo>
                <a:lnTo>
                  <a:pt x="1521728" y="755929"/>
                </a:lnTo>
                <a:lnTo>
                  <a:pt x="1501145" y="750538"/>
                </a:lnTo>
                <a:cubicBezTo>
                  <a:pt x="1494085" y="777473"/>
                  <a:pt x="1485534" y="803877"/>
                  <a:pt x="1475568" y="829646"/>
                </a:cubicBezTo>
                <a:lnTo>
                  <a:pt x="1495414" y="837320"/>
                </a:lnTo>
                <a:moveTo>
                  <a:pt x="1538702" y="672111"/>
                </a:moveTo>
                <a:lnTo>
                  <a:pt x="1559760" y="675149"/>
                </a:lnTo>
                <a:cubicBezTo>
                  <a:pt x="1563916" y="646337"/>
                  <a:pt x="1566483" y="617099"/>
                  <a:pt x="1567382" y="587543"/>
                </a:cubicBezTo>
                <a:lnTo>
                  <a:pt x="1546113" y="586896"/>
                </a:lnTo>
                <a:lnTo>
                  <a:pt x="1524846" y="586251"/>
                </a:lnTo>
                <a:cubicBezTo>
                  <a:pt x="1523997" y="614197"/>
                  <a:pt x="1521570" y="641840"/>
                  <a:pt x="1517642" y="669073"/>
                </a:cubicBezTo>
                <a:lnTo>
                  <a:pt x="1538702" y="672111"/>
                </a:lnTo>
                <a:moveTo>
                  <a:pt x="1543914" y="501368"/>
                </a:moveTo>
                <a:lnTo>
                  <a:pt x="1565120" y="499633"/>
                </a:lnTo>
                <a:cubicBezTo>
                  <a:pt x="1563932" y="485105"/>
                  <a:pt x="1562338" y="470529"/>
                  <a:pt x="1560326" y="455916"/>
                </a:cubicBezTo>
                <a:lnTo>
                  <a:pt x="1539248" y="458817"/>
                </a:lnTo>
                <a:lnTo>
                  <a:pt x="1518170" y="461719"/>
                </a:lnTo>
                <a:cubicBezTo>
                  <a:pt x="1520074" y="475557"/>
                  <a:pt x="1521584" y="489353"/>
                  <a:pt x="1522707" y="503100"/>
                </a:cubicBezTo>
                <a:lnTo>
                  <a:pt x="1543914" y="501368"/>
                </a:lnTo>
                <a:moveTo>
                  <a:pt x="1539248" y="458817"/>
                </a:moveTo>
                <a:lnTo>
                  <a:pt x="1560326" y="455916"/>
                </a:lnTo>
                <a:cubicBezTo>
                  <a:pt x="1558457" y="442333"/>
                  <a:pt x="1556249" y="428878"/>
                  <a:pt x="1553712" y="415560"/>
                </a:cubicBezTo>
                <a:lnTo>
                  <a:pt x="1532812" y="419540"/>
                </a:lnTo>
                <a:lnTo>
                  <a:pt x="1511910" y="423518"/>
                </a:lnTo>
                <a:cubicBezTo>
                  <a:pt x="1514310" y="436124"/>
                  <a:pt x="1516400" y="448860"/>
                  <a:pt x="1518170" y="461719"/>
                </a:cubicBezTo>
                <a:lnTo>
                  <a:pt x="1539248" y="458817"/>
                </a:lnTo>
                <a:moveTo>
                  <a:pt x="1513898" y="342260"/>
                </a:moveTo>
                <a:lnTo>
                  <a:pt x="1534275" y="336134"/>
                </a:lnTo>
                <a:cubicBezTo>
                  <a:pt x="1526357" y="309803"/>
                  <a:pt x="1517121" y="284120"/>
                  <a:pt x="1506650" y="259149"/>
                </a:cubicBezTo>
                <a:lnTo>
                  <a:pt x="1487028" y="267377"/>
                </a:lnTo>
                <a:lnTo>
                  <a:pt x="1467407" y="275605"/>
                </a:lnTo>
                <a:cubicBezTo>
                  <a:pt x="1477304" y="299210"/>
                  <a:pt x="1486038" y="323491"/>
                  <a:pt x="1493523" y="348387"/>
                </a:cubicBezTo>
                <a:lnTo>
                  <a:pt x="1513898" y="342260"/>
                </a:lnTo>
                <a:moveTo>
                  <a:pt x="1452446" y="195719"/>
                </a:moveTo>
                <a:lnTo>
                  <a:pt x="1471096" y="185478"/>
                </a:lnTo>
                <a:cubicBezTo>
                  <a:pt x="1457907" y="161461"/>
                  <a:pt x="1443515" y="138262"/>
                  <a:pt x="1428015" y="115949"/>
                </a:cubicBezTo>
                <a:lnTo>
                  <a:pt x="1410541" y="128090"/>
                </a:lnTo>
                <a:lnTo>
                  <a:pt x="1393067" y="140230"/>
                </a:lnTo>
                <a:cubicBezTo>
                  <a:pt x="1407723" y="161325"/>
                  <a:pt x="1421328" y="183258"/>
                  <a:pt x="1433797" y="205963"/>
                </a:cubicBezTo>
                <a:lnTo>
                  <a:pt x="1452446" y="195719"/>
                </a:lnTo>
                <a:moveTo>
                  <a:pt x="1361795" y="65207"/>
                </a:moveTo>
                <a:lnTo>
                  <a:pt x="1377907" y="51313"/>
                </a:lnTo>
                <a:cubicBezTo>
                  <a:pt x="1368994" y="40978"/>
                  <a:pt x="1359820" y="30885"/>
                  <a:pt x="1350399" y="21044"/>
                </a:cubicBezTo>
                <a:lnTo>
                  <a:pt x="1335030" y="35759"/>
                </a:lnTo>
                <a:lnTo>
                  <a:pt x="1319663" y="50475"/>
                </a:lnTo>
                <a:cubicBezTo>
                  <a:pt x="1328574" y="59782"/>
                  <a:pt x="1337252" y="69327"/>
                  <a:pt x="1345681" y="79105"/>
                </a:cubicBezTo>
                <a:lnTo>
                  <a:pt x="1361795" y="65207"/>
                </a:lnTo>
                <a:moveTo>
                  <a:pt x="1335030" y="35759"/>
                </a:moveTo>
                <a:lnTo>
                  <a:pt x="1321368" y="19448"/>
                </a:lnTo>
                <a:cubicBezTo>
                  <a:pt x="1311346" y="27844"/>
                  <a:pt x="1301447" y="35899"/>
                  <a:pt x="1291643" y="43630"/>
                </a:cubicBezTo>
                <a:lnTo>
                  <a:pt x="1304818" y="60335"/>
                </a:lnTo>
                <a:lnTo>
                  <a:pt x="1317995" y="77044"/>
                </a:lnTo>
                <a:cubicBezTo>
                  <a:pt x="1328145" y="69038"/>
                  <a:pt x="1338369" y="60719"/>
                  <a:pt x="1348692" y="52071"/>
                </a:cubicBezTo>
                <a:lnTo>
                  <a:pt x="1335030" y="35759"/>
                </a:lnTo>
                <a:moveTo>
                  <a:pt x="1242071" y="106364"/>
                </a:moveTo>
                <a:lnTo>
                  <a:pt x="1230149" y="88741"/>
                </a:lnTo>
                <a:cubicBezTo>
                  <a:pt x="1208544" y="103358"/>
                  <a:pt x="1187104" y="116529"/>
                  <a:pt x="1165498" y="128459"/>
                </a:cubicBezTo>
                <a:lnTo>
                  <a:pt x="1175785" y="147084"/>
                </a:lnTo>
                <a:lnTo>
                  <a:pt x="1186071" y="165709"/>
                </a:lnTo>
                <a:cubicBezTo>
                  <a:pt x="1208857" y="153126"/>
                  <a:pt x="1231387" y="139282"/>
                  <a:pt x="1253994" y="123987"/>
                </a:cubicBezTo>
                <a:lnTo>
                  <a:pt x="1242071" y="106364"/>
                </a:lnTo>
                <a:moveTo>
                  <a:pt x="1105915" y="181310"/>
                </a:moveTo>
                <a:lnTo>
                  <a:pt x="1097508" y="161765"/>
                </a:lnTo>
                <a:cubicBezTo>
                  <a:pt x="1074562" y="171634"/>
                  <a:pt x="1051015" y="180447"/>
                  <a:pt x="1026503" y="188408"/>
                </a:cubicBezTo>
                <a:lnTo>
                  <a:pt x="1033075" y="208643"/>
                </a:lnTo>
                <a:lnTo>
                  <a:pt x="1039647" y="228881"/>
                </a:lnTo>
                <a:cubicBezTo>
                  <a:pt x="1065329" y="220539"/>
                  <a:pt x="1090105" y="211272"/>
                  <a:pt x="1114322" y="200855"/>
                </a:cubicBezTo>
                <a:lnTo>
                  <a:pt x="1105915" y="181310"/>
                </a:lnTo>
                <a:moveTo>
                  <a:pt x="958174" y="229778"/>
                </a:moveTo>
                <a:lnTo>
                  <a:pt x="953129" y="209109"/>
                </a:lnTo>
                <a:cubicBezTo>
                  <a:pt x="929290" y="214926"/>
                  <a:pt x="904393" y="220224"/>
                  <a:pt x="878169" y="225147"/>
                </a:cubicBezTo>
                <a:lnTo>
                  <a:pt x="882094" y="246061"/>
                </a:lnTo>
                <a:lnTo>
                  <a:pt x="886019" y="266971"/>
                </a:lnTo>
                <a:cubicBezTo>
                  <a:pt x="912881" y="261929"/>
                  <a:pt x="938535" y="256472"/>
                  <a:pt x="963221" y="250447"/>
                </a:cubicBezTo>
                <a:lnTo>
                  <a:pt x="958174" y="229778"/>
                </a:lnTo>
                <a:moveTo>
                  <a:pt x="805354" y="258936"/>
                </a:moveTo>
                <a:lnTo>
                  <a:pt x="802184" y="237895"/>
                </a:lnTo>
                <a:cubicBezTo>
                  <a:pt x="789707" y="239775"/>
                  <a:pt x="776941" y="241609"/>
                  <a:pt x="763866" y="243409"/>
                </a:cubicBezTo>
                <a:lnTo>
                  <a:pt x="766768" y="264487"/>
                </a:lnTo>
                <a:lnTo>
                  <a:pt x="769669" y="285565"/>
                </a:lnTo>
                <a:cubicBezTo>
                  <a:pt x="782906" y="283742"/>
                  <a:pt x="795851" y="281882"/>
                  <a:pt x="808524" y="279975"/>
                </a:cubicBezTo>
                <a:lnTo>
                  <a:pt x="805354" y="258936"/>
                </a:lnTo>
                <a:moveTo>
                  <a:pt x="766768" y="264487"/>
                </a:moveTo>
                <a:lnTo>
                  <a:pt x="763866" y="243409"/>
                </a:lnTo>
                <a:cubicBezTo>
                  <a:pt x="751558" y="245104"/>
                  <a:pt x="738994" y="246555"/>
                  <a:pt x="726229" y="247710"/>
                </a:cubicBezTo>
                <a:lnTo>
                  <a:pt x="728148" y="268902"/>
                </a:lnTo>
                <a:lnTo>
                  <a:pt x="730067" y="290091"/>
                </a:lnTo>
                <a:cubicBezTo>
                  <a:pt x="743521" y="288873"/>
                  <a:pt x="756740" y="287345"/>
                  <a:pt x="769669" y="285565"/>
                </a:cubicBezTo>
                <a:lnTo>
                  <a:pt x="766768" y="264487"/>
                </a:lnTo>
                <a:moveTo>
                  <a:pt x="650444" y="271999"/>
                </a:moveTo>
                <a:lnTo>
                  <a:pt x="650729" y="250722"/>
                </a:lnTo>
                <a:cubicBezTo>
                  <a:pt x="625902" y="250390"/>
                  <a:pt x="600802" y="248675"/>
                  <a:pt x="575783" y="245249"/>
                </a:cubicBezTo>
                <a:lnTo>
                  <a:pt x="572896" y="266329"/>
                </a:lnTo>
                <a:lnTo>
                  <a:pt x="570007" y="287408"/>
                </a:lnTo>
                <a:cubicBezTo>
                  <a:pt x="596918" y="291096"/>
                  <a:pt x="623768" y="292918"/>
                  <a:pt x="650160" y="293273"/>
                </a:cubicBezTo>
                <a:lnTo>
                  <a:pt x="650444" y="271999"/>
                </a:lnTo>
                <a:moveTo>
                  <a:pt x="496828" y="250345"/>
                </a:moveTo>
                <a:lnTo>
                  <a:pt x="502752" y="229908"/>
                </a:lnTo>
                <a:cubicBezTo>
                  <a:pt x="479162" y="223072"/>
                  <a:pt x="455991" y="214353"/>
                  <a:pt x="433537" y="203461"/>
                </a:cubicBezTo>
                <a:lnTo>
                  <a:pt x="424252" y="222606"/>
                </a:lnTo>
                <a:lnTo>
                  <a:pt x="414968" y="241751"/>
                </a:lnTo>
                <a:cubicBezTo>
                  <a:pt x="439742" y="253766"/>
                  <a:pt x="465180" y="263326"/>
                  <a:pt x="490904" y="270781"/>
                </a:cubicBezTo>
                <a:lnTo>
                  <a:pt x="496828" y="250345"/>
                </a:lnTo>
                <a:moveTo>
                  <a:pt x="357765" y="182432"/>
                </a:moveTo>
                <a:lnTo>
                  <a:pt x="370422" y="165328"/>
                </a:lnTo>
                <a:cubicBezTo>
                  <a:pt x="351245" y="151138"/>
                  <a:pt x="332870" y="134821"/>
                  <a:pt x="315538" y="116117"/>
                </a:cubicBezTo>
                <a:lnTo>
                  <a:pt x="299933" y="130577"/>
                </a:lnTo>
                <a:lnTo>
                  <a:pt x="284324" y="145040"/>
                </a:lnTo>
                <a:cubicBezTo>
                  <a:pt x="303473" y="165706"/>
                  <a:pt x="323829" y="183789"/>
                  <a:pt x="345108" y="199535"/>
                </a:cubicBezTo>
                <a:lnTo>
                  <a:pt x="357765" y="182432"/>
                </a:lnTo>
                <a:moveTo>
                  <a:pt x="252322" y="69233"/>
                </a:moveTo>
                <a:lnTo>
                  <a:pt x="270164" y="57641"/>
                </a:lnTo>
                <a:cubicBezTo>
                  <a:pt x="263551" y="47465"/>
                  <a:pt x="257174" y="36784"/>
                  <a:pt x="251055" y="25567"/>
                </a:cubicBezTo>
                <a:lnTo>
                  <a:pt x="232377" y="35759"/>
                </a:lnTo>
                <a:lnTo>
                  <a:pt x="213701" y="45952"/>
                </a:lnTo>
                <a:cubicBezTo>
                  <a:pt x="220332" y="58104"/>
                  <a:pt x="227265" y="69725"/>
                  <a:pt x="234481" y="80829"/>
                </a:cubicBezTo>
                <a:lnTo>
                  <a:pt x="252322" y="69233"/>
                </a:lnTo>
                <a:moveTo>
                  <a:pt x="232377" y="35759"/>
                </a:moveTo>
                <a:lnTo>
                  <a:pt x="216989" y="21067"/>
                </a:lnTo>
                <a:cubicBezTo>
                  <a:pt x="206836" y="31699"/>
                  <a:pt x="196988" y="42610"/>
                  <a:pt x="187454" y="53785"/>
                </a:cubicBezTo>
                <a:lnTo>
                  <a:pt x="203640" y="67595"/>
                </a:lnTo>
                <a:lnTo>
                  <a:pt x="219828" y="81405"/>
                </a:lnTo>
                <a:cubicBezTo>
                  <a:pt x="228845" y="70835"/>
                  <a:pt x="238163" y="60511"/>
                  <a:pt x="247767" y="50452"/>
                </a:cubicBezTo>
                <a:lnTo>
                  <a:pt x="232377" y="35759"/>
                </a:lnTo>
                <a:moveTo>
                  <a:pt x="151723" y="135829"/>
                </a:moveTo>
                <a:lnTo>
                  <a:pt x="134096" y="123910"/>
                </a:lnTo>
                <a:cubicBezTo>
                  <a:pt x="117651" y="148231"/>
                  <a:pt x="102555" y="173485"/>
                  <a:pt x="88898" y="199555"/>
                </a:cubicBezTo>
                <a:lnTo>
                  <a:pt x="107746" y="209429"/>
                </a:lnTo>
                <a:lnTo>
                  <a:pt x="126592" y="219304"/>
                </a:lnTo>
                <a:cubicBezTo>
                  <a:pt x="139510" y="194646"/>
                  <a:pt x="153791" y="170754"/>
                  <a:pt x="169349" y="147745"/>
                </a:cubicBezTo>
                <a:lnTo>
                  <a:pt x="151723" y="135829"/>
                </a:lnTo>
                <a:moveTo>
                  <a:pt x="72281" y="287490"/>
                </a:moveTo>
                <a:lnTo>
                  <a:pt x="52447" y="279793"/>
                </a:lnTo>
                <a:cubicBezTo>
                  <a:pt x="41852" y="307094"/>
                  <a:pt x="32756" y="335077"/>
                  <a:pt x="25245" y="363628"/>
                </a:cubicBezTo>
                <a:lnTo>
                  <a:pt x="45822" y="369042"/>
                </a:lnTo>
                <a:lnTo>
                  <a:pt x="66399" y="374454"/>
                </a:lnTo>
                <a:cubicBezTo>
                  <a:pt x="73499" y="347462"/>
                  <a:pt x="82099" y="321004"/>
                  <a:pt x="92117" y="295187"/>
                </a:cubicBezTo>
                <a:lnTo>
                  <a:pt x="72281" y="287490"/>
                </a:lnTo>
                <a:moveTo>
                  <a:pt x="28740" y="453060"/>
                </a:moveTo>
                <a:lnTo>
                  <a:pt x="7683" y="450010"/>
                </a:lnTo>
                <a:cubicBezTo>
                  <a:pt x="3498" y="478885"/>
                  <a:pt x="910" y="508191"/>
                  <a:pt x="0" y="537818"/>
                </a:cubicBezTo>
                <a:lnTo>
                  <a:pt x="21267" y="538473"/>
                </a:lnTo>
                <a:lnTo>
                  <a:pt x="42534" y="539127"/>
                </a:lnTo>
                <a:cubicBezTo>
                  <a:pt x="43394" y="511112"/>
                  <a:pt x="45841" y="483408"/>
                  <a:pt x="49796" y="456112"/>
                </a:cubicBezTo>
                <a:lnTo>
                  <a:pt x="28740" y="453060"/>
                </a:lnTo>
                <a:moveTo>
                  <a:pt x="23452" y="624188"/>
                </a:moveTo>
                <a:lnTo>
                  <a:pt x="2244" y="625917"/>
                </a:lnTo>
                <a:cubicBezTo>
                  <a:pt x="3433" y="640477"/>
                  <a:pt x="5030" y="655084"/>
                  <a:pt x="7045" y="669726"/>
                </a:cubicBezTo>
                <a:lnTo>
                  <a:pt x="28124" y="666824"/>
                </a:lnTo>
                <a:lnTo>
                  <a:pt x="49202" y="663926"/>
                </a:lnTo>
                <a:cubicBezTo>
                  <a:pt x="47294" y="650059"/>
                  <a:pt x="45782" y="636232"/>
                  <a:pt x="44657" y="622456"/>
                </a:cubicBezTo>
                <a:lnTo>
                  <a:pt x="23452" y="6241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B7CE8B5A-C2F6-4702-8E4D-3096214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070" y="128958"/>
            <a:ext cx="1601558" cy="1340065"/>
          </a:xfrm>
          <a:custGeom xmlns:a="http://schemas.openxmlformats.org/drawingml/2006/main">
            <a:pathLst>
              <a:path w="1601558" h="1340065">
                <a:moveTo>
                  <a:pt x="32994" y="631065"/>
                </a:moveTo>
                <a:cubicBezTo>
                  <a:pt x="0" y="391373"/>
                  <a:pt x="82210" y="162381"/>
                  <a:pt x="237248" y="0"/>
                </a:cubicBezTo>
                <a:cubicBezTo>
                  <a:pt x="362057" y="228724"/>
                  <a:pt x="594048" y="253173"/>
                  <a:pt x="771638" y="228727"/>
                </a:cubicBezTo>
                <a:cubicBezTo>
                  <a:pt x="1023539" y="194052"/>
                  <a:pt x="1165261" y="146280"/>
                  <a:pt x="1339901" y="0"/>
                </a:cubicBezTo>
                <a:cubicBezTo>
                  <a:pt x="1447159" y="112014"/>
                  <a:pt x="1521353" y="257676"/>
                  <a:pt x="1544119" y="423058"/>
                </a:cubicBezTo>
                <a:cubicBezTo>
                  <a:pt x="1601558" y="840344"/>
                  <a:pt x="1309845" y="1225186"/>
                  <a:pt x="892561" y="1282626"/>
                </a:cubicBezTo>
                <a:cubicBezTo>
                  <a:pt x="475275" y="1340065"/>
                  <a:pt x="90434" y="1048351"/>
                  <a:pt x="32994" y="63106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62D79EFE-EB23-4C41-82C4-8E6FFEBD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7307" y="200580"/>
            <a:ext cx="1338272" cy="1307926"/>
          </a:xfrm>
          <a:custGeom xmlns:a="http://schemas.openxmlformats.org/drawingml/2006/main">
            <a:pathLst>
              <a:path w="1338272" h="1307926">
                <a:moveTo>
                  <a:pt x="1290523" y="151783"/>
                </a:moveTo>
                <a:lnTo>
                  <a:pt x="1301117" y="150814"/>
                </a:lnTo>
                <a:lnTo>
                  <a:pt x="1300368" y="142618"/>
                </a:lnTo>
                <a:lnTo>
                  <a:pt x="1292244" y="141283"/>
                </a:lnTo>
                <a:lnTo>
                  <a:pt x="1290523" y="151783"/>
                </a:lnTo>
                <a:moveTo>
                  <a:pt x="1259958" y="1119802"/>
                </a:moveTo>
                <a:lnTo>
                  <a:pt x="1266590" y="1128118"/>
                </a:lnTo>
                <a:lnTo>
                  <a:pt x="1269673" y="1125659"/>
                </a:lnTo>
                <a:lnTo>
                  <a:pt x="1270409" y="1121786"/>
                </a:lnTo>
                <a:lnTo>
                  <a:pt x="1259958" y="1119802"/>
                </a:lnTo>
                <a:moveTo>
                  <a:pt x="97516" y="191676"/>
                </a:moveTo>
                <a:lnTo>
                  <a:pt x="107098" y="196298"/>
                </a:lnTo>
                <a:lnTo>
                  <a:pt x="97516" y="191676"/>
                </a:lnTo>
                <a:moveTo>
                  <a:pt x="188137" y="999048"/>
                </a:moveTo>
                <a:lnTo>
                  <a:pt x="179820" y="1005681"/>
                </a:lnTo>
                <a:cubicBezTo>
                  <a:pt x="188894" y="1017060"/>
                  <a:pt x="198226" y="1028116"/>
                  <a:pt x="207798" y="1038848"/>
                </a:cubicBezTo>
                <a:lnTo>
                  <a:pt x="215737" y="1031764"/>
                </a:lnTo>
                <a:lnTo>
                  <a:pt x="223676" y="1024683"/>
                </a:lnTo>
                <a:cubicBezTo>
                  <a:pt x="214362" y="1014244"/>
                  <a:pt x="205284" y="1003489"/>
                  <a:pt x="196454" y="992416"/>
                </a:cubicBezTo>
                <a:lnTo>
                  <a:pt x="188137" y="999048"/>
                </a:lnTo>
                <a:moveTo>
                  <a:pt x="276167" y="1092330"/>
                </a:moveTo>
                <a:lnTo>
                  <a:pt x="269071" y="1100254"/>
                </a:lnTo>
                <a:cubicBezTo>
                  <a:pt x="290797" y="1119716"/>
                  <a:pt x="313430" y="1137765"/>
                  <a:pt x="336839" y="1154389"/>
                </a:cubicBezTo>
                <a:lnTo>
                  <a:pt x="342999" y="1145715"/>
                </a:lnTo>
                <a:lnTo>
                  <a:pt x="349158" y="1137041"/>
                </a:lnTo>
                <a:cubicBezTo>
                  <a:pt x="326399" y="1120880"/>
                  <a:pt x="304393" y="1103329"/>
                  <a:pt x="283265" y="1084406"/>
                </a:cubicBezTo>
                <a:lnTo>
                  <a:pt x="276167" y="1092330"/>
                </a:lnTo>
                <a:moveTo>
                  <a:pt x="415412" y="1191216"/>
                </a:moveTo>
                <a:lnTo>
                  <a:pt x="410270" y="1200528"/>
                </a:lnTo>
                <a:cubicBezTo>
                  <a:pt x="435702" y="1214571"/>
                  <a:pt x="461807" y="1227103"/>
                  <a:pt x="488441" y="1238107"/>
                </a:cubicBezTo>
                <a:lnTo>
                  <a:pt x="492504" y="1228275"/>
                </a:lnTo>
                <a:lnTo>
                  <a:pt x="496566" y="1218443"/>
                </a:lnTo>
                <a:cubicBezTo>
                  <a:pt x="470665" y="1207742"/>
                  <a:pt x="445283" y="1195557"/>
                  <a:pt x="420554" y="1181903"/>
                </a:cubicBezTo>
                <a:lnTo>
                  <a:pt x="415412" y="1191216"/>
                </a:lnTo>
                <a:moveTo>
                  <a:pt x="573271" y="1256451"/>
                </a:moveTo>
                <a:lnTo>
                  <a:pt x="570333" y="1266678"/>
                </a:lnTo>
                <a:cubicBezTo>
                  <a:pt x="598172" y="1274670"/>
                  <a:pt x="626407" y="1281090"/>
                  <a:pt x="654894" y="1285922"/>
                </a:cubicBezTo>
                <a:lnTo>
                  <a:pt x="656671" y="1275431"/>
                </a:lnTo>
                <a:lnTo>
                  <a:pt x="658450" y="1264943"/>
                </a:lnTo>
                <a:cubicBezTo>
                  <a:pt x="630743" y="1260245"/>
                  <a:pt x="603281" y="1254001"/>
                  <a:pt x="576206" y="1246228"/>
                </a:cubicBezTo>
                <a:lnTo>
                  <a:pt x="573271" y="1256451"/>
                </a:lnTo>
                <a:moveTo>
                  <a:pt x="741672" y="1285008"/>
                </a:moveTo>
                <a:lnTo>
                  <a:pt x="741072" y="1295629"/>
                </a:lnTo>
                <a:cubicBezTo>
                  <a:pt x="769919" y="1297259"/>
                  <a:pt x="798875" y="1297282"/>
                  <a:pt x="827795" y="1295683"/>
                </a:cubicBezTo>
                <a:lnTo>
                  <a:pt x="827207" y="1285059"/>
                </a:lnTo>
                <a:lnTo>
                  <a:pt x="826619" y="1274438"/>
                </a:lnTo>
                <a:cubicBezTo>
                  <a:pt x="798493" y="1275994"/>
                  <a:pt x="770331" y="1275971"/>
                  <a:pt x="742271" y="1274387"/>
                </a:cubicBezTo>
                <a:lnTo>
                  <a:pt x="741672" y="1285008"/>
                </a:lnTo>
                <a:moveTo>
                  <a:pt x="912218" y="1275559"/>
                </a:moveTo>
                <a:lnTo>
                  <a:pt x="913991" y="1286050"/>
                </a:lnTo>
                <a:cubicBezTo>
                  <a:pt x="942405" y="1281249"/>
                  <a:pt x="970644" y="1274838"/>
                  <a:pt x="998564" y="1266806"/>
                </a:cubicBezTo>
                <a:lnTo>
                  <a:pt x="995623" y="1256582"/>
                </a:lnTo>
                <a:lnTo>
                  <a:pt x="992682" y="1246358"/>
                </a:lnTo>
                <a:cubicBezTo>
                  <a:pt x="965535" y="1254169"/>
                  <a:pt x="938077" y="1260401"/>
                  <a:pt x="910445" y="1265071"/>
                </a:cubicBezTo>
                <a:lnTo>
                  <a:pt x="912218" y="1275559"/>
                </a:lnTo>
                <a:moveTo>
                  <a:pt x="1076345" y="1228335"/>
                </a:moveTo>
                <a:lnTo>
                  <a:pt x="1080421" y="1238161"/>
                </a:lnTo>
                <a:cubicBezTo>
                  <a:pt x="1106940" y="1227162"/>
                  <a:pt x="1133022" y="1214602"/>
                  <a:pt x="1158535" y="1200463"/>
                </a:cubicBezTo>
                <a:lnTo>
                  <a:pt x="1153378" y="1191159"/>
                </a:lnTo>
                <a:lnTo>
                  <a:pt x="1148222" y="1181852"/>
                </a:lnTo>
                <a:cubicBezTo>
                  <a:pt x="1123413" y="1195602"/>
                  <a:pt x="1098053" y="1207813"/>
                  <a:pt x="1072269" y="1218509"/>
                </a:cubicBezTo>
                <a:lnTo>
                  <a:pt x="1076345" y="1228335"/>
                </a:lnTo>
                <a:moveTo>
                  <a:pt x="1225770" y="1145556"/>
                </a:moveTo>
                <a:lnTo>
                  <a:pt x="1231934" y="1154227"/>
                </a:lnTo>
                <a:cubicBezTo>
                  <a:pt x="1243654" y="1145894"/>
                  <a:pt x="1255212" y="1137192"/>
                  <a:pt x="1266590" y="1128118"/>
                </a:cubicBezTo>
                <a:lnTo>
                  <a:pt x="1259958" y="1119802"/>
                </a:lnTo>
                <a:lnTo>
                  <a:pt x="1253324" y="1111483"/>
                </a:lnTo>
                <a:cubicBezTo>
                  <a:pt x="1242251" y="1120313"/>
                  <a:pt x="1231008" y="1128779"/>
                  <a:pt x="1219606" y="1136885"/>
                </a:cubicBezTo>
                <a:lnTo>
                  <a:pt x="1225770" y="1145556"/>
                </a:lnTo>
                <a:moveTo>
                  <a:pt x="1259958" y="1119802"/>
                </a:moveTo>
                <a:lnTo>
                  <a:pt x="1270409" y="1121786"/>
                </a:lnTo>
                <a:cubicBezTo>
                  <a:pt x="1272994" y="1108175"/>
                  <a:pt x="1275490" y="1094851"/>
                  <a:pt x="1277896" y="1081785"/>
                </a:cubicBezTo>
                <a:lnTo>
                  <a:pt x="1267433" y="1079857"/>
                </a:lnTo>
                <a:lnTo>
                  <a:pt x="1256971" y="1077929"/>
                </a:lnTo>
                <a:cubicBezTo>
                  <a:pt x="1254572" y="1090956"/>
                  <a:pt x="1252085" y="1104240"/>
                  <a:pt x="1249505" y="1117814"/>
                </a:cubicBezTo>
                <a:lnTo>
                  <a:pt x="1259958" y="1119802"/>
                </a:lnTo>
                <a:moveTo>
                  <a:pt x="1281507" y="1000090"/>
                </a:moveTo>
                <a:lnTo>
                  <a:pt x="1291999" y="1001848"/>
                </a:lnTo>
                <a:cubicBezTo>
                  <a:pt x="1296633" y="974183"/>
                  <a:pt x="1300808" y="947509"/>
                  <a:pt x="1304527" y="921468"/>
                </a:cubicBezTo>
                <a:lnTo>
                  <a:pt x="1293995" y="919966"/>
                </a:lnTo>
                <a:lnTo>
                  <a:pt x="1283465" y="918461"/>
                </a:lnTo>
                <a:cubicBezTo>
                  <a:pt x="1279772" y="944309"/>
                  <a:pt x="1275624" y="970813"/>
                  <a:pt x="1271015" y="998333"/>
                </a:cubicBezTo>
                <a:lnTo>
                  <a:pt x="1281507" y="1000090"/>
                </a:lnTo>
                <a:moveTo>
                  <a:pt x="1304209" y="839557"/>
                </a:moveTo>
                <a:lnTo>
                  <a:pt x="1314784" y="840721"/>
                </a:lnTo>
                <a:cubicBezTo>
                  <a:pt x="1317775" y="813531"/>
                  <a:pt x="1320236" y="786638"/>
                  <a:pt x="1322173" y="759589"/>
                </a:cubicBezTo>
                <a:lnTo>
                  <a:pt x="1311561" y="758831"/>
                </a:lnTo>
                <a:lnTo>
                  <a:pt x="1300950" y="758070"/>
                </a:lnTo>
                <a:cubicBezTo>
                  <a:pt x="1299033" y="784838"/>
                  <a:pt x="1296597" y="811461"/>
                  <a:pt x="1293635" y="838393"/>
                </a:cubicBezTo>
                <a:lnTo>
                  <a:pt x="1304209" y="839557"/>
                </a:lnTo>
                <a:moveTo>
                  <a:pt x="1315756" y="677886"/>
                </a:moveTo>
                <a:lnTo>
                  <a:pt x="1326389" y="678229"/>
                </a:lnTo>
                <a:cubicBezTo>
                  <a:pt x="1327246" y="651765"/>
                  <a:pt x="1327633" y="624753"/>
                  <a:pt x="1327556" y="596802"/>
                </a:cubicBezTo>
                <a:lnTo>
                  <a:pt x="1316917" y="596833"/>
                </a:lnTo>
                <a:lnTo>
                  <a:pt x="1306279" y="596861"/>
                </a:lnTo>
                <a:cubicBezTo>
                  <a:pt x="1306356" y="624577"/>
                  <a:pt x="1305972" y="651339"/>
                  <a:pt x="1305124" y="677542"/>
                </a:cubicBezTo>
                <a:lnTo>
                  <a:pt x="1315756" y="677886"/>
                </a:lnTo>
                <a:moveTo>
                  <a:pt x="1315487" y="515763"/>
                </a:moveTo>
                <a:lnTo>
                  <a:pt x="1326119" y="515428"/>
                </a:lnTo>
                <a:cubicBezTo>
                  <a:pt x="1325306" y="489449"/>
                  <a:pt x="1324149" y="462494"/>
                  <a:pt x="1322653" y="434307"/>
                </a:cubicBezTo>
                <a:lnTo>
                  <a:pt x="1312030" y="434869"/>
                </a:lnTo>
                <a:lnTo>
                  <a:pt x="1301406" y="435434"/>
                </a:lnTo>
                <a:cubicBezTo>
                  <a:pt x="1302893" y="463485"/>
                  <a:pt x="1304045" y="490287"/>
                  <a:pt x="1304854" y="516095"/>
                </a:cubicBezTo>
                <a:lnTo>
                  <a:pt x="1315487" y="515763"/>
                </a:lnTo>
                <a:moveTo>
                  <a:pt x="1307054" y="353876"/>
                </a:moveTo>
                <a:lnTo>
                  <a:pt x="1317667" y="353143"/>
                </a:lnTo>
                <a:cubicBezTo>
                  <a:pt x="1315881" y="327241"/>
                  <a:pt x="1313857" y="300289"/>
                  <a:pt x="1311595" y="272138"/>
                </a:cubicBezTo>
                <a:lnTo>
                  <a:pt x="1300991" y="272990"/>
                </a:lnTo>
                <a:lnTo>
                  <a:pt x="1290387" y="273842"/>
                </a:lnTo>
                <a:cubicBezTo>
                  <a:pt x="1292642" y="301924"/>
                  <a:pt x="1294661" y="328794"/>
                  <a:pt x="1296441" y="354605"/>
                </a:cubicBezTo>
                <a:lnTo>
                  <a:pt x="1307054" y="353876"/>
                </a:lnTo>
                <a:moveTo>
                  <a:pt x="1294159" y="192207"/>
                </a:moveTo>
                <a:lnTo>
                  <a:pt x="1304756" y="191270"/>
                </a:lnTo>
                <a:cubicBezTo>
                  <a:pt x="1303588" y="178042"/>
                  <a:pt x="1302374" y="164562"/>
                  <a:pt x="1301117" y="150814"/>
                </a:cubicBezTo>
                <a:lnTo>
                  <a:pt x="1290523" y="151783"/>
                </a:lnTo>
                <a:lnTo>
                  <a:pt x="1279929" y="152751"/>
                </a:lnTo>
                <a:cubicBezTo>
                  <a:pt x="1281184" y="166478"/>
                  <a:pt x="1282394" y="179936"/>
                  <a:pt x="1283561" y="193141"/>
                </a:cubicBezTo>
                <a:lnTo>
                  <a:pt x="1294159" y="192207"/>
                </a:lnTo>
                <a:moveTo>
                  <a:pt x="1290523" y="151783"/>
                </a:moveTo>
                <a:lnTo>
                  <a:pt x="1292244" y="141283"/>
                </a:lnTo>
                <a:cubicBezTo>
                  <a:pt x="1277870" y="138930"/>
                  <a:pt x="1263812" y="136261"/>
                  <a:pt x="1250038" y="133336"/>
                </a:cubicBezTo>
                <a:lnTo>
                  <a:pt x="1247829" y="143745"/>
                </a:lnTo>
                <a:lnTo>
                  <a:pt x="1245620" y="154151"/>
                </a:lnTo>
                <a:cubicBezTo>
                  <a:pt x="1259699" y="157137"/>
                  <a:pt x="1274083" y="159869"/>
                  <a:pt x="1288801" y="162282"/>
                </a:cubicBezTo>
                <a:lnTo>
                  <a:pt x="1290523" y="151783"/>
                </a:lnTo>
                <a:moveTo>
                  <a:pt x="1163844" y="122272"/>
                </a:moveTo>
                <a:lnTo>
                  <a:pt x="1166858" y="112071"/>
                </a:lnTo>
                <a:cubicBezTo>
                  <a:pt x="1138537" y="103701"/>
                  <a:pt x="1111324" y="94641"/>
                  <a:pt x="1084844" y="85482"/>
                </a:cubicBezTo>
                <a:lnTo>
                  <a:pt x="1081366" y="95536"/>
                </a:lnTo>
                <a:lnTo>
                  <a:pt x="1077890" y="105589"/>
                </a:lnTo>
                <a:cubicBezTo>
                  <a:pt x="1104515" y="114799"/>
                  <a:pt x="1132070" y="123979"/>
                  <a:pt x="1160829" y="132473"/>
                </a:cubicBezTo>
                <a:lnTo>
                  <a:pt x="1163844" y="122272"/>
                </a:lnTo>
                <a:moveTo>
                  <a:pt x="999547" y="66939"/>
                </a:moveTo>
                <a:lnTo>
                  <a:pt x="1002992" y="56874"/>
                </a:lnTo>
                <a:cubicBezTo>
                  <a:pt x="974833" y="47230"/>
                  <a:pt x="947104" y="38272"/>
                  <a:pt x="919445" y="30927"/>
                </a:cubicBezTo>
                <a:lnTo>
                  <a:pt x="916714" y="41208"/>
                </a:lnTo>
                <a:lnTo>
                  <a:pt x="913982" y="51489"/>
                </a:lnTo>
                <a:cubicBezTo>
                  <a:pt x="940940" y="58652"/>
                  <a:pt x="968133" y="67425"/>
                  <a:pt x="996100" y="77004"/>
                </a:cubicBezTo>
                <a:lnTo>
                  <a:pt x="999547" y="66939"/>
                </a:lnTo>
                <a:moveTo>
                  <a:pt x="831673" y="24800"/>
                </a:moveTo>
                <a:lnTo>
                  <a:pt x="832817" y="14224"/>
                </a:lnTo>
                <a:cubicBezTo>
                  <a:pt x="803794" y="11081"/>
                  <a:pt x="774331" y="10667"/>
                  <a:pt x="743959" y="13989"/>
                </a:cubicBezTo>
                <a:lnTo>
                  <a:pt x="745115" y="24565"/>
                </a:lnTo>
                <a:lnTo>
                  <a:pt x="746272" y="35138"/>
                </a:lnTo>
                <a:cubicBezTo>
                  <a:pt x="774948" y="32003"/>
                  <a:pt x="802858" y="32381"/>
                  <a:pt x="830527" y="35376"/>
                </a:cubicBezTo>
                <a:lnTo>
                  <a:pt x="831673" y="24800"/>
                </a:lnTo>
                <a:moveTo>
                  <a:pt x="660784" y="43527"/>
                </a:moveTo>
                <a:lnTo>
                  <a:pt x="657351" y="33457"/>
                </a:lnTo>
                <a:cubicBezTo>
                  <a:pt x="631303" y="42335"/>
                  <a:pt x="604476" y="54189"/>
                  <a:pt x="576611" y="69489"/>
                </a:cubicBezTo>
                <a:lnTo>
                  <a:pt x="581731" y="78816"/>
                </a:lnTo>
                <a:lnTo>
                  <a:pt x="586852" y="88140"/>
                </a:lnTo>
                <a:cubicBezTo>
                  <a:pt x="613726" y="73384"/>
                  <a:pt x="639426" y="62045"/>
                  <a:pt x="664215" y="53598"/>
                </a:cubicBezTo>
                <a:lnTo>
                  <a:pt x="660784" y="43527"/>
                </a:lnTo>
                <a:moveTo>
                  <a:pt x="508601" y="125452"/>
                </a:moveTo>
                <a:lnTo>
                  <a:pt x="502369" y="116829"/>
                </a:lnTo>
                <a:cubicBezTo>
                  <a:pt x="490887" y="125128"/>
                  <a:pt x="479218" y="133998"/>
                  <a:pt x="467348" y="143467"/>
                </a:cubicBezTo>
                <a:lnTo>
                  <a:pt x="473980" y="151783"/>
                </a:lnTo>
                <a:lnTo>
                  <a:pt x="480614" y="160101"/>
                </a:lnTo>
                <a:cubicBezTo>
                  <a:pt x="492236" y="150832"/>
                  <a:pt x="503638" y="142166"/>
                  <a:pt x="514833" y="134075"/>
                </a:cubicBezTo>
                <a:lnTo>
                  <a:pt x="508601" y="125452"/>
                </a:lnTo>
                <a:moveTo>
                  <a:pt x="473980" y="151783"/>
                </a:moveTo>
                <a:lnTo>
                  <a:pt x="467348" y="143467"/>
                </a:lnTo>
                <a:cubicBezTo>
                  <a:pt x="456389" y="152206"/>
                  <a:pt x="442809" y="157844"/>
                  <a:pt x="426911" y="161064"/>
                </a:cubicBezTo>
                <a:lnTo>
                  <a:pt x="429023" y="171489"/>
                </a:lnTo>
                <a:lnTo>
                  <a:pt x="431134" y="181918"/>
                </a:lnTo>
                <a:cubicBezTo>
                  <a:pt x="449417" y="178215"/>
                  <a:pt x="466370" y="171461"/>
                  <a:pt x="480614" y="160101"/>
                </a:cubicBezTo>
                <a:lnTo>
                  <a:pt x="473980" y="151783"/>
                </a:lnTo>
                <a:moveTo>
                  <a:pt x="330249" y="170905"/>
                </a:moveTo>
                <a:lnTo>
                  <a:pt x="331572" y="160351"/>
                </a:lnTo>
                <a:cubicBezTo>
                  <a:pt x="315341" y="158316"/>
                  <a:pt x="298835" y="155763"/>
                  <a:pt x="282311" y="153208"/>
                </a:cubicBezTo>
                <a:cubicBezTo>
                  <a:pt x="265845" y="150658"/>
                  <a:pt x="249345" y="148103"/>
                  <a:pt x="233388" y="146116"/>
                </a:cubicBezTo>
                <a:lnTo>
                  <a:pt x="232073" y="156672"/>
                </a:lnTo>
                <a:lnTo>
                  <a:pt x="230759" y="167231"/>
                </a:lnTo>
                <a:cubicBezTo>
                  <a:pt x="246347" y="169173"/>
                  <a:pt x="262526" y="171677"/>
                  <a:pt x="279057" y="174235"/>
                </a:cubicBezTo>
                <a:cubicBezTo>
                  <a:pt x="295530" y="176782"/>
                  <a:pt x="312340" y="179382"/>
                  <a:pt x="328926" y="181461"/>
                </a:cubicBezTo>
                <a:lnTo>
                  <a:pt x="330249" y="170905"/>
                </a:lnTo>
                <a:moveTo>
                  <a:pt x="133816" y="159832"/>
                </a:moveTo>
                <a:lnTo>
                  <a:pt x="130185" y="149832"/>
                </a:lnTo>
                <a:cubicBezTo>
                  <a:pt x="111950" y="156453"/>
                  <a:pt x="97035" y="168182"/>
                  <a:pt x="87934" y="187057"/>
                </a:cubicBezTo>
                <a:lnTo>
                  <a:pt x="97516" y="191676"/>
                </a:lnTo>
                <a:lnTo>
                  <a:pt x="107098" y="196298"/>
                </a:lnTo>
                <a:cubicBezTo>
                  <a:pt x="113445" y="183133"/>
                  <a:pt x="123642" y="174845"/>
                  <a:pt x="137448" y="169831"/>
                </a:cubicBezTo>
                <a:lnTo>
                  <a:pt x="133816" y="159832"/>
                </a:lnTo>
                <a:moveTo>
                  <a:pt x="97516" y="191676"/>
                </a:moveTo>
                <a:lnTo>
                  <a:pt x="87934" y="187057"/>
                </a:lnTo>
                <a:cubicBezTo>
                  <a:pt x="81631" y="200125"/>
                  <a:pt x="75711" y="213345"/>
                  <a:pt x="70176" y="226700"/>
                </a:cubicBezTo>
                <a:lnTo>
                  <a:pt x="80002" y="230774"/>
                </a:lnTo>
                <a:lnTo>
                  <a:pt x="89830" y="234846"/>
                </a:lnTo>
                <a:cubicBezTo>
                  <a:pt x="95213" y="221859"/>
                  <a:pt x="100970" y="209006"/>
                  <a:pt x="107098" y="196298"/>
                </a:cubicBezTo>
                <a:lnTo>
                  <a:pt x="97516" y="191676"/>
                </a:lnTo>
                <a:moveTo>
                  <a:pt x="51707" y="311592"/>
                </a:moveTo>
                <a:lnTo>
                  <a:pt x="41485" y="308645"/>
                </a:lnTo>
                <a:cubicBezTo>
                  <a:pt x="33453" y="336505"/>
                  <a:pt x="26998" y="364767"/>
                  <a:pt x="22136" y="393283"/>
                </a:cubicBezTo>
                <a:lnTo>
                  <a:pt x="32622" y="395069"/>
                </a:lnTo>
                <a:lnTo>
                  <a:pt x="43110" y="396858"/>
                </a:lnTo>
                <a:cubicBezTo>
                  <a:pt x="47839" y="369125"/>
                  <a:pt x="54116" y="341636"/>
                  <a:pt x="61930" y="314539"/>
                </a:cubicBezTo>
                <a:lnTo>
                  <a:pt x="51707" y="311592"/>
                </a:lnTo>
                <a:moveTo>
                  <a:pt x="22963" y="480157"/>
                </a:moveTo>
                <a:lnTo>
                  <a:pt x="12342" y="479549"/>
                </a:lnTo>
                <a:cubicBezTo>
                  <a:pt x="10688" y="508426"/>
                  <a:pt x="10644" y="537417"/>
                  <a:pt x="12227" y="566368"/>
                </a:cubicBezTo>
                <a:lnTo>
                  <a:pt x="22848" y="565789"/>
                </a:lnTo>
                <a:lnTo>
                  <a:pt x="33471" y="565207"/>
                </a:lnTo>
                <a:cubicBezTo>
                  <a:pt x="31932" y="537048"/>
                  <a:pt x="31975" y="508855"/>
                  <a:pt x="33585" y="480764"/>
                </a:cubicBezTo>
                <a:lnTo>
                  <a:pt x="22963" y="480157"/>
                </a:lnTo>
                <a:moveTo>
                  <a:pt x="32308" y="650897"/>
                </a:moveTo>
                <a:lnTo>
                  <a:pt x="21818" y="652665"/>
                </a:lnTo>
                <a:cubicBezTo>
                  <a:pt x="26610" y="681114"/>
                  <a:pt x="33013" y="709389"/>
                  <a:pt x="41042" y="737344"/>
                </a:cubicBezTo>
                <a:lnTo>
                  <a:pt x="51267" y="734405"/>
                </a:lnTo>
                <a:lnTo>
                  <a:pt x="61491" y="731470"/>
                </a:lnTo>
                <a:cubicBezTo>
                  <a:pt x="53685" y="704287"/>
                  <a:pt x="47458" y="676796"/>
                  <a:pt x="42799" y="649131"/>
                </a:cubicBezTo>
                <a:lnTo>
                  <a:pt x="32308" y="650897"/>
                </a:lnTo>
                <a:moveTo>
                  <a:pt x="79520" y="815237"/>
                </a:moveTo>
                <a:lnTo>
                  <a:pt x="69691" y="819308"/>
                </a:lnTo>
                <a:cubicBezTo>
                  <a:pt x="80694" y="845860"/>
                  <a:pt x="93263" y="871972"/>
                  <a:pt x="107412" y="897514"/>
                </a:cubicBezTo>
                <a:lnTo>
                  <a:pt x="116719" y="892358"/>
                </a:lnTo>
                <a:lnTo>
                  <a:pt x="126024" y="887204"/>
                </a:lnTo>
                <a:cubicBezTo>
                  <a:pt x="112265" y="862367"/>
                  <a:pt x="100044" y="836977"/>
                  <a:pt x="89348" y="811163"/>
                </a:cubicBezTo>
                <a:lnTo>
                  <a:pt x="79520" y="815237"/>
                </a:lnTo>
                <a:moveTo>
                  <a:pt x="162349" y="964814"/>
                </a:moveTo>
                <a:lnTo>
                  <a:pt x="153676" y="970977"/>
                </a:lnTo>
                <a:cubicBezTo>
                  <a:pt x="162019" y="982715"/>
                  <a:pt x="170733" y="994287"/>
                  <a:pt x="179820" y="1005681"/>
                </a:cubicBezTo>
                <a:lnTo>
                  <a:pt x="188137" y="999048"/>
                </a:lnTo>
                <a:lnTo>
                  <a:pt x="196454" y="992416"/>
                </a:lnTo>
                <a:cubicBezTo>
                  <a:pt x="187612" y="981329"/>
                  <a:pt x="179134" y="970069"/>
                  <a:pt x="171020" y="958650"/>
                </a:cubicBezTo>
                <a:lnTo>
                  <a:pt x="162349" y="964814"/>
                </a:lnTo>
                <a:moveTo>
                  <a:pt x="1290523" y="151783"/>
                </a:moveTo>
                <a:lnTo>
                  <a:pt x="1311712" y="149846"/>
                </a:lnTo>
                <a:lnTo>
                  <a:pt x="1310213" y="133450"/>
                </a:lnTo>
                <a:lnTo>
                  <a:pt x="1293964" y="130787"/>
                </a:lnTo>
                <a:lnTo>
                  <a:pt x="1290523" y="151783"/>
                </a:lnTo>
                <a:moveTo>
                  <a:pt x="1259958" y="1119802"/>
                </a:moveTo>
                <a:lnTo>
                  <a:pt x="1273224" y="1136436"/>
                </a:lnTo>
                <a:lnTo>
                  <a:pt x="1279389" y="1131519"/>
                </a:lnTo>
                <a:lnTo>
                  <a:pt x="1280861" y="1123771"/>
                </a:lnTo>
                <a:lnTo>
                  <a:pt x="1259958" y="1119802"/>
                </a:lnTo>
                <a:moveTo>
                  <a:pt x="97516" y="191676"/>
                </a:moveTo>
                <a:lnTo>
                  <a:pt x="116680" y="200918"/>
                </a:lnTo>
                <a:lnTo>
                  <a:pt x="97516" y="191676"/>
                </a:lnTo>
                <a:moveTo>
                  <a:pt x="188137" y="999048"/>
                </a:moveTo>
                <a:lnTo>
                  <a:pt x="171502" y="1012316"/>
                </a:lnTo>
                <a:cubicBezTo>
                  <a:pt x="180698" y="1023846"/>
                  <a:pt x="190157" y="1035052"/>
                  <a:pt x="199860" y="1045929"/>
                </a:cubicBezTo>
                <a:lnTo>
                  <a:pt x="215737" y="1031764"/>
                </a:lnTo>
                <a:lnTo>
                  <a:pt x="231615" y="1017600"/>
                </a:lnTo>
                <a:cubicBezTo>
                  <a:pt x="222431" y="1007308"/>
                  <a:pt x="213479" y="996700"/>
                  <a:pt x="204772" y="985781"/>
                </a:cubicBezTo>
                <a:lnTo>
                  <a:pt x="188137" y="999048"/>
                </a:lnTo>
                <a:moveTo>
                  <a:pt x="276167" y="1092330"/>
                </a:moveTo>
                <a:lnTo>
                  <a:pt x="261973" y="1108178"/>
                </a:lnTo>
                <a:cubicBezTo>
                  <a:pt x="283999" y="1127910"/>
                  <a:pt x="306945" y="1146209"/>
                  <a:pt x="330678" y="1163062"/>
                </a:cubicBezTo>
                <a:lnTo>
                  <a:pt x="342999" y="1145715"/>
                </a:lnTo>
                <a:lnTo>
                  <a:pt x="355318" y="1128367"/>
                </a:lnTo>
                <a:cubicBezTo>
                  <a:pt x="332884" y="1112437"/>
                  <a:pt x="311191" y="1095138"/>
                  <a:pt x="290363" y="1076481"/>
                </a:cubicBezTo>
                <a:lnTo>
                  <a:pt x="276167" y="1092330"/>
                </a:lnTo>
                <a:moveTo>
                  <a:pt x="415412" y="1191216"/>
                </a:moveTo>
                <a:lnTo>
                  <a:pt x="405127" y="1209843"/>
                </a:lnTo>
                <a:cubicBezTo>
                  <a:pt x="430913" y="1224079"/>
                  <a:pt x="457378" y="1236784"/>
                  <a:pt x="484380" y="1247940"/>
                </a:cubicBezTo>
                <a:lnTo>
                  <a:pt x="492504" y="1228275"/>
                </a:lnTo>
                <a:lnTo>
                  <a:pt x="500629" y="1208611"/>
                </a:lnTo>
                <a:cubicBezTo>
                  <a:pt x="475094" y="1198061"/>
                  <a:pt x="450073" y="1186048"/>
                  <a:pt x="425697" y="1172591"/>
                </a:cubicBezTo>
                <a:lnTo>
                  <a:pt x="415412" y="1191216"/>
                </a:lnTo>
                <a:moveTo>
                  <a:pt x="573271" y="1256451"/>
                </a:moveTo>
                <a:lnTo>
                  <a:pt x="567398" y="1276902"/>
                </a:lnTo>
                <a:cubicBezTo>
                  <a:pt x="595618" y="1285005"/>
                  <a:pt x="624238" y="1291515"/>
                  <a:pt x="653115" y="1296410"/>
                </a:cubicBezTo>
                <a:lnTo>
                  <a:pt x="656671" y="1275431"/>
                </a:lnTo>
                <a:lnTo>
                  <a:pt x="660229" y="1254455"/>
                </a:lnTo>
                <a:cubicBezTo>
                  <a:pt x="632910" y="1249822"/>
                  <a:pt x="605836" y="1243667"/>
                  <a:pt x="579143" y="1236001"/>
                </a:cubicBezTo>
                <a:lnTo>
                  <a:pt x="573271" y="1256451"/>
                </a:lnTo>
                <a:moveTo>
                  <a:pt x="741672" y="1285008"/>
                </a:moveTo>
                <a:lnTo>
                  <a:pt x="740471" y="1306251"/>
                </a:lnTo>
                <a:cubicBezTo>
                  <a:pt x="769713" y="1307903"/>
                  <a:pt x="799066" y="1307926"/>
                  <a:pt x="828382" y="1306305"/>
                </a:cubicBezTo>
                <a:lnTo>
                  <a:pt x="827207" y="1285059"/>
                </a:lnTo>
                <a:lnTo>
                  <a:pt x="826031" y="1263816"/>
                </a:lnTo>
                <a:cubicBezTo>
                  <a:pt x="798303" y="1265349"/>
                  <a:pt x="770535" y="1265327"/>
                  <a:pt x="742872" y="1263765"/>
                </a:cubicBezTo>
                <a:lnTo>
                  <a:pt x="741672" y="1285008"/>
                </a:lnTo>
                <a:moveTo>
                  <a:pt x="912218" y="1275559"/>
                </a:moveTo>
                <a:lnTo>
                  <a:pt x="915762" y="1296538"/>
                </a:lnTo>
                <a:cubicBezTo>
                  <a:pt x="944570" y="1291671"/>
                  <a:pt x="973199" y="1285173"/>
                  <a:pt x="1001504" y="1277030"/>
                </a:cubicBezTo>
                <a:lnTo>
                  <a:pt x="995623" y="1256582"/>
                </a:lnTo>
                <a:lnTo>
                  <a:pt x="989740" y="1236134"/>
                </a:lnTo>
                <a:cubicBezTo>
                  <a:pt x="962979" y="1243834"/>
                  <a:pt x="935912" y="1249978"/>
                  <a:pt x="908672" y="1254580"/>
                </a:cubicBezTo>
                <a:lnTo>
                  <a:pt x="912218" y="1275559"/>
                </a:lnTo>
                <a:moveTo>
                  <a:pt x="1076345" y="1228335"/>
                </a:moveTo>
                <a:lnTo>
                  <a:pt x="1084496" y="1247988"/>
                </a:lnTo>
                <a:cubicBezTo>
                  <a:pt x="1111383" y="1236838"/>
                  <a:pt x="1137826" y="1224102"/>
                  <a:pt x="1163691" y="1209767"/>
                </a:cubicBezTo>
                <a:lnTo>
                  <a:pt x="1153378" y="1191159"/>
                </a:lnTo>
                <a:lnTo>
                  <a:pt x="1143064" y="1172548"/>
                </a:lnTo>
                <a:cubicBezTo>
                  <a:pt x="1118608" y="1186099"/>
                  <a:pt x="1093610" y="1198140"/>
                  <a:pt x="1068194" y="1208682"/>
                </a:cubicBezTo>
                <a:lnTo>
                  <a:pt x="1076345" y="1228335"/>
                </a:lnTo>
                <a:moveTo>
                  <a:pt x="1225770" y="1145556"/>
                </a:moveTo>
                <a:lnTo>
                  <a:pt x="1238096" y="1162898"/>
                </a:lnTo>
                <a:cubicBezTo>
                  <a:pt x="1249977" y="1154454"/>
                  <a:pt x="1261691" y="1145632"/>
                  <a:pt x="1273224" y="1136436"/>
                </a:cubicBezTo>
                <a:lnTo>
                  <a:pt x="1259958" y="1119802"/>
                </a:lnTo>
                <a:lnTo>
                  <a:pt x="1246692" y="1103167"/>
                </a:lnTo>
                <a:cubicBezTo>
                  <a:pt x="1235772" y="1111875"/>
                  <a:pt x="1224684" y="1120222"/>
                  <a:pt x="1213442" y="1128214"/>
                </a:cubicBezTo>
                <a:lnTo>
                  <a:pt x="1225770" y="1145556"/>
                </a:lnTo>
                <a:moveTo>
                  <a:pt x="1259958" y="1119802"/>
                </a:moveTo>
                <a:lnTo>
                  <a:pt x="1280861" y="1123771"/>
                </a:lnTo>
                <a:cubicBezTo>
                  <a:pt x="1283449" y="1110143"/>
                  <a:pt x="1285948" y="1096801"/>
                  <a:pt x="1288358" y="1083710"/>
                </a:cubicBezTo>
                <a:lnTo>
                  <a:pt x="1267433" y="1079857"/>
                </a:lnTo>
                <a:lnTo>
                  <a:pt x="1246509" y="1076004"/>
                </a:lnTo>
                <a:cubicBezTo>
                  <a:pt x="1244114" y="1089008"/>
                  <a:pt x="1241629" y="1102272"/>
                  <a:pt x="1239054" y="1115830"/>
                </a:cubicBezTo>
                <a:lnTo>
                  <a:pt x="1259958" y="1119802"/>
                </a:lnTo>
                <a:moveTo>
                  <a:pt x="1281507" y="1000090"/>
                </a:moveTo>
                <a:lnTo>
                  <a:pt x="1302492" y="1003605"/>
                </a:lnTo>
                <a:cubicBezTo>
                  <a:pt x="1307138" y="975869"/>
                  <a:pt x="1311326" y="949110"/>
                  <a:pt x="1315059" y="922973"/>
                </a:cubicBezTo>
                <a:lnTo>
                  <a:pt x="1293995" y="919966"/>
                </a:lnTo>
                <a:lnTo>
                  <a:pt x="1272933" y="916956"/>
                </a:lnTo>
                <a:cubicBezTo>
                  <a:pt x="1269255" y="942708"/>
                  <a:pt x="1265121" y="969126"/>
                  <a:pt x="1260521" y="996575"/>
                </a:cubicBezTo>
                <a:lnTo>
                  <a:pt x="1281507" y="1000090"/>
                </a:lnTo>
                <a:moveTo>
                  <a:pt x="1304209" y="839557"/>
                </a:moveTo>
                <a:lnTo>
                  <a:pt x="1325358" y="841885"/>
                </a:lnTo>
                <a:cubicBezTo>
                  <a:pt x="1328365" y="814564"/>
                  <a:pt x="1330838" y="787538"/>
                  <a:pt x="1332784" y="760350"/>
                </a:cubicBezTo>
                <a:lnTo>
                  <a:pt x="1311561" y="758831"/>
                </a:lnTo>
                <a:lnTo>
                  <a:pt x="1290338" y="757312"/>
                </a:lnTo>
                <a:cubicBezTo>
                  <a:pt x="1288433" y="783938"/>
                  <a:pt x="1286009" y="810425"/>
                  <a:pt x="1283060" y="837232"/>
                </a:cubicBezTo>
                <a:lnTo>
                  <a:pt x="1304209" y="839557"/>
                </a:lnTo>
                <a:moveTo>
                  <a:pt x="1315756" y="677886"/>
                </a:moveTo>
                <a:lnTo>
                  <a:pt x="1337022" y="678576"/>
                </a:lnTo>
                <a:cubicBezTo>
                  <a:pt x="1337883" y="651978"/>
                  <a:pt x="1338272" y="624841"/>
                  <a:pt x="1338194" y="596773"/>
                </a:cubicBezTo>
                <a:lnTo>
                  <a:pt x="1316917" y="596833"/>
                </a:lnTo>
                <a:lnTo>
                  <a:pt x="1295641" y="596892"/>
                </a:lnTo>
                <a:cubicBezTo>
                  <a:pt x="1295717" y="624489"/>
                  <a:pt x="1295335" y="651127"/>
                  <a:pt x="1294489" y="677196"/>
                </a:cubicBezTo>
                <a:lnTo>
                  <a:pt x="1315756" y="677886"/>
                </a:lnTo>
                <a:moveTo>
                  <a:pt x="1315487" y="515763"/>
                </a:moveTo>
                <a:lnTo>
                  <a:pt x="1336753" y="515096"/>
                </a:lnTo>
                <a:cubicBezTo>
                  <a:pt x="1335936" y="489032"/>
                  <a:pt x="1334776" y="462000"/>
                  <a:pt x="1333277" y="433742"/>
                </a:cubicBezTo>
                <a:lnTo>
                  <a:pt x="1312030" y="434869"/>
                </a:lnTo>
                <a:lnTo>
                  <a:pt x="1290783" y="435996"/>
                </a:lnTo>
                <a:cubicBezTo>
                  <a:pt x="1292266" y="463982"/>
                  <a:pt x="1293413" y="490704"/>
                  <a:pt x="1294220" y="516430"/>
                </a:cubicBezTo>
                <a:lnTo>
                  <a:pt x="1315487" y="515763"/>
                </a:lnTo>
                <a:moveTo>
                  <a:pt x="1307054" y="353876"/>
                </a:moveTo>
                <a:lnTo>
                  <a:pt x="1328281" y="352411"/>
                </a:lnTo>
                <a:cubicBezTo>
                  <a:pt x="1326491" y="326463"/>
                  <a:pt x="1324464" y="299471"/>
                  <a:pt x="1322200" y="271287"/>
                </a:cubicBezTo>
                <a:lnTo>
                  <a:pt x="1300991" y="272990"/>
                </a:lnTo>
                <a:lnTo>
                  <a:pt x="1279782" y="274694"/>
                </a:lnTo>
                <a:cubicBezTo>
                  <a:pt x="1282035" y="302742"/>
                  <a:pt x="1284051" y="329569"/>
                  <a:pt x="1285827" y="355338"/>
                </a:cubicBezTo>
                <a:lnTo>
                  <a:pt x="1307054" y="353876"/>
                </a:lnTo>
                <a:moveTo>
                  <a:pt x="1294159" y="192207"/>
                </a:moveTo>
                <a:lnTo>
                  <a:pt x="1315353" y="190333"/>
                </a:lnTo>
                <a:cubicBezTo>
                  <a:pt x="1314183" y="177094"/>
                  <a:pt x="1312970" y="163602"/>
                  <a:pt x="1311712" y="149846"/>
                </a:cubicBezTo>
                <a:lnTo>
                  <a:pt x="1290523" y="151783"/>
                </a:lnTo>
                <a:lnTo>
                  <a:pt x="1269334" y="153722"/>
                </a:lnTo>
                <a:cubicBezTo>
                  <a:pt x="1270588" y="167438"/>
                  <a:pt x="1271799" y="180884"/>
                  <a:pt x="1272964" y="194078"/>
                </a:cubicBezTo>
                <a:lnTo>
                  <a:pt x="1294159" y="192207"/>
                </a:lnTo>
                <a:moveTo>
                  <a:pt x="1290523" y="151783"/>
                </a:moveTo>
                <a:lnTo>
                  <a:pt x="1293964" y="130787"/>
                </a:lnTo>
                <a:cubicBezTo>
                  <a:pt x="1279763" y="128459"/>
                  <a:pt x="1265868" y="125821"/>
                  <a:pt x="1252248" y="122931"/>
                </a:cubicBezTo>
                <a:lnTo>
                  <a:pt x="1247829" y="143745"/>
                </a:lnTo>
                <a:lnTo>
                  <a:pt x="1243411" y="164556"/>
                </a:lnTo>
                <a:cubicBezTo>
                  <a:pt x="1257642" y="167577"/>
                  <a:pt x="1272189" y="170340"/>
                  <a:pt x="1287081" y="172781"/>
                </a:cubicBezTo>
                <a:lnTo>
                  <a:pt x="1290523" y="151783"/>
                </a:lnTo>
                <a:moveTo>
                  <a:pt x="1163844" y="122272"/>
                </a:moveTo>
                <a:lnTo>
                  <a:pt x="1169873" y="101867"/>
                </a:lnTo>
                <a:cubicBezTo>
                  <a:pt x="1141771" y="93565"/>
                  <a:pt x="1114728" y="84559"/>
                  <a:pt x="1088321" y="75429"/>
                </a:cubicBezTo>
                <a:lnTo>
                  <a:pt x="1081366" y="95536"/>
                </a:lnTo>
                <a:lnTo>
                  <a:pt x="1074413" y="115646"/>
                </a:lnTo>
                <a:cubicBezTo>
                  <a:pt x="1101111" y="124879"/>
                  <a:pt x="1128834" y="134114"/>
                  <a:pt x="1157815" y="142677"/>
                </a:cubicBezTo>
                <a:lnTo>
                  <a:pt x="1163844" y="122272"/>
                </a:lnTo>
                <a:moveTo>
                  <a:pt x="999547" y="66939"/>
                </a:moveTo>
                <a:lnTo>
                  <a:pt x="1006439" y="46810"/>
                </a:lnTo>
                <a:cubicBezTo>
                  <a:pt x="978182" y="37134"/>
                  <a:pt x="950186" y="28085"/>
                  <a:pt x="922176" y="20644"/>
                </a:cubicBezTo>
                <a:lnTo>
                  <a:pt x="916714" y="41208"/>
                </a:lnTo>
                <a:lnTo>
                  <a:pt x="911251" y="61772"/>
                </a:lnTo>
                <a:cubicBezTo>
                  <a:pt x="937860" y="68839"/>
                  <a:pt x="964782" y="77524"/>
                  <a:pt x="992653" y="87069"/>
                </a:cubicBezTo>
                <a:lnTo>
                  <a:pt x="999547" y="66939"/>
                </a:lnTo>
                <a:moveTo>
                  <a:pt x="831673" y="24800"/>
                </a:moveTo>
                <a:lnTo>
                  <a:pt x="833961" y="3646"/>
                </a:lnTo>
                <a:cubicBezTo>
                  <a:pt x="804262" y="432"/>
                  <a:pt x="774022" y="0"/>
                  <a:pt x="742804" y="3413"/>
                </a:cubicBezTo>
                <a:lnTo>
                  <a:pt x="745115" y="24565"/>
                </a:lnTo>
                <a:lnTo>
                  <a:pt x="747427" y="45714"/>
                </a:lnTo>
                <a:cubicBezTo>
                  <a:pt x="775256" y="42673"/>
                  <a:pt x="802390" y="43031"/>
                  <a:pt x="829383" y="45952"/>
                </a:cubicBezTo>
                <a:lnTo>
                  <a:pt x="831673" y="24800"/>
                </a:lnTo>
                <a:moveTo>
                  <a:pt x="660784" y="43527"/>
                </a:moveTo>
                <a:lnTo>
                  <a:pt x="653920" y="23389"/>
                </a:lnTo>
                <a:cubicBezTo>
                  <a:pt x="627242" y="32480"/>
                  <a:pt x="599851" y="44592"/>
                  <a:pt x="571490" y="60165"/>
                </a:cubicBezTo>
                <a:lnTo>
                  <a:pt x="581731" y="78816"/>
                </a:lnTo>
                <a:lnTo>
                  <a:pt x="591974" y="97466"/>
                </a:lnTo>
                <a:cubicBezTo>
                  <a:pt x="618351" y="82981"/>
                  <a:pt x="643488" y="71899"/>
                  <a:pt x="667646" y="63669"/>
                </a:cubicBezTo>
                <a:lnTo>
                  <a:pt x="660784" y="43527"/>
                </a:lnTo>
                <a:moveTo>
                  <a:pt x="508601" y="125452"/>
                </a:moveTo>
                <a:lnTo>
                  <a:pt x="496137" y="108207"/>
                </a:lnTo>
                <a:cubicBezTo>
                  <a:pt x="484513" y="116611"/>
                  <a:pt x="472711" y="125583"/>
                  <a:pt x="460714" y="135148"/>
                </a:cubicBezTo>
                <a:lnTo>
                  <a:pt x="473980" y="151783"/>
                </a:lnTo>
                <a:lnTo>
                  <a:pt x="487246" y="168417"/>
                </a:lnTo>
                <a:cubicBezTo>
                  <a:pt x="498745" y="159247"/>
                  <a:pt x="510014" y="150684"/>
                  <a:pt x="521065" y="142694"/>
                </a:cubicBezTo>
                <a:lnTo>
                  <a:pt x="508601" y="125452"/>
                </a:lnTo>
                <a:moveTo>
                  <a:pt x="473980" y="151783"/>
                </a:moveTo>
                <a:lnTo>
                  <a:pt x="460714" y="135148"/>
                </a:lnTo>
                <a:cubicBezTo>
                  <a:pt x="451397" y="142578"/>
                  <a:pt x="439505" y="147660"/>
                  <a:pt x="424800" y="150636"/>
                </a:cubicBezTo>
                <a:lnTo>
                  <a:pt x="429023" y="171489"/>
                </a:lnTo>
                <a:lnTo>
                  <a:pt x="433243" y="192343"/>
                </a:lnTo>
                <a:cubicBezTo>
                  <a:pt x="452722" y="188400"/>
                  <a:pt x="471360" y="181089"/>
                  <a:pt x="487246" y="168417"/>
                </a:cubicBezTo>
                <a:lnTo>
                  <a:pt x="473980" y="151783"/>
                </a:lnTo>
                <a:moveTo>
                  <a:pt x="330249" y="170905"/>
                </a:moveTo>
                <a:lnTo>
                  <a:pt x="332895" y="149795"/>
                </a:lnTo>
                <a:cubicBezTo>
                  <a:pt x="316841" y="147782"/>
                  <a:pt x="300489" y="145255"/>
                  <a:pt x="283938" y="142694"/>
                </a:cubicBezTo>
                <a:cubicBezTo>
                  <a:pt x="267503" y="140151"/>
                  <a:pt x="250845" y="137570"/>
                  <a:pt x="234704" y="135560"/>
                </a:cubicBezTo>
                <a:lnTo>
                  <a:pt x="232073" y="156672"/>
                </a:lnTo>
                <a:lnTo>
                  <a:pt x="229443" y="177787"/>
                </a:lnTo>
                <a:cubicBezTo>
                  <a:pt x="244848" y="179706"/>
                  <a:pt x="260868" y="182185"/>
                  <a:pt x="277431" y="184748"/>
                </a:cubicBezTo>
                <a:cubicBezTo>
                  <a:pt x="293877" y="187292"/>
                  <a:pt x="310839" y="189916"/>
                  <a:pt x="327603" y="192017"/>
                </a:cubicBezTo>
                <a:lnTo>
                  <a:pt x="330249" y="170905"/>
                </a:lnTo>
                <a:moveTo>
                  <a:pt x="133816" y="159832"/>
                </a:moveTo>
                <a:lnTo>
                  <a:pt x="126554" y="139833"/>
                </a:lnTo>
                <a:cubicBezTo>
                  <a:pt x="106104" y="147260"/>
                  <a:pt x="88829" y="160706"/>
                  <a:pt x="78350" y="182434"/>
                </a:cubicBezTo>
                <a:lnTo>
                  <a:pt x="97516" y="191676"/>
                </a:lnTo>
                <a:lnTo>
                  <a:pt x="116680" y="200918"/>
                </a:lnTo>
                <a:cubicBezTo>
                  <a:pt x="121652" y="190608"/>
                  <a:pt x="129488" y="184041"/>
                  <a:pt x="141079" y="179831"/>
                </a:cubicBezTo>
                <a:lnTo>
                  <a:pt x="133816" y="159832"/>
                </a:lnTo>
                <a:moveTo>
                  <a:pt x="97516" y="191676"/>
                </a:moveTo>
                <a:lnTo>
                  <a:pt x="78350" y="182434"/>
                </a:lnTo>
                <a:cubicBezTo>
                  <a:pt x="71962" y="195685"/>
                  <a:pt x="65960" y="209089"/>
                  <a:pt x="60348" y="222626"/>
                </a:cubicBezTo>
                <a:lnTo>
                  <a:pt x="80002" y="230774"/>
                </a:lnTo>
                <a:lnTo>
                  <a:pt x="99658" y="238920"/>
                </a:lnTo>
                <a:cubicBezTo>
                  <a:pt x="104965" y="226118"/>
                  <a:pt x="110640" y="213444"/>
                  <a:pt x="116680" y="200918"/>
                </a:cubicBezTo>
                <a:lnTo>
                  <a:pt x="97516" y="191676"/>
                </a:lnTo>
                <a:moveTo>
                  <a:pt x="51707" y="311592"/>
                </a:moveTo>
                <a:lnTo>
                  <a:pt x="31262" y="305698"/>
                </a:lnTo>
                <a:cubicBezTo>
                  <a:pt x="23119" y="333942"/>
                  <a:pt x="16577" y="362589"/>
                  <a:pt x="11649" y="391495"/>
                </a:cubicBezTo>
                <a:lnTo>
                  <a:pt x="32622" y="395069"/>
                </a:lnTo>
                <a:lnTo>
                  <a:pt x="53597" y="398647"/>
                </a:lnTo>
                <a:cubicBezTo>
                  <a:pt x="58259" y="371302"/>
                  <a:pt x="64449" y="344203"/>
                  <a:pt x="72151" y="317486"/>
                </a:cubicBezTo>
                <a:lnTo>
                  <a:pt x="51707" y="311592"/>
                </a:lnTo>
                <a:moveTo>
                  <a:pt x="22963" y="480157"/>
                </a:moveTo>
                <a:lnTo>
                  <a:pt x="1721" y="478939"/>
                </a:lnTo>
                <a:cubicBezTo>
                  <a:pt x="44" y="508214"/>
                  <a:pt x="0" y="537599"/>
                  <a:pt x="1604" y="566950"/>
                </a:cubicBezTo>
                <a:lnTo>
                  <a:pt x="22848" y="565789"/>
                </a:lnTo>
                <a:lnTo>
                  <a:pt x="44094" y="564628"/>
                </a:lnTo>
                <a:cubicBezTo>
                  <a:pt x="42576" y="536867"/>
                  <a:pt x="42619" y="509068"/>
                  <a:pt x="44206" y="481372"/>
                </a:cubicBezTo>
                <a:lnTo>
                  <a:pt x="22963" y="480157"/>
                </a:lnTo>
                <a:moveTo>
                  <a:pt x="32308" y="650897"/>
                </a:moveTo>
                <a:lnTo>
                  <a:pt x="11327" y="654431"/>
                </a:lnTo>
                <a:cubicBezTo>
                  <a:pt x="16185" y="683275"/>
                  <a:pt x="22677" y="711939"/>
                  <a:pt x="30816" y="740280"/>
                </a:cubicBezTo>
                <a:lnTo>
                  <a:pt x="51267" y="734405"/>
                </a:lnTo>
                <a:lnTo>
                  <a:pt x="71716" y="728534"/>
                </a:lnTo>
                <a:cubicBezTo>
                  <a:pt x="64021" y="701738"/>
                  <a:pt x="57884" y="674638"/>
                  <a:pt x="53290" y="647365"/>
                </a:cubicBezTo>
                <a:lnTo>
                  <a:pt x="32308" y="650897"/>
                </a:lnTo>
                <a:moveTo>
                  <a:pt x="79520" y="815237"/>
                </a:moveTo>
                <a:lnTo>
                  <a:pt x="59863" y="823380"/>
                </a:lnTo>
                <a:cubicBezTo>
                  <a:pt x="71018" y="850301"/>
                  <a:pt x="83762" y="876773"/>
                  <a:pt x="98106" y="902670"/>
                </a:cubicBezTo>
                <a:lnTo>
                  <a:pt x="116719" y="892358"/>
                </a:lnTo>
                <a:lnTo>
                  <a:pt x="135330" y="882049"/>
                </a:lnTo>
                <a:cubicBezTo>
                  <a:pt x="121767" y="857563"/>
                  <a:pt x="109720" y="832536"/>
                  <a:pt x="99175" y="807088"/>
                </a:cubicBezTo>
                <a:lnTo>
                  <a:pt x="79520" y="815237"/>
                </a:lnTo>
                <a:moveTo>
                  <a:pt x="162349" y="964814"/>
                </a:moveTo>
                <a:lnTo>
                  <a:pt x="145006" y="977141"/>
                </a:lnTo>
                <a:cubicBezTo>
                  <a:pt x="153461" y="989037"/>
                  <a:pt x="162292" y="1000766"/>
                  <a:pt x="171502" y="1012316"/>
                </a:cubicBezTo>
                <a:lnTo>
                  <a:pt x="188137" y="999048"/>
                </a:lnTo>
                <a:lnTo>
                  <a:pt x="204772" y="985781"/>
                </a:lnTo>
                <a:cubicBezTo>
                  <a:pt x="196051" y="974847"/>
                  <a:pt x="187693" y="963746"/>
                  <a:pt x="179692" y="952489"/>
                </a:cubicBezTo>
                <a:lnTo>
                  <a:pt x="162349" y="9648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3CBFA128-C95A-419E-9EB6-BBDE06AF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483" y="89732"/>
            <a:ext cx="1358905" cy="1493279"/>
          </a:xfrm>
          <a:custGeom xmlns:a="http://schemas.openxmlformats.org/drawingml/2006/main">
            <a:pathLst>
              <a:path w="1358905" h="1493279">
                <a:moveTo>
                  <a:pt x="213961" y="1109896"/>
                </a:moveTo>
                <a:cubicBezTo>
                  <a:pt x="25069" y="873037"/>
                  <a:pt x="0" y="558302"/>
                  <a:pt x="123340" y="302523"/>
                </a:cubicBezTo>
                <a:cubicBezTo>
                  <a:pt x="171488" y="202675"/>
                  <a:pt x="407342" y="336369"/>
                  <a:pt x="499804" y="262630"/>
                </a:cubicBezTo>
                <a:cubicBezTo>
                  <a:pt x="829125" y="0"/>
                  <a:pt x="991878" y="209438"/>
                  <a:pt x="1316347" y="262630"/>
                </a:cubicBezTo>
                <a:cubicBezTo>
                  <a:pt x="1358905" y="728063"/>
                  <a:pt x="1350927" y="887642"/>
                  <a:pt x="1285782" y="1230649"/>
                </a:cubicBezTo>
                <a:cubicBezTo>
                  <a:pt x="956462" y="1493279"/>
                  <a:pt x="476591" y="1439215"/>
                  <a:pt x="213961" y="110989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DA783EFB-1D83-4651-8E17-4149AD4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947" y="445442"/>
            <a:ext cx="127661" cy="284580"/>
          </a:xfrm>
          <a:custGeom xmlns:a="http://schemas.openxmlformats.org/drawingml/2006/main">
            <a:pathLst>
              <a:path w="127661" h="284580">
                <a:moveTo>
                  <a:pt x="114338" y="0"/>
                </a:moveTo>
                <a:lnTo>
                  <a:pt x="0" y="0"/>
                </a:lnTo>
                <a:lnTo>
                  <a:pt x="77129" y="284580"/>
                </a:lnTo>
                <a:lnTo>
                  <a:pt x="127661" y="279259"/>
                </a:lnTo>
                <a:lnTo>
                  <a:pt x="114338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6383B468-3CCD-4C45-894E-24B34420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064" y="445442"/>
            <a:ext cx="95720" cy="297878"/>
          </a:xfrm>
          <a:custGeom xmlns:a="http://schemas.openxmlformats.org/drawingml/2006/main">
            <a:pathLst>
              <a:path w="95720" h="297878">
                <a:moveTo>
                  <a:pt x="95720" y="0"/>
                </a:moveTo>
                <a:lnTo>
                  <a:pt x="0" y="0"/>
                </a:lnTo>
                <a:lnTo>
                  <a:pt x="23937" y="297878"/>
                </a:lnTo>
                <a:lnTo>
                  <a:pt x="45214" y="297878"/>
                </a:lnTo>
                <a:lnTo>
                  <a:pt x="9572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4F977F13-FF65-4916-86F5-1ED4D9C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96" y="440124"/>
            <a:ext cx="164897" cy="244684"/>
          </a:xfrm>
          <a:custGeom xmlns:a="http://schemas.openxmlformats.org/drawingml/2006/main">
            <a:pathLst>
              <a:path w="164897" h="244684">
                <a:moveTo>
                  <a:pt x="164897" y="0"/>
                </a:moveTo>
                <a:lnTo>
                  <a:pt x="0" y="0"/>
                </a:lnTo>
                <a:lnTo>
                  <a:pt x="8005" y="239363"/>
                </a:lnTo>
                <a:lnTo>
                  <a:pt x="119708" y="244684"/>
                </a:lnTo>
                <a:lnTo>
                  <a:pt x="164897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406595B-1FB3-4873-8085-F3249A09FA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4e2bf89e44851"/>
          <a:stretch xmlns:a="http://schemas.openxmlformats.org/drawingml/2006/main"/>
        </p:blipFill>
        <p:spPr>
          <a:xfrm xmlns:a="http://schemas.openxmlformats.org/drawingml/2006/main">
            <a:off x="8425878" y="1412519"/>
            <a:ext cx="1590675" cy="1590675"/>
          </a:xfrm>
          <a:prstGeom xmlns:a="http://schemas.openxmlformats.org/drawingml/2006/main" prst="rect">
            <a:avLst/>
          </a:prstGeom>
        </p:spPr>
      </p:pic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FDE54733-3E20-4380-BB4E-DA61A868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949" y="1566782"/>
            <a:ext cx="171075" cy="406889"/>
          </a:xfrm>
          <a:custGeom xmlns:a="http://schemas.openxmlformats.org/drawingml/2006/main">
            <a:pathLst>
              <a:path w="171075" h="406889">
                <a:moveTo>
                  <a:pt x="28050" y="406889"/>
                </a:moveTo>
                <a:lnTo>
                  <a:pt x="129336" y="316024"/>
                </a:lnTo>
                <a:lnTo>
                  <a:pt x="0" y="273740"/>
                </a:lnTo>
                <a:lnTo>
                  <a:pt x="28050" y="406889"/>
                </a:lnTo>
                <a:moveTo>
                  <a:pt x="159874" y="3663"/>
                </a:moveTo>
                <a:lnTo>
                  <a:pt x="148674" y="0"/>
                </a:lnTo>
                <a:lnTo>
                  <a:pt x="49805" y="302421"/>
                </a:lnTo>
                <a:lnTo>
                  <a:pt x="61005" y="306084"/>
                </a:lnTo>
                <a:lnTo>
                  <a:pt x="72206" y="309746"/>
                </a:lnTo>
                <a:lnTo>
                  <a:pt x="171075" y="7325"/>
                </a:lnTo>
                <a:lnTo>
                  <a:pt x="159874" y="3663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740ABD2E-CFCB-4E4C-86D3-BDE90320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008" y="2111849"/>
            <a:ext cx="164978" cy="164979"/>
          </a:xfrm>
          <a:custGeom xmlns:a="http://schemas.openxmlformats.org/drawingml/2006/main">
            <a:pathLst>
              <a:path w="164978" h="164979">
                <a:moveTo>
                  <a:pt x="164978" y="82490"/>
                </a:moveTo>
                <a:cubicBezTo>
                  <a:pt x="164978" y="128047"/>
                  <a:pt x="128047" y="164979"/>
                  <a:pt x="82490" y="164979"/>
                </a:cubicBezTo>
                <a:cubicBezTo>
                  <a:pt x="36932" y="164979"/>
                  <a:pt x="0" y="128047"/>
                  <a:pt x="0" y="82490"/>
                </a:cubicBezTo>
                <a:cubicBezTo>
                  <a:pt x="0" y="36932"/>
                  <a:pt x="36932" y="0"/>
                  <a:pt x="82490" y="0"/>
                </a:cubicBezTo>
                <a:cubicBezTo>
                  <a:pt x="128047" y="0"/>
                  <a:pt x="164978" y="36932"/>
                  <a:pt x="164978" y="82490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2F57096C-40D0-4C86-8878-E9FFFE51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008" y="2111849"/>
            <a:ext cx="164978" cy="164979"/>
          </a:xfrm>
          <a:custGeom xmlns:a="http://schemas.openxmlformats.org/drawingml/2006/main">
            <a:pathLst>
              <a:path w="164978" h="164979">
                <a:moveTo>
                  <a:pt x="158495" y="50381"/>
                </a:moveTo>
                <a:lnTo>
                  <a:pt x="150890" y="36369"/>
                </a:lnTo>
                <a:lnTo>
                  <a:pt x="140818" y="24161"/>
                </a:lnTo>
                <a:lnTo>
                  <a:pt x="128610" y="14088"/>
                </a:lnTo>
                <a:lnTo>
                  <a:pt x="114598" y="6482"/>
                </a:lnTo>
                <a:lnTo>
                  <a:pt x="99114" y="1676"/>
                </a:lnTo>
                <a:lnTo>
                  <a:pt x="82490" y="0"/>
                </a:lnTo>
                <a:lnTo>
                  <a:pt x="65865" y="1676"/>
                </a:lnTo>
                <a:lnTo>
                  <a:pt x="50381" y="6482"/>
                </a:lnTo>
                <a:lnTo>
                  <a:pt x="36369" y="14088"/>
                </a:lnTo>
                <a:lnTo>
                  <a:pt x="24161" y="24161"/>
                </a:lnTo>
                <a:lnTo>
                  <a:pt x="14088" y="36369"/>
                </a:lnTo>
                <a:lnTo>
                  <a:pt x="6482" y="50381"/>
                </a:lnTo>
                <a:lnTo>
                  <a:pt x="1676" y="65865"/>
                </a:lnTo>
                <a:lnTo>
                  <a:pt x="0" y="82490"/>
                </a:lnTo>
                <a:lnTo>
                  <a:pt x="1676" y="99114"/>
                </a:lnTo>
                <a:lnTo>
                  <a:pt x="6482" y="114598"/>
                </a:lnTo>
                <a:lnTo>
                  <a:pt x="14088" y="128610"/>
                </a:lnTo>
                <a:lnTo>
                  <a:pt x="24161" y="140818"/>
                </a:lnTo>
                <a:lnTo>
                  <a:pt x="36369" y="150891"/>
                </a:lnTo>
                <a:lnTo>
                  <a:pt x="50381" y="158497"/>
                </a:lnTo>
                <a:lnTo>
                  <a:pt x="65865" y="163303"/>
                </a:lnTo>
                <a:lnTo>
                  <a:pt x="82490" y="164979"/>
                </a:lnTo>
                <a:lnTo>
                  <a:pt x="99114" y="163303"/>
                </a:lnTo>
                <a:lnTo>
                  <a:pt x="114598" y="158497"/>
                </a:lnTo>
                <a:lnTo>
                  <a:pt x="128610" y="150891"/>
                </a:lnTo>
                <a:lnTo>
                  <a:pt x="140818" y="140818"/>
                </a:lnTo>
                <a:lnTo>
                  <a:pt x="150890" y="128610"/>
                </a:lnTo>
                <a:lnTo>
                  <a:pt x="158495" y="114598"/>
                </a:lnTo>
                <a:lnTo>
                  <a:pt x="163302" y="99114"/>
                </a:lnTo>
                <a:lnTo>
                  <a:pt x="164978" y="82490"/>
                </a:lnTo>
                <a:lnTo>
                  <a:pt x="163302" y="65865"/>
                </a:lnTo>
                <a:lnTo>
                  <a:pt x="158495" y="50381"/>
                </a:lnTo>
                <a:close/>
                <a:moveTo>
                  <a:pt x="124152" y="124151"/>
                </a:moveTo>
                <a:lnTo>
                  <a:pt x="112227" y="133364"/>
                </a:lnTo>
                <a:lnTo>
                  <a:pt x="98153" y="139304"/>
                </a:lnTo>
                <a:lnTo>
                  <a:pt x="82490" y="141408"/>
                </a:lnTo>
                <a:lnTo>
                  <a:pt x="66826" y="139304"/>
                </a:lnTo>
                <a:lnTo>
                  <a:pt x="52751" y="133364"/>
                </a:lnTo>
                <a:lnTo>
                  <a:pt x="40826" y="124151"/>
                </a:lnTo>
                <a:lnTo>
                  <a:pt x="31613" y="112227"/>
                </a:lnTo>
                <a:lnTo>
                  <a:pt x="25673" y="98152"/>
                </a:lnTo>
                <a:lnTo>
                  <a:pt x="23568" y="82490"/>
                </a:lnTo>
                <a:lnTo>
                  <a:pt x="25673" y="66825"/>
                </a:lnTo>
                <a:lnTo>
                  <a:pt x="31613" y="52750"/>
                </a:lnTo>
                <a:lnTo>
                  <a:pt x="40826" y="40825"/>
                </a:lnTo>
                <a:lnTo>
                  <a:pt x="52751" y="31612"/>
                </a:lnTo>
                <a:lnTo>
                  <a:pt x="66826" y="25673"/>
                </a:lnTo>
                <a:lnTo>
                  <a:pt x="82490" y="23568"/>
                </a:lnTo>
                <a:lnTo>
                  <a:pt x="98153" y="25673"/>
                </a:lnTo>
                <a:lnTo>
                  <a:pt x="112227" y="31612"/>
                </a:lnTo>
                <a:lnTo>
                  <a:pt x="124152" y="40825"/>
                </a:lnTo>
                <a:lnTo>
                  <a:pt x="133365" y="52750"/>
                </a:lnTo>
                <a:lnTo>
                  <a:pt x="139305" y="66825"/>
                </a:lnTo>
                <a:lnTo>
                  <a:pt x="141410" y="82490"/>
                </a:lnTo>
                <a:lnTo>
                  <a:pt x="139305" y="98152"/>
                </a:lnTo>
                <a:lnTo>
                  <a:pt x="133365" y="112227"/>
                </a:lnTo>
                <a:lnTo>
                  <a:pt x="124152" y="1241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96FA6878-14BB-4FB7-BEDC-E86B81A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654" y="1505632"/>
            <a:ext cx="164978" cy="164979"/>
          </a:xfrm>
          <a:custGeom xmlns:a="http://schemas.openxmlformats.org/drawingml/2006/main">
            <a:pathLst>
              <a:path w="164978" h="164979">
                <a:moveTo>
                  <a:pt x="164978" y="82490"/>
                </a:moveTo>
                <a:cubicBezTo>
                  <a:pt x="164978" y="128047"/>
                  <a:pt x="128047" y="164979"/>
                  <a:pt x="82490" y="164979"/>
                </a:cubicBezTo>
                <a:cubicBezTo>
                  <a:pt x="36932" y="164979"/>
                  <a:pt x="0" y="128047"/>
                  <a:pt x="0" y="82490"/>
                </a:cubicBezTo>
                <a:cubicBezTo>
                  <a:pt x="0" y="36932"/>
                  <a:pt x="36932" y="0"/>
                  <a:pt x="82490" y="0"/>
                </a:cubicBezTo>
                <a:cubicBezTo>
                  <a:pt x="128047" y="0"/>
                  <a:pt x="164978" y="36932"/>
                  <a:pt x="164978" y="82490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1788AC21-8FB0-4233-B49C-24BBA56C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654" y="1505632"/>
            <a:ext cx="164978" cy="164979"/>
          </a:xfrm>
          <a:custGeom xmlns:a="http://schemas.openxmlformats.org/drawingml/2006/main">
            <a:pathLst>
              <a:path w="164978" h="164979">
                <a:moveTo>
                  <a:pt x="158495" y="50381"/>
                </a:moveTo>
                <a:lnTo>
                  <a:pt x="150890" y="36369"/>
                </a:lnTo>
                <a:lnTo>
                  <a:pt x="140817" y="24161"/>
                </a:lnTo>
                <a:lnTo>
                  <a:pt x="128609" y="14088"/>
                </a:lnTo>
                <a:lnTo>
                  <a:pt x="114597" y="6482"/>
                </a:lnTo>
                <a:lnTo>
                  <a:pt x="99113" y="1676"/>
                </a:lnTo>
                <a:lnTo>
                  <a:pt x="82488" y="0"/>
                </a:lnTo>
                <a:lnTo>
                  <a:pt x="65864" y="1676"/>
                </a:lnTo>
                <a:lnTo>
                  <a:pt x="50380" y="6482"/>
                </a:lnTo>
                <a:lnTo>
                  <a:pt x="36368" y="14088"/>
                </a:lnTo>
                <a:lnTo>
                  <a:pt x="24160" y="24161"/>
                </a:lnTo>
                <a:lnTo>
                  <a:pt x="14088" y="36369"/>
                </a:lnTo>
                <a:lnTo>
                  <a:pt x="6482" y="50381"/>
                </a:lnTo>
                <a:lnTo>
                  <a:pt x="1676" y="65865"/>
                </a:lnTo>
                <a:lnTo>
                  <a:pt x="0" y="82490"/>
                </a:lnTo>
                <a:lnTo>
                  <a:pt x="1676" y="99114"/>
                </a:lnTo>
                <a:lnTo>
                  <a:pt x="6482" y="114598"/>
                </a:lnTo>
                <a:lnTo>
                  <a:pt x="14088" y="128610"/>
                </a:lnTo>
                <a:lnTo>
                  <a:pt x="24160" y="140818"/>
                </a:lnTo>
                <a:lnTo>
                  <a:pt x="36368" y="150891"/>
                </a:lnTo>
                <a:lnTo>
                  <a:pt x="50380" y="158497"/>
                </a:lnTo>
                <a:lnTo>
                  <a:pt x="65864" y="163303"/>
                </a:lnTo>
                <a:lnTo>
                  <a:pt x="82488" y="164979"/>
                </a:lnTo>
                <a:lnTo>
                  <a:pt x="99113" y="163303"/>
                </a:lnTo>
                <a:lnTo>
                  <a:pt x="114597" y="158497"/>
                </a:lnTo>
                <a:lnTo>
                  <a:pt x="128609" y="150891"/>
                </a:lnTo>
                <a:lnTo>
                  <a:pt x="140817" y="140818"/>
                </a:lnTo>
                <a:lnTo>
                  <a:pt x="150890" y="128610"/>
                </a:lnTo>
                <a:lnTo>
                  <a:pt x="158495" y="114598"/>
                </a:lnTo>
                <a:lnTo>
                  <a:pt x="163302" y="99114"/>
                </a:lnTo>
                <a:lnTo>
                  <a:pt x="164978" y="82490"/>
                </a:lnTo>
                <a:lnTo>
                  <a:pt x="163302" y="65865"/>
                </a:lnTo>
                <a:lnTo>
                  <a:pt x="158495" y="50381"/>
                </a:lnTo>
                <a:close/>
                <a:moveTo>
                  <a:pt x="124152" y="124154"/>
                </a:moveTo>
                <a:lnTo>
                  <a:pt x="112227" y="133367"/>
                </a:lnTo>
                <a:lnTo>
                  <a:pt x="98153" y="139306"/>
                </a:lnTo>
                <a:lnTo>
                  <a:pt x="82490" y="141411"/>
                </a:lnTo>
                <a:lnTo>
                  <a:pt x="66826" y="139306"/>
                </a:lnTo>
                <a:lnTo>
                  <a:pt x="52751" y="133367"/>
                </a:lnTo>
                <a:lnTo>
                  <a:pt x="40826" y="124154"/>
                </a:lnTo>
                <a:lnTo>
                  <a:pt x="31613" y="112229"/>
                </a:lnTo>
                <a:lnTo>
                  <a:pt x="25673" y="98154"/>
                </a:lnTo>
                <a:lnTo>
                  <a:pt x="23568" y="82490"/>
                </a:lnTo>
                <a:lnTo>
                  <a:pt x="25673" y="66826"/>
                </a:lnTo>
                <a:lnTo>
                  <a:pt x="31613" y="52751"/>
                </a:lnTo>
                <a:lnTo>
                  <a:pt x="40826" y="40826"/>
                </a:lnTo>
                <a:lnTo>
                  <a:pt x="52751" y="31613"/>
                </a:lnTo>
                <a:lnTo>
                  <a:pt x="66826" y="25673"/>
                </a:lnTo>
                <a:lnTo>
                  <a:pt x="82490" y="23568"/>
                </a:lnTo>
                <a:lnTo>
                  <a:pt x="98153" y="25673"/>
                </a:lnTo>
                <a:lnTo>
                  <a:pt x="112227" y="31613"/>
                </a:lnTo>
                <a:lnTo>
                  <a:pt x="124152" y="40826"/>
                </a:lnTo>
                <a:lnTo>
                  <a:pt x="133365" y="52751"/>
                </a:lnTo>
                <a:lnTo>
                  <a:pt x="139305" y="66826"/>
                </a:lnTo>
                <a:lnTo>
                  <a:pt x="141410" y="82490"/>
                </a:lnTo>
                <a:lnTo>
                  <a:pt x="139305" y="98154"/>
                </a:lnTo>
                <a:lnTo>
                  <a:pt x="133365" y="112229"/>
                </a:lnTo>
                <a:lnTo>
                  <a:pt x="124152" y="124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1C4F514-AFA5-479B-9727-53D39179F9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d955ca72343d7"/>
          <a:stretch xmlns:a="http://schemas.openxmlformats.org/drawingml/2006/main"/>
        </p:blipFill>
        <p:spPr>
          <a:xfrm xmlns:a="http://schemas.openxmlformats.org/drawingml/2006/main">
            <a:off x="6711378" y="1317269"/>
            <a:ext cx="1771650" cy="1781175"/>
          </a:xfrm>
          <a:prstGeom xmlns:a="http://schemas.openxmlformats.org/drawingml/2006/main" prst="rect">
            <a:avLst/>
          </a:prstGeom>
        </p:spPr>
      </p:pic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7676B469-9363-4B21-A442-5ED97DA6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200" y="1655927"/>
            <a:ext cx="395798" cy="536980"/>
          </a:xfrm>
          <a:custGeom xmlns:a="http://schemas.openxmlformats.org/drawingml/2006/main">
            <a:pathLst>
              <a:path w="395798" h="536980">
                <a:moveTo>
                  <a:pt x="9562" y="6885"/>
                </a:moveTo>
                <a:lnTo>
                  <a:pt x="0" y="13770"/>
                </a:lnTo>
                <a:lnTo>
                  <a:pt x="13452" y="32458"/>
                </a:lnTo>
                <a:lnTo>
                  <a:pt x="23016" y="25573"/>
                </a:lnTo>
                <a:lnTo>
                  <a:pt x="32580" y="18687"/>
                </a:lnTo>
                <a:lnTo>
                  <a:pt x="19126" y="0"/>
                </a:lnTo>
                <a:lnTo>
                  <a:pt x="9562" y="6885"/>
                </a:lnTo>
                <a:moveTo>
                  <a:pt x="49920" y="62945"/>
                </a:moveTo>
                <a:lnTo>
                  <a:pt x="40358" y="69830"/>
                </a:lnTo>
                <a:lnTo>
                  <a:pt x="67262" y="107202"/>
                </a:lnTo>
                <a:lnTo>
                  <a:pt x="76825" y="100317"/>
                </a:lnTo>
                <a:lnTo>
                  <a:pt x="86389" y="93432"/>
                </a:lnTo>
                <a:lnTo>
                  <a:pt x="59484" y="56060"/>
                </a:lnTo>
                <a:lnTo>
                  <a:pt x="49920" y="62945"/>
                </a:lnTo>
                <a:moveTo>
                  <a:pt x="103731" y="137689"/>
                </a:moveTo>
                <a:lnTo>
                  <a:pt x="94167" y="144574"/>
                </a:lnTo>
                <a:lnTo>
                  <a:pt x="121073" y="181946"/>
                </a:lnTo>
                <a:lnTo>
                  <a:pt x="130635" y="175061"/>
                </a:lnTo>
                <a:lnTo>
                  <a:pt x="140199" y="168176"/>
                </a:lnTo>
                <a:lnTo>
                  <a:pt x="113295" y="130804"/>
                </a:lnTo>
                <a:lnTo>
                  <a:pt x="103731" y="137689"/>
                </a:lnTo>
                <a:moveTo>
                  <a:pt x="157541" y="212433"/>
                </a:moveTo>
                <a:lnTo>
                  <a:pt x="147977" y="219318"/>
                </a:lnTo>
                <a:lnTo>
                  <a:pt x="174882" y="256690"/>
                </a:lnTo>
                <a:lnTo>
                  <a:pt x="184446" y="249805"/>
                </a:lnTo>
                <a:lnTo>
                  <a:pt x="194010" y="242920"/>
                </a:lnTo>
                <a:lnTo>
                  <a:pt x="167104" y="205548"/>
                </a:lnTo>
                <a:lnTo>
                  <a:pt x="157541" y="212433"/>
                </a:lnTo>
                <a:moveTo>
                  <a:pt x="211350" y="287178"/>
                </a:moveTo>
                <a:lnTo>
                  <a:pt x="201788" y="294063"/>
                </a:lnTo>
                <a:lnTo>
                  <a:pt x="228692" y="331432"/>
                </a:lnTo>
                <a:lnTo>
                  <a:pt x="238256" y="324547"/>
                </a:lnTo>
                <a:lnTo>
                  <a:pt x="247819" y="317662"/>
                </a:lnTo>
                <a:lnTo>
                  <a:pt x="220914" y="280290"/>
                </a:lnTo>
                <a:lnTo>
                  <a:pt x="211350" y="287178"/>
                </a:lnTo>
                <a:moveTo>
                  <a:pt x="265161" y="361919"/>
                </a:moveTo>
                <a:lnTo>
                  <a:pt x="255597" y="368804"/>
                </a:lnTo>
                <a:lnTo>
                  <a:pt x="282503" y="406176"/>
                </a:lnTo>
                <a:lnTo>
                  <a:pt x="292065" y="399291"/>
                </a:lnTo>
                <a:lnTo>
                  <a:pt x="301629" y="392406"/>
                </a:lnTo>
                <a:lnTo>
                  <a:pt x="274725" y="355034"/>
                </a:lnTo>
                <a:lnTo>
                  <a:pt x="265161" y="361919"/>
                </a:lnTo>
                <a:moveTo>
                  <a:pt x="318971" y="436663"/>
                </a:moveTo>
                <a:lnTo>
                  <a:pt x="309407" y="443548"/>
                </a:lnTo>
                <a:lnTo>
                  <a:pt x="336312" y="480920"/>
                </a:lnTo>
                <a:lnTo>
                  <a:pt x="345876" y="474035"/>
                </a:lnTo>
                <a:lnTo>
                  <a:pt x="355440" y="467150"/>
                </a:lnTo>
                <a:lnTo>
                  <a:pt x="328534" y="429778"/>
                </a:lnTo>
                <a:lnTo>
                  <a:pt x="318971" y="436663"/>
                </a:lnTo>
                <a:moveTo>
                  <a:pt x="372782" y="511408"/>
                </a:moveTo>
                <a:lnTo>
                  <a:pt x="363218" y="518293"/>
                </a:lnTo>
                <a:lnTo>
                  <a:pt x="376670" y="536980"/>
                </a:lnTo>
                <a:lnTo>
                  <a:pt x="386234" y="530095"/>
                </a:lnTo>
                <a:lnTo>
                  <a:pt x="395798" y="523210"/>
                </a:lnTo>
                <a:lnTo>
                  <a:pt x="382344" y="504523"/>
                </a:lnTo>
                <a:lnTo>
                  <a:pt x="372782" y="511408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8649D5A2-B358-41EA-AC01-51EE02FF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841" y="1652954"/>
            <a:ext cx="257426" cy="351176"/>
          </a:xfrm>
          <a:custGeom xmlns:a="http://schemas.openxmlformats.org/drawingml/2006/main">
            <a:pathLst>
              <a:path w="257426" h="351176">
                <a:moveTo>
                  <a:pt x="257426" y="351176"/>
                </a:moveTo>
                <a:lnTo>
                  <a:pt x="243791" y="215789"/>
                </a:lnTo>
                <a:lnTo>
                  <a:pt x="133361" y="295289"/>
                </a:lnTo>
                <a:lnTo>
                  <a:pt x="257426" y="351176"/>
                </a:lnTo>
                <a:moveTo>
                  <a:pt x="9564" y="6885"/>
                </a:moveTo>
                <a:lnTo>
                  <a:pt x="0" y="13770"/>
                </a:lnTo>
                <a:lnTo>
                  <a:pt x="185897" y="271988"/>
                </a:lnTo>
                <a:lnTo>
                  <a:pt x="195461" y="265103"/>
                </a:lnTo>
                <a:lnTo>
                  <a:pt x="205024" y="258218"/>
                </a:lnTo>
                <a:lnTo>
                  <a:pt x="19128" y="0"/>
                </a:lnTo>
                <a:lnTo>
                  <a:pt x="9564" y="6885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8698AC85-0003-4FB0-ABD4-D20F58CE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599" y="1753981"/>
            <a:ext cx="118676" cy="148427"/>
          </a:xfrm>
          <a:custGeom xmlns:a="http://schemas.openxmlformats.org/drawingml/2006/main">
            <a:pathLst>
              <a:path w="118676" h="148427">
                <a:moveTo>
                  <a:pt x="109621" y="8410"/>
                </a:moveTo>
                <a:cubicBezTo>
                  <a:pt x="109621" y="2266"/>
                  <a:pt x="109621" y="0"/>
                  <a:pt x="104771" y="0"/>
                </a:cubicBezTo>
                <a:cubicBezTo>
                  <a:pt x="102831" y="0"/>
                  <a:pt x="102184" y="0"/>
                  <a:pt x="97333" y="2910"/>
                </a:cubicBezTo>
                <a:cubicBezTo>
                  <a:pt x="96040" y="3881"/>
                  <a:pt x="92484" y="6144"/>
                  <a:pt x="90867" y="7115"/>
                </a:cubicBezTo>
                <a:cubicBezTo>
                  <a:pt x="81812" y="1942"/>
                  <a:pt x="69847" y="0"/>
                  <a:pt x="58206" y="0"/>
                </a:cubicBezTo>
                <a:cubicBezTo>
                  <a:pt x="48505" y="0"/>
                  <a:pt x="0" y="0"/>
                  <a:pt x="0" y="42040"/>
                </a:cubicBezTo>
                <a:cubicBezTo>
                  <a:pt x="0" y="75994"/>
                  <a:pt x="40098" y="83106"/>
                  <a:pt x="50121" y="84724"/>
                </a:cubicBezTo>
                <a:cubicBezTo>
                  <a:pt x="58853" y="86340"/>
                  <a:pt x="69524" y="88282"/>
                  <a:pt x="70818" y="88282"/>
                </a:cubicBezTo>
                <a:cubicBezTo>
                  <a:pt x="83752" y="91192"/>
                  <a:pt x="96687" y="99275"/>
                  <a:pt x="96687" y="112857"/>
                </a:cubicBezTo>
                <a:cubicBezTo>
                  <a:pt x="96687" y="137754"/>
                  <a:pt x="67260" y="137754"/>
                  <a:pt x="60470" y="137754"/>
                </a:cubicBezTo>
                <a:cubicBezTo>
                  <a:pt x="43978" y="137754"/>
                  <a:pt x="23606" y="132581"/>
                  <a:pt x="14552" y="101214"/>
                </a:cubicBezTo>
                <a:cubicBezTo>
                  <a:pt x="12612" y="94746"/>
                  <a:pt x="12288" y="94426"/>
                  <a:pt x="6791" y="94426"/>
                </a:cubicBezTo>
                <a:cubicBezTo>
                  <a:pt x="0" y="94426"/>
                  <a:pt x="0" y="95394"/>
                  <a:pt x="0" y="102832"/>
                </a:cubicBezTo>
                <a:lnTo>
                  <a:pt x="0" y="140020"/>
                </a:lnTo>
                <a:cubicBezTo>
                  <a:pt x="0" y="146164"/>
                  <a:pt x="0" y="148427"/>
                  <a:pt x="4851" y="148427"/>
                </a:cubicBezTo>
                <a:cubicBezTo>
                  <a:pt x="7114" y="148427"/>
                  <a:pt x="7761" y="148427"/>
                  <a:pt x="14229" y="143254"/>
                </a:cubicBezTo>
                <a:lnTo>
                  <a:pt x="22635" y="137110"/>
                </a:lnTo>
                <a:cubicBezTo>
                  <a:pt x="37188" y="148427"/>
                  <a:pt x="54649" y="148427"/>
                  <a:pt x="60470" y="148427"/>
                </a:cubicBezTo>
                <a:cubicBezTo>
                  <a:pt x="78255" y="148427"/>
                  <a:pt x="118676" y="144546"/>
                  <a:pt x="118676" y="101538"/>
                </a:cubicBezTo>
                <a:cubicBezTo>
                  <a:pt x="118676" y="86016"/>
                  <a:pt x="110268" y="75346"/>
                  <a:pt x="103800" y="69526"/>
                </a:cubicBezTo>
                <a:cubicBezTo>
                  <a:pt x="90543" y="58530"/>
                  <a:pt x="79548" y="56591"/>
                  <a:pt x="62086" y="53357"/>
                </a:cubicBezTo>
                <a:cubicBezTo>
                  <a:pt x="41391" y="49799"/>
                  <a:pt x="21989" y="46242"/>
                  <a:pt x="21989" y="30720"/>
                </a:cubicBezTo>
                <a:cubicBezTo>
                  <a:pt x="21989" y="9701"/>
                  <a:pt x="50769" y="9701"/>
                  <a:pt x="57559" y="9701"/>
                </a:cubicBezTo>
                <a:cubicBezTo>
                  <a:pt x="93453" y="9701"/>
                  <a:pt x="95394" y="32338"/>
                  <a:pt x="96040" y="40421"/>
                </a:cubicBezTo>
                <a:cubicBezTo>
                  <a:pt x="96363" y="44626"/>
                  <a:pt x="98950" y="44626"/>
                  <a:pt x="102831" y="44626"/>
                </a:cubicBezTo>
                <a:cubicBezTo>
                  <a:pt x="109621" y="44626"/>
                  <a:pt x="109621" y="43655"/>
                  <a:pt x="109621" y="36219"/>
                </a:cubicBezTo>
                <a:lnTo>
                  <a:pt x="109621" y="841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58E01316-BF5F-4BA4-A22F-34FDD3E1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252" y="1843552"/>
            <a:ext cx="107358" cy="102614"/>
          </a:xfrm>
          <a:custGeom xmlns:a="http://schemas.openxmlformats.org/drawingml/2006/main">
            <a:pathLst>
              <a:path w="107358" h="102614">
                <a:moveTo>
                  <a:pt x="103262" y="43760"/>
                </a:moveTo>
                <a:cubicBezTo>
                  <a:pt x="106281" y="42253"/>
                  <a:pt x="107358" y="41821"/>
                  <a:pt x="107358" y="39882"/>
                </a:cubicBezTo>
                <a:cubicBezTo>
                  <a:pt x="107358" y="38587"/>
                  <a:pt x="106065" y="37080"/>
                  <a:pt x="104340" y="37080"/>
                </a:cubicBezTo>
                <a:cubicBezTo>
                  <a:pt x="103908" y="37080"/>
                  <a:pt x="98088" y="38156"/>
                  <a:pt x="94854" y="38803"/>
                </a:cubicBezTo>
                <a:lnTo>
                  <a:pt x="61871" y="45271"/>
                </a:lnTo>
                <a:lnTo>
                  <a:pt x="57129" y="5605"/>
                </a:lnTo>
                <a:cubicBezTo>
                  <a:pt x="56697" y="2155"/>
                  <a:pt x="56050" y="0"/>
                  <a:pt x="53679" y="0"/>
                </a:cubicBezTo>
                <a:cubicBezTo>
                  <a:pt x="51092" y="0"/>
                  <a:pt x="50877" y="1723"/>
                  <a:pt x="50445" y="5605"/>
                </a:cubicBezTo>
                <a:lnTo>
                  <a:pt x="45702" y="45271"/>
                </a:lnTo>
                <a:lnTo>
                  <a:pt x="6036" y="37508"/>
                </a:lnTo>
                <a:lnTo>
                  <a:pt x="3018" y="37080"/>
                </a:lnTo>
                <a:cubicBezTo>
                  <a:pt x="1293" y="37080"/>
                  <a:pt x="0" y="38587"/>
                  <a:pt x="0" y="39882"/>
                </a:cubicBezTo>
                <a:cubicBezTo>
                  <a:pt x="0" y="42037"/>
                  <a:pt x="1725" y="42900"/>
                  <a:pt x="3880" y="43760"/>
                </a:cubicBezTo>
                <a:lnTo>
                  <a:pt x="40744" y="60577"/>
                </a:lnTo>
                <a:lnTo>
                  <a:pt x="23714" y="90973"/>
                </a:lnTo>
                <a:cubicBezTo>
                  <a:pt x="22204" y="93775"/>
                  <a:pt x="19402" y="98948"/>
                  <a:pt x="19402" y="99596"/>
                </a:cubicBezTo>
                <a:cubicBezTo>
                  <a:pt x="19402" y="100890"/>
                  <a:pt x="20265" y="102614"/>
                  <a:pt x="22420" y="102614"/>
                </a:cubicBezTo>
                <a:cubicBezTo>
                  <a:pt x="22851" y="102614"/>
                  <a:pt x="23498" y="102614"/>
                  <a:pt x="24792" y="101535"/>
                </a:cubicBezTo>
                <a:cubicBezTo>
                  <a:pt x="26517" y="99811"/>
                  <a:pt x="30612" y="95070"/>
                  <a:pt x="32337" y="93344"/>
                </a:cubicBezTo>
                <a:lnTo>
                  <a:pt x="53679" y="70278"/>
                </a:lnTo>
                <a:lnTo>
                  <a:pt x="77392" y="95714"/>
                </a:lnTo>
                <a:cubicBezTo>
                  <a:pt x="78255" y="96793"/>
                  <a:pt x="80626" y="99380"/>
                  <a:pt x="81705" y="100243"/>
                </a:cubicBezTo>
                <a:cubicBezTo>
                  <a:pt x="83859" y="102398"/>
                  <a:pt x="84075" y="102614"/>
                  <a:pt x="84938" y="102614"/>
                </a:cubicBezTo>
                <a:cubicBezTo>
                  <a:pt x="87093" y="102614"/>
                  <a:pt x="87956" y="100890"/>
                  <a:pt x="87956" y="99596"/>
                </a:cubicBezTo>
                <a:cubicBezTo>
                  <a:pt x="87956" y="98088"/>
                  <a:pt x="69201" y="65102"/>
                  <a:pt x="66614" y="60793"/>
                </a:cubicBezTo>
                <a:lnTo>
                  <a:pt x="103262" y="4376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DC3D0105-7EE1-4C67-BFC1-1C843222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646" y="2098570"/>
            <a:ext cx="184188" cy="184186"/>
          </a:xfrm>
          <a:custGeom xmlns:a="http://schemas.openxmlformats.org/drawingml/2006/main">
            <a:pathLst>
              <a:path w="184188" h="184186">
                <a:moveTo>
                  <a:pt x="154213" y="146368"/>
                </a:moveTo>
                <a:cubicBezTo>
                  <a:pt x="124238" y="180674"/>
                  <a:pt x="72127" y="184186"/>
                  <a:pt x="37819" y="154213"/>
                </a:cubicBezTo>
                <a:cubicBezTo>
                  <a:pt x="3512" y="124237"/>
                  <a:pt x="0" y="72127"/>
                  <a:pt x="29975" y="37821"/>
                </a:cubicBezTo>
                <a:cubicBezTo>
                  <a:pt x="59951" y="3512"/>
                  <a:pt x="112061" y="0"/>
                  <a:pt x="146368" y="29976"/>
                </a:cubicBezTo>
                <a:cubicBezTo>
                  <a:pt x="180676" y="59949"/>
                  <a:pt x="184188" y="112060"/>
                  <a:pt x="154213" y="146368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4DC2287B-1F90-4179-8ECF-07AFCBB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438" y="2108362"/>
            <a:ext cx="164604" cy="164605"/>
          </a:xfrm>
          <a:custGeom xmlns:a="http://schemas.openxmlformats.org/drawingml/2006/main">
            <a:pathLst>
              <a:path w="164604" h="164605">
                <a:moveTo>
                  <a:pt x="160665" y="108132"/>
                </a:moveTo>
                <a:lnTo>
                  <a:pt x="164157" y="92576"/>
                </a:lnTo>
                <a:lnTo>
                  <a:pt x="164604" y="76756"/>
                </a:lnTo>
                <a:lnTo>
                  <a:pt x="162038" y="61138"/>
                </a:lnTo>
                <a:lnTo>
                  <a:pt x="156490" y="46192"/>
                </a:lnTo>
                <a:lnTo>
                  <a:pt x="147993" y="32384"/>
                </a:lnTo>
                <a:lnTo>
                  <a:pt x="136576" y="20183"/>
                </a:lnTo>
                <a:lnTo>
                  <a:pt x="122954" y="10508"/>
                </a:lnTo>
                <a:lnTo>
                  <a:pt x="108132" y="3939"/>
                </a:lnTo>
                <a:lnTo>
                  <a:pt x="92576" y="447"/>
                </a:lnTo>
                <a:lnTo>
                  <a:pt x="76755" y="0"/>
                </a:lnTo>
                <a:lnTo>
                  <a:pt x="61138" y="2566"/>
                </a:lnTo>
                <a:lnTo>
                  <a:pt x="46191" y="8113"/>
                </a:lnTo>
                <a:lnTo>
                  <a:pt x="32384" y="16611"/>
                </a:lnTo>
                <a:lnTo>
                  <a:pt x="20184" y="28028"/>
                </a:lnTo>
                <a:lnTo>
                  <a:pt x="10507" y="41650"/>
                </a:lnTo>
                <a:lnTo>
                  <a:pt x="3939" y="56473"/>
                </a:lnTo>
                <a:lnTo>
                  <a:pt x="447" y="72029"/>
                </a:lnTo>
                <a:lnTo>
                  <a:pt x="0" y="87850"/>
                </a:lnTo>
                <a:lnTo>
                  <a:pt x="2566" y="103467"/>
                </a:lnTo>
                <a:lnTo>
                  <a:pt x="8114" y="118414"/>
                </a:lnTo>
                <a:lnTo>
                  <a:pt x="16612" y="132221"/>
                </a:lnTo>
                <a:lnTo>
                  <a:pt x="28029" y="144420"/>
                </a:lnTo>
                <a:lnTo>
                  <a:pt x="41650" y="154097"/>
                </a:lnTo>
                <a:lnTo>
                  <a:pt x="56473" y="160665"/>
                </a:lnTo>
                <a:lnTo>
                  <a:pt x="72029" y="164158"/>
                </a:lnTo>
                <a:lnTo>
                  <a:pt x="87849" y="164605"/>
                </a:lnTo>
                <a:lnTo>
                  <a:pt x="103467" y="162039"/>
                </a:lnTo>
                <a:lnTo>
                  <a:pt x="118413" y="156491"/>
                </a:lnTo>
                <a:lnTo>
                  <a:pt x="132221" y="147993"/>
                </a:lnTo>
                <a:lnTo>
                  <a:pt x="144421" y="136576"/>
                </a:lnTo>
                <a:lnTo>
                  <a:pt x="154097" y="122954"/>
                </a:lnTo>
                <a:lnTo>
                  <a:pt x="160665" y="108132"/>
                </a:lnTo>
                <a:close/>
                <a:moveTo>
                  <a:pt x="86264" y="141089"/>
                </a:moveTo>
                <a:lnTo>
                  <a:pt x="71222" y="140181"/>
                </a:lnTo>
                <a:lnTo>
                  <a:pt x="56715" y="135393"/>
                </a:lnTo>
                <a:lnTo>
                  <a:pt x="43535" y="126673"/>
                </a:lnTo>
                <a:lnTo>
                  <a:pt x="33124" y="114782"/>
                </a:lnTo>
                <a:lnTo>
                  <a:pt x="26433" y="101048"/>
                </a:lnTo>
                <a:lnTo>
                  <a:pt x="23515" y="86263"/>
                </a:lnTo>
                <a:lnTo>
                  <a:pt x="24423" y="71221"/>
                </a:lnTo>
                <a:lnTo>
                  <a:pt x="29211" y="56713"/>
                </a:lnTo>
                <a:lnTo>
                  <a:pt x="37932" y="43533"/>
                </a:lnTo>
                <a:lnTo>
                  <a:pt x="49822" y="33122"/>
                </a:lnTo>
                <a:lnTo>
                  <a:pt x="63556" y="26432"/>
                </a:lnTo>
                <a:lnTo>
                  <a:pt x="78340" y="23514"/>
                </a:lnTo>
                <a:lnTo>
                  <a:pt x="93382" y="24422"/>
                </a:lnTo>
                <a:lnTo>
                  <a:pt x="107889" y="29210"/>
                </a:lnTo>
                <a:lnTo>
                  <a:pt x="121070" y="37931"/>
                </a:lnTo>
                <a:lnTo>
                  <a:pt x="131481" y="49822"/>
                </a:lnTo>
                <a:lnTo>
                  <a:pt x="138172" y="63555"/>
                </a:lnTo>
                <a:lnTo>
                  <a:pt x="141090" y="78339"/>
                </a:lnTo>
                <a:lnTo>
                  <a:pt x="140182" y="93381"/>
                </a:lnTo>
                <a:lnTo>
                  <a:pt x="135394" y="107888"/>
                </a:lnTo>
                <a:lnTo>
                  <a:pt x="126673" y="121068"/>
                </a:lnTo>
                <a:lnTo>
                  <a:pt x="114782" y="131479"/>
                </a:lnTo>
                <a:lnTo>
                  <a:pt x="101048" y="138170"/>
                </a:lnTo>
                <a:lnTo>
                  <a:pt x="86264" y="1410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30087DFA-377F-4825-9007-6B36E0F0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318" y="1580703"/>
            <a:ext cx="186967" cy="186969"/>
          </a:xfrm>
          <a:custGeom xmlns:a="http://schemas.openxmlformats.org/drawingml/2006/main">
            <a:pathLst>
              <a:path w="186967" h="186969">
                <a:moveTo>
                  <a:pt x="142138" y="26873"/>
                </a:moveTo>
                <a:cubicBezTo>
                  <a:pt x="178928" y="53743"/>
                  <a:pt x="186967" y="105351"/>
                  <a:pt x="160096" y="142138"/>
                </a:cubicBezTo>
                <a:cubicBezTo>
                  <a:pt x="133224" y="178928"/>
                  <a:pt x="81618" y="186969"/>
                  <a:pt x="44829" y="160096"/>
                </a:cubicBezTo>
                <a:cubicBezTo>
                  <a:pt x="8041" y="133226"/>
                  <a:pt x="0" y="81618"/>
                  <a:pt x="26871" y="44831"/>
                </a:cubicBezTo>
                <a:cubicBezTo>
                  <a:pt x="53743" y="8041"/>
                  <a:pt x="105349" y="0"/>
                  <a:pt x="142138" y="26873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37FE9DCA-9369-480A-95DC-3208969E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364" y="1591749"/>
            <a:ext cx="164878" cy="164878"/>
          </a:xfrm>
          <a:custGeom xmlns:a="http://schemas.openxmlformats.org/drawingml/2006/main">
            <a:pathLst>
              <a:path w="164878" h="164878">
                <a:moveTo>
                  <a:pt x="101342" y="2123"/>
                </a:moveTo>
                <a:lnTo>
                  <a:pt x="85541" y="0"/>
                </a:lnTo>
                <a:lnTo>
                  <a:pt x="69742" y="933"/>
                </a:lnTo>
                <a:lnTo>
                  <a:pt x="54407" y="4850"/>
                </a:lnTo>
                <a:lnTo>
                  <a:pt x="40001" y="11679"/>
                </a:lnTo>
                <a:lnTo>
                  <a:pt x="26986" y="21348"/>
                </a:lnTo>
                <a:lnTo>
                  <a:pt x="15827" y="33784"/>
                </a:lnTo>
                <a:lnTo>
                  <a:pt x="7375" y="48197"/>
                </a:lnTo>
                <a:lnTo>
                  <a:pt x="2123" y="63536"/>
                </a:lnTo>
                <a:lnTo>
                  <a:pt x="0" y="79336"/>
                </a:lnTo>
                <a:lnTo>
                  <a:pt x="933" y="95136"/>
                </a:lnTo>
                <a:lnTo>
                  <a:pt x="4850" y="110471"/>
                </a:lnTo>
                <a:lnTo>
                  <a:pt x="11679" y="124877"/>
                </a:lnTo>
                <a:lnTo>
                  <a:pt x="21348" y="137891"/>
                </a:lnTo>
                <a:lnTo>
                  <a:pt x="33784" y="149050"/>
                </a:lnTo>
                <a:lnTo>
                  <a:pt x="48197" y="157502"/>
                </a:lnTo>
                <a:lnTo>
                  <a:pt x="63536" y="162754"/>
                </a:lnTo>
                <a:lnTo>
                  <a:pt x="79338" y="164878"/>
                </a:lnTo>
                <a:lnTo>
                  <a:pt x="95137" y="163945"/>
                </a:lnTo>
                <a:lnTo>
                  <a:pt x="110472" y="160028"/>
                </a:lnTo>
                <a:lnTo>
                  <a:pt x="124878" y="153199"/>
                </a:lnTo>
                <a:lnTo>
                  <a:pt x="137893" y="143530"/>
                </a:lnTo>
                <a:lnTo>
                  <a:pt x="149052" y="131095"/>
                </a:lnTo>
                <a:lnTo>
                  <a:pt x="157504" y="116681"/>
                </a:lnTo>
                <a:lnTo>
                  <a:pt x="162755" y="101342"/>
                </a:lnTo>
                <a:lnTo>
                  <a:pt x="164878" y="85540"/>
                </a:lnTo>
                <a:lnTo>
                  <a:pt x="163945" y="69741"/>
                </a:lnTo>
                <a:lnTo>
                  <a:pt x="160028" y="54406"/>
                </a:lnTo>
                <a:lnTo>
                  <a:pt x="153199" y="39999"/>
                </a:lnTo>
                <a:lnTo>
                  <a:pt x="143530" y="26985"/>
                </a:lnTo>
                <a:lnTo>
                  <a:pt x="131094" y="15827"/>
                </a:lnTo>
                <a:lnTo>
                  <a:pt x="116681" y="7375"/>
                </a:lnTo>
                <a:lnTo>
                  <a:pt x="101342" y="2123"/>
                </a:lnTo>
                <a:close/>
                <a:moveTo>
                  <a:pt x="140657" y="73368"/>
                </a:moveTo>
                <a:lnTo>
                  <a:pt x="141063" y="88432"/>
                </a:lnTo>
                <a:lnTo>
                  <a:pt x="137557" y="103301"/>
                </a:lnTo>
                <a:lnTo>
                  <a:pt x="130018" y="117191"/>
                </a:lnTo>
                <a:lnTo>
                  <a:pt x="119080" y="128598"/>
                </a:lnTo>
                <a:lnTo>
                  <a:pt x="105982" y="136460"/>
                </a:lnTo>
                <a:lnTo>
                  <a:pt x="91508" y="140656"/>
                </a:lnTo>
                <a:lnTo>
                  <a:pt x="76444" y="141062"/>
                </a:lnTo>
                <a:lnTo>
                  <a:pt x="61575" y="137557"/>
                </a:lnTo>
                <a:lnTo>
                  <a:pt x="47684" y="130019"/>
                </a:lnTo>
                <a:lnTo>
                  <a:pt x="36278" y="119079"/>
                </a:lnTo>
                <a:lnTo>
                  <a:pt x="28415" y="105981"/>
                </a:lnTo>
                <a:lnTo>
                  <a:pt x="24220" y="91507"/>
                </a:lnTo>
                <a:lnTo>
                  <a:pt x="23814" y="76444"/>
                </a:lnTo>
                <a:lnTo>
                  <a:pt x="27319" y="61575"/>
                </a:lnTo>
                <a:lnTo>
                  <a:pt x="34858" y="47685"/>
                </a:lnTo>
                <a:lnTo>
                  <a:pt x="45797" y="36277"/>
                </a:lnTo>
                <a:lnTo>
                  <a:pt x="58895" y="28415"/>
                </a:lnTo>
                <a:lnTo>
                  <a:pt x="73369" y="24219"/>
                </a:lnTo>
                <a:lnTo>
                  <a:pt x="88432" y="23813"/>
                </a:lnTo>
                <a:lnTo>
                  <a:pt x="103302" y="27319"/>
                </a:lnTo>
                <a:lnTo>
                  <a:pt x="117192" y="34858"/>
                </a:lnTo>
                <a:lnTo>
                  <a:pt x="128599" y="45796"/>
                </a:lnTo>
                <a:lnTo>
                  <a:pt x="136462" y="58894"/>
                </a:lnTo>
                <a:lnTo>
                  <a:pt x="140657" y="733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8FA8A68-CA7C-436C-A714-64E27C8540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7104638fe4bd0"/>
          <a:stretch xmlns:a="http://schemas.openxmlformats.org/drawingml/2006/main"/>
        </p:blipFill>
        <p:spPr>
          <a:xfrm xmlns:a="http://schemas.openxmlformats.org/drawingml/2006/main">
            <a:off x="6149403" y="59969"/>
            <a:ext cx="1590675" cy="1504950"/>
          </a:xfrm>
          <a:prstGeom xmlns:a="http://schemas.openxmlformats.org/drawingml/2006/main" prst="rect">
            <a:avLst/>
          </a:prstGeom>
        </p:spPr>
      </p:pic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AD5D1251-9757-4FFA-824F-9C73BE98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997" y="934809"/>
            <a:ext cx="159531" cy="420230"/>
          </a:xfrm>
          <a:custGeom xmlns:a="http://schemas.openxmlformats.org/drawingml/2006/main">
            <a:pathLst>
              <a:path w="159531" h="420230">
                <a:moveTo>
                  <a:pt x="124800" y="420230"/>
                </a:moveTo>
                <a:lnTo>
                  <a:pt x="159531" y="288665"/>
                </a:lnTo>
                <a:lnTo>
                  <a:pt x="28227" y="324371"/>
                </a:lnTo>
                <a:lnTo>
                  <a:pt x="124800" y="420230"/>
                </a:lnTo>
                <a:moveTo>
                  <a:pt x="11371" y="3092"/>
                </a:moveTo>
                <a:lnTo>
                  <a:pt x="0" y="6184"/>
                </a:lnTo>
                <a:lnTo>
                  <a:pt x="85600" y="320981"/>
                </a:lnTo>
                <a:lnTo>
                  <a:pt x="96971" y="317889"/>
                </a:lnTo>
                <a:lnTo>
                  <a:pt x="108342" y="314797"/>
                </a:lnTo>
                <a:lnTo>
                  <a:pt x="22742" y="0"/>
                </a:lnTo>
                <a:lnTo>
                  <a:pt x="11371" y="3092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9AD9FE3D-92A7-42DB-A0D2-68EE71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829" y="847212"/>
            <a:ext cx="169872" cy="169874"/>
          </a:xfrm>
          <a:custGeom xmlns:a="http://schemas.openxmlformats.org/drawingml/2006/main">
            <a:pathLst>
              <a:path w="169872" h="169874">
                <a:moveTo>
                  <a:pt x="89609" y="167293"/>
                </a:moveTo>
                <a:cubicBezTo>
                  <a:pt x="44124" y="169874"/>
                  <a:pt x="5160" y="135091"/>
                  <a:pt x="2579" y="89607"/>
                </a:cubicBezTo>
                <a:cubicBezTo>
                  <a:pt x="0" y="44124"/>
                  <a:pt x="34780" y="5159"/>
                  <a:pt x="80264" y="2578"/>
                </a:cubicBezTo>
                <a:cubicBezTo>
                  <a:pt x="125749" y="0"/>
                  <a:pt x="164712" y="34780"/>
                  <a:pt x="167293" y="80264"/>
                </a:cubicBezTo>
                <a:cubicBezTo>
                  <a:pt x="169872" y="125747"/>
                  <a:pt x="135093" y="164712"/>
                  <a:pt x="89609" y="167293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1D8CEB6C-1317-4CF9-829C-99167014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408" y="849790"/>
            <a:ext cx="164714" cy="164715"/>
          </a:xfrm>
          <a:custGeom xmlns:a="http://schemas.openxmlformats.org/drawingml/2006/main">
            <a:pathLst>
              <a:path w="164714" h="164715">
                <a:moveTo>
                  <a:pt x="118719" y="156424"/>
                </a:moveTo>
                <a:lnTo>
                  <a:pt x="132277" y="148037"/>
                </a:lnTo>
                <a:lnTo>
                  <a:pt x="143895" y="137289"/>
                </a:lnTo>
                <a:lnTo>
                  <a:pt x="153260" y="124530"/>
                </a:lnTo>
                <a:lnTo>
                  <a:pt x="160060" y="110110"/>
                </a:lnTo>
                <a:lnTo>
                  <a:pt x="163982" y="94378"/>
                </a:lnTo>
                <a:lnTo>
                  <a:pt x="164714" y="77686"/>
                </a:lnTo>
                <a:lnTo>
                  <a:pt x="162099" y="61183"/>
                </a:lnTo>
                <a:lnTo>
                  <a:pt x="156423" y="45996"/>
                </a:lnTo>
                <a:lnTo>
                  <a:pt x="148036" y="32438"/>
                </a:lnTo>
                <a:lnTo>
                  <a:pt x="137288" y="20820"/>
                </a:lnTo>
                <a:lnTo>
                  <a:pt x="124529" y="11455"/>
                </a:lnTo>
                <a:lnTo>
                  <a:pt x="110109" y="4655"/>
                </a:lnTo>
                <a:lnTo>
                  <a:pt x="94378" y="732"/>
                </a:lnTo>
                <a:lnTo>
                  <a:pt x="77686" y="0"/>
                </a:lnTo>
                <a:lnTo>
                  <a:pt x="61183" y="2615"/>
                </a:lnTo>
                <a:lnTo>
                  <a:pt x="45995" y="8291"/>
                </a:lnTo>
                <a:lnTo>
                  <a:pt x="32436" y="16678"/>
                </a:lnTo>
                <a:lnTo>
                  <a:pt x="20818" y="27426"/>
                </a:lnTo>
                <a:lnTo>
                  <a:pt x="11453" y="40185"/>
                </a:lnTo>
                <a:lnTo>
                  <a:pt x="4653" y="54606"/>
                </a:lnTo>
                <a:lnTo>
                  <a:pt x="731" y="70337"/>
                </a:lnTo>
                <a:lnTo>
                  <a:pt x="0" y="87029"/>
                </a:lnTo>
                <a:lnTo>
                  <a:pt x="2615" y="103532"/>
                </a:lnTo>
                <a:lnTo>
                  <a:pt x="8291" y="118719"/>
                </a:lnTo>
                <a:lnTo>
                  <a:pt x="16678" y="132277"/>
                </a:lnTo>
                <a:lnTo>
                  <a:pt x="27426" y="143895"/>
                </a:lnTo>
                <a:lnTo>
                  <a:pt x="40185" y="153261"/>
                </a:lnTo>
                <a:lnTo>
                  <a:pt x="54605" y="160060"/>
                </a:lnTo>
                <a:lnTo>
                  <a:pt x="70337" y="163983"/>
                </a:lnTo>
                <a:lnTo>
                  <a:pt x="87029" y="164715"/>
                </a:lnTo>
                <a:lnTo>
                  <a:pt x="103532" y="162100"/>
                </a:lnTo>
                <a:lnTo>
                  <a:pt x="118719" y="156424"/>
                </a:lnTo>
                <a:close/>
                <a:moveTo>
                  <a:pt x="43120" y="126314"/>
                </a:moveTo>
                <a:lnTo>
                  <a:pt x="33247" y="114930"/>
                </a:lnTo>
                <a:lnTo>
                  <a:pt x="26519" y="101214"/>
                </a:lnTo>
                <a:lnTo>
                  <a:pt x="23531" y="85695"/>
                </a:lnTo>
                <a:lnTo>
                  <a:pt x="24745" y="69937"/>
                </a:lnTo>
                <a:lnTo>
                  <a:pt x="29878" y="55548"/>
                </a:lnTo>
                <a:lnTo>
                  <a:pt x="38401" y="43121"/>
                </a:lnTo>
                <a:lnTo>
                  <a:pt x="49785" y="33247"/>
                </a:lnTo>
                <a:lnTo>
                  <a:pt x="63501" y="26520"/>
                </a:lnTo>
                <a:lnTo>
                  <a:pt x="79020" y="23531"/>
                </a:lnTo>
                <a:lnTo>
                  <a:pt x="94778" y="24745"/>
                </a:lnTo>
                <a:lnTo>
                  <a:pt x="109166" y="29878"/>
                </a:lnTo>
                <a:lnTo>
                  <a:pt x="121594" y="38401"/>
                </a:lnTo>
                <a:lnTo>
                  <a:pt x="131467" y="49785"/>
                </a:lnTo>
                <a:lnTo>
                  <a:pt x="138194" y="63501"/>
                </a:lnTo>
                <a:lnTo>
                  <a:pt x="141183" y="79020"/>
                </a:lnTo>
                <a:lnTo>
                  <a:pt x="139969" y="94778"/>
                </a:lnTo>
                <a:lnTo>
                  <a:pt x="134836" y="109167"/>
                </a:lnTo>
                <a:lnTo>
                  <a:pt x="126313" y="121594"/>
                </a:lnTo>
                <a:lnTo>
                  <a:pt x="114929" y="131468"/>
                </a:lnTo>
                <a:lnTo>
                  <a:pt x="101213" y="138196"/>
                </a:lnTo>
                <a:lnTo>
                  <a:pt x="85694" y="141184"/>
                </a:lnTo>
                <a:lnTo>
                  <a:pt x="69936" y="139970"/>
                </a:lnTo>
                <a:lnTo>
                  <a:pt x="55547" y="134837"/>
                </a:lnTo>
                <a:lnTo>
                  <a:pt x="43120" y="126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1E3DB2-3B44-46BE-A3E2-3F5D9DE481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e0b405f6f4e58"/>
          <a:stretch xmlns:a="http://schemas.openxmlformats.org/drawingml/2006/main"/>
        </p:blipFill>
        <p:spPr>
          <a:xfrm xmlns:a="http://schemas.openxmlformats.org/drawingml/2006/main">
            <a:off x="7682928" y="-6706"/>
            <a:ext cx="1590675" cy="1381125"/>
          </a:xfrm>
          <a:prstGeom xmlns:a="http://schemas.openxmlformats.org/drawingml/2006/main" prst="rect">
            <a:avLst/>
          </a:prstGeom>
        </p:spPr>
      </p:pic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878ADA31-FBBC-4286-B8C0-57CE58DE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209" y="1212027"/>
            <a:ext cx="246028" cy="400989"/>
          </a:xfrm>
          <a:custGeom xmlns:a="http://schemas.openxmlformats.org/drawingml/2006/main">
            <a:pathLst>
              <a:path w="246028" h="400989">
                <a:moveTo>
                  <a:pt x="246028" y="400989"/>
                </a:moveTo>
                <a:lnTo>
                  <a:pt x="244006" y="264933"/>
                </a:lnTo>
                <a:lnTo>
                  <a:pt x="127188" y="334711"/>
                </a:lnTo>
                <a:lnTo>
                  <a:pt x="246028" y="400989"/>
                </a:lnTo>
                <a:moveTo>
                  <a:pt x="10116" y="6045"/>
                </a:moveTo>
                <a:lnTo>
                  <a:pt x="0" y="12086"/>
                </a:lnTo>
                <a:lnTo>
                  <a:pt x="181523" y="315981"/>
                </a:lnTo>
                <a:lnTo>
                  <a:pt x="191640" y="309939"/>
                </a:lnTo>
                <a:lnTo>
                  <a:pt x="201757" y="303897"/>
                </a:lnTo>
                <a:lnTo>
                  <a:pt x="20233" y="0"/>
                </a:lnTo>
                <a:lnTo>
                  <a:pt x="10116" y="6045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D6DE1DC5-CA29-482A-BAC4-694FE8F4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337" y="1120213"/>
            <a:ext cx="165176" cy="165175"/>
          </a:xfrm>
          <a:custGeom xmlns:a="http://schemas.openxmlformats.org/drawingml/2006/main">
            <a:pathLst>
              <a:path w="165176" h="165175">
                <a:moveTo>
                  <a:pt x="99" y="82768"/>
                </a:moveTo>
                <a:cubicBezTo>
                  <a:pt x="0" y="37210"/>
                  <a:pt x="36850" y="199"/>
                  <a:pt x="82407" y="99"/>
                </a:cubicBezTo>
                <a:cubicBezTo>
                  <a:pt x="127965" y="0"/>
                  <a:pt x="164978" y="36850"/>
                  <a:pt x="165077" y="82407"/>
                </a:cubicBezTo>
                <a:cubicBezTo>
                  <a:pt x="165176" y="127965"/>
                  <a:pt x="128327" y="164976"/>
                  <a:pt x="82769" y="165076"/>
                </a:cubicBezTo>
                <a:cubicBezTo>
                  <a:pt x="37212" y="165175"/>
                  <a:pt x="199" y="128325"/>
                  <a:pt x="99" y="82768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DE142F00-C280-4A70-AF05-81157D52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437" y="1120313"/>
            <a:ext cx="164978" cy="164976"/>
          </a:xfrm>
          <a:custGeom xmlns:a="http://schemas.openxmlformats.org/drawingml/2006/main">
            <a:pathLst>
              <a:path w="164978" h="164976">
                <a:moveTo>
                  <a:pt x="6553" y="114763"/>
                </a:moveTo>
                <a:lnTo>
                  <a:pt x="14189" y="128758"/>
                </a:lnTo>
                <a:lnTo>
                  <a:pt x="24289" y="140944"/>
                </a:lnTo>
                <a:lnTo>
                  <a:pt x="36519" y="150990"/>
                </a:lnTo>
                <a:lnTo>
                  <a:pt x="50547" y="158564"/>
                </a:lnTo>
                <a:lnTo>
                  <a:pt x="66042" y="163337"/>
                </a:lnTo>
                <a:lnTo>
                  <a:pt x="82670" y="164976"/>
                </a:lnTo>
                <a:lnTo>
                  <a:pt x="99291" y="163264"/>
                </a:lnTo>
                <a:lnTo>
                  <a:pt x="114764" y="158424"/>
                </a:lnTo>
                <a:lnTo>
                  <a:pt x="128759" y="150788"/>
                </a:lnTo>
                <a:lnTo>
                  <a:pt x="140945" y="140689"/>
                </a:lnTo>
                <a:lnTo>
                  <a:pt x="150991" y="128459"/>
                </a:lnTo>
                <a:lnTo>
                  <a:pt x="158566" y="114430"/>
                </a:lnTo>
                <a:lnTo>
                  <a:pt x="163338" y="98936"/>
                </a:lnTo>
                <a:lnTo>
                  <a:pt x="164978" y="82308"/>
                </a:lnTo>
                <a:lnTo>
                  <a:pt x="163266" y="65687"/>
                </a:lnTo>
                <a:lnTo>
                  <a:pt x="158425" y="50214"/>
                </a:lnTo>
                <a:lnTo>
                  <a:pt x="150789" y="36219"/>
                </a:lnTo>
                <a:lnTo>
                  <a:pt x="140690" y="24033"/>
                </a:lnTo>
                <a:lnTo>
                  <a:pt x="128459" y="13987"/>
                </a:lnTo>
                <a:lnTo>
                  <a:pt x="114431" y="6412"/>
                </a:lnTo>
                <a:lnTo>
                  <a:pt x="98936" y="1640"/>
                </a:lnTo>
                <a:lnTo>
                  <a:pt x="82308" y="0"/>
                </a:lnTo>
                <a:lnTo>
                  <a:pt x="65688" y="1712"/>
                </a:lnTo>
                <a:lnTo>
                  <a:pt x="50214" y="6552"/>
                </a:lnTo>
                <a:lnTo>
                  <a:pt x="36219" y="14188"/>
                </a:lnTo>
                <a:lnTo>
                  <a:pt x="24033" y="24287"/>
                </a:lnTo>
                <a:lnTo>
                  <a:pt x="13987" y="36517"/>
                </a:lnTo>
                <a:lnTo>
                  <a:pt x="6412" y="50546"/>
                </a:lnTo>
                <a:lnTo>
                  <a:pt x="1640" y="66040"/>
                </a:lnTo>
                <a:lnTo>
                  <a:pt x="0" y="82668"/>
                </a:lnTo>
                <a:lnTo>
                  <a:pt x="1713" y="99289"/>
                </a:lnTo>
                <a:lnTo>
                  <a:pt x="6553" y="114763"/>
                </a:lnTo>
                <a:close/>
                <a:moveTo>
                  <a:pt x="40734" y="40917"/>
                </a:moveTo>
                <a:lnTo>
                  <a:pt x="52639" y="31678"/>
                </a:lnTo>
                <a:lnTo>
                  <a:pt x="66701" y="25707"/>
                </a:lnTo>
                <a:lnTo>
                  <a:pt x="82359" y="23568"/>
                </a:lnTo>
                <a:lnTo>
                  <a:pt x="98027" y="25639"/>
                </a:lnTo>
                <a:lnTo>
                  <a:pt x="112115" y="31548"/>
                </a:lnTo>
                <a:lnTo>
                  <a:pt x="124061" y="40734"/>
                </a:lnTo>
                <a:lnTo>
                  <a:pt x="133300" y="52639"/>
                </a:lnTo>
                <a:lnTo>
                  <a:pt x="139271" y="66701"/>
                </a:lnTo>
                <a:lnTo>
                  <a:pt x="141410" y="82359"/>
                </a:lnTo>
                <a:lnTo>
                  <a:pt x="139339" y="98027"/>
                </a:lnTo>
                <a:lnTo>
                  <a:pt x="133430" y="112114"/>
                </a:lnTo>
                <a:lnTo>
                  <a:pt x="124243" y="124059"/>
                </a:lnTo>
                <a:lnTo>
                  <a:pt x="112338" y="133299"/>
                </a:lnTo>
                <a:lnTo>
                  <a:pt x="98276" y="139269"/>
                </a:lnTo>
                <a:lnTo>
                  <a:pt x="82617" y="141408"/>
                </a:lnTo>
                <a:lnTo>
                  <a:pt x="66950" y="139338"/>
                </a:lnTo>
                <a:lnTo>
                  <a:pt x="52862" y="133429"/>
                </a:lnTo>
                <a:lnTo>
                  <a:pt x="40917" y="124242"/>
                </a:lnTo>
                <a:lnTo>
                  <a:pt x="31678" y="112337"/>
                </a:lnTo>
                <a:lnTo>
                  <a:pt x="25707" y="98276"/>
                </a:lnTo>
                <a:lnTo>
                  <a:pt x="23568" y="82617"/>
                </a:lnTo>
                <a:lnTo>
                  <a:pt x="25639" y="66950"/>
                </a:lnTo>
                <a:lnTo>
                  <a:pt x="31548" y="52862"/>
                </a:lnTo>
                <a:lnTo>
                  <a:pt x="40734" y="409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BA7211F-7B0D-428E-879A-6A86249E64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3e197533146ad"/>
          <a:stretch xmlns:a="http://schemas.openxmlformats.org/drawingml/2006/main"/>
        </p:blipFill>
        <p:spPr>
          <a:xfrm xmlns:a="http://schemas.openxmlformats.org/drawingml/2006/main">
            <a:off x="9168828" y="155219"/>
            <a:ext cx="1685925" cy="1409700"/>
          </a:xfrm>
          <a:prstGeom xmlns:a="http://schemas.openxmlformats.org/drawingml/2006/main" prst="rect">
            <a:avLst/>
          </a:prstGeom>
        </p:spPr>
      </p:pic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1B7D2898-F80F-41FB-9286-E13599D6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610" y="1313661"/>
            <a:ext cx="136072" cy="456276"/>
          </a:xfrm>
          <a:custGeom xmlns:a="http://schemas.openxmlformats.org/drawingml/2006/main">
            <a:pathLst>
              <a:path w="136072" h="456276">
                <a:moveTo>
                  <a:pt x="68035" y="456276"/>
                </a:moveTo>
                <a:lnTo>
                  <a:pt x="136072" y="338433"/>
                </a:lnTo>
                <a:lnTo>
                  <a:pt x="0" y="338433"/>
                </a:lnTo>
                <a:lnTo>
                  <a:pt x="68035" y="456276"/>
                </a:lnTo>
                <a:moveTo>
                  <a:pt x="68037" y="0"/>
                </a:moveTo>
                <a:lnTo>
                  <a:pt x="56253" y="0"/>
                </a:lnTo>
                <a:lnTo>
                  <a:pt x="56251" y="350219"/>
                </a:lnTo>
                <a:lnTo>
                  <a:pt x="68037" y="350219"/>
                </a:lnTo>
                <a:lnTo>
                  <a:pt x="79821" y="350219"/>
                </a:lnTo>
                <a:lnTo>
                  <a:pt x="79821" y="0"/>
                </a:lnTo>
                <a:lnTo>
                  <a:pt x="68037" y="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2BF50877-42C5-40BD-91CF-5D8FABC5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564" y="1203506"/>
            <a:ext cx="187068" cy="187068"/>
          </a:xfrm>
          <a:custGeom xmlns:a="http://schemas.openxmlformats.org/drawingml/2006/main">
            <a:pathLst>
              <a:path w="187068" h="187068">
                <a:moveTo>
                  <a:pt x="17012" y="124336"/>
                </a:moveTo>
                <a:cubicBezTo>
                  <a:pt x="0" y="82075"/>
                  <a:pt x="20470" y="34025"/>
                  <a:pt x="62733" y="17012"/>
                </a:cubicBezTo>
                <a:cubicBezTo>
                  <a:pt x="104994" y="0"/>
                  <a:pt x="153046" y="20470"/>
                  <a:pt x="170057" y="62735"/>
                </a:cubicBezTo>
                <a:cubicBezTo>
                  <a:pt x="187068" y="104996"/>
                  <a:pt x="166599" y="153046"/>
                  <a:pt x="124336" y="170058"/>
                </a:cubicBezTo>
                <a:cubicBezTo>
                  <a:pt x="82074" y="187068"/>
                  <a:pt x="34023" y="166600"/>
                  <a:pt x="17012" y="124336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F0B438A3-6B9E-4B4C-9A75-56E39C4B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600" y="1214542"/>
            <a:ext cx="164997" cy="164996"/>
          </a:xfrm>
          <a:custGeom xmlns:a="http://schemas.openxmlformats.org/drawingml/2006/main">
            <a:pathLst>
              <a:path w="164997" h="164996">
                <a:moveTo>
                  <a:pt x="23979" y="140665"/>
                </a:moveTo>
                <a:lnTo>
                  <a:pt x="36266" y="150824"/>
                </a:lnTo>
                <a:lnTo>
                  <a:pt x="50169" y="158388"/>
                </a:lnTo>
                <a:lnTo>
                  <a:pt x="65255" y="163173"/>
                </a:lnTo>
                <a:lnTo>
                  <a:pt x="81094" y="164996"/>
                </a:lnTo>
                <a:lnTo>
                  <a:pt x="97252" y="163673"/>
                </a:lnTo>
                <a:lnTo>
                  <a:pt x="113300" y="159020"/>
                </a:lnTo>
                <a:lnTo>
                  <a:pt x="128097" y="151258"/>
                </a:lnTo>
                <a:lnTo>
                  <a:pt x="140666" y="141018"/>
                </a:lnTo>
                <a:lnTo>
                  <a:pt x="150824" y="128731"/>
                </a:lnTo>
                <a:lnTo>
                  <a:pt x="158388" y="114828"/>
                </a:lnTo>
                <a:lnTo>
                  <a:pt x="163174" y="99742"/>
                </a:lnTo>
                <a:lnTo>
                  <a:pt x="164997" y="83903"/>
                </a:lnTo>
                <a:lnTo>
                  <a:pt x="163674" y="67744"/>
                </a:lnTo>
                <a:lnTo>
                  <a:pt x="159021" y="51696"/>
                </a:lnTo>
                <a:lnTo>
                  <a:pt x="151258" y="36900"/>
                </a:lnTo>
                <a:lnTo>
                  <a:pt x="141018" y="24331"/>
                </a:lnTo>
                <a:lnTo>
                  <a:pt x="128730" y="14172"/>
                </a:lnTo>
                <a:lnTo>
                  <a:pt x="114827" y="6609"/>
                </a:lnTo>
                <a:lnTo>
                  <a:pt x="99741" y="1823"/>
                </a:lnTo>
                <a:lnTo>
                  <a:pt x="83903" y="0"/>
                </a:lnTo>
                <a:lnTo>
                  <a:pt x="67745" y="1323"/>
                </a:lnTo>
                <a:lnTo>
                  <a:pt x="51697" y="5976"/>
                </a:lnTo>
                <a:lnTo>
                  <a:pt x="36901" y="13738"/>
                </a:lnTo>
                <a:lnTo>
                  <a:pt x="24331" y="23978"/>
                </a:lnTo>
                <a:lnTo>
                  <a:pt x="14173" y="36265"/>
                </a:lnTo>
                <a:lnTo>
                  <a:pt x="6609" y="50168"/>
                </a:lnTo>
                <a:lnTo>
                  <a:pt x="1823" y="65254"/>
                </a:lnTo>
                <a:lnTo>
                  <a:pt x="0" y="81093"/>
                </a:lnTo>
                <a:lnTo>
                  <a:pt x="1323" y="97252"/>
                </a:lnTo>
                <a:lnTo>
                  <a:pt x="5976" y="113300"/>
                </a:lnTo>
                <a:lnTo>
                  <a:pt x="13739" y="128096"/>
                </a:lnTo>
                <a:lnTo>
                  <a:pt x="23979" y="140665"/>
                </a:lnTo>
                <a:close/>
                <a:moveTo>
                  <a:pt x="28292" y="59406"/>
                </a:moveTo>
                <a:lnTo>
                  <a:pt x="35914" y="46407"/>
                </a:lnTo>
                <a:lnTo>
                  <a:pt x="46753" y="35641"/>
                </a:lnTo>
                <a:lnTo>
                  <a:pt x="60497" y="27841"/>
                </a:lnTo>
                <a:lnTo>
                  <a:pt x="75814" y="23944"/>
                </a:lnTo>
                <a:lnTo>
                  <a:pt x="91089" y="24199"/>
                </a:lnTo>
                <a:lnTo>
                  <a:pt x="105591" y="28292"/>
                </a:lnTo>
                <a:lnTo>
                  <a:pt x="118591" y="35914"/>
                </a:lnTo>
                <a:lnTo>
                  <a:pt x="129356" y="46753"/>
                </a:lnTo>
                <a:lnTo>
                  <a:pt x="137158" y="60497"/>
                </a:lnTo>
                <a:lnTo>
                  <a:pt x="141054" y="75814"/>
                </a:lnTo>
                <a:lnTo>
                  <a:pt x="140799" y="91089"/>
                </a:lnTo>
                <a:lnTo>
                  <a:pt x="136705" y="105592"/>
                </a:lnTo>
                <a:lnTo>
                  <a:pt x="129083" y="118591"/>
                </a:lnTo>
                <a:lnTo>
                  <a:pt x="118244" y="129357"/>
                </a:lnTo>
                <a:lnTo>
                  <a:pt x="104500" y="137158"/>
                </a:lnTo>
                <a:lnTo>
                  <a:pt x="89184" y="141055"/>
                </a:lnTo>
                <a:lnTo>
                  <a:pt x="73909" y="140800"/>
                </a:lnTo>
                <a:lnTo>
                  <a:pt x="59406" y="136707"/>
                </a:lnTo>
                <a:lnTo>
                  <a:pt x="46407" y="129085"/>
                </a:lnTo>
                <a:lnTo>
                  <a:pt x="35641" y="118246"/>
                </a:lnTo>
                <a:lnTo>
                  <a:pt x="27840" y="104502"/>
                </a:lnTo>
                <a:lnTo>
                  <a:pt x="23943" y="89185"/>
                </a:lnTo>
                <a:lnTo>
                  <a:pt x="24198" y="73909"/>
                </a:lnTo>
                <a:lnTo>
                  <a:pt x="28292" y="59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C545F84-7C20-4359-954D-E0250BA2CB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4522a4cd1425f"/>
          <a:stretch xmlns:a="http://schemas.openxmlformats.org/drawingml/2006/main"/>
        </p:blipFill>
        <p:spPr>
          <a:xfrm xmlns:a="http://schemas.openxmlformats.org/drawingml/2006/main">
            <a:off x="10664253" y="12344"/>
            <a:ext cx="1685925" cy="1600200"/>
          </a:xfrm>
          <a:prstGeom xmlns:a="http://schemas.openxmlformats.org/drawingml/2006/main" prst="rect">
            <a:avLst/>
          </a:prstGeom>
        </p:spPr>
      </p:pic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26EFD45E-273F-47DC-A293-790865E9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659" y="1307846"/>
            <a:ext cx="406373" cy="331770"/>
          </a:xfrm>
          <a:custGeom xmlns:a="http://schemas.openxmlformats.org/drawingml/2006/main">
            <a:pathLst>
              <a:path w="406373" h="331770">
                <a:moveTo>
                  <a:pt x="0" y="331770"/>
                </a:moveTo>
                <a:lnTo>
                  <a:pt x="134411" y="310578"/>
                </a:lnTo>
                <a:lnTo>
                  <a:pt x="48854" y="204770"/>
                </a:lnTo>
                <a:lnTo>
                  <a:pt x="0" y="331770"/>
                </a:lnTo>
                <a:moveTo>
                  <a:pt x="398963" y="9165"/>
                </a:moveTo>
                <a:lnTo>
                  <a:pt x="391554" y="0"/>
                </a:lnTo>
                <a:lnTo>
                  <a:pt x="75059" y="255921"/>
                </a:lnTo>
                <a:lnTo>
                  <a:pt x="82470" y="265083"/>
                </a:lnTo>
                <a:lnTo>
                  <a:pt x="89879" y="274248"/>
                </a:lnTo>
                <a:lnTo>
                  <a:pt x="406373" y="18327"/>
                </a:lnTo>
                <a:lnTo>
                  <a:pt x="398963" y="9165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167C47BB-1E0C-47CA-BB5F-F15D85D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2817" y="1210442"/>
            <a:ext cx="181973" cy="181975"/>
          </a:xfrm>
          <a:custGeom xmlns:a="http://schemas.openxmlformats.org/drawingml/2006/main">
            <a:pathLst>
              <a:path w="181973" h="181975">
                <a:moveTo>
                  <a:pt x="31644" y="148285"/>
                </a:moveTo>
                <a:cubicBezTo>
                  <a:pt x="0" y="115512"/>
                  <a:pt x="916" y="63291"/>
                  <a:pt x="33690" y="31646"/>
                </a:cubicBezTo>
                <a:cubicBezTo>
                  <a:pt x="66462" y="0"/>
                  <a:pt x="118683" y="917"/>
                  <a:pt x="150328" y="33690"/>
                </a:cubicBezTo>
                <a:cubicBezTo>
                  <a:pt x="181973" y="66462"/>
                  <a:pt x="181057" y="118683"/>
                  <a:pt x="148283" y="150329"/>
                </a:cubicBezTo>
                <a:cubicBezTo>
                  <a:pt x="115511" y="181975"/>
                  <a:pt x="63290" y="181057"/>
                  <a:pt x="31644" y="148285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2DBFAD2D-D985-42A4-87A1-95660695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327" y="1218953"/>
            <a:ext cx="164953" cy="164953"/>
          </a:xfrm>
          <a:custGeom xmlns:a="http://schemas.openxmlformats.org/drawingml/2006/main">
            <a:pathLst>
              <a:path w="164953" h="164953">
                <a:moveTo>
                  <a:pt x="50101" y="158370"/>
                </a:moveTo>
                <a:lnTo>
                  <a:pt x="65305" y="163167"/>
                </a:lnTo>
                <a:lnTo>
                  <a:pt x="81030" y="164953"/>
                </a:lnTo>
                <a:lnTo>
                  <a:pt x="96809" y="163719"/>
                </a:lnTo>
                <a:lnTo>
                  <a:pt x="112172" y="159458"/>
                </a:lnTo>
                <a:lnTo>
                  <a:pt x="126649" y="152160"/>
                </a:lnTo>
                <a:lnTo>
                  <a:pt x="139773" y="141818"/>
                </a:lnTo>
                <a:lnTo>
                  <a:pt x="150569" y="129065"/>
                </a:lnTo>
                <a:lnTo>
                  <a:pt x="158369" y="114852"/>
                </a:lnTo>
                <a:lnTo>
                  <a:pt x="163167" y="99648"/>
                </a:lnTo>
                <a:lnTo>
                  <a:pt x="164953" y="83922"/>
                </a:lnTo>
                <a:lnTo>
                  <a:pt x="163719" y="68144"/>
                </a:lnTo>
                <a:lnTo>
                  <a:pt x="159457" y="52781"/>
                </a:lnTo>
                <a:lnTo>
                  <a:pt x="152160" y="38303"/>
                </a:lnTo>
                <a:lnTo>
                  <a:pt x="141818" y="25179"/>
                </a:lnTo>
                <a:lnTo>
                  <a:pt x="129065" y="14384"/>
                </a:lnTo>
                <a:lnTo>
                  <a:pt x="114852" y="6583"/>
                </a:lnTo>
                <a:lnTo>
                  <a:pt x="99648" y="1786"/>
                </a:lnTo>
                <a:lnTo>
                  <a:pt x="83922" y="0"/>
                </a:lnTo>
                <a:lnTo>
                  <a:pt x="68143" y="1234"/>
                </a:lnTo>
                <a:lnTo>
                  <a:pt x="52780" y="5495"/>
                </a:lnTo>
                <a:lnTo>
                  <a:pt x="38303" y="12793"/>
                </a:lnTo>
                <a:lnTo>
                  <a:pt x="25179" y="23135"/>
                </a:lnTo>
                <a:lnTo>
                  <a:pt x="14383" y="35888"/>
                </a:lnTo>
                <a:lnTo>
                  <a:pt x="6583" y="50101"/>
                </a:lnTo>
                <a:lnTo>
                  <a:pt x="1786" y="65306"/>
                </a:lnTo>
                <a:lnTo>
                  <a:pt x="0" y="81032"/>
                </a:lnTo>
                <a:lnTo>
                  <a:pt x="1234" y="96811"/>
                </a:lnTo>
                <a:lnTo>
                  <a:pt x="5495" y="112173"/>
                </a:lnTo>
                <a:lnTo>
                  <a:pt x="12793" y="126651"/>
                </a:lnTo>
                <a:lnTo>
                  <a:pt x="23135" y="139774"/>
                </a:lnTo>
                <a:lnTo>
                  <a:pt x="35888" y="150569"/>
                </a:lnTo>
                <a:lnTo>
                  <a:pt x="50101" y="158370"/>
                </a:lnTo>
                <a:close/>
                <a:moveTo>
                  <a:pt x="23565" y="81444"/>
                </a:moveTo>
                <a:lnTo>
                  <a:pt x="25744" y="66534"/>
                </a:lnTo>
                <a:lnTo>
                  <a:pt x="31744" y="52484"/>
                </a:lnTo>
                <a:lnTo>
                  <a:pt x="41550" y="40090"/>
                </a:lnTo>
                <a:lnTo>
                  <a:pt x="54280" y="30725"/>
                </a:lnTo>
                <a:lnTo>
                  <a:pt x="68531" y="25221"/>
                </a:lnTo>
                <a:lnTo>
                  <a:pt x="83510" y="23566"/>
                </a:lnTo>
                <a:lnTo>
                  <a:pt x="98421" y="25744"/>
                </a:lnTo>
                <a:lnTo>
                  <a:pt x="112470" y="31744"/>
                </a:lnTo>
                <a:lnTo>
                  <a:pt x="124864" y="41550"/>
                </a:lnTo>
                <a:lnTo>
                  <a:pt x="134230" y="54279"/>
                </a:lnTo>
                <a:lnTo>
                  <a:pt x="139733" y="68530"/>
                </a:lnTo>
                <a:lnTo>
                  <a:pt x="141389" y="83508"/>
                </a:lnTo>
                <a:lnTo>
                  <a:pt x="139209" y="98419"/>
                </a:lnTo>
                <a:lnTo>
                  <a:pt x="133210" y="112469"/>
                </a:lnTo>
                <a:lnTo>
                  <a:pt x="123403" y="124863"/>
                </a:lnTo>
                <a:lnTo>
                  <a:pt x="110673" y="134228"/>
                </a:lnTo>
                <a:lnTo>
                  <a:pt x="96422" y="139732"/>
                </a:lnTo>
                <a:lnTo>
                  <a:pt x="81444" y="141387"/>
                </a:lnTo>
                <a:lnTo>
                  <a:pt x="66534" y="139208"/>
                </a:lnTo>
                <a:lnTo>
                  <a:pt x="52484" y="133209"/>
                </a:lnTo>
                <a:lnTo>
                  <a:pt x="40090" y="123403"/>
                </a:lnTo>
                <a:lnTo>
                  <a:pt x="30724" y="110673"/>
                </a:lnTo>
                <a:lnTo>
                  <a:pt x="25220" y="96422"/>
                </a:lnTo>
                <a:lnTo>
                  <a:pt x="23565" y="814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69280CD-C701-4166-A5BA-2812D1EFC5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68608b8124f96"/>
          <a:stretch xmlns:a="http://schemas.openxmlformats.org/drawingml/2006/main"/>
        </p:blipFill>
        <p:spPr>
          <a:xfrm xmlns:a="http://schemas.openxmlformats.org/drawingml/2006/main">
            <a:off x="10102278" y="1412519"/>
            <a:ext cx="1543050" cy="1590675"/>
          </a:xfrm>
          <a:prstGeom xmlns:a="http://schemas.openxmlformats.org/drawingml/2006/main" prst="rect">
            <a:avLst/>
          </a:prstGeom>
        </p:spPr>
      </p:pic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A4DA45A4-1CB5-4CFD-B275-5FB16FFC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909" y="1975690"/>
            <a:ext cx="620099" cy="222731"/>
          </a:xfrm>
          <a:custGeom xmlns:a="http://schemas.openxmlformats.org/drawingml/2006/main">
            <a:pathLst>
              <a:path w="620099" h="222731">
                <a:moveTo>
                  <a:pt x="3661" y="11201"/>
                </a:moveTo>
                <a:lnTo>
                  <a:pt x="0" y="22401"/>
                </a:lnTo>
                <a:lnTo>
                  <a:pt x="21884" y="29556"/>
                </a:lnTo>
                <a:lnTo>
                  <a:pt x="25546" y="18355"/>
                </a:lnTo>
                <a:lnTo>
                  <a:pt x="29208" y="7155"/>
                </a:lnTo>
                <a:lnTo>
                  <a:pt x="7324" y="0"/>
                </a:lnTo>
                <a:lnTo>
                  <a:pt x="3661" y="11201"/>
                </a:lnTo>
                <a:moveTo>
                  <a:pt x="69316" y="32665"/>
                </a:moveTo>
                <a:lnTo>
                  <a:pt x="65655" y="43865"/>
                </a:lnTo>
                <a:lnTo>
                  <a:pt x="109423" y="58175"/>
                </a:lnTo>
                <a:lnTo>
                  <a:pt x="113086" y="46974"/>
                </a:lnTo>
                <a:lnTo>
                  <a:pt x="116747" y="35774"/>
                </a:lnTo>
                <a:lnTo>
                  <a:pt x="72978" y="21464"/>
                </a:lnTo>
                <a:lnTo>
                  <a:pt x="69316" y="32665"/>
                </a:lnTo>
                <a:moveTo>
                  <a:pt x="156855" y="61284"/>
                </a:moveTo>
                <a:lnTo>
                  <a:pt x="153194" y="72484"/>
                </a:lnTo>
                <a:lnTo>
                  <a:pt x="196963" y="86794"/>
                </a:lnTo>
                <a:lnTo>
                  <a:pt x="200625" y="75593"/>
                </a:lnTo>
                <a:lnTo>
                  <a:pt x="204286" y="64393"/>
                </a:lnTo>
                <a:lnTo>
                  <a:pt x="160517" y="50083"/>
                </a:lnTo>
                <a:lnTo>
                  <a:pt x="156855" y="61284"/>
                </a:lnTo>
                <a:moveTo>
                  <a:pt x="244395" y="89903"/>
                </a:moveTo>
                <a:lnTo>
                  <a:pt x="240733" y="101103"/>
                </a:lnTo>
                <a:lnTo>
                  <a:pt x="284503" y="115413"/>
                </a:lnTo>
                <a:lnTo>
                  <a:pt x="288164" y="104212"/>
                </a:lnTo>
                <a:lnTo>
                  <a:pt x="291827" y="93012"/>
                </a:lnTo>
                <a:lnTo>
                  <a:pt x="248056" y="78702"/>
                </a:lnTo>
                <a:lnTo>
                  <a:pt x="244395" y="89903"/>
                </a:lnTo>
                <a:moveTo>
                  <a:pt x="331934" y="118522"/>
                </a:moveTo>
                <a:lnTo>
                  <a:pt x="328272" y="129722"/>
                </a:lnTo>
                <a:lnTo>
                  <a:pt x="372042" y="144032"/>
                </a:lnTo>
                <a:lnTo>
                  <a:pt x="375703" y="132831"/>
                </a:lnTo>
                <a:lnTo>
                  <a:pt x="379366" y="121631"/>
                </a:lnTo>
                <a:lnTo>
                  <a:pt x="335596" y="107321"/>
                </a:lnTo>
                <a:lnTo>
                  <a:pt x="331934" y="118522"/>
                </a:lnTo>
                <a:moveTo>
                  <a:pt x="419473" y="147141"/>
                </a:moveTo>
                <a:lnTo>
                  <a:pt x="415812" y="158341"/>
                </a:lnTo>
                <a:lnTo>
                  <a:pt x="459581" y="172651"/>
                </a:lnTo>
                <a:lnTo>
                  <a:pt x="463244" y="161447"/>
                </a:lnTo>
                <a:lnTo>
                  <a:pt x="466905" y="150247"/>
                </a:lnTo>
                <a:lnTo>
                  <a:pt x="423136" y="135937"/>
                </a:lnTo>
                <a:lnTo>
                  <a:pt x="419473" y="147141"/>
                </a:lnTo>
                <a:moveTo>
                  <a:pt x="507013" y="175757"/>
                </a:moveTo>
                <a:lnTo>
                  <a:pt x="503351" y="186960"/>
                </a:lnTo>
                <a:lnTo>
                  <a:pt x="547120" y="201267"/>
                </a:lnTo>
                <a:lnTo>
                  <a:pt x="550783" y="190066"/>
                </a:lnTo>
                <a:lnTo>
                  <a:pt x="554444" y="178866"/>
                </a:lnTo>
                <a:lnTo>
                  <a:pt x="510675" y="164556"/>
                </a:lnTo>
                <a:lnTo>
                  <a:pt x="507013" y="175757"/>
                </a:lnTo>
                <a:moveTo>
                  <a:pt x="594553" y="204376"/>
                </a:moveTo>
                <a:lnTo>
                  <a:pt x="590890" y="215576"/>
                </a:lnTo>
                <a:lnTo>
                  <a:pt x="612775" y="222731"/>
                </a:lnTo>
                <a:lnTo>
                  <a:pt x="616437" y="211530"/>
                </a:lnTo>
                <a:lnTo>
                  <a:pt x="620099" y="200330"/>
                </a:lnTo>
                <a:lnTo>
                  <a:pt x="598214" y="193175"/>
                </a:lnTo>
                <a:lnTo>
                  <a:pt x="594553" y="204376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26C7182C-BB32-4790-BF78-3C13D0FC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236" y="1974682"/>
            <a:ext cx="406889" cy="171075"/>
          </a:xfrm>
          <a:custGeom xmlns:a="http://schemas.openxmlformats.org/drawingml/2006/main">
            <a:pathLst>
              <a:path w="406889" h="171075">
                <a:moveTo>
                  <a:pt x="406889" y="143024"/>
                </a:moveTo>
                <a:lnTo>
                  <a:pt x="316022" y="41739"/>
                </a:lnTo>
                <a:lnTo>
                  <a:pt x="273740" y="171075"/>
                </a:lnTo>
                <a:lnTo>
                  <a:pt x="406889" y="143024"/>
                </a:lnTo>
                <a:moveTo>
                  <a:pt x="3661" y="11201"/>
                </a:moveTo>
                <a:lnTo>
                  <a:pt x="0" y="22401"/>
                </a:lnTo>
                <a:lnTo>
                  <a:pt x="302421" y="121270"/>
                </a:lnTo>
                <a:lnTo>
                  <a:pt x="306082" y="110069"/>
                </a:lnTo>
                <a:lnTo>
                  <a:pt x="309743" y="98866"/>
                </a:lnTo>
                <a:lnTo>
                  <a:pt x="7324" y="0"/>
                </a:lnTo>
                <a:lnTo>
                  <a:pt x="3661" y="11201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0DBAEE2B-69E5-4260-A801-047E582D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8267" y="2095501"/>
            <a:ext cx="186960" cy="186960"/>
          </a:xfrm>
          <a:custGeom xmlns:a="http://schemas.openxmlformats.org/drawingml/2006/main">
            <a:pathLst>
              <a:path w="186960" h="186960">
                <a:moveTo>
                  <a:pt x="16816" y="123927"/>
                </a:moveTo>
                <a:cubicBezTo>
                  <a:pt x="0" y="81587"/>
                  <a:pt x="20692" y="33630"/>
                  <a:pt x="63031" y="16814"/>
                </a:cubicBezTo>
                <a:cubicBezTo>
                  <a:pt x="105372" y="0"/>
                  <a:pt x="153327" y="20689"/>
                  <a:pt x="170144" y="63030"/>
                </a:cubicBezTo>
                <a:cubicBezTo>
                  <a:pt x="186960" y="105371"/>
                  <a:pt x="166268" y="153327"/>
                  <a:pt x="123927" y="170144"/>
                </a:cubicBezTo>
                <a:cubicBezTo>
                  <a:pt x="81588" y="186960"/>
                  <a:pt x="33632" y="166268"/>
                  <a:pt x="16816" y="123927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B3221C75-EF12-4C5B-935F-F6291D36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9255" y="2106487"/>
            <a:ext cx="164983" cy="164982"/>
          </a:xfrm>
          <a:custGeom xmlns:a="http://schemas.openxmlformats.org/drawingml/2006/main">
            <a:pathLst>
              <a:path w="164983" h="164982">
                <a:moveTo>
                  <a:pt x="23704" y="140387"/>
                </a:moveTo>
                <a:lnTo>
                  <a:pt x="35945" y="150602"/>
                </a:lnTo>
                <a:lnTo>
                  <a:pt x="49812" y="158230"/>
                </a:lnTo>
                <a:lnTo>
                  <a:pt x="64877" y="163086"/>
                </a:lnTo>
                <a:lnTo>
                  <a:pt x="80706" y="164982"/>
                </a:lnTo>
                <a:lnTo>
                  <a:pt x="96871" y="163733"/>
                </a:lnTo>
                <a:lnTo>
                  <a:pt x="112940" y="159154"/>
                </a:lnTo>
                <a:lnTo>
                  <a:pt x="127772" y="151461"/>
                </a:lnTo>
                <a:lnTo>
                  <a:pt x="140388" y="141278"/>
                </a:lnTo>
                <a:lnTo>
                  <a:pt x="150603" y="129038"/>
                </a:lnTo>
                <a:lnTo>
                  <a:pt x="158231" y="115171"/>
                </a:lnTo>
                <a:lnTo>
                  <a:pt x="163086" y="100107"/>
                </a:lnTo>
                <a:lnTo>
                  <a:pt x="164983" y="84277"/>
                </a:lnTo>
                <a:lnTo>
                  <a:pt x="163734" y="68113"/>
                </a:lnTo>
                <a:lnTo>
                  <a:pt x="159156" y="52044"/>
                </a:lnTo>
                <a:lnTo>
                  <a:pt x="151462" y="37212"/>
                </a:lnTo>
                <a:lnTo>
                  <a:pt x="141279" y="24595"/>
                </a:lnTo>
                <a:lnTo>
                  <a:pt x="129039" y="14380"/>
                </a:lnTo>
                <a:lnTo>
                  <a:pt x="115171" y="6751"/>
                </a:lnTo>
                <a:lnTo>
                  <a:pt x="100107" y="1896"/>
                </a:lnTo>
                <a:lnTo>
                  <a:pt x="84278" y="0"/>
                </a:lnTo>
                <a:lnTo>
                  <a:pt x="68113" y="1248"/>
                </a:lnTo>
                <a:lnTo>
                  <a:pt x="52044" y="5827"/>
                </a:lnTo>
                <a:lnTo>
                  <a:pt x="37212" y="13521"/>
                </a:lnTo>
                <a:lnTo>
                  <a:pt x="24595" y="23704"/>
                </a:lnTo>
                <a:lnTo>
                  <a:pt x="14380" y="35944"/>
                </a:lnTo>
                <a:lnTo>
                  <a:pt x="6751" y="49811"/>
                </a:lnTo>
                <a:lnTo>
                  <a:pt x="1896" y="64875"/>
                </a:lnTo>
                <a:lnTo>
                  <a:pt x="0" y="80705"/>
                </a:lnTo>
                <a:lnTo>
                  <a:pt x="1248" y="96869"/>
                </a:lnTo>
                <a:lnTo>
                  <a:pt x="5827" y="112938"/>
                </a:lnTo>
                <a:lnTo>
                  <a:pt x="13521" y="127770"/>
                </a:lnTo>
                <a:lnTo>
                  <a:pt x="23704" y="140387"/>
                </a:lnTo>
                <a:close/>
                <a:moveTo>
                  <a:pt x="28392" y="59150"/>
                </a:moveTo>
                <a:lnTo>
                  <a:pt x="36074" y="46186"/>
                </a:lnTo>
                <a:lnTo>
                  <a:pt x="46963" y="35470"/>
                </a:lnTo>
                <a:lnTo>
                  <a:pt x="60744" y="27732"/>
                </a:lnTo>
                <a:lnTo>
                  <a:pt x="76078" y="23907"/>
                </a:lnTo>
                <a:lnTo>
                  <a:pt x="91352" y="24232"/>
                </a:lnTo>
                <a:lnTo>
                  <a:pt x="105835" y="28392"/>
                </a:lnTo>
                <a:lnTo>
                  <a:pt x="118799" y="36074"/>
                </a:lnTo>
                <a:lnTo>
                  <a:pt x="129514" y="46962"/>
                </a:lnTo>
                <a:lnTo>
                  <a:pt x="137252" y="60743"/>
                </a:lnTo>
                <a:lnTo>
                  <a:pt x="141078" y="76077"/>
                </a:lnTo>
                <a:lnTo>
                  <a:pt x="140753" y="91351"/>
                </a:lnTo>
                <a:lnTo>
                  <a:pt x="136592" y="105834"/>
                </a:lnTo>
                <a:lnTo>
                  <a:pt x="128910" y="118799"/>
                </a:lnTo>
                <a:lnTo>
                  <a:pt x="118021" y="129515"/>
                </a:lnTo>
                <a:lnTo>
                  <a:pt x="104240" y="137253"/>
                </a:lnTo>
                <a:lnTo>
                  <a:pt x="88906" y="141078"/>
                </a:lnTo>
                <a:lnTo>
                  <a:pt x="73633" y="140753"/>
                </a:lnTo>
                <a:lnTo>
                  <a:pt x="59150" y="136592"/>
                </a:lnTo>
                <a:lnTo>
                  <a:pt x="46186" y="128910"/>
                </a:lnTo>
                <a:lnTo>
                  <a:pt x="35470" y="118022"/>
                </a:lnTo>
                <a:lnTo>
                  <a:pt x="27732" y="104242"/>
                </a:lnTo>
                <a:lnTo>
                  <a:pt x="23906" y="88908"/>
                </a:lnTo>
                <a:lnTo>
                  <a:pt x="24231" y="73634"/>
                </a:lnTo>
                <a:lnTo>
                  <a:pt x="28392" y="591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CC68BA68-5528-48E8-BB77-9C2244B8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265" y="1911073"/>
            <a:ext cx="164978" cy="164979"/>
          </a:xfrm>
          <a:custGeom xmlns:a="http://schemas.openxmlformats.org/drawingml/2006/main">
            <a:pathLst>
              <a:path w="164978" h="164979">
                <a:moveTo>
                  <a:pt x="82488" y="0"/>
                </a:moveTo>
                <a:cubicBezTo>
                  <a:pt x="128046" y="0"/>
                  <a:pt x="164978" y="36932"/>
                  <a:pt x="164978" y="82490"/>
                </a:cubicBezTo>
                <a:cubicBezTo>
                  <a:pt x="164978" y="128047"/>
                  <a:pt x="128046" y="164979"/>
                  <a:pt x="82488" y="164979"/>
                </a:cubicBezTo>
                <a:cubicBezTo>
                  <a:pt x="36931" y="164979"/>
                  <a:pt x="0" y="128047"/>
                  <a:pt x="0" y="82490"/>
                </a:cubicBezTo>
                <a:cubicBezTo>
                  <a:pt x="0" y="36932"/>
                  <a:pt x="36931" y="0"/>
                  <a:pt x="82488" y="0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EE0A902E-53EC-46C2-A606-27FF2F58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265" y="1911076"/>
            <a:ext cx="164978" cy="164976"/>
          </a:xfrm>
          <a:custGeom xmlns:a="http://schemas.openxmlformats.org/drawingml/2006/main">
            <a:pathLst>
              <a:path w="164978" h="164976">
                <a:moveTo>
                  <a:pt x="50380" y="6482"/>
                </a:moveTo>
                <a:lnTo>
                  <a:pt x="36368" y="14087"/>
                </a:lnTo>
                <a:lnTo>
                  <a:pt x="24160" y="24160"/>
                </a:lnTo>
                <a:lnTo>
                  <a:pt x="14088" y="36368"/>
                </a:lnTo>
                <a:lnTo>
                  <a:pt x="6482" y="50380"/>
                </a:lnTo>
                <a:lnTo>
                  <a:pt x="1676" y="65864"/>
                </a:lnTo>
                <a:lnTo>
                  <a:pt x="0" y="82490"/>
                </a:lnTo>
                <a:lnTo>
                  <a:pt x="1676" y="99114"/>
                </a:lnTo>
                <a:lnTo>
                  <a:pt x="6482" y="114598"/>
                </a:lnTo>
                <a:lnTo>
                  <a:pt x="14088" y="128609"/>
                </a:lnTo>
                <a:lnTo>
                  <a:pt x="24160" y="140817"/>
                </a:lnTo>
                <a:lnTo>
                  <a:pt x="36368" y="150889"/>
                </a:lnTo>
                <a:lnTo>
                  <a:pt x="50380" y="158494"/>
                </a:lnTo>
                <a:lnTo>
                  <a:pt x="65864" y="163301"/>
                </a:lnTo>
                <a:lnTo>
                  <a:pt x="82488" y="164976"/>
                </a:lnTo>
                <a:lnTo>
                  <a:pt x="99113" y="163301"/>
                </a:lnTo>
                <a:lnTo>
                  <a:pt x="114597" y="158494"/>
                </a:lnTo>
                <a:lnTo>
                  <a:pt x="128609" y="150889"/>
                </a:lnTo>
                <a:lnTo>
                  <a:pt x="140817" y="140817"/>
                </a:lnTo>
                <a:lnTo>
                  <a:pt x="150890" y="128609"/>
                </a:lnTo>
                <a:lnTo>
                  <a:pt x="158495" y="114598"/>
                </a:lnTo>
                <a:lnTo>
                  <a:pt x="163302" y="99114"/>
                </a:lnTo>
                <a:lnTo>
                  <a:pt x="164978" y="82490"/>
                </a:lnTo>
                <a:lnTo>
                  <a:pt x="163302" y="65864"/>
                </a:lnTo>
                <a:lnTo>
                  <a:pt x="158495" y="50380"/>
                </a:lnTo>
                <a:lnTo>
                  <a:pt x="150890" y="36368"/>
                </a:lnTo>
                <a:lnTo>
                  <a:pt x="140817" y="24160"/>
                </a:lnTo>
                <a:lnTo>
                  <a:pt x="128609" y="14087"/>
                </a:lnTo>
                <a:lnTo>
                  <a:pt x="114597" y="6482"/>
                </a:lnTo>
                <a:lnTo>
                  <a:pt x="99113" y="1676"/>
                </a:lnTo>
                <a:lnTo>
                  <a:pt x="82488" y="0"/>
                </a:lnTo>
                <a:lnTo>
                  <a:pt x="65864" y="1676"/>
                </a:lnTo>
                <a:lnTo>
                  <a:pt x="50380" y="6482"/>
                </a:lnTo>
                <a:close/>
                <a:moveTo>
                  <a:pt x="124152" y="40824"/>
                </a:moveTo>
                <a:lnTo>
                  <a:pt x="133365" y="52749"/>
                </a:lnTo>
                <a:lnTo>
                  <a:pt x="139305" y="66824"/>
                </a:lnTo>
                <a:lnTo>
                  <a:pt x="141410" y="82487"/>
                </a:lnTo>
                <a:lnTo>
                  <a:pt x="139305" y="98151"/>
                </a:lnTo>
                <a:lnTo>
                  <a:pt x="133365" y="112226"/>
                </a:lnTo>
                <a:lnTo>
                  <a:pt x="124152" y="124151"/>
                </a:lnTo>
                <a:lnTo>
                  <a:pt x="112227" y="133364"/>
                </a:lnTo>
                <a:lnTo>
                  <a:pt x="98152" y="139304"/>
                </a:lnTo>
                <a:lnTo>
                  <a:pt x="82488" y="141408"/>
                </a:lnTo>
                <a:lnTo>
                  <a:pt x="66825" y="139304"/>
                </a:lnTo>
                <a:lnTo>
                  <a:pt x="52750" y="133364"/>
                </a:lnTo>
                <a:lnTo>
                  <a:pt x="40826" y="124151"/>
                </a:lnTo>
                <a:lnTo>
                  <a:pt x="31613" y="112226"/>
                </a:lnTo>
                <a:lnTo>
                  <a:pt x="25673" y="98151"/>
                </a:lnTo>
                <a:lnTo>
                  <a:pt x="23568" y="82487"/>
                </a:lnTo>
                <a:lnTo>
                  <a:pt x="25673" y="66824"/>
                </a:lnTo>
                <a:lnTo>
                  <a:pt x="31613" y="52749"/>
                </a:lnTo>
                <a:lnTo>
                  <a:pt x="40826" y="40824"/>
                </a:lnTo>
                <a:lnTo>
                  <a:pt x="52750" y="31610"/>
                </a:lnTo>
                <a:lnTo>
                  <a:pt x="66825" y="25670"/>
                </a:lnTo>
                <a:lnTo>
                  <a:pt x="82488" y="23565"/>
                </a:lnTo>
                <a:lnTo>
                  <a:pt x="98152" y="25670"/>
                </a:lnTo>
                <a:lnTo>
                  <a:pt x="112227" y="31610"/>
                </a:lnTo>
                <a:lnTo>
                  <a:pt x="124152" y="408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023E7E2C-D044-4372-888D-E6FABFE3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588" y="2387243"/>
            <a:ext cx="5755414" cy="670223"/>
          </a:xfrm>
          <a:custGeom xmlns:a="http://schemas.openxmlformats.org/drawingml/2006/main">
            <a:pathLst>
              <a:path w="5755414" h="670223">
                <a:moveTo>
                  <a:pt x="0" y="0"/>
                </a:moveTo>
                <a:lnTo>
                  <a:pt x="5755414" y="0"/>
                </a:lnTo>
                <a:lnTo>
                  <a:pt x="5755414" y="670223"/>
                </a:lnTo>
                <a:lnTo>
                  <a:pt x="0" y="67022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1F215DB7-2E2F-404A-8858-BEFA1ED3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922" y="30552"/>
            <a:ext cx="6133079" cy="404263"/>
          </a:xfrm>
          <a:custGeom xmlns:a="http://schemas.openxmlformats.org/drawingml/2006/main">
            <a:pathLst>
              <a:path w="6133079" h="404263">
                <a:moveTo>
                  <a:pt x="0" y="0"/>
                </a:moveTo>
                <a:lnTo>
                  <a:pt x="6133079" y="0"/>
                </a:lnTo>
                <a:lnTo>
                  <a:pt x="6133079" y="404263"/>
                </a:lnTo>
                <a:lnTo>
                  <a:pt x="0" y="40426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6411DAE6-91B3-4F92-9077-BF7805D8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749" y="30552"/>
            <a:ext cx="563839" cy="2909622"/>
          </a:xfrm>
          <a:custGeom xmlns:a="http://schemas.openxmlformats.org/drawingml/2006/main">
            <a:pathLst>
              <a:path w="563839" h="2909622">
                <a:moveTo>
                  <a:pt x="0" y="0"/>
                </a:moveTo>
                <a:lnTo>
                  <a:pt x="563839" y="0"/>
                </a:lnTo>
                <a:lnTo>
                  <a:pt x="563839" y="2909622"/>
                </a:lnTo>
                <a:lnTo>
                  <a:pt x="0" y="290962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989E153D-7764-4D27-AFFA-25FD599D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2678" y="30552"/>
            <a:ext cx="329792" cy="2909622"/>
          </a:xfrm>
          <a:custGeom xmlns:a="http://schemas.openxmlformats.org/drawingml/2006/main">
            <a:pathLst>
              <a:path w="329792" h="2909622">
                <a:moveTo>
                  <a:pt x="0" y="0"/>
                </a:moveTo>
                <a:lnTo>
                  <a:pt x="329792" y="0"/>
                </a:lnTo>
                <a:lnTo>
                  <a:pt x="329792" y="2909622"/>
                </a:lnTo>
                <a:lnTo>
                  <a:pt x="0" y="290962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183A3425-346B-4FDA-BC9A-C39EA9BC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657" y="2534089"/>
            <a:ext cx="1369039" cy="303361"/>
          </a:xfrm>
          <a:custGeom xmlns:a="http://schemas.openxmlformats.org/drawingml/2006/main">
            <a:pathLst>
              <a:path w="1369039" h="303361">
                <a:moveTo>
                  <a:pt x="206120" y="0"/>
                </a:moveTo>
                <a:lnTo>
                  <a:pt x="187338" y="76462"/>
                </a:lnTo>
                <a:lnTo>
                  <a:pt x="181851" y="76462"/>
                </a:lnTo>
                <a:cubicBezTo>
                  <a:pt x="180633" y="64495"/>
                  <a:pt x="178472" y="54910"/>
                  <a:pt x="175369" y="47707"/>
                </a:cubicBezTo>
                <a:cubicBezTo>
                  <a:pt x="170714" y="37290"/>
                  <a:pt x="164509" y="29255"/>
                  <a:pt x="156751" y="23602"/>
                </a:cubicBezTo>
                <a:cubicBezTo>
                  <a:pt x="149105" y="17952"/>
                  <a:pt x="140794" y="15124"/>
                  <a:pt x="131818" y="15124"/>
                </a:cubicBezTo>
                <a:cubicBezTo>
                  <a:pt x="123174" y="15124"/>
                  <a:pt x="115583" y="18449"/>
                  <a:pt x="109044" y="25098"/>
                </a:cubicBezTo>
                <a:cubicBezTo>
                  <a:pt x="102617" y="31637"/>
                  <a:pt x="99404" y="39061"/>
                  <a:pt x="99404" y="47372"/>
                </a:cubicBezTo>
                <a:cubicBezTo>
                  <a:pt x="99404" y="55574"/>
                  <a:pt x="101620" y="63663"/>
                  <a:pt x="106052" y="71641"/>
                </a:cubicBezTo>
                <a:cubicBezTo>
                  <a:pt x="110596" y="79511"/>
                  <a:pt x="121234" y="91422"/>
                  <a:pt x="137969" y="107381"/>
                </a:cubicBezTo>
                <a:cubicBezTo>
                  <a:pt x="151377" y="120126"/>
                  <a:pt x="160353" y="131096"/>
                  <a:pt x="164897" y="140292"/>
                </a:cubicBezTo>
                <a:cubicBezTo>
                  <a:pt x="169550" y="149491"/>
                  <a:pt x="171878" y="159465"/>
                  <a:pt x="171878" y="170215"/>
                </a:cubicBezTo>
                <a:cubicBezTo>
                  <a:pt x="171878" y="182292"/>
                  <a:pt x="168664" y="193431"/>
                  <a:pt x="162237" y="203626"/>
                </a:cubicBezTo>
                <a:cubicBezTo>
                  <a:pt x="155810" y="213822"/>
                  <a:pt x="146445" y="221743"/>
                  <a:pt x="134144" y="227396"/>
                </a:cubicBezTo>
                <a:cubicBezTo>
                  <a:pt x="121954" y="232938"/>
                  <a:pt x="108103" y="235706"/>
                  <a:pt x="92589" y="235706"/>
                </a:cubicBezTo>
                <a:cubicBezTo>
                  <a:pt x="83057" y="235706"/>
                  <a:pt x="71035" y="234267"/>
                  <a:pt x="56517" y="231385"/>
                </a:cubicBezTo>
                <a:cubicBezTo>
                  <a:pt x="42111" y="228614"/>
                  <a:pt x="32526" y="227231"/>
                  <a:pt x="27760" y="227231"/>
                </a:cubicBezTo>
                <a:cubicBezTo>
                  <a:pt x="23993" y="227231"/>
                  <a:pt x="20612" y="227839"/>
                  <a:pt x="17620" y="229059"/>
                </a:cubicBezTo>
                <a:cubicBezTo>
                  <a:pt x="14627" y="230167"/>
                  <a:pt x="10915" y="232381"/>
                  <a:pt x="6483" y="235706"/>
                </a:cubicBezTo>
                <a:lnTo>
                  <a:pt x="0" y="235706"/>
                </a:lnTo>
                <a:lnTo>
                  <a:pt x="20114" y="149770"/>
                </a:lnTo>
                <a:lnTo>
                  <a:pt x="26430" y="149770"/>
                </a:lnTo>
                <a:cubicBezTo>
                  <a:pt x="27871" y="164840"/>
                  <a:pt x="30919" y="177693"/>
                  <a:pt x="35572" y="188331"/>
                </a:cubicBezTo>
                <a:cubicBezTo>
                  <a:pt x="40227" y="198859"/>
                  <a:pt x="46876" y="207115"/>
                  <a:pt x="55520" y="213100"/>
                </a:cubicBezTo>
                <a:cubicBezTo>
                  <a:pt x="64164" y="218975"/>
                  <a:pt x="74026" y="221910"/>
                  <a:pt x="85109" y="221910"/>
                </a:cubicBezTo>
                <a:cubicBezTo>
                  <a:pt x="96079" y="221910"/>
                  <a:pt x="105221" y="218308"/>
                  <a:pt x="112535" y="211105"/>
                </a:cubicBezTo>
                <a:cubicBezTo>
                  <a:pt x="119960" y="203791"/>
                  <a:pt x="123672" y="195259"/>
                  <a:pt x="123672" y="185506"/>
                </a:cubicBezTo>
                <a:cubicBezTo>
                  <a:pt x="123672" y="177196"/>
                  <a:pt x="121567" y="169218"/>
                  <a:pt x="117356" y="161569"/>
                </a:cubicBezTo>
                <a:cubicBezTo>
                  <a:pt x="113255" y="153923"/>
                  <a:pt x="103781" y="142788"/>
                  <a:pt x="88932" y="128158"/>
                </a:cubicBezTo>
                <a:cubicBezTo>
                  <a:pt x="74192" y="113530"/>
                  <a:pt x="63998" y="100456"/>
                  <a:pt x="58345" y="88929"/>
                </a:cubicBezTo>
                <a:cubicBezTo>
                  <a:pt x="54245" y="80397"/>
                  <a:pt x="52196" y="71309"/>
                  <a:pt x="52196" y="61670"/>
                </a:cubicBezTo>
                <a:cubicBezTo>
                  <a:pt x="52196" y="44936"/>
                  <a:pt x="58790" y="30473"/>
                  <a:pt x="71976" y="18284"/>
                </a:cubicBezTo>
                <a:cubicBezTo>
                  <a:pt x="85164" y="6093"/>
                  <a:pt x="102395" y="0"/>
                  <a:pt x="123672" y="0"/>
                </a:cubicBezTo>
                <a:cubicBezTo>
                  <a:pt x="133314" y="0"/>
                  <a:pt x="146002" y="2161"/>
                  <a:pt x="161738" y="6482"/>
                </a:cubicBezTo>
                <a:cubicBezTo>
                  <a:pt x="170936" y="9031"/>
                  <a:pt x="177419" y="10303"/>
                  <a:pt x="181187" y="10303"/>
                </a:cubicBezTo>
                <a:cubicBezTo>
                  <a:pt x="184401" y="10303"/>
                  <a:pt x="187282" y="9639"/>
                  <a:pt x="189831" y="8310"/>
                </a:cubicBezTo>
                <a:cubicBezTo>
                  <a:pt x="192379" y="6868"/>
                  <a:pt x="195371" y="4100"/>
                  <a:pt x="198807" y="0"/>
                </a:cubicBezTo>
                <a:lnTo>
                  <a:pt x="206120" y="0"/>
                </a:lnTo>
                <a:moveTo>
                  <a:pt x="287405" y="76462"/>
                </a:moveTo>
                <a:lnTo>
                  <a:pt x="255157" y="189495"/>
                </a:lnTo>
                <a:cubicBezTo>
                  <a:pt x="253606" y="194705"/>
                  <a:pt x="252831" y="198305"/>
                  <a:pt x="252831" y="200301"/>
                </a:cubicBezTo>
                <a:cubicBezTo>
                  <a:pt x="252831" y="201298"/>
                  <a:pt x="253218" y="202073"/>
                  <a:pt x="253993" y="202630"/>
                </a:cubicBezTo>
                <a:cubicBezTo>
                  <a:pt x="254880" y="203515"/>
                  <a:pt x="255934" y="203958"/>
                  <a:pt x="257152" y="203958"/>
                </a:cubicBezTo>
                <a:cubicBezTo>
                  <a:pt x="262250" y="203958"/>
                  <a:pt x="269065" y="199416"/>
                  <a:pt x="277598" y="190327"/>
                </a:cubicBezTo>
                <a:cubicBezTo>
                  <a:pt x="289788" y="177139"/>
                  <a:pt x="302587" y="158191"/>
                  <a:pt x="315997" y="133478"/>
                </a:cubicBezTo>
                <a:lnTo>
                  <a:pt x="331122" y="82612"/>
                </a:lnTo>
                <a:lnTo>
                  <a:pt x="373178" y="81118"/>
                </a:lnTo>
                <a:lnTo>
                  <a:pt x="341263" y="190827"/>
                </a:lnTo>
                <a:cubicBezTo>
                  <a:pt x="338602" y="200134"/>
                  <a:pt x="337273" y="205455"/>
                  <a:pt x="337273" y="206783"/>
                </a:cubicBezTo>
                <a:cubicBezTo>
                  <a:pt x="337273" y="207669"/>
                  <a:pt x="337661" y="208612"/>
                  <a:pt x="338436" y="209611"/>
                </a:cubicBezTo>
                <a:cubicBezTo>
                  <a:pt x="339323" y="210497"/>
                  <a:pt x="340209" y="210940"/>
                  <a:pt x="341096" y="210940"/>
                </a:cubicBezTo>
                <a:cubicBezTo>
                  <a:pt x="342648" y="210940"/>
                  <a:pt x="344144" y="210275"/>
                  <a:pt x="345584" y="208944"/>
                </a:cubicBezTo>
                <a:cubicBezTo>
                  <a:pt x="349574" y="205730"/>
                  <a:pt x="354838" y="199248"/>
                  <a:pt x="361375" y="189495"/>
                </a:cubicBezTo>
                <a:lnTo>
                  <a:pt x="367028" y="193485"/>
                </a:lnTo>
                <a:cubicBezTo>
                  <a:pt x="351624" y="221300"/>
                  <a:pt x="334669" y="235209"/>
                  <a:pt x="316163" y="235209"/>
                </a:cubicBezTo>
                <a:cubicBezTo>
                  <a:pt x="309292" y="235209"/>
                  <a:pt x="303862" y="233491"/>
                  <a:pt x="299872" y="230056"/>
                </a:cubicBezTo>
                <a:cubicBezTo>
                  <a:pt x="295993" y="226510"/>
                  <a:pt x="294054" y="221910"/>
                  <a:pt x="294054" y="216258"/>
                </a:cubicBezTo>
                <a:cubicBezTo>
                  <a:pt x="294054" y="210275"/>
                  <a:pt x="295440" y="202683"/>
                  <a:pt x="298211" y="193485"/>
                </a:cubicBezTo>
                <a:lnTo>
                  <a:pt x="306355" y="165394"/>
                </a:lnTo>
                <a:cubicBezTo>
                  <a:pt x="291949" y="186338"/>
                  <a:pt x="281476" y="200466"/>
                  <a:pt x="274938" y="207783"/>
                </a:cubicBezTo>
                <a:cubicBezTo>
                  <a:pt x="264965" y="218753"/>
                  <a:pt x="256543" y="226067"/>
                  <a:pt x="249672" y="229724"/>
                </a:cubicBezTo>
                <a:cubicBezTo>
                  <a:pt x="242912" y="233381"/>
                  <a:pt x="236429" y="235209"/>
                  <a:pt x="230224" y="235209"/>
                </a:cubicBezTo>
                <a:cubicBezTo>
                  <a:pt x="224351" y="235209"/>
                  <a:pt x="219253" y="233049"/>
                  <a:pt x="214930" y="228724"/>
                </a:cubicBezTo>
                <a:cubicBezTo>
                  <a:pt x="210720" y="224403"/>
                  <a:pt x="208615" y="218918"/>
                  <a:pt x="208615" y="212269"/>
                </a:cubicBezTo>
                <a:cubicBezTo>
                  <a:pt x="208615" y="206619"/>
                  <a:pt x="209999" y="199027"/>
                  <a:pt x="212770" y="189495"/>
                </a:cubicBezTo>
                <a:lnTo>
                  <a:pt x="231554" y="123005"/>
                </a:lnTo>
                <a:cubicBezTo>
                  <a:pt x="234656" y="112145"/>
                  <a:pt x="236207" y="104831"/>
                  <a:pt x="236207" y="101064"/>
                </a:cubicBezTo>
                <a:cubicBezTo>
                  <a:pt x="236207" y="99403"/>
                  <a:pt x="235764" y="97960"/>
                  <a:pt x="234878" y="96742"/>
                </a:cubicBezTo>
                <a:cubicBezTo>
                  <a:pt x="233991" y="95414"/>
                  <a:pt x="232495" y="94414"/>
                  <a:pt x="230390" y="93750"/>
                </a:cubicBezTo>
                <a:cubicBezTo>
                  <a:pt x="228395" y="92975"/>
                  <a:pt x="224628" y="92586"/>
                  <a:pt x="219087" y="92586"/>
                </a:cubicBezTo>
                <a:lnTo>
                  <a:pt x="220749" y="86271"/>
                </a:lnTo>
                <a:lnTo>
                  <a:pt x="277432" y="76462"/>
                </a:lnTo>
                <a:lnTo>
                  <a:pt x="287405" y="76462"/>
                </a:lnTo>
                <a:moveTo>
                  <a:pt x="407088" y="85772"/>
                </a:moveTo>
                <a:lnTo>
                  <a:pt x="462109" y="76462"/>
                </a:lnTo>
                <a:lnTo>
                  <a:pt x="472082" y="76462"/>
                </a:lnTo>
                <a:lnTo>
                  <a:pt x="464602" y="103556"/>
                </a:lnTo>
                <a:cubicBezTo>
                  <a:pt x="476239" y="92918"/>
                  <a:pt x="485768" y="85772"/>
                  <a:pt x="493193" y="82115"/>
                </a:cubicBezTo>
                <a:cubicBezTo>
                  <a:pt x="500617" y="78347"/>
                  <a:pt x="507988" y="76462"/>
                  <a:pt x="515302" y="76462"/>
                </a:cubicBezTo>
                <a:cubicBezTo>
                  <a:pt x="525718" y="76462"/>
                  <a:pt x="533752" y="80508"/>
                  <a:pt x="539403" y="88597"/>
                </a:cubicBezTo>
                <a:cubicBezTo>
                  <a:pt x="545056" y="96575"/>
                  <a:pt x="547881" y="106384"/>
                  <a:pt x="547881" y="118019"/>
                </a:cubicBezTo>
                <a:cubicBezTo>
                  <a:pt x="547881" y="149824"/>
                  <a:pt x="536855" y="178028"/>
                  <a:pt x="514803" y="202630"/>
                </a:cubicBezTo>
                <a:cubicBezTo>
                  <a:pt x="495298" y="224349"/>
                  <a:pt x="474021" y="235209"/>
                  <a:pt x="450971" y="235209"/>
                </a:cubicBezTo>
                <a:cubicBezTo>
                  <a:pt x="446872" y="235209"/>
                  <a:pt x="443381" y="234820"/>
                  <a:pt x="440499" y="234045"/>
                </a:cubicBezTo>
                <a:cubicBezTo>
                  <a:pt x="437619" y="233270"/>
                  <a:pt x="433573" y="231552"/>
                  <a:pt x="428364" y="228892"/>
                </a:cubicBezTo>
                <a:lnTo>
                  <a:pt x="419722" y="258811"/>
                </a:lnTo>
                <a:cubicBezTo>
                  <a:pt x="416619" y="269674"/>
                  <a:pt x="415067" y="277927"/>
                  <a:pt x="415067" y="283580"/>
                </a:cubicBezTo>
                <a:cubicBezTo>
                  <a:pt x="415067" y="287126"/>
                  <a:pt x="416286" y="289897"/>
                  <a:pt x="418724" y="291891"/>
                </a:cubicBezTo>
                <a:cubicBezTo>
                  <a:pt x="421161" y="293997"/>
                  <a:pt x="426870" y="295769"/>
                  <a:pt x="435846" y="297211"/>
                </a:cubicBezTo>
                <a:lnTo>
                  <a:pt x="434349" y="303361"/>
                </a:lnTo>
                <a:lnTo>
                  <a:pt x="344919" y="303361"/>
                </a:lnTo>
                <a:lnTo>
                  <a:pt x="346582" y="297211"/>
                </a:lnTo>
                <a:cubicBezTo>
                  <a:pt x="353674" y="296990"/>
                  <a:pt x="359602" y="294718"/>
                  <a:pt x="364368" y="290394"/>
                </a:cubicBezTo>
                <a:cubicBezTo>
                  <a:pt x="369023" y="286073"/>
                  <a:pt x="373399" y="276766"/>
                  <a:pt x="377500" y="262471"/>
                </a:cubicBezTo>
                <a:lnTo>
                  <a:pt x="418060" y="122673"/>
                </a:lnTo>
                <a:cubicBezTo>
                  <a:pt x="421051" y="112256"/>
                  <a:pt x="422547" y="104888"/>
                  <a:pt x="422547" y="100567"/>
                </a:cubicBezTo>
                <a:cubicBezTo>
                  <a:pt x="422547" y="98681"/>
                  <a:pt x="422104" y="97131"/>
                  <a:pt x="421217" y="95910"/>
                </a:cubicBezTo>
                <a:cubicBezTo>
                  <a:pt x="420331" y="94582"/>
                  <a:pt x="419001" y="93639"/>
                  <a:pt x="417228" y="93085"/>
                </a:cubicBezTo>
                <a:cubicBezTo>
                  <a:pt x="415455" y="92532"/>
                  <a:pt x="411466" y="92254"/>
                  <a:pt x="405259" y="92254"/>
                </a:cubicBezTo>
                <a:lnTo>
                  <a:pt x="407088" y="85772"/>
                </a:lnTo>
                <a:moveTo>
                  <a:pt x="433019" y="213433"/>
                </a:moveTo>
                <a:cubicBezTo>
                  <a:pt x="436344" y="218864"/>
                  <a:pt x="439336" y="222521"/>
                  <a:pt x="441995" y="224403"/>
                </a:cubicBezTo>
                <a:cubicBezTo>
                  <a:pt x="444656" y="226178"/>
                  <a:pt x="447757" y="227064"/>
                  <a:pt x="451304" y="227064"/>
                </a:cubicBezTo>
                <a:cubicBezTo>
                  <a:pt x="454850" y="227064"/>
                  <a:pt x="458285" y="226121"/>
                  <a:pt x="461610" y="224239"/>
                </a:cubicBezTo>
                <a:cubicBezTo>
                  <a:pt x="465045" y="222243"/>
                  <a:pt x="469257" y="218308"/>
                  <a:pt x="474244" y="212436"/>
                </a:cubicBezTo>
                <a:cubicBezTo>
                  <a:pt x="479230" y="206562"/>
                  <a:pt x="483995" y="199027"/>
                  <a:pt x="488539" y="189828"/>
                </a:cubicBezTo>
                <a:cubicBezTo>
                  <a:pt x="493193" y="180632"/>
                  <a:pt x="496905" y="170215"/>
                  <a:pt x="499676" y="158580"/>
                </a:cubicBezTo>
                <a:cubicBezTo>
                  <a:pt x="502446" y="146831"/>
                  <a:pt x="503831" y="135639"/>
                  <a:pt x="503831" y="125001"/>
                </a:cubicBezTo>
                <a:cubicBezTo>
                  <a:pt x="503831" y="116469"/>
                  <a:pt x="502280" y="110262"/>
                  <a:pt x="499178" y="106384"/>
                </a:cubicBezTo>
                <a:cubicBezTo>
                  <a:pt x="496185" y="102506"/>
                  <a:pt x="492528" y="100567"/>
                  <a:pt x="488206" y="100567"/>
                </a:cubicBezTo>
                <a:cubicBezTo>
                  <a:pt x="484327" y="100567"/>
                  <a:pt x="480671" y="101563"/>
                  <a:pt x="477235" y="103556"/>
                </a:cubicBezTo>
                <a:cubicBezTo>
                  <a:pt x="472248" y="106438"/>
                  <a:pt x="466375" y="111813"/>
                  <a:pt x="459615" y="119680"/>
                </a:cubicBezTo>
                <a:lnTo>
                  <a:pt x="433019" y="213433"/>
                </a:lnTo>
                <a:moveTo>
                  <a:pt x="609885" y="168219"/>
                </a:moveTo>
                <a:cubicBezTo>
                  <a:pt x="608887" y="175422"/>
                  <a:pt x="608388" y="181353"/>
                  <a:pt x="608388" y="186006"/>
                </a:cubicBezTo>
                <a:cubicBezTo>
                  <a:pt x="608388" y="194316"/>
                  <a:pt x="610770" y="200966"/>
                  <a:pt x="615536" y="205951"/>
                </a:cubicBezTo>
                <a:cubicBezTo>
                  <a:pt x="620411" y="210940"/>
                  <a:pt x="626894" y="213433"/>
                  <a:pt x="634984" y="213433"/>
                </a:cubicBezTo>
                <a:cubicBezTo>
                  <a:pt x="642741" y="213433"/>
                  <a:pt x="650499" y="211550"/>
                  <a:pt x="658256" y="207783"/>
                </a:cubicBezTo>
                <a:cubicBezTo>
                  <a:pt x="666123" y="204012"/>
                  <a:pt x="675211" y="197420"/>
                  <a:pt x="685516" y="187999"/>
                </a:cubicBezTo>
                <a:lnTo>
                  <a:pt x="690503" y="192488"/>
                </a:lnTo>
                <a:cubicBezTo>
                  <a:pt x="677759" y="207893"/>
                  <a:pt x="665348" y="218864"/>
                  <a:pt x="653269" y="225403"/>
                </a:cubicBezTo>
                <a:cubicBezTo>
                  <a:pt x="641189" y="231938"/>
                  <a:pt x="627837" y="235209"/>
                  <a:pt x="613208" y="235209"/>
                </a:cubicBezTo>
                <a:cubicBezTo>
                  <a:pt x="594702" y="235209"/>
                  <a:pt x="581903" y="230777"/>
                  <a:pt x="574811" y="221910"/>
                </a:cubicBezTo>
                <a:cubicBezTo>
                  <a:pt x="567718" y="213044"/>
                  <a:pt x="564172" y="202794"/>
                  <a:pt x="564172" y="191159"/>
                </a:cubicBezTo>
                <a:cubicBezTo>
                  <a:pt x="564172" y="172986"/>
                  <a:pt x="569436" y="154809"/>
                  <a:pt x="579964" y="136636"/>
                </a:cubicBezTo>
                <a:cubicBezTo>
                  <a:pt x="590602" y="118462"/>
                  <a:pt x="605008" y="103891"/>
                  <a:pt x="623182" y="92918"/>
                </a:cubicBezTo>
                <a:cubicBezTo>
                  <a:pt x="641466" y="81947"/>
                  <a:pt x="659807" y="76462"/>
                  <a:pt x="678202" y="76462"/>
                </a:cubicBezTo>
                <a:cubicBezTo>
                  <a:pt x="687512" y="76462"/>
                  <a:pt x="694549" y="78679"/>
                  <a:pt x="699313" y="83111"/>
                </a:cubicBezTo>
                <a:cubicBezTo>
                  <a:pt x="704079" y="87543"/>
                  <a:pt x="706461" y="93139"/>
                  <a:pt x="706461" y="99899"/>
                </a:cubicBezTo>
                <a:cubicBezTo>
                  <a:pt x="706461" y="107991"/>
                  <a:pt x="704134" y="115858"/>
                  <a:pt x="699479" y="123504"/>
                </a:cubicBezTo>
                <a:cubicBezTo>
                  <a:pt x="693053" y="133921"/>
                  <a:pt x="684962" y="142342"/>
                  <a:pt x="675211" y="148770"/>
                </a:cubicBezTo>
                <a:cubicBezTo>
                  <a:pt x="665459" y="155087"/>
                  <a:pt x="654544" y="159908"/>
                  <a:pt x="642464" y="163233"/>
                </a:cubicBezTo>
                <a:cubicBezTo>
                  <a:pt x="634374" y="165448"/>
                  <a:pt x="623514" y="167111"/>
                  <a:pt x="609885" y="168219"/>
                </a:cubicBezTo>
                <a:moveTo>
                  <a:pt x="611379" y="159576"/>
                </a:moveTo>
                <a:cubicBezTo>
                  <a:pt x="621132" y="158134"/>
                  <a:pt x="628667" y="156195"/>
                  <a:pt x="633986" y="153759"/>
                </a:cubicBezTo>
                <a:cubicBezTo>
                  <a:pt x="639416" y="151209"/>
                  <a:pt x="644680" y="147220"/>
                  <a:pt x="649778" y="141789"/>
                </a:cubicBezTo>
                <a:cubicBezTo>
                  <a:pt x="654986" y="136249"/>
                  <a:pt x="659475" y="129322"/>
                  <a:pt x="663243" y="121012"/>
                </a:cubicBezTo>
                <a:cubicBezTo>
                  <a:pt x="667010" y="112588"/>
                  <a:pt x="668894" y="104720"/>
                  <a:pt x="668894" y="97407"/>
                </a:cubicBezTo>
                <a:cubicBezTo>
                  <a:pt x="668894" y="94303"/>
                  <a:pt x="668008" y="91867"/>
                  <a:pt x="666235" y="90093"/>
                </a:cubicBezTo>
                <a:cubicBezTo>
                  <a:pt x="664573" y="88321"/>
                  <a:pt x="662411" y="87433"/>
                  <a:pt x="659752" y="87433"/>
                </a:cubicBezTo>
                <a:cubicBezTo>
                  <a:pt x="654433" y="87433"/>
                  <a:pt x="648448" y="91146"/>
                  <a:pt x="641800" y="98571"/>
                </a:cubicBezTo>
                <a:cubicBezTo>
                  <a:pt x="629610" y="112091"/>
                  <a:pt x="619470" y="132425"/>
                  <a:pt x="611379" y="159576"/>
                </a:cubicBezTo>
                <a:moveTo>
                  <a:pt x="788577" y="76462"/>
                </a:moveTo>
                <a:lnTo>
                  <a:pt x="763477" y="169882"/>
                </a:lnTo>
                <a:cubicBezTo>
                  <a:pt x="784088" y="124336"/>
                  <a:pt x="799603" y="96299"/>
                  <a:pt x="810020" y="85772"/>
                </a:cubicBezTo>
                <a:cubicBezTo>
                  <a:pt x="816116" y="79565"/>
                  <a:pt x="822542" y="76462"/>
                  <a:pt x="829302" y="76462"/>
                </a:cubicBezTo>
                <a:cubicBezTo>
                  <a:pt x="833957" y="76462"/>
                  <a:pt x="837725" y="78180"/>
                  <a:pt x="840606" y="81615"/>
                </a:cubicBezTo>
                <a:cubicBezTo>
                  <a:pt x="843487" y="84940"/>
                  <a:pt x="844928" y="89704"/>
                  <a:pt x="844928" y="95910"/>
                </a:cubicBezTo>
                <a:cubicBezTo>
                  <a:pt x="844928" y="106660"/>
                  <a:pt x="842324" y="115691"/>
                  <a:pt x="837116" y="123005"/>
                </a:cubicBezTo>
                <a:cubicBezTo>
                  <a:pt x="833791" y="127661"/>
                  <a:pt x="830079" y="129986"/>
                  <a:pt x="825978" y="129986"/>
                </a:cubicBezTo>
                <a:cubicBezTo>
                  <a:pt x="821546" y="129986"/>
                  <a:pt x="818221" y="127936"/>
                  <a:pt x="816005" y="123837"/>
                </a:cubicBezTo>
                <a:cubicBezTo>
                  <a:pt x="813788" y="119737"/>
                  <a:pt x="812236" y="117355"/>
                  <a:pt x="811350" y="116690"/>
                </a:cubicBezTo>
                <a:cubicBezTo>
                  <a:pt x="810463" y="115912"/>
                  <a:pt x="809522" y="115526"/>
                  <a:pt x="808524" y="115526"/>
                </a:cubicBezTo>
                <a:cubicBezTo>
                  <a:pt x="807416" y="115526"/>
                  <a:pt x="806252" y="115858"/>
                  <a:pt x="805033" y="116523"/>
                </a:cubicBezTo>
                <a:cubicBezTo>
                  <a:pt x="802595" y="117852"/>
                  <a:pt x="799382" y="121122"/>
                  <a:pt x="795392" y="126329"/>
                </a:cubicBezTo>
                <a:cubicBezTo>
                  <a:pt x="791514" y="131429"/>
                  <a:pt x="786693" y="140017"/>
                  <a:pt x="780931" y="152095"/>
                </a:cubicBezTo>
                <a:cubicBezTo>
                  <a:pt x="775168" y="164176"/>
                  <a:pt x="770680" y="174425"/>
                  <a:pt x="767466" y="182846"/>
                </a:cubicBezTo>
                <a:cubicBezTo>
                  <a:pt x="764252" y="191159"/>
                  <a:pt x="759765" y="207062"/>
                  <a:pt x="754001" y="230553"/>
                </a:cubicBezTo>
                <a:lnTo>
                  <a:pt x="713775" y="230553"/>
                </a:lnTo>
                <a:lnTo>
                  <a:pt x="741202" y="120347"/>
                </a:lnTo>
                <a:cubicBezTo>
                  <a:pt x="743197" y="112145"/>
                  <a:pt x="744195" y="106716"/>
                  <a:pt x="744195" y="104056"/>
                </a:cubicBezTo>
                <a:cubicBezTo>
                  <a:pt x="744195" y="101064"/>
                  <a:pt x="743640" y="98738"/>
                  <a:pt x="742533" y="97074"/>
                </a:cubicBezTo>
                <a:cubicBezTo>
                  <a:pt x="741535" y="95414"/>
                  <a:pt x="740094" y="94193"/>
                  <a:pt x="738210" y="93418"/>
                </a:cubicBezTo>
                <a:cubicBezTo>
                  <a:pt x="736437" y="92642"/>
                  <a:pt x="732669" y="92254"/>
                  <a:pt x="726907" y="92254"/>
                </a:cubicBezTo>
                <a:lnTo>
                  <a:pt x="728403" y="87433"/>
                </a:lnTo>
                <a:lnTo>
                  <a:pt x="778603" y="76462"/>
                </a:lnTo>
                <a:lnTo>
                  <a:pt x="788577" y="76462"/>
                </a:lnTo>
                <a:moveTo>
                  <a:pt x="887481" y="235209"/>
                </a:moveTo>
                <a:lnTo>
                  <a:pt x="881498" y="235209"/>
                </a:lnTo>
                <a:cubicBezTo>
                  <a:pt x="881830" y="226121"/>
                  <a:pt x="881996" y="219250"/>
                  <a:pt x="881996" y="214597"/>
                </a:cubicBezTo>
                <a:cubicBezTo>
                  <a:pt x="881996" y="201962"/>
                  <a:pt x="880999" y="183735"/>
                  <a:pt x="879004" y="159908"/>
                </a:cubicBezTo>
                <a:cubicBezTo>
                  <a:pt x="877120" y="135971"/>
                  <a:pt x="874959" y="120015"/>
                  <a:pt x="872522" y="112034"/>
                </a:cubicBezTo>
                <a:cubicBezTo>
                  <a:pt x="870638" y="106163"/>
                  <a:pt x="868144" y="101895"/>
                  <a:pt x="865040" y="99235"/>
                </a:cubicBezTo>
                <a:cubicBezTo>
                  <a:pt x="862935" y="97463"/>
                  <a:pt x="860221" y="96575"/>
                  <a:pt x="856896" y="96575"/>
                </a:cubicBezTo>
                <a:cubicBezTo>
                  <a:pt x="855012" y="96575"/>
                  <a:pt x="852740" y="96796"/>
                  <a:pt x="850081" y="97242"/>
                </a:cubicBezTo>
                <a:lnTo>
                  <a:pt x="850081" y="91257"/>
                </a:lnTo>
                <a:lnTo>
                  <a:pt x="905433" y="76462"/>
                </a:lnTo>
                <a:cubicBezTo>
                  <a:pt x="916516" y="106716"/>
                  <a:pt x="921891" y="145446"/>
                  <a:pt x="921557" y="192656"/>
                </a:cubicBezTo>
                <a:cubicBezTo>
                  <a:pt x="937848" y="177139"/>
                  <a:pt x="949040" y="164562"/>
                  <a:pt x="955136" y="154920"/>
                </a:cubicBezTo>
                <a:cubicBezTo>
                  <a:pt x="961341" y="145281"/>
                  <a:pt x="964444" y="137246"/>
                  <a:pt x="964444" y="130818"/>
                </a:cubicBezTo>
                <a:cubicBezTo>
                  <a:pt x="964444" y="125722"/>
                  <a:pt x="962505" y="120569"/>
                  <a:pt x="958627" y="115359"/>
                </a:cubicBezTo>
                <a:cubicBezTo>
                  <a:pt x="954858" y="110041"/>
                  <a:pt x="952476" y="106273"/>
                  <a:pt x="951479" y="104056"/>
                </a:cubicBezTo>
                <a:cubicBezTo>
                  <a:pt x="950592" y="101839"/>
                  <a:pt x="950149" y="99403"/>
                  <a:pt x="950149" y="96742"/>
                </a:cubicBezTo>
                <a:cubicBezTo>
                  <a:pt x="950149" y="90979"/>
                  <a:pt x="952033" y="86158"/>
                  <a:pt x="955801" y="82279"/>
                </a:cubicBezTo>
                <a:cubicBezTo>
                  <a:pt x="959568" y="78401"/>
                  <a:pt x="964334" y="76462"/>
                  <a:pt x="970096" y="76462"/>
                </a:cubicBezTo>
                <a:cubicBezTo>
                  <a:pt x="976192" y="76462"/>
                  <a:pt x="980900" y="78401"/>
                  <a:pt x="984225" y="82279"/>
                </a:cubicBezTo>
                <a:cubicBezTo>
                  <a:pt x="988880" y="87711"/>
                  <a:pt x="991207" y="94139"/>
                  <a:pt x="991207" y="101563"/>
                </a:cubicBezTo>
                <a:cubicBezTo>
                  <a:pt x="991207" y="109209"/>
                  <a:pt x="989821" y="116744"/>
                  <a:pt x="987051" y="124169"/>
                </a:cubicBezTo>
                <a:cubicBezTo>
                  <a:pt x="984391" y="131482"/>
                  <a:pt x="979738" y="140182"/>
                  <a:pt x="973088" y="150267"/>
                </a:cubicBezTo>
                <a:cubicBezTo>
                  <a:pt x="966550" y="160241"/>
                  <a:pt x="959236" y="169329"/>
                  <a:pt x="951146" y="177528"/>
                </a:cubicBezTo>
                <a:cubicBezTo>
                  <a:pt x="936297" y="192599"/>
                  <a:pt x="915075" y="211826"/>
                  <a:pt x="887481" y="235209"/>
                </a:cubicBezTo>
                <a:moveTo>
                  <a:pt x="1068336" y="0"/>
                </a:moveTo>
                <a:cubicBezTo>
                  <a:pt x="1075207" y="0"/>
                  <a:pt x="1080969" y="2382"/>
                  <a:pt x="1085624" y="7146"/>
                </a:cubicBezTo>
                <a:cubicBezTo>
                  <a:pt x="1090388" y="11910"/>
                  <a:pt x="1092771" y="17674"/>
                  <a:pt x="1092771" y="24434"/>
                </a:cubicBezTo>
                <a:cubicBezTo>
                  <a:pt x="1092771" y="31194"/>
                  <a:pt x="1090388" y="36955"/>
                  <a:pt x="1085624" y="41722"/>
                </a:cubicBezTo>
                <a:cubicBezTo>
                  <a:pt x="1080858" y="46486"/>
                  <a:pt x="1075096" y="48868"/>
                  <a:pt x="1068336" y="48868"/>
                </a:cubicBezTo>
                <a:cubicBezTo>
                  <a:pt x="1061686" y="48868"/>
                  <a:pt x="1055980" y="46486"/>
                  <a:pt x="1051214" y="41722"/>
                </a:cubicBezTo>
                <a:cubicBezTo>
                  <a:pt x="1046449" y="36955"/>
                  <a:pt x="1044066" y="31194"/>
                  <a:pt x="1044066" y="24434"/>
                </a:cubicBezTo>
                <a:cubicBezTo>
                  <a:pt x="1044066" y="17674"/>
                  <a:pt x="1046393" y="11910"/>
                  <a:pt x="1051048" y="7146"/>
                </a:cubicBezTo>
                <a:cubicBezTo>
                  <a:pt x="1055814" y="2382"/>
                  <a:pt x="1061576" y="0"/>
                  <a:pt x="1068336" y="0"/>
                </a:cubicBezTo>
                <a:moveTo>
                  <a:pt x="1078642" y="76462"/>
                </a:moveTo>
                <a:lnTo>
                  <a:pt x="1044565" y="194649"/>
                </a:lnTo>
                <a:cubicBezTo>
                  <a:pt x="1042681" y="201409"/>
                  <a:pt x="1041740" y="205841"/>
                  <a:pt x="1041740" y="207947"/>
                </a:cubicBezTo>
                <a:cubicBezTo>
                  <a:pt x="1041740" y="209165"/>
                  <a:pt x="1042238" y="210329"/>
                  <a:pt x="1043236" y="211440"/>
                </a:cubicBezTo>
                <a:cubicBezTo>
                  <a:pt x="1044233" y="212436"/>
                  <a:pt x="1045286" y="212933"/>
                  <a:pt x="1046393" y="212933"/>
                </a:cubicBezTo>
                <a:cubicBezTo>
                  <a:pt x="1048278" y="212933"/>
                  <a:pt x="1050161" y="212104"/>
                  <a:pt x="1052046" y="210440"/>
                </a:cubicBezTo>
                <a:cubicBezTo>
                  <a:pt x="1057032" y="206340"/>
                  <a:pt x="1063017" y="198916"/>
                  <a:pt x="1069998" y="188167"/>
                </a:cubicBezTo>
                <a:lnTo>
                  <a:pt x="1075649" y="191491"/>
                </a:lnTo>
                <a:cubicBezTo>
                  <a:pt x="1058917" y="220636"/>
                  <a:pt x="1041129" y="235209"/>
                  <a:pt x="1022291" y="235209"/>
                </a:cubicBezTo>
                <a:cubicBezTo>
                  <a:pt x="1015088" y="235209"/>
                  <a:pt x="1009325" y="233213"/>
                  <a:pt x="1005004" y="229224"/>
                </a:cubicBezTo>
                <a:cubicBezTo>
                  <a:pt x="1000793" y="225124"/>
                  <a:pt x="998686" y="219971"/>
                  <a:pt x="998686" y="213765"/>
                </a:cubicBezTo>
                <a:cubicBezTo>
                  <a:pt x="998686" y="209665"/>
                  <a:pt x="999629" y="204458"/>
                  <a:pt x="1001513" y="198141"/>
                </a:cubicBezTo>
                <a:lnTo>
                  <a:pt x="1024618" y="118683"/>
                </a:lnTo>
                <a:cubicBezTo>
                  <a:pt x="1026834" y="111038"/>
                  <a:pt x="1027943" y="105274"/>
                  <a:pt x="1027943" y="101396"/>
                </a:cubicBezTo>
                <a:cubicBezTo>
                  <a:pt x="1027943" y="98960"/>
                  <a:pt x="1026889" y="96796"/>
                  <a:pt x="1024784" y="94914"/>
                </a:cubicBezTo>
                <a:cubicBezTo>
                  <a:pt x="1022679" y="93029"/>
                  <a:pt x="1019797" y="92089"/>
                  <a:pt x="1016140" y="92089"/>
                </a:cubicBezTo>
                <a:cubicBezTo>
                  <a:pt x="1014478" y="92089"/>
                  <a:pt x="1012483" y="92143"/>
                  <a:pt x="1010157" y="92254"/>
                </a:cubicBezTo>
                <a:lnTo>
                  <a:pt x="1012317" y="85604"/>
                </a:lnTo>
                <a:lnTo>
                  <a:pt x="1068668" y="76462"/>
                </a:lnTo>
                <a:lnTo>
                  <a:pt x="1078642" y="76462"/>
                </a:lnTo>
                <a:moveTo>
                  <a:pt x="1213284" y="76462"/>
                </a:moveTo>
                <a:lnTo>
                  <a:pt x="1205971" y="127826"/>
                </a:lnTo>
                <a:lnTo>
                  <a:pt x="1199821" y="127826"/>
                </a:lnTo>
                <a:cubicBezTo>
                  <a:pt x="1198934" y="114530"/>
                  <a:pt x="1194834" y="104056"/>
                  <a:pt x="1187520" y="96410"/>
                </a:cubicBezTo>
                <a:cubicBezTo>
                  <a:pt x="1180316" y="88764"/>
                  <a:pt x="1172559" y="84940"/>
                  <a:pt x="1164248" y="84940"/>
                </a:cubicBezTo>
                <a:cubicBezTo>
                  <a:pt x="1159150" y="84940"/>
                  <a:pt x="1154939" y="86436"/>
                  <a:pt x="1151615" y="89429"/>
                </a:cubicBezTo>
                <a:cubicBezTo>
                  <a:pt x="1148290" y="92421"/>
                  <a:pt x="1146628" y="96021"/>
                  <a:pt x="1146628" y="100232"/>
                </a:cubicBezTo>
                <a:cubicBezTo>
                  <a:pt x="1146628" y="103778"/>
                  <a:pt x="1147349" y="107102"/>
                  <a:pt x="1148790" y="110206"/>
                </a:cubicBezTo>
                <a:cubicBezTo>
                  <a:pt x="1150229" y="113309"/>
                  <a:pt x="1153443" y="117519"/>
                  <a:pt x="1158430" y="122840"/>
                </a:cubicBezTo>
                <a:cubicBezTo>
                  <a:pt x="1175939" y="141678"/>
                  <a:pt x="1186578" y="154645"/>
                  <a:pt x="1190345" y="161737"/>
                </a:cubicBezTo>
                <a:cubicBezTo>
                  <a:pt x="1194113" y="168829"/>
                  <a:pt x="1195997" y="176421"/>
                  <a:pt x="1195997" y="184510"/>
                </a:cubicBezTo>
                <a:cubicBezTo>
                  <a:pt x="1195997" y="193263"/>
                  <a:pt x="1193781" y="201576"/>
                  <a:pt x="1189349" y="209444"/>
                </a:cubicBezTo>
                <a:cubicBezTo>
                  <a:pt x="1184915" y="217200"/>
                  <a:pt x="1178266" y="223461"/>
                  <a:pt x="1169401" y="228228"/>
                </a:cubicBezTo>
                <a:cubicBezTo>
                  <a:pt x="1160646" y="232881"/>
                  <a:pt x="1151504" y="235209"/>
                  <a:pt x="1141974" y="235209"/>
                </a:cubicBezTo>
                <a:cubicBezTo>
                  <a:pt x="1135546" y="235209"/>
                  <a:pt x="1127622" y="233934"/>
                  <a:pt x="1118203" y="231385"/>
                </a:cubicBezTo>
                <a:cubicBezTo>
                  <a:pt x="1111998" y="229613"/>
                  <a:pt x="1107343" y="228724"/>
                  <a:pt x="1104240" y="228724"/>
                </a:cubicBezTo>
                <a:cubicBezTo>
                  <a:pt x="1101470" y="228724"/>
                  <a:pt x="1099310" y="229170"/>
                  <a:pt x="1097758" y="230056"/>
                </a:cubicBezTo>
                <a:cubicBezTo>
                  <a:pt x="1096207" y="230831"/>
                  <a:pt x="1094489" y="232549"/>
                  <a:pt x="1092605" y="235209"/>
                </a:cubicBezTo>
                <a:lnTo>
                  <a:pt x="1086454" y="235209"/>
                </a:lnTo>
                <a:lnTo>
                  <a:pt x="1094600" y="179856"/>
                </a:lnTo>
                <a:lnTo>
                  <a:pt x="1099919" y="179856"/>
                </a:lnTo>
                <a:cubicBezTo>
                  <a:pt x="1103797" y="193263"/>
                  <a:pt x="1107399" y="202851"/>
                  <a:pt x="1110723" y="208612"/>
                </a:cubicBezTo>
                <a:cubicBezTo>
                  <a:pt x="1114159" y="214265"/>
                  <a:pt x="1118701" y="218807"/>
                  <a:pt x="1124354" y="222243"/>
                </a:cubicBezTo>
                <a:cubicBezTo>
                  <a:pt x="1130006" y="225567"/>
                  <a:pt x="1135436" y="227231"/>
                  <a:pt x="1140644" y="227231"/>
                </a:cubicBezTo>
                <a:cubicBezTo>
                  <a:pt x="1146738" y="227231"/>
                  <a:pt x="1151781" y="225346"/>
                  <a:pt x="1155770" y="221578"/>
                </a:cubicBezTo>
                <a:cubicBezTo>
                  <a:pt x="1159760" y="217700"/>
                  <a:pt x="1161755" y="213100"/>
                  <a:pt x="1161755" y="207783"/>
                </a:cubicBezTo>
                <a:cubicBezTo>
                  <a:pt x="1161755" y="202573"/>
                  <a:pt x="1160425" y="197530"/>
                  <a:pt x="1157766" y="192656"/>
                </a:cubicBezTo>
                <a:cubicBezTo>
                  <a:pt x="1155216" y="187778"/>
                  <a:pt x="1149233" y="180189"/>
                  <a:pt x="1139812" y="169882"/>
                </a:cubicBezTo>
                <a:cubicBezTo>
                  <a:pt x="1126847" y="155809"/>
                  <a:pt x="1118314" y="144949"/>
                  <a:pt x="1114214" y="137300"/>
                </a:cubicBezTo>
                <a:cubicBezTo>
                  <a:pt x="1111332" y="131761"/>
                  <a:pt x="1109891" y="125444"/>
                  <a:pt x="1109891" y="118351"/>
                </a:cubicBezTo>
                <a:cubicBezTo>
                  <a:pt x="1109891" y="106384"/>
                  <a:pt x="1114214" y="96410"/>
                  <a:pt x="1122858" y="88432"/>
                </a:cubicBezTo>
                <a:cubicBezTo>
                  <a:pt x="1131613" y="80451"/>
                  <a:pt x="1143858" y="76462"/>
                  <a:pt x="1159594" y="76462"/>
                </a:cubicBezTo>
                <a:cubicBezTo>
                  <a:pt x="1166465" y="76462"/>
                  <a:pt x="1174886" y="77683"/>
                  <a:pt x="1184860" y="80119"/>
                </a:cubicBezTo>
                <a:cubicBezTo>
                  <a:pt x="1189847" y="81340"/>
                  <a:pt x="1193836" y="81947"/>
                  <a:pt x="1196829" y="81947"/>
                </a:cubicBezTo>
                <a:cubicBezTo>
                  <a:pt x="1201150" y="81947"/>
                  <a:pt x="1204641" y="80119"/>
                  <a:pt x="1207301" y="76462"/>
                </a:cubicBezTo>
                <a:lnTo>
                  <a:pt x="1213284" y="76462"/>
                </a:lnTo>
                <a:moveTo>
                  <a:pt x="1272462" y="168219"/>
                </a:moveTo>
                <a:cubicBezTo>
                  <a:pt x="1271464" y="175422"/>
                  <a:pt x="1270965" y="181353"/>
                  <a:pt x="1270965" y="186006"/>
                </a:cubicBezTo>
                <a:cubicBezTo>
                  <a:pt x="1270965" y="194316"/>
                  <a:pt x="1273347" y="200966"/>
                  <a:pt x="1278113" y="205951"/>
                </a:cubicBezTo>
                <a:cubicBezTo>
                  <a:pt x="1282989" y="210940"/>
                  <a:pt x="1289471" y="213433"/>
                  <a:pt x="1297561" y="213433"/>
                </a:cubicBezTo>
                <a:cubicBezTo>
                  <a:pt x="1305318" y="213433"/>
                  <a:pt x="1313076" y="211550"/>
                  <a:pt x="1320833" y="207783"/>
                </a:cubicBezTo>
                <a:cubicBezTo>
                  <a:pt x="1328701" y="204012"/>
                  <a:pt x="1337788" y="197420"/>
                  <a:pt x="1348095" y="187999"/>
                </a:cubicBezTo>
                <a:lnTo>
                  <a:pt x="1353082" y="192488"/>
                </a:lnTo>
                <a:cubicBezTo>
                  <a:pt x="1340336" y="207893"/>
                  <a:pt x="1327925" y="218864"/>
                  <a:pt x="1315846" y="225403"/>
                </a:cubicBezTo>
                <a:cubicBezTo>
                  <a:pt x="1303768" y="231938"/>
                  <a:pt x="1290414" y="235209"/>
                  <a:pt x="1275786" y="235209"/>
                </a:cubicBezTo>
                <a:cubicBezTo>
                  <a:pt x="1257279" y="235209"/>
                  <a:pt x="1244480" y="230777"/>
                  <a:pt x="1237388" y="221910"/>
                </a:cubicBezTo>
                <a:cubicBezTo>
                  <a:pt x="1230295" y="213044"/>
                  <a:pt x="1226749" y="202794"/>
                  <a:pt x="1226749" y="191159"/>
                </a:cubicBezTo>
                <a:cubicBezTo>
                  <a:pt x="1226749" y="172986"/>
                  <a:pt x="1232013" y="154809"/>
                  <a:pt x="1242541" y="136636"/>
                </a:cubicBezTo>
                <a:cubicBezTo>
                  <a:pt x="1253179" y="118462"/>
                  <a:pt x="1267585" y="103891"/>
                  <a:pt x="1285759" y="92918"/>
                </a:cubicBezTo>
                <a:cubicBezTo>
                  <a:pt x="1304045" y="81947"/>
                  <a:pt x="1322384" y="76462"/>
                  <a:pt x="1340781" y="76462"/>
                </a:cubicBezTo>
                <a:cubicBezTo>
                  <a:pt x="1350089" y="76462"/>
                  <a:pt x="1357126" y="78679"/>
                  <a:pt x="1361892" y="83111"/>
                </a:cubicBezTo>
                <a:cubicBezTo>
                  <a:pt x="1366656" y="87543"/>
                  <a:pt x="1369039" y="93139"/>
                  <a:pt x="1369039" y="99899"/>
                </a:cubicBezTo>
                <a:cubicBezTo>
                  <a:pt x="1369039" y="107991"/>
                  <a:pt x="1366711" y="115858"/>
                  <a:pt x="1362058" y="123504"/>
                </a:cubicBezTo>
                <a:cubicBezTo>
                  <a:pt x="1355630" y="133921"/>
                  <a:pt x="1347539" y="142342"/>
                  <a:pt x="1337788" y="148770"/>
                </a:cubicBezTo>
                <a:cubicBezTo>
                  <a:pt x="1328036" y="155087"/>
                  <a:pt x="1317120" y="159908"/>
                  <a:pt x="1305041" y="163233"/>
                </a:cubicBezTo>
                <a:cubicBezTo>
                  <a:pt x="1296952" y="165448"/>
                  <a:pt x="1286091" y="167111"/>
                  <a:pt x="1272462" y="168219"/>
                </a:cubicBezTo>
                <a:moveTo>
                  <a:pt x="1273958" y="159576"/>
                </a:moveTo>
                <a:cubicBezTo>
                  <a:pt x="1283709" y="158134"/>
                  <a:pt x="1291244" y="156195"/>
                  <a:pt x="1296565" y="153759"/>
                </a:cubicBezTo>
                <a:cubicBezTo>
                  <a:pt x="1301995" y="151209"/>
                  <a:pt x="1307259" y="147220"/>
                  <a:pt x="1312355" y="141789"/>
                </a:cubicBezTo>
                <a:cubicBezTo>
                  <a:pt x="1317563" y="136249"/>
                  <a:pt x="1322052" y="129322"/>
                  <a:pt x="1325820" y="121012"/>
                </a:cubicBezTo>
                <a:cubicBezTo>
                  <a:pt x="1329587" y="112588"/>
                  <a:pt x="1331471" y="104720"/>
                  <a:pt x="1331471" y="97407"/>
                </a:cubicBezTo>
                <a:cubicBezTo>
                  <a:pt x="1331471" y="94303"/>
                  <a:pt x="1330585" y="91867"/>
                  <a:pt x="1328812" y="90093"/>
                </a:cubicBezTo>
                <a:cubicBezTo>
                  <a:pt x="1327150" y="88321"/>
                  <a:pt x="1324989" y="87433"/>
                  <a:pt x="1322329" y="87433"/>
                </a:cubicBezTo>
                <a:cubicBezTo>
                  <a:pt x="1317010" y="87433"/>
                  <a:pt x="1311026" y="91146"/>
                  <a:pt x="1304377" y="98571"/>
                </a:cubicBezTo>
                <a:cubicBezTo>
                  <a:pt x="1292187" y="112091"/>
                  <a:pt x="1282047" y="132425"/>
                  <a:pt x="1273958" y="15957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30">
            <a:extLst xmlns:a="http://schemas.openxmlformats.org/drawingml/2006/main">
              <a:ext uri="{FF2B5EF4-FFF2-40B4-BE49-F238E27FC236}">
                <a16:creationId xmlns:a16="http://schemas.microsoft.com/office/drawing/2014/main" id="{D488EA28-C802-44FD-9BA4-7D3886FC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00" y="2528268"/>
            <a:ext cx="263468" cy="236373"/>
          </a:xfrm>
          <a:custGeom xmlns:a="http://schemas.openxmlformats.org/drawingml/2006/main">
            <a:pathLst>
              <a:path w="263468" h="236373">
                <a:moveTo>
                  <a:pt x="49369" y="0"/>
                </a:moveTo>
                <a:cubicBezTo>
                  <a:pt x="54023" y="0"/>
                  <a:pt x="57958" y="1661"/>
                  <a:pt x="61172" y="4986"/>
                </a:cubicBezTo>
                <a:cubicBezTo>
                  <a:pt x="64496" y="8200"/>
                  <a:pt x="66157" y="12135"/>
                  <a:pt x="66157" y="16788"/>
                </a:cubicBezTo>
                <a:cubicBezTo>
                  <a:pt x="66157" y="21441"/>
                  <a:pt x="64496" y="25433"/>
                  <a:pt x="61172" y="28758"/>
                </a:cubicBezTo>
                <a:cubicBezTo>
                  <a:pt x="57958" y="32080"/>
                  <a:pt x="54023" y="33744"/>
                  <a:pt x="49369" y="33744"/>
                </a:cubicBezTo>
                <a:cubicBezTo>
                  <a:pt x="44714" y="33744"/>
                  <a:pt x="40725" y="32080"/>
                  <a:pt x="37401" y="28758"/>
                </a:cubicBezTo>
                <a:cubicBezTo>
                  <a:pt x="34076" y="25433"/>
                  <a:pt x="32414" y="21441"/>
                  <a:pt x="32414" y="16788"/>
                </a:cubicBezTo>
                <a:cubicBezTo>
                  <a:pt x="32414" y="12135"/>
                  <a:pt x="34020" y="8200"/>
                  <a:pt x="37234" y="4986"/>
                </a:cubicBezTo>
                <a:cubicBezTo>
                  <a:pt x="40559" y="1661"/>
                  <a:pt x="44604" y="0"/>
                  <a:pt x="49369" y="0"/>
                </a:cubicBezTo>
                <a:moveTo>
                  <a:pt x="63166" y="79622"/>
                </a:moveTo>
                <a:lnTo>
                  <a:pt x="63166" y="201965"/>
                </a:lnTo>
                <a:cubicBezTo>
                  <a:pt x="63166" y="211493"/>
                  <a:pt x="63830" y="217867"/>
                  <a:pt x="65161" y="221081"/>
                </a:cubicBezTo>
                <a:cubicBezTo>
                  <a:pt x="66602" y="224185"/>
                  <a:pt x="68651" y="226510"/>
                  <a:pt x="71310" y="228063"/>
                </a:cubicBezTo>
                <a:cubicBezTo>
                  <a:pt x="74081" y="229613"/>
                  <a:pt x="79068" y="230388"/>
                  <a:pt x="86271" y="230388"/>
                </a:cubicBezTo>
                <a:lnTo>
                  <a:pt x="86271" y="236373"/>
                </a:lnTo>
                <a:lnTo>
                  <a:pt x="12301" y="236373"/>
                </a:lnTo>
                <a:lnTo>
                  <a:pt x="12301" y="230388"/>
                </a:lnTo>
                <a:cubicBezTo>
                  <a:pt x="19725" y="230388"/>
                  <a:pt x="24712" y="229670"/>
                  <a:pt x="27260" y="228228"/>
                </a:cubicBezTo>
                <a:cubicBezTo>
                  <a:pt x="29810" y="226788"/>
                  <a:pt x="31805" y="224406"/>
                  <a:pt x="33245" y="221081"/>
                </a:cubicBezTo>
                <a:cubicBezTo>
                  <a:pt x="34797" y="217757"/>
                  <a:pt x="35572" y="211383"/>
                  <a:pt x="35572" y="201965"/>
                </a:cubicBezTo>
                <a:lnTo>
                  <a:pt x="35572" y="143288"/>
                </a:lnTo>
                <a:cubicBezTo>
                  <a:pt x="35572" y="126775"/>
                  <a:pt x="35074" y="116080"/>
                  <a:pt x="34076" y="111205"/>
                </a:cubicBezTo>
                <a:cubicBezTo>
                  <a:pt x="33301" y="107659"/>
                  <a:pt x="32081" y="105220"/>
                  <a:pt x="30419" y="103891"/>
                </a:cubicBezTo>
                <a:cubicBezTo>
                  <a:pt x="28757" y="102449"/>
                  <a:pt x="26485" y="101731"/>
                  <a:pt x="23604" y="101731"/>
                </a:cubicBezTo>
                <a:cubicBezTo>
                  <a:pt x="20500" y="101731"/>
                  <a:pt x="16733" y="102560"/>
                  <a:pt x="12301" y="104224"/>
                </a:cubicBezTo>
                <a:lnTo>
                  <a:pt x="9973" y="98239"/>
                </a:lnTo>
                <a:lnTo>
                  <a:pt x="55851" y="79622"/>
                </a:lnTo>
                <a:lnTo>
                  <a:pt x="63166" y="79622"/>
                </a:lnTo>
                <a:moveTo>
                  <a:pt x="149770" y="111869"/>
                </a:moveTo>
                <a:cubicBezTo>
                  <a:pt x="167611" y="90371"/>
                  <a:pt x="184622" y="79622"/>
                  <a:pt x="200801" y="79622"/>
                </a:cubicBezTo>
                <a:cubicBezTo>
                  <a:pt x="209113" y="79622"/>
                  <a:pt x="216260" y="81729"/>
                  <a:pt x="222244" y="85939"/>
                </a:cubicBezTo>
                <a:cubicBezTo>
                  <a:pt x="228228" y="90039"/>
                  <a:pt x="232993" y="96853"/>
                  <a:pt x="236539" y="106384"/>
                </a:cubicBezTo>
                <a:cubicBezTo>
                  <a:pt x="238978" y="113033"/>
                  <a:pt x="240196" y="123229"/>
                  <a:pt x="240196" y="136971"/>
                </a:cubicBezTo>
                <a:lnTo>
                  <a:pt x="240196" y="201965"/>
                </a:lnTo>
                <a:cubicBezTo>
                  <a:pt x="240196" y="211604"/>
                  <a:pt x="240973" y="218143"/>
                  <a:pt x="242524" y="221578"/>
                </a:cubicBezTo>
                <a:cubicBezTo>
                  <a:pt x="243742" y="224349"/>
                  <a:pt x="245681" y="226510"/>
                  <a:pt x="248342" y="228063"/>
                </a:cubicBezTo>
                <a:cubicBezTo>
                  <a:pt x="251113" y="229613"/>
                  <a:pt x="256154" y="230388"/>
                  <a:pt x="263468" y="230388"/>
                </a:cubicBezTo>
                <a:lnTo>
                  <a:pt x="263468" y="236373"/>
                </a:lnTo>
                <a:lnTo>
                  <a:pt x="188168" y="236373"/>
                </a:lnTo>
                <a:lnTo>
                  <a:pt x="188168" y="230388"/>
                </a:lnTo>
                <a:lnTo>
                  <a:pt x="191325" y="230388"/>
                </a:lnTo>
                <a:cubicBezTo>
                  <a:pt x="198418" y="230388"/>
                  <a:pt x="203349" y="229335"/>
                  <a:pt x="206120" y="227231"/>
                </a:cubicBezTo>
                <a:cubicBezTo>
                  <a:pt x="209002" y="225014"/>
                  <a:pt x="210997" y="221800"/>
                  <a:pt x="212104" y="217589"/>
                </a:cubicBezTo>
                <a:cubicBezTo>
                  <a:pt x="212548" y="215928"/>
                  <a:pt x="212770" y="210718"/>
                  <a:pt x="212770" y="201965"/>
                </a:cubicBezTo>
                <a:lnTo>
                  <a:pt x="212770" y="139631"/>
                </a:lnTo>
                <a:cubicBezTo>
                  <a:pt x="212770" y="125779"/>
                  <a:pt x="210941" y="115748"/>
                  <a:pt x="207284" y="109541"/>
                </a:cubicBezTo>
                <a:cubicBezTo>
                  <a:pt x="203738" y="103227"/>
                  <a:pt x="197698" y="100067"/>
                  <a:pt x="189165" y="100067"/>
                </a:cubicBezTo>
                <a:cubicBezTo>
                  <a:pt x="175978" y="100067"/>
                  <a:pt x="162846" y="107270"/>
                  <a:pt x="149770" y="121676"/>
                </a:cubicBezTo>
                <a:lnTo>
                  <a:pt x="149770" y="201965"/>
                </a:lnTo>
                <a:cubicBezTo>
                  <a:pt x="149770" y="212271"/>
                  <a:pt x="150379" y="218643"/>
                  <a:pt x="151598" y="221081"/>
                </a:cubicBezTo>
                <a:cubicBezTo>
                  <a:pt x="153150" y="224295"/>
                  <a:pt x="155255" y="226677"/>
                  <a:pt x="157914" y="228228"/>
                </a:cubicBezTo>
                <a:cubicBezTo>
                  <a:pt x="160685" y="229670"/>
                  <a:pt x="166226" y="230388"/>
                  <a:pt x="174537" y="230388"/>
                </a:cubicBezTo>
                <a:lnTo>
                  <a:pt x="174537" y="236373"/>
                </a:lnTo>
                <a:lnTo>
                  <a:pt x="99236" y="236373"/>
                </a:lnTo>
                <a:lnTo>
                  <a:pt x="99236" y="230388"/>
                </a:lnTo>
                <a:lnTo>
                  <a:pt x="102561" y="230388"/>
                </a:lnTo>
                <a:cubicBezTo>
                  <a:pt x="110318" y="230388"/>
                  <a:pt x="115526" y="228449"/>
                  <a:pt x="118187" y="224571"/>
                </a:cubicBezTo>
                <a:cubicBezTo>
                  <a:pt x="120956" y="220582"/>
                  <a:pt x="122342" y="213047"/>
                  <a:pt x="122342" y="201965"/>
                </a:cubicBezTo>
                <a:lnTo>
                  <a:pt x="122342" y="145448"/>
                </a:lnTo>
                <a:cubicBezTo>
                  <a:pt x="122342" y="127161"/>
                  <a:pt x="121899" y="116026"/>
                  <a:pt x="121013" y="112037"/>
                </a:cubicBezTo>
                <a:cubicBezTo>
                  <a:pt x="120237" y="108048"/>
                  <a:pt x="118962" y="105331"/>
                  <a:pt x="117189" y="103891"/>
                </a:cubicBezTo>
                <a:cubicBezTo>
                  <a:pt x="115526" y="102449"/>
                  <a:pt x="113255" y="101731"/>
                  <a:pt x="110375" y="101731"/>
                </a:cubicBezTo>
                <a:cubicBezTo>
                  <a:pt x="107271" y="101731"/>
                  <a:pt x="103559" y="102560"/>
                  <a:pt x="99236" y="104224"/>
                </a:cubicBezTo>
                <a:lnTo>
                  <a:pt x="96744" y="98239"/>
                </a:lnTo>
                <a:lnTo>
                  <a:pt x="142622" y="79622"/>
                </a:lnTo>
                <a:lnTo>
                  <a:pt x="149770" y="79622"/>
                </a:lnTo>
                <a:lnTo>
                  <a:pt x="149770" y="1118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2">
            <a:extLst xmlns:a="http://schemas.openxmlformats.org/drawingml/2006/main">
              <a:ext uri="{FF2B5EF4-FFF2-40B4-BE49-F238E27FC236}">
                <a16:creationId xmlns:a16="http://schemas.microsoft.com/office/drawing/2014/main" id="{C818E1AB-CEB8-4FFA-82B9-8E4810A8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65" y="2528268"/>
            <a:ext cx="1974933" cy="309846"/>
          </a:xfrm>
          <a:custGeom xmlns:a="http://schemas.openxmlformats.org/drawingml/2006/main">
            <a:pathLst>
              <a:path w="1974933" h="309846">
                <a:moveTo>
                  <a:pt x="195150" y="174039"/>
                </a:moveTo>
                <a:lnTo>
                  <a:pt x="200635" y="175203"/>
                </a:lnTo>
                <a:lnTo>
                  <a:pt x="181353" y="236373"/>
                </a:lnTo>
                <a:lnTo>
                  <a:pt x="6815" y="236373"/>
                </a:lnTo>
                <a:lnTo>
                  <a:pt x="6815" y="230224"/>
                </a:lnTo>
                <a:lnTo>
                  <a:pt x="15293" y="230224"/>
                </a:lnTo>
                <a:cubicBezTo>
                  <a:pt x="24823" y="230224"/>
                  <a:pt x="31638" y="227120"/>
                  <a:pt x="35740" y="220914"/>
                </a:cubicBezTo>
                <a:cubicBezTo>
                  <a:pt x="38066" y="217368"/>
                  <a:pt x="39230" y="209168"/>
                  <a:pt x="39230" y="196312"/>
                </a:cubicBezTo>
                <a:lnTo>
                  <a:pt x="39230" y="50864"/>
                </a:lnTo>
                <a:cubicBezTo>
                  <a:pt x="39230" y="36790"/>
                  <a:pt x="37679" y="27980"/>
                  <a:pt x="34576" y="24434"/>
                </a:cubicBezTo>
                <a:cubicBezTo>
                  <a:pt x="30254" y="19559"/>
                  <a:pt x="23826" y="17120"/>
                  <a:pt x="15293" y="17120"/>
                </a:cubicBezTo>
                <a:lnTo>
                  <a:pt x="6815" y="17120"/>
                </a:lnTo>
                <a:lnTo>
                  <a:pt x="6815" y="10971"/>
                </a:lnTo>
                <a:lnTo>
                  <a:pt x="108878" y="10971"/>
                </a:lnTo>
                <a:lnTo>
                  <a:pt x="108878" y="17120"/>
                </a:lnTo>
                <a:cubicBezTo>
                  <a:pt x="96910" y="17010"/>
                  <a:pt x="88489" y="18120"/>
                  <a:pt x="83612" y="20445"/>
                </a:cubicBezTo>
                <a:cubicBezTo>
                  <a:pt x="78847" y="22773"/>
                  <a:pt x="75578" y="25709"/>
                  <a:pt x="73805" y="29255"/>
                </a:cubicBezTo>
                <a:cubicBezTo>
                  <a:pt x="72031" y="32801"/>
                  <a:pt x="71146" y="41279"/>
                  <a:pt x="71146" y="54688"/>
                </a:cubicBezTo>
                <a:lnTo>
                  <a:pt x="71146" y="196312"/>
                </a:lnTo>
                <a:cubicBezTo>
                  <a:pt x="71146" y="205511"/>
                  <a:pt x="72031" y="211828"/>
                  <a:pt x="73805" y="215264"/>
                </a:cubicBezTo>
                <a:cubicBezTo>
                  <a:pt x="75135" y="217589"/>
                  <a:pt x="77185" y="219307"/>
                  <a:pt x="79956" y="220417"/>
                </a:cubicBezTo>
                <a:cubicBezTo>
                  <a:pt x="82725" y="221524"/>
                  <a:pt x="91369" y="222078"/>
                  <a:pt x="105886" y="222078"/>
                </a:cubicBezTo>
                <a:lnTo>
                  <a:pt x="122343" y="222078"/>
                </a:lnTo>
                <a:cubicBezTo>
                  <a:pt x="139631" y="222078"/>
                  <a:pt x="151766" y="220803"/>
                  <a:pt x="158746" y="218254"/>
                </a:cubicBezTo>
                <a:cubicBezTo>
                  <a:pt x="165727" y="215707"/>
                  <a:pt x="172100" y="211218"/>
                  <a:pt x="177862" y="204790"/>
                </a:cubicBezTo>
                <a:cubicBezTo>
                  <a:pt x="183625" y="198252"/>
                  <a:pt x="189388" y="188002"/>
                  <a:pt x="195150" y="174039"/>
                </a:cubicBezTo>
                <a:moveTo>
                  <a:pt x="305026" y="214432"/>
                </a:moveTo>
                <a:cubicBezTo>
                  <a:pt x="289401" y="226510"/>
                  <a:pt x="279593" y="233491"/>
                  <a:pt x="275604" y="235377"/>
                </a:cubicBezTo>
                <a:cubicBezTo>
                  <a:pt x="269619" y="238148"/>
                  <a:pt x="263247" y="239533"/>
                  <a:pt x="256487" y="239533"/>
                </a:cubicBezTo>
                <a:cubicBezTo>
                  <a:pt x="245960" y="239533"/>
                  <a:pt x="237260" y="235930"/>
                  <a:pt x="230390" y="228727"/>
                </a:cubicBezTo>
                <a:cubicBezTo>
                  <a:pt x="223630" y="221524"/>
                  <a:pt x="220250" y="212050"/>
                  <a:pt x="220250" y="200301"/>
                </a:cubicBezTo>
                <a:cubicBezTo>
                  <a:pt x="220250" y="192877"/>
                  <a:pt x="221912" y="186449"/>
                  <a:pt x="225237" y="181021"/>
                </a:cubicBezTo>
                <a:cubicBezTo>
                  <a:pt x="229781" y="173485"/>
                  <a:pt x="237648" y="166393"/>
                  <a:pt x="248841" y="159744"/>
                </a:cubicBezTo>
                <a:cubicBezTo>
                  <a:pt x="260144" y="153094"/>
                  <a:pt x="278873" y="145006"/>
                  <a:pt x="305026" y="135474"/>
                </a:cubicBezTo>
                <a:lnTo>
                  <a:pt x="305026" y="129489"/>
                </a:lnTo>
                <a:cubicBezTo>
                  <a:pt x="305026" y="114308"/>
                  <a:pt x="302587" y="103891"/>
                  <a:pt x="297711" y="98239"/>
                </a:cubicBezTo>
                <a:cubicBezTo>
                  <a:pt x="292947" y="92589"/>
                  <a:pt x="285965" y="89764"/>
                  <a:pt x="276766" y="89764"/>
                </a:cubicBezTo>
                <a:cubicBezTo>
                  <a:pt x="269786" y="89764"/>
                  <a:pt x="264244" y="91646"/>
                  <a:pt x="260144" y="95414"/>
                </a:cubicBezTo>
                <a:cubicBezTo>
                  <a:pt x="255934" y="99181"/>
                  <a:pt x="253827" y="103502"/>
                  <a:pt x="253827" y="108380"/>
                </a:cubicBezTo>
                <a:lnTo>
                  <a:pt x="254161" y="118022"/>
                </a:lnTo>
                <a:cubicBezTo>
                  <a:pt x="254161" y="123118"/>
                  <a:pt x="252831" y="127053"/>
                  <a:pt x="250170" y="129822"/>
                </a:cubicBezTo>
                <a:cubicBezTo>
                  <a:pt x="247622" y="132593"/>
                  <a:pt x="244242" y="133978"/>
                  <a:pt x="240032" y="133978"/>
                </a:cubicBezTo>
                <a:cubicBezTo>
                  <a:pt x="235930" y="133978"/>
                  <a:pt x="232550" y="132539"/>
                  <a:pt x="229891" y="129657"/>
                </a:cubicBezTo>
                <a:cubicBezTo>
                  <a:pt x="227342" y="126775"/>
                  <a:pt x="226068" y="122840"/>
                  <a:pt x="226068" y="117854"/>
                </a:cubicBezTo>
                <a:cubicBezTo>
                  <a:pt x="226068" y="108323"/>
                  <a:pt x="230943" y="99570"/>
                  <a:pt x="240696" y="91592"/>
                </a:cubicBezTo>
                <a:cubicBezTo>
                  <a:pt x="250448" y="83611"/>
                  <a:pt x="264133" y="79622"/>
                  <a:pt x="281753" y="79622"/>
                </a:cubicBezTo>
                <a:cubicBezTo>
                  <a:pt x="295273" y="79622"/>
                  <a:pt x="306355" y="81893"/>
                  <a:pt x="314999" y="86439"/>
                </a:cubicBezTo>
                <a:cubicBezTo>
                  <a:pt x="321537" y="89874"/>
                  <a:pt x="326358" y="95249"/>
                  <a:pt x="329460" y="102563"/>
                </a:cubicBezTo>
                <a:cubicBezTo>
                  <a:pt x="331456" y="107327"/>
                  <a:pt x="332453" y="117079"/>
                  <a:pt x="332453" y="131818"/>
                </a:cubicBezTo>
                <a:lnTo>
                  <a:pt x="332453" y="183513"/>
                </a:lnTo>
                <a:cubicBezTo>
                  <a:pt x="332453" y="198030"/>
                  <a:pt x="332729" y="206951"/>
                  <a:pt x="333284" y="210275"/>
                </a:cubicBezTo>
                <a:cubicBezTo>
                  <a:pt x="333838" y="213489"/>
                  <a:pt x="334724" y="215650"/>
                  <a:pt x="335943" y="216760"/>
                </a:cubicBezTo>
                <a:cubicBezTo>
                  <a:pt x="337273" y="217867"/>
                  <a:pt x="338770" y="218421"/>
                  <a:pt x="340432" y="218421"/>
                </a:cubicBezTo>
                <a:cubicBezTo>
                  <a:pt x="342205" y="218421"/>
                  <a:pt x="343757" y="218032"/>
                  <a:pt x="345085" y="217257"/>
                </a:cubicBezTo>
                <a:cubicBezTo>
                  <a:pt x="347414" y="215818"/>
                  <a:pt x="351901" y="211772"/>
                  <a:pt x="358550" y="205122"/>
                </a:cubicBezTo>
                <a:lnTo>
                  <a:pt x="358550" y="214432"/>
                </a:lnTo>
                <a:cubicBezTo>
                  <a:pt x="346139" y="231055"/>
                  <a:pt x="334281" y="239366"/>
                  <a:pt x="322978" y="239366"/>
                </a:cubicBezTo>
                <a:cubicBezTo>
                  <a:pt x="317548" y="239366"/>
                  <a:pt x="313226" y="237481"/>
                  <a:pt x="310012" y="233713"/>
                </a:cubicBezTo>
                <a:cubicBezTo>
                  <a:pt x="306799" y="229945"/>
                  <a:pt x="305137" y="223517"/>
                  <a:pt x="305026" y="214432"/>
                </a:cubicBezTo>
                <a:moveTo>
                  <a:pt x="305026" y="203626"/>
                </a:moveTo>
                <a:lnTo>
                  <a:pt x="305026" y="145613"/>
                </a:lnTo>
                <a:cubicBezTo>
                  <a:pt x="288292" y="152262"/>
                  <a:pt x="277487" y="156973"/>
                  <a:pt x="272611" y="159744"/>
                </a:cubicBezTo>
                <a:cubicBezTo>
                  <a:pt x="263857" y="164619"/>
                  <a:pt x="257596" y="169718"/>
                  <a:pt x="253827" y="175036"/>
                </a:cubicBezTo>
                <a:cubicBezTo>
                  <a:pt x="250059" y="180356"/>
                  <a:pt x="248176" y="186174"/>
                  <a:pt x="248176" y="192491"/>
                </a:cubicBezTo>
                <a:cubicBezTo>
                  <a:pt x="248176" y="200469"/>
                  <a:pt x="250559" y="207118"/>
                  <a:pt x="255323" y="212436"/>
                </a:cubicBezTo>
                <a:cubicBezTo>
                  <a:pt x="260089" y="217646"/>
                  <a:pt x="265574" y="220250"/>
                  <a:pt x="271781" y="220250"/>
                </a:cubicBezTo>
                <a:cubicBezTo>
                  <a:pt x="280202" y="220250"/>
                  <a:pt x="291284" y="214707"/>
                  <a:pt x="305026" y="203626"/>
                </a:cubicBezTo>
                <a:moveTo>
                  <a:pt x="414569" y="79622"/>
                </a:moveTo>
                <a:lnTo>
                  <a:pt x="414569" y="113865"/>
                </a:lnTo>
                <a:cubicBezTo>
                  <a:pt x="427312" y="91036"/>
                  <a:pt x="440388" y="79622"/>
                  <a:pt x="453798" y="79622"/>
                </a:cubicBezTo>
                <a:cubicBezTo>
                  <a:pt x="459893" y="79622"/>
                  <a:pt x="464934" y="81507"/>
                  <a:pt x="468925" y="85275"/>
                </a:cubicBezTo>
                <a:cubicBezTo>
                  <a:pt x="472914" y="88932"/>
                  <a:pt x="474908" y="93196"/>
                  <a:pt x="474908" y="98074"/>
                </a:cubicBezTo>
                <a:cubicBezTo>
                  <a:pt x="474908" y="102395"/>
                  <a:pt x="473468" y="106052"/>
                  <a:pt x="470587" y="109044"/>
                </a:cubicBezTo>
                <a:cubicBezTo>
                  <a:pt x="467705" y="112037"/>
                  <a:pt x="464270" y="113533"/>
                  <a:pt x="460281" y="113533"/>
                </a:cubicBezTo>
                <a:cubicBezTo>
                  <a:pt x="456403" y="113533"/>
                  <a:pt x="452025" y="111648"/>
                  <a:pt x="447148" y="107880"/>
                </a:cubicBezTo>
                <a:cubicBezTo>
                  <a:pt x="442384" y="104002"/>
                  <a:pt x="438838" y="102063"/>
                  <a:pt x="436510" y="102063"/>
                </a:cubicBezTo>
                <a:cubicBezTo>
                  <a:pt x="434515" y="102063"/>
                  <a:pt x="432355" y="103170"/>
                  <a:pt x="430028" y="105388"/>
                </a:cubicBezTo>
                <a:cubicBezTo>
                  <a:pt x="425041" y="109930"/>
                  <a:pt x="419888" y="117412"/>
                  <a:pt x="414569" y="127828"/>
                </a:cubicBezTo>
                <a:lnTo>
                  <a:pt x="414569" y="200801"/>
                </a:lnTo>
                <a:cubicBezTo>
                  <a:pt x="414569" y="209222"/>
                  <a:pt x="415621" y="215596"/>
                  <a:pt x="417727" y="219917"/>
                </a:cubicBezTo>
                <a:cubicBezTo>
                  <a:pt x="419167" y="222910"/>
                  <a:pt x="421716" y="225403"/>
                  <a:pt x="425373" y="227399"/>
                </a:cubicBezTo>
                <a:cubicBezTo>
                  <a:pt x="429030" y="229392"/>
                  <a:pt x="434294" y="230388"/>
                  <a:pt x="441165" y="230388"/>
                </a:cubicBezTo>
                <a:lnTo>
                  <a:pt x="441165" y="236373"/>
                </a:lnTo>
                <a:lnTo>
                  <a:pt x="363205" y="236373"/>
                </a:lnTo>
                <a:lnTo>
                  <a:pt x="363205" y="230388"/>
                </a:lnTo>
                <a:cubicBezTo>
                  <a:pt x="370962" y="230388"/>
                  <a:pt x="376724" y="229170"/>
                  <a:pt x="380491" y="226731"/>
                </a:cubicBezTo>
                <a:cubicBezTo>
                  <a:pt x="383263" y="224960"/>
                  <a:pt x="385202" y="222135"/>
                  <a:pt x="386310" y="218254"/>
                </a:cubicBezTo>
                <a:cubicBezTo>
                  <a:pt x="386864" y="216371"/>
                  <a:pt x="387141" y="210997"/>
                  <a:pt x="387141" y="202130"/>
                </a:cubicBezTo>
                <a:lnTo>
                  <a:pt x="387141" y="143120"/>
                </a:lnTo>
                <a:cubicBezTo>
                  <a:pt x="387141" y="125390"/>
                  <a:pt x="386753" y="114862"/>
                  <a:pt x="385978" y="111537"/>
                </a:cubicBezTo>
                <a:cubicBezTo>
                  <a:pt x="385312" y="108102"/>
                  <a:pt x="383982" y="105609"/>
                  <a:pt x="381988" y="104059"/>
                </a:cubicBezTo>
                <a:cubicBezTo>
                  <a:pt x="380104" y="102506"/>
                  <a:pt x="377722" y="101731"/>
                  <a:pt x="374840" y="101731"/>
                </a:cubicBezTo>
                <a:cubicBezTo>
                  <a:pt x="371405" y="101731"/>
                  <a:pt x="367526" y="102563"/>
                  <a:pt x="363205" y="104224"/>
                </a:cubicBezTo>
                <a:lnTo>
                  <a:pt x="361543" y="98239"/>
                </a:lnTo>
                <a:lnTo>
                  <a:pt x="407587" y="79622"/>
                </a:lnTo>
                <a:lnTo>
                  <a:pt x="414569" y="79622"/>
                </a:lnTo>
                <a:moveTo>
                  <a:pt x="524111" y="180853"/>
                </a:moveTo>
                <a:cubicBezTo>
                  <a:pt x="514803" y="176310"/>
                  <a:pt x="507656" y="169993"/>
                  <a:pt x="502669" y="161904"/>
                </a:cubicBezTo>
                <a:cubicBezTo>
                  <a:pt x="497682" y="153705"/>
                  <a:pt x="495189" y="144673"/>
                  <a:pt x="495189" y="134810"/>
                </a:cubicBezTo>
                <a:cubicBezTo>
                  <a:pt x="495189" y="119740"/>
                  <a:pt x="500840" y="106773"/>
                  <a:pt x="512143" y="95913"/>
                </a:cubicBezTo>
                <a:cubicBezTo>
                  <a:pt x="523558" y="85053"/>
                  <a:pt x="538130" y="79622"/>
                  <a:pt x="555861" y="79622"/>
                </a:cubicBezTo>
                <a:cubicBezTo>
                  <a:pt x="570377" y="79622"/>
                  <a:pt x="582955" y="83168"/>
                  <a:pt x="593593" y="90260"/>
                </a:cubicBezTo>
                <a:lnTo>
                  <a:pt x="625842" y="90260"/>
                </a:lnTo>
                <a:cubicBezTo>
                  <a:pt x="630606" y="90260"/>
                  <a:pt x="633377" y="90428"/>
                  <a:pt x="634152" y="90760"/>
                </a:cubicBezTo>
                <a:cubicBezTo>
                  <a:pt x="634929" y="90982"/>
                  <a:pt x="635483" y="91424"/>
                  <a:pt x="635815" y="92089"/>
                </a:cubicBezTo>
                <a:cubicBezTo>
                  <a:pt x="636481" y="93085"/>
                  <a:pt x="636813" y="94860"/>
                  <a:pt x="636813" y="97409"/>
                </a:cubicBezTo>
                <a:cubicBezTo>
                  <a:pt x="636813" y="100288"/>
                  <a:pt x="636536" y="102284"/>
                  <a:pt x="635982" y="103392"/>
                </a:cubicBezTo>
                <a:cubicBezTo>
                  <a:pt x="635649" y="103948"/>
                  <a:pt x="635040" y="104391"/>
                  <a:pt x="634152" y="104723"/>
                </a:cubicBezTo>
                <a:cubicBezTo>
                  <a:pt x="633377" y="105055"/>
                  <a:pt x="630606" y="105220"/>
                  <a:pt x="625842" y="105220"/>
                </a:cubicBezTo>
                <a:lnTo>
                  <a:pt x="606060" y="105220"/>
                </a:lnTo>
                <a:cubicBezTo>
                  <a:pt x="612267" y="113201"/>
                  <a:pt x="615370" y="123397"/>
                  <a:pt x="615370" y="135807"/>
                </a:cubicBezTo>
                <a:cubicBezTo>
                  <a:pt x="615370" y="149991"/>
                  <a:pt x="609940" y="162126"/>
                  <a:pt x="599080" y="172211"/>
                </a:cubicBezTo>
                <a:cubicBezTo>
                  <a:pt x="588219" y="182295"/>
                  <a:pt x="573647" y="187338"/>
                  <a:pt x="555362" y="187338"/>
                </a:cubicBezTo>
                <a:cubicBezTo>
                  <a:pt x="547826" y="187338"/>
                  <a:pt x="540124" y="186228"/>
                  <a:pt x="532257" y="184013"/>
                </a:cubicBezTo>
                <a:cubicBezTo>
                  <a:pt x="527381" y="188224"/>
                  <a:pt x="524056" y="191937"/>
                  <a:pt x="522283" y="195148"/>
                </a:cubicBezTo>
                <a:cubicBezTo>
                  <a:pt x="520621" y="198252"/>
                  <a:pt x="519790" y="200912"/>
                  <a:pt x="519790" y="203129"/>
                </a:cubicBezTo>
                <a:cubicBezTo>
                  <a:pt x="519790" y="205012"/>
                  <a:pt x="520676" y="206840"/>
                  <a:pt x="522449" y="208615"/>
                </a:cubicBezTo>
                <a:cubicBezTo>
                  <a:pt x="524333" y="210386"/>
                  <a:pt x="527934" y="211661"/>
                  <a:pt x="533254" y="212436"/>
                </a:cubicBezTo>
                <a:cubicBezTo>
                  <a:pt x="536357" y="212879"/>
                  <a:pt x="544114" y="213268"/>
                  <a:pt x="556525" y="213600"/>
                </a:cubicBezTo>
                <a:cubicBezTo>
                  <a:pt x="579353" y="214154"/>
                  <a:pt x="594148" y="214932"/>
                  <a:pt x="600909" y="215928"/>
                </a:cubicBezTo>
                <a:cubicBezTo>
                  <a:pt x="611213" y="217368"/>
                  <a:pt x="619414" y="221192"/>
                  <a:pt x="625510" y="227399"/>
                </a:cubicBezTo>
                <a:cubicBezTo>
                  <a:pt x="631715" y="233602"/>
                  <a:pt x="634818" y="241251"/>
                  <a:pt x="634818" y="250336"/>
                </a:cubicBezTo>
                <a:cubicBezTo>
                  <a:pt x="634818" y="262860"/>
                  <a:pt x="628944" y="274606"/>
                  <a:pt x="617198" y="285576"/>
                </a:cubicBezTo>
                <a:cubicBezTo>
                  <a:pt x="599911" y="301757"/>
                  <a:pt x="577359" y="309846"/>
                  <a:pt x="549543" y="309846"/>
                </a:cubicBezTo>
                <a:cubicBezTo>
                  <a:pt x="528156" y="309846"/>
                  <a:pt x="510093" y="305025"/>
                  <a:pt x="495355" y="295383"/>
                </a:cubicBezTo>
                <a:cubicBezTo>
                  <a:pt x="487043" y="289844"/>
                  <a:pt x="482888" y="284080"/>
                  <a:pt x="482888" y="278095"/>
                </a:cubicBezTo>
                <a:cubicBezTo>
                  <a:pt x="482888" y="275438"/>
                  <a:pt x="483497" y="272777"/>
                  <a:pt x="484716" y="270117"/>
                </a:cubicBezTo>
                <a:cubicBezTo>
                  <a:pt x="486600" y="266017"/>
                  <a:pt x="490479" y="260310"/>
                  <a:pt x="496351" y="252997"/>
                </a:cubicBezTo>
                <a:cubicBezTo>
                  <a:pt x="497128" y="252000"/>
                  <a:pt x="502779" y="246015"/>
                  <a:pt x="513307" y="235044"/>
                </a:cubicBezTo>
                <a:cubicBezTo>
                  <a:pt x="507545" y="231609"/>
                  <a:pt x="503444" y="228560"/>
                  <a:pt x="501006" y="225902"/>
                </a:cubicBezTo>
                <a:cubicBezTo>
                  <a:pt x="498680" y="223131"/>
                  <a:pt x="497515" y="220028"/>
                  <a:pt x="497515" y="216593"/>
                </a:cubicBezTo>
                <a:cubicBezTo>
                  <a:pt x="497515" y="212714"/>
                  <a:pt x="499067" y="208172"/>
                  <a:pt x="502169" y="202962"/>
                </a:cubicBezTo>
                <a:cubicBezTo>
                  <a:pt x="505383" y="197755"/>
                  <a:pt x="512697" y="190384"/>
                  <a:pt x="524111" y="180853"/>
                </a:cubicBezTo>
                <a:moveTo>
                  <a:pt x="553034" y="87600"/>
                </a:moveTo>
                <a:cubicBezTo>
                  <a:pt x="544835" y="87600"/>
                  <a:pt x="537964" y="90871"/>
                  <a:pt x="532423" y="97409"/>
                </a:cubicBezTo>
                <a:cubicBezTo>
                  <a:pt x="526883" y="103948"/>
                  <a:pt x="524111" y="113976"/>
                  <a:pt x="524111" y="127496"/>
                </a:cubicBezTo>
                <a:cubicBezTo>
                  <a:pt x="524111" y="145006"/>
                  <a:pt x="527879" y="158580"/>
                  <a:pt x="535414" y="168222"/>
                </a:cubicBezTo>
                <a:cubicBezTo>
                  <a:pt x="541178" y="175535"/>
                  <a:pt x="548492" y="179192"/>
                  <a:pt x="557357" y="179192"/>
                </a:cubicBezTo>
                <a:cubicBezTo>
                  <a:pt x="565779" y="179192"/>
                  <a:pt x="572706" y="176032"/>
                  <a:pt x="578135" y="169718"/>
                </a:cubicBezTo>
                <a:cubicBezTo>
                  <a:pt x="583565" y="163401"/>
                  <a:pt x="586280" y="153483"/>
                  <a:pt x="586280" y="139963"/>
                </a:cubicBezTo>
                <a:cubicBezTo>
                  <a:pt x="586280" y="122343"/>
                  <a:pt x="582457" y="108545"/>
                  <a:pt x="574811" y="98574"/>
                </a:cubicBezTo>
                <a:cubicBezTo>
                  <a:pt x="569159" y="91257"/>
                  <a:pt x="561900" y="87600"/>
                  <a:pt x="553034" y="87600"/>
                </a:cubicBezTo>
                <a:moveTo>
                  <a:pt x="522449" y="236373"/>
                </a:moveTo>
                <a:cubicBezTo>
                  <a:pt x="517241" y="242026"/>
                  <a:pt x="513307" y="247290"/>
                  <a:pt x="510647" y="252165"/>
                </a:cubicBezTo>
                <a:cubicBezTo>
                  <a:pt x="507988" y="257042"/>
                  <a:pt x="506658" y="261528"/>
                  <a:pt x="506658" y="265628"/>
                </a:cubicBezTo>
                <a:cubicBezTo>
                  <a:pt x="506658" y="270949"/>
                  <a:pt x="509872" y="275602"/>
                  <a:pt x="516299" y="279591"/>
                </a:cubicBezTo>
                <a:cubicBezTo>
                  <a:pt x="527381" y="286462"/>
                  <a:pt x="543394" y="289897"/>
                  <a:pt x="564338" y="289897"/>
                </a:cubicBezTo>
                <a:cubicBezTo>
                  <a:pt x="584285" y="289897"/>
                  <a:pt x="598968" y="286351"/>
                  <a:pt x="608388" y="279259"/>
                </a:cubicBezTo>
                <a:cubicBezTo>
                  <a:pt x="617918" y="272278"/>
                  <a:pt x="622684" y="264799"/>
                  <a:pt x="622684" y="256818"/>
                </a:cubicBezTo>
                <a:cubicBezTo>
                  <a:pt x="622684" y="251057"/>
                  <a:pt x="619857" y="246958"/>
                  <a:pt x="614206" y="244519"/>
                </a:cubicBezTo>
                <a:cubicBezTo>
                  <a:pt x="608444" y="242080"/>
                  <a:pt x="597029" y="240641"/>
                  <a:pt x="579964" y="240198"/>
                </a:cubicBezTo>
                <a:cubicBezTo>
                  <a:pt x="555030" y="239533"/>
                  <a:pt x="535859" y="238258"/>
                  <a:pt x="522449" y="236373"/>
                </a:cubicBezTo>
                <a:moveTo>
                  <a:pt x="679200" y="141459"/>
                </a:moveTo>
                <a:cubicBezTo>
                  <a:pt x="679090" y="164065"/>
                  <a:pt x="684575" y="181796"/>
                  <a:pt x="695656" y="194651"/>
                </a:cubicBezTo>
                <a:cubicBezTo>
                  <a:pt x="706739" y="207504"/>
                  <a:pt x="719760" y="213932"/>
                  <a:pt x="734721" y="213932"/>
                </a:cubicBezTo>
                <a:cubicBezTo>
                  <a:pt x="744693" y="213932"/>
                  <a:pt x="753337" y="211218"/>
                  <a:pt x="760651" y="205787"/>
                </a:cubicBezTo>
                <a:cubicBezTo>
                  <a:pt x="768075" y="200247"/>
                  <a:pt x="774282" y="190827"/>
                  <a:pt x="779269" y="177528"/>
                </a:cubicBezTo>
                <a:lnTo>
                  <a:pt x="784422" y="180853"/>
                </a:lnTo>
                <a:cubicBezTo>
                  <a:pt x="782095" y="196037"/>
                  <a:pt x="775335" y="209889"/>
                  <a:pt x="764142" y="222410"/>
                </a:cubicBezTo>
                <a:cubicBezTo>
                  <a:pt x="752950" y="234823"/>
                  <a:pt x="738931" y="241027"/>
                  <a:pt x="722086" y="241027"/>
                </a:cubicBezTo>
                <a:cubicBezTo>
                  <a:pt x="703802" y="241027"/>
                  <a:pt x="688121" y="233934"/>
                  <a:pt x="675045" y="219750"/>
                </a:cubicBezTo>
                <a:cubicBezTo>
                  <a:pt x="662079" y="205455"/>
                  <a:pt x="655597" y="186284"/>
                  <a:pt x="655597" y="162237"/>
                </a:cubicBezTo>
                <a:cubicBezTo>
                  <a:pt x="655597" y="136196"/>
                  <a:pt x="662245" y="115915"/>
                  <a:pt x="675544" y="101399"/>
                </a:cubicBezTo>
                <a:cubicBezTo>
                  <a:pt x="688953" y="86771"/>
                  <a:pt x="705741" y="79457"/>
                  <a:pt x="725911" y="79457"/>
                </a:cubicBezTo>
                <a:cubicBezTo>
                  <a:pt x="742975" y="79457"/>
                  <a:pt x="756994" y="85107"/>
                  <a:pt x="767965" y="96410"/>
                </a:cubicBezTo>
                <a:cubicBezTo>
                  <a:pt x="778937" y="107605"/>
                  <a:pt x="784422" y="122619"/>
                  <a:pt x="784422" y="141459"/>
                </a:cubicBezTo>
                <a:lnTo>
                  <a:pt x="679200" y="141459"/>
                </a:lnTo>
                <a:moveTo>
                  <a:pt x="679200" y="131818"/>
                </a:moveTo>
                <a:lnTo>
                  <a:pt x="749680" y="131818"/>
                </a:lnTo>
                <a:cubicBezTo>
                  <a:pt x="749127" y="122065"/>
                  <a:pt x="747963" y="115194"/>
                  <a:pt x="746189" y="111205"/>
                </a:cubicBezTo>
                <a:cubicBezTo>
                  <a:pt x="743420" y="104999"/>
                  <a:pt x="739263" y="100124"/>
                  <a:pt x="733723" y="96578"/>
                </a:cubicBezTo>
                <a:cubicBezTo>
                  <a:pt x="728293" y="93031"/>
                  <a:pt x="722586" y="91257"/>
                  <a:pt x="716601" y="91257"/>
                </a:cubicBezTo>
                <a:cubicBezTo>
                  <a:pt x="707403" y="91257"/>
                  <a:pt x="699147" y="94860"/>
                  <a:pt x="691833" y="102063"/>
                </a:cubicBezTo>
                <a:cubicBezTo>
                  <a:pt x="684630" y="109155"/>
                  <a:pt x="680420" y="119072"/>
                  <a:pt x="679200" y="131818"/>
                </a:cubicBezTo>
                <a:moveTo>
                  <a:pt x="849416" y="79622"/>
                </a:moveTo>
                <a:lnTo>
                  <a:pt x="849416" y="113865"/>
                </a:lnTo>
                <a:cubicBezTo>
                  <a:pt x="862160" y="91036"/>
                  <a:pt x="875236" y="79622"/>
                  <a:pt x="888645" y="79622"/>
                </a:cubicBezTo>
                <a:cubicBezTo>
                  <a:pt x="894740" y="79622"/>
                  <a:pt x="899782" y="81507"/>
                  <a:pt x="903773" y="85275"/>
                </a:cubicBezTo>
                <a:cubicBezTo>
                  <a:pt x="907762" y="88932"/>
                  <a:pt x="909756" y="93196"/>
                  <a:pt x="909756" y="98074"/>
                </a:cubicBezTo>
                <a:cubicBezTo>
                  <a:pt x="909756" y="102395"/>
                  <a:pt x="908315" y="106052"/>
                  <a:pt x="905435" y="109044"/>
                </a:cubicBezTo>
                <a:cubicBezTo>
                  <a:pt x="902553" y="112037"/>
                  <a:pt x="899118" y="113533"/>
                  <a:pt x="895129" y="113533"/>
                </a:cubicBezTo>
                <a:cubicBezTo>
                  <a:pt x="891249" y="113533"/>
                  <a:pt x="886872" y="111648"/>
                  <a:pt x="881996" y="107880"/>
                </a:cubicBezTo>
                <a:cubicBezTo>
                  <a:pt x="877230" y="104002"/>
                  <a:pt x="873684" y="102063"/>
                  <a:pt x="871358" y="102063"/>
                </a:cubicBezTo>
                <a:cubicBezTo>
                  <a:pt x="869363" y="102063"/>
                  <a:pt x="867202" y="103170"/>
                  <a:pt x="864874" y="105388"/>
                </a:cubicBezTo>
                <a:cubicBezTo>
                  <a:pt x="859889" y="109930"/>
                  <a:pt x="854736" y="117412"/>
                  <a:pt x="849416" y="127828"/>
                </a:cubicBezTo>
                <a:lnTo>
                  <a:pt x="849416" y="200801"/>
                </a:lnTo>
                <a:cubicBezTo>
                  <a:pt x="849416" y="209222"/>
                  <a:pt x="850468" y="215596"/>
                  <a:pt x="852575" y="219917"/>
                </a:cubicBezTo>
                <a:cubicBezTo>
                  <a:pt x="854014" y="222910"/>
                  <a:pt x="856564" y="225403"/>
                  <a:pt x="860221" y="227399"/>
                </a:cubicBezTo>
                <a:cubicBezTo>
                  <a:pt x="863878" y="229392"/>
                  <a:pt x="869142" y="230388"/>
                  <a:pt x="876012" y="230388"/>
                </a:cubicBezTo>
                <a:lnTo>
                  <a:pt x="876012" y="236373"/>
                </a:lnTo>
                <a:lnTo>
                  <a:pt x="798053" y="236373"/>
                </a:lnTo>
                <a:lnTo>
                  <a:pt x="798053" y="230388"/>
                </a:lnTo>
                <a:cubicBezTo>
                  <a:pt x="805809" y="230388"/>
                  <a:pt x="811572" y="229170"/>
                  <a:pt x="815339" y="226731"/>
                </a:cubicBezTo>
                <a:cubicBezTo>
                  <a:pt x="818110" y="224960"/>
                  <a:pt x="820049" y="222135"/>
                  <a:pt x="821158" y="218254"/>
                </a:cubicBezTo>
                <a:cubicBezTo>
                  <a:pt x="821712" y="216371"/>
                  <a:pt x="821988" y="210997"/>
                  <a:pt x="821988" y="202130"/>
                </a:cubicBezTo>
                <a:lnTo>
                  <a:pt x="821988" y="143120"/>
                </a:lnTo>
                <a:cubicBezTo>
                  <a:pt x="821988" y="125390"/>
                  <a:pt x="821601" y="114862"/>
                  <a:pt x="820824" y="111537"/>
                </a:cubicBezTo>
                <a:cubicBezTo>
                  <a:pt x="820160" y="108102"/>
                  <a:pt x="818830" y="105609"/>
                  <a:pt x="816835" y="104059"/>
                </a:cubicBezTo>
                <a:cubicBezTo>
                  <a:pt x="814952" y="102506"/>
                  <a:pt x="812570" y="101731"/>
                  <a:pt x="809688" y="101731"/>
                </a:cubicBezTo>
                <a:cubicBezTo>
                  <a:pt x="806252" y="101731"/>
                  <a:pt x="802374" y="102563"/>
                  <a:pt x="798053" y="104224"/>
                </a:cubicBezTo>
                <a:lnTo>
                  <a:pt x="796390" y="98239"/>
                </a:lnTo>
                <a:lnTo>
                  <a:pt x="842435" y="79622"/>
                </a:lnTo>
                <a:lnTo>
                  <a:pt x="849416" y="79622"/>
                </a:lnTo>
                <a:moveTo>
                  <a:pt x="1222760" y="236373"/>
                </a:moveTo>
                <a:lnTo>
                  <a:pt x="1162587" y="236373"/>
                </a:lnTo>
                <a:lnTo>
                  <a:pt x="1086288" y="130986"/>
                </a:lnTo>
                <a:cubicBezTo>
                  <a:pt x="1080637" y="131207"/>
                  <a:pt x="1076037" y="131318"/>
                  <a:pt x="1072491" y="131318"/>
                </a:cubicBezTo>
                <a:cubicBezTo>
                  <a:pt x="1071051" y="131318"/>
                  <a:pt x="1069500" y="131318"/>
                  <a:pt x="1067837" y="131318"/>
                </a:cubicBezTo>
                <a:cubicBezTo>
                  <a:pt x="1066175" y="131207"/>
                  <a:pt x="1064457" y="131096"/>
                  <a:pt x="1062684" y="130986"/>
                </a:cubicBezTo>
                <a:lnTo>
                  <a:pt x="1062684" y="196480"/>
                </a:lnTo>
                <a:cubicBezTo>
                  <a:pt x="1062684" y="210664"/>
                  <a:pt x="1064236" y="219474"/>
                  <a:pt x="1067338" y="222910"/>
                </a:cubicBezTo>
                <a:cubicBezTo>
                  <a:pt x="1071550" y="227785"/>
                  <a:pt x="1077865" y="230224"/>
                  <a:pt x="1086288" y="230224"/>
                </a:cubicBezTo>
                <a:lnTo>
                  <a:pt x="1095098" y="230224"/>
                </a:lnTo>
                <a:lnTo>
                  <a:pt x="1095098" y="236373"/>
                </a:lnTo>
                <a:lnTo>
                  <a:pt x="998520" y="236373"/>
                </a:lnTo>
                <a:lnTo>
                  <a:pt x="998520" y="230224"/>
                </a:lnTo>
                <a:lnTo>
                  <a:pt x="1006998" y="230224"/>
                </a:lnTo>
                <a:cubicBezTo>
                  <a:pt x="1016529" y="230224"/>
                  <a:pt x="1023343" y="227120"/>
                  <a:pt x="1027444" y="220914"/>
                </a:cubicBezTo>
                <a:cubicBezTo>
                  <a:pt x="1029771" y="217478"/>
                  <a:pt x="1030935" y="209333"/>
                  <a:pt x="1030935" y="196480"/>
                </a:cubicBezTo>
                <a:lnTo>
                  <a:pt x="1030935" y="50864"/>
                </a:lnTo>
                <a:cubicBezTo>
                  <a:pt x="1030935" y="36679"/>
                  <a:pt x="1029384" y="27869"/>
                  <a:pt x="1026280" y="24434"/>
                </a:cubicBezTo>
                <a:cubicBezTo>
                  <a:pt x="1021959" y="19559"/>
                  <a:pt x="1015531" y="17120"/>
                  <a:pt x="1006998" y="17120"/>
                </a:cubicBezTo>
                <a:lnTo>
                  <a:pt x="998520" y="17120"/>
                </a:lnTo>
                <a:lnTo>
                  <a:pt x="998520" y="10971"/>
                </a:lnTo>
                <a:lnTo>
                  <a:pt x="1080637" y="10971"/>
                </a:lnTo>
                <a:cubicBezTo>
                  <a:pt x="1104574" y="10971"/>
                  <a:pt x="1122194" y="12745"/>
                  <a:pt x="1133496" y="16291"/>
                </a:cubicBezTo>
                <a:cubicBezTo>
                  <a:pt x="1144911" y="19727"/>
                  <a:pt x="1154552" y="26152"/>
                  <a:pt x="1162419" y="35572"/>
                </a:cubicBezTo>
                <a:cubicBezTo>
                  <a:pt x="1170399" y="44882"/>
                  <a:pt x="1174388" y="56017"/>
                  <a:pt x="1174388" y="68984"/>
                </a:cubicBezTo>
                <a:cubicBezTo>
                  <a:pt x="1174388" y="82836"/>
                  <a:pt x="1169845" y="94860"/>
                  <a:pt x="1160757" y="105055"/>
                </a:cubicBezTo>
                <a:cubicBezTo>
                  <a:pt x="1151781" y="115251"/>
                  <a:pt x="1137819" y="122454"/>
                  <a:pt x="1118869" y="126664"/>
                </a:cubicBezTo>
                <a:lnTo>
                  <a:pt x="1165412" y="191327"/>
                </a:lnTo>
                <a:cubicBezTo>
                  <a:pt x="1176050" y="206176"/>
                  <a:pt x="1185192" y="216039"/>
                  <a:pt x="1192840" y="220914"/>
                </a:cubicBezTo>
                <a:cubicBezTo>
                  <a:pt x="1200485" y="225792"/>
                  <a:pt x="1210460" y="228895"/>
                  <a:pt x="1222760" y="230224"/>
                </a:cubicBezTo>
                <a:lnTo>
                  <a:pt x="1222760" y="236373"/>
                </a:lnTo>
                <a:moveTo>
                  <a:pt x="1062684" y="120515"/>
                </a:moveTo>
                <a:cubicBezTo>
                  <a:pt x="1064790" y="120515"/>
                  <a:pt x="1066618" y="120569"/>
                  <a:pt x="1068170" y="120679"/>
                </a:cubicBezTo>
                <a:cubicBezTo>
                  <a:pt x="1069721" y="120679"/>
                  <a:pt x="1070996" y="120679"/>
                  <a:pt x="1071993" y="120679"/>
                </a:cubicBezTo>
                <a:cubicBezTo>
                  <a:pt x="1093491" y="120679"/>
                  <a:pt x="1109671" y="116026"/>
                  <a:pt x="1120531" y="106716"/>
                </a:cubicBezTo>
                <a:cubicBezTo>
                  <a:pt x="1131502" y="97409"/>
                  <a:pt x="1136987" y="85550"/>
                  <a:pt x="1136987" y="71144"/>
                </a:cubicBezTo>
                <a:cubicBezTo>
                  <a:pt x="1136987" y="57070"/>
                  <a:pt x="1132555" y="45657"/>
                  <a:pt x="1123688" y="36901"/>
                </a:cubicBezTo>
                <a:cubicBezTo>
                  <a:pt x="1114935" y="28037"/>
                  <a:pt x="1103299" y="23605"/>
                  <a:pt x="1088782" y="23605"/>
                </a:cubicBezTo>
                <a:cubicBezTo>
                  <a:pt x="1082354" y="23605"/>
                  <a:pt x="1073655" y="24658"/>
                  <a:pt x="1062684" y="26762"/>
                </a:cubicBezTo>
                <a:lnTo>
                  <a:pt x="1062684" y="120515"/>
                </a:lnTo>
                <a:moveTo>
                  <a:pt x="1256006" y="141459"/>
                </a:moveTo>
                <a:cubicBezTo>
                  <a:pt x="1255895" y="164065"/>
                  <a:pt x="1261380" y="181796"/>
                  <a:pt x="1272462" y="194651"/>
                </a:cubicBezTo>
                <a:cubicBezTo>
                  <a:pt x="1283543" y="207504"/>
                  <a:pt x="1296565" y="213932"/>
                  <a:pt x="1311524" y="213932"/>
                </a:cubicBezTo>
                <a:cubicBezTo>
                  <a:pt x="1321498" y="213932"/>
                  <a:pt x="1330142" y="211218"/>
                  <a:pt x="1337456" y="205787"/>
                </a:cubicBezTo>
                <a:cubicBezTo>
                  <a:pt x="1344881" y="200247"/>
                  <a:pt x="1351087" y="190827"/>
                  <a:pt x="1356073" y="177528"/>
                </a:cubicBezTo>
                <a:lnTo>
                  <a:pt x="1361226" y="180853"/>
                </a:lnTo>
                <a:cubicBezTo>
                  <a:pt x="1358899" y="196037"/>
                  <a:pt x="1352139" y="209889"/>
                  <a:pt x="1340947" y="222410"/>
                </a:cubicBezTo>
                <a:cubicBezTo>
                  <a:pt x="1329753" y="234823"/>
                  <a:pt x="1315736" y="241027"/>
                  <a:pt x="1298892" y="241027"/>
                </a:cubicBezTo>
                <a:cubicBezTo>
                  <a:pt x="1280607" y="241027"/>
                  <a:pt x="1264926" y="233934"/>
                  <a:pt x="1251849" y="219750"/>
                </a:cubicBezTo>
                <a:cubicBezTo>
                  <a:pt x="1238884" y="205455"/>
                  <a:pt x="1232401" y="186284"/>
                  <a:pt x="1232401" y="162237"/>
                </a:cubicBezTo>
                <a:cubicBezTo>
                  <a:pt x="1232401" y="136196"/>
                  <a:pt x="1239050" y="115915"/>
                  <a:pt x="1252349" y="101399"/>
                </a:cubicBezTo>
                <a:cubicBezTo>
                  <a:pt x="1265757" y="86771"/>
                  <a:pt x="1282546" y="79457"/>
                  <a:pt x="1302714" y="79457"/>
                </a:cubicBezTo>
                <a:cubicBezTo>
                  <a:pt x="1319781" y="79457"/>
                  <a:pt x="1333799" y="85107"/>
                  <a:pt x="1344770" y="96410"/>
                </a:cubicBezTo>
                <a:cubicBezTo>
                  <a:pt x="1355740" y="107605"/>
                  <a:pt x="1361226" y="122619"/>
                  <a:pt x="1361226" y="141459"/>
                </a:cubicBezTo>
                <a:lnTo>
                  <a:pt x="1256006" y="141459"/>
                </a:lnTo>
                <a:moveTo>
                  <a:pt x="1256006" y="131818"/>
                </a:moveTo>
                <a:lnTo>
                  <a:pt x="1326486" y="131818"/>
                </a:lnTo>
                <a:cubicBezTo>
                  <a:pt x="1325930" y="122065"/>
                  <a:pt x="1324768" y="115194"/>
                  <a:pt x="1322995" y="111205"/>
                </a:cubicBezTo>
                <a:cubicBezTo>
                  <a:pt x="1320224" y="104999"/>
                  <a:pt x="1316069" y="100124"/>
                  <a:pt x="1310528" y="96578"/>
                </a:cubicBezTo>
                <a:cubicBezTo>
                  <a:pt x="1305097" y="93031"/>
                  <a:pt x="1299390" y="91257"/>
                  <a:pt x="1293406" y="91257"/>
                </a:cubicBezTo>
                <a:cubicBezTo>
                  <a:pt x="1284209" y="91257"/>
                  <a:pt x="1275952" y="94860"/>
                  <a:pt x="1268639" y="102063"/>
                </a:cubicBezTo>
                <a:cubicBezTo>
                  <a:pt x="1261436" y="109155"/>
                  <a:pt x="1257224" y="119072"/>
                  <a:pt x="1256006" y="131818"/>
                </a:cubicBezTo>
                <a:moveTo>
                  <a:pt x="1422397" y="180853"/>
                </a:moveTo>
                <a:cubicBezTo>
                  <a:pt x="1413089" y="176310"/>
                  <a:pt x="1405941" y="169993"/>
                  <a:pt x="1400954" y="161904"/>
                </a:cubicBezTo>
                <a:cubicBezTo>
                  <a:pt x="1395967" y="153705"/>
                  <a:pt x="1393475" y="144673"/>
                  <a:pt x="1393475" y="134810"/>
                </a:cubicBezTo>
                <a:cubicBezTo>
                  <a:pt x="1393475" y="119740"/>
                  <a:pt x="1399126" y="106773"/>
                  <a:pt x="1410429" y="95913"/>
                </a:cubicBezTo>
                <a:cubicBezTo>
                  <a:pt x="1421844" y="85053"/>
                  <a:pt x="1436416" y="79622"/>
                  <a:pt x="1454146" y="79622"/>
                </a:cubicBezTo>
                <a:cubicBezTo>
                  <a:pt x="1468663" y="79622"/>
                  <a:pt x="1481241" y="83168"/>
                  <a:pt x="1491879" y="90260"/>
                </a:cubicBezTo>
                <a:lnTo>
                  <a:pt x="1524128" y="90260"/>
                </a:lnTo>
                <a:cubicBezTo>
                  <a:pt x="1528894" y="90260"/>
                  <a:pt x="1531663" y="90428"/>
                  <a:pt x="1532440" y="90760"/>
                </a:cubicBezTo>
                <a:cubicBezTo>
                  <a:pt x="1533215" y="90982"/>
                  <a:pt x="1533768" y="91424"/>
                  <a:pt x="1534101" y="92089"/>
                </a:cubicBezTo>
                <a:cubicBezTo>
                  <a:pt x="1534766" y="93085"/>
                  <a:pt x="1535099" y="94860"/>
                  <a:pt x="1535099" y="97409"/>
                </a:cubicBezTo>
                <a:cubicBezTo>
                  <a:pt x="1535099" y="100288"/>
                  <a:pt x="1534822" y="102284"/>
                  <a:pt x="1534268" y="103392"/>
                </a:cubicBezTo>
                <a:cubicBezTo>
                  <a:pt x="1533936" y="103948"/>
                  <a:pt x="1533326" y="104391"/>
                  <a:pt x="1532440" y="104723"/>
                </a:cubicBezTo>
                <a:cubicBezTo>
                  <a:pt x="1531663" y="105055"/>
                  <a:pt x="1528894" y="105220"/>
                  <a:pt x="1524128" y="105220"/>
                </a:cubicBezTo>
                <a:lnTo>
                  <a:pt x="1504347" y="105220"/>
                </a:lnTo>
                <a:cubicBezTo>
                  <a:pt x="1510552" y="113201"/>
                  <a:pt x="1513656" y="123397"/>
                  <a:pt x="1513656" y="135807"/>
                </a:cubicBezTo>
                <a:cubicBezTo>
                  <a:pt x="1513656" y="149991"/>
                  <a:pt x="1508226" y="162126"/>
                  <a:pt x="1497366" y="172211"/>
                </a:cubicBezTo>
                <a:cubicBezTo>
                  <a:pt x="1486505" y="182295"/>
                  <a:pt x="1471933" y="187338"/>
                  <a:pt x="1453648" y="187338"/>
                </a:cubicBezTo>
                <a:cubicBezTo>
                  <a:pt x="1446113" y="187338"/>
                  <a:pt x="1438410" y="186228"/>
                  <a:pt x="1430543" y="184013"/>
                </a:cubicBezTo>
                <a:cubicBezTo>
                  <a:pt x="1425667" y="188224"/>
                  <a:pt x="1422342" y="191937"/>
                  <a:pt x="1420569" y="195148"/>
                </a:cubicBezTo>
                <a:cubicBezTo>
                  <a:pt x="1418907" y="198252"/>
                  <a:pt x="1418076" y="200912"/>
                  <a:pt x="1418076" y="203129"/>
                </a:cubicBezTo>
                <a:cubicBezTo>
                  <a:pt x="1418076" y="205012"/>
                  <a:pt x="1418962" y="206840"/>
                  <a:pt x="1420735" y="208615"/>
                </a:cubicBezTo>
                <a:cubicBezTo>
                  <a:pt x="1422619" y="210386"/>
                  <a:pt x="1426220" y="211661"/>
                  <a:pt x="1431539" y="212436"/>
                </a:cubicBezTo>
                <a:cubicBezTo>
                  <a:pt x="1434643" y="212879"/>
                  <a:pt x="1442399" y="213268"/>
                  <a:pt x="1454811" y="213600"/>
                </a:cubicBezTo>
                <a:cubicBezTo>
                  <a:pt x="1477639" y="214154"/>
                  <a:pt x="1492434" y="214932"/>
                  <a:pt x="1499194" y="215928"/>
                </a:cubicBezTo>
                <a:cubicBezTo>
                  <a:pt x="1509501" y="217368"/>
                  <a:pt x="1517700" y="221192"/>
                  <a:pt x="1523796" y="227399"/>
                </a:cubicBezTo>
                <a:cubicBezTo>
                  <a:pt x="1530001" y="233602"/>
                  <a:pt x="1533104" y="241251"/>
                  <a:pt x="1533104" y="250336"/>
                </a:cubicBezTo>
                <a:cubicBezTo>
                  <a:pt x="1533104" y="262860"/>
                  <a:pt x="1527231" y="274606"/>
                  <a:pt x="1515484" y="285576"/>
                </a:cubicBezTo>
                <a:cubicBezTo>
                  <a:pt x="1498196" y="301757"/>
                  <a:pt x="1475645" y="309846"/>
                  <a:pt x="1447829" y="309846"/>
                </a:cubicBezTo>
                <a:cubicBezTo>
                  <a:pt x="1426442" y="309846"/>
                  <a:pt x="1408379" y="305025"/>
                  <a:pt x="1393641" y="295383"/>
                </a:cubicBezTo>
                <a:cubicBezTo>
                  <a:pt x="1385329" y="289844"/>
                  <a:pt x="1381174" y="284080"/>
                  <a:pt x="1381174" y="278095"/>
                </a:cubicBezTo>
                <a:cubicBezTo>
                  <a:pt x="1381174" y="275438"/>
                  <a:pt x="1381783" y="272777"/>
                  <a:pt x="1383002" y="270117"/>
                </a:cubicBezTo>
                <a:cubicBezTo>
                  <a:pt x="1384886" y="266017"/>
                  <a:pt x="1388764" y="260310"/>
                  <a:pt x="1394637" y="252997"/>
                </a:cubicBezTo>
                <a:cubicBezTo>
                  <a:pt x="1395414" y="252000"/>
                  <a:pt x="1401065" y="246015"/>
                  <a:pt x="1411593" y="235044"/>
                </a:cubicBezTo>
                <a:cubicBezTo>
                  <a:pt x="1405831" y="231609"/>
                  <a:pt x="1401729" y="228560"/>
                  <a:pt x="1399292" y="225902"/>
                </a:cubicBezTo>
                <a:cubicBezTo>
                  <a:pt x="1396965" y="223131"/>
                  <a:pt x="1395801" y="220028"/>
                  <a:pt x="1395801" y="216593"/>
                </a:cubicBezTo>
                <a:cubicBezTo>
                  <a:pt x="1395801" y="212714"/>
                  <a:pt x="1397353" y="208172"/>
                  <a:pt x="1400456" y="202962"/>
                </a:cubicBezTo>
                <a:cubicBezTo>
                  <a:pt x="1403669" y="197755"/>
                  <a:pt x="1410984" y="190384"/>
                  <a:pt x="1422397" y="180853"/>
                </a:cubicBezTo>
                <a:moveTo>
                  <a:pt x="1451321" y="87600"/>
                </a:moveTo>
                <a:cubicBezTo>
                  <a:pt x="1443121" y="87600"/>
                  <a:pt x="1436250" y="90871"/>
                  <a:pt x="1430709" y="97409"/>
                </a:cubicBezTo>
                <a:cubicBezTo>
                  <a:pt x="1425168" y="103948"/>
                  <a:pt x="1422397" y="113976"/>
                  <a:pt x="1422397" y="127496"/>
                </a:cubicBezTo>
                <a:cubicBezTo>
                  <a:pt x="1422397" y="145006"/>
                  <a:pt x="1426165" y="158580"/>
                  <a:pt x="1433702" y="168222"/>
                </a:cubicBezTo>
                <a:cubicBezTo>
                  <a:pt x="1439464" y="175535"/>
                  <a:pt x="1446777" y="179192"/>
                  <a:pt x="1455643" y="179192"/>
                </a:cubicBezTo>
                <a:cubicBezTo>
                  <a:pt x="1464065" y="179192"/>
                  <a:pt x="1470991" y="176032"/>
                  <a:pt x="1476421" y="169718"/>
                </a:cubicBezTo>
                <a:cubicBezTo>
                  <a:pt x="1481851" y="163401"/>
                  <a:pt x="1484565" y="153483"/>
                  <a:pt x="1484565" y="139963"/>
                </a:cubicBezTo>
                <a:cubicBezTo>
                  <a:pt x="1484565" y="122343"/>
                  <a:pt x="1480743" y="108545"/>
                  <a:pt x="1473097" y="98574"/>
                </a:cubicBezTo>
                <a:cubicBezTo>
                  <a:pt x="1467445" y="91257"/>
                  <a:pt x="1460185" y="87600"/>
                  <a:pt x="1451321" y="87600"/>
                </a:cubicBezTo>
                <a:moveTo>
                  <a:pt x="1420735" y="236373"/>
                </a:moveTo>
                <a:cubicBezTo>
                  <a:pt x="1415527" y="242026"/>
                  <a:pt x="1411593" y="247290"/>
                  <a:pt x="1408933" y="252165"/>
                </a:cubicBezTo>
                <a:cubicBezTo>
                  <a:pt x="1406274" y="257042"/>
                  <a:pt x="1404943" y="261528"/>
                  <a:pt x="1404943" y="265628"/>
                </a:cubicBezTo>
                <a:cubicBezTo>
                  <a:pt x="1404943" y="270949"/>
                  <a:pt x="1408157" y="275602"/>
                  <a:pt x="1414585" y="279591"/>
                </a:cubicBezTo>
                <a:cubicBezTo>
                  <a:pt x="1425667" y="286462"/>
                  <a:pt x="1441680" y="289897"/>
                  <a:pt x="1462624" y="289897"/>
                </a:cubicBezTo>
                <a:cubicBezTo>
                  <a:pt x="1482571" y="289897"/>
                  <a:pt x="1497255" y="286351"/>
                  <a:pt x="1506674" y="279259"/>
                </a:cubicBezTo>
                <a:cubicBezTo>
                  <a:pt x="1516204" y="272278"/>
                  <a:pt x="1520969" y="264799"/>
                  <a:pt x="1520969" y="256818"/>
                </a:cubicBezTo>
                <a:cubicBezTo>
                  <a:pt x="1520969" y="251057"/>
                  <a:pt x="1518144" y="246958"/>
                  <a:pt x="1512492" y="244519"/>
                </a:cubicBezTo>
                <a:cubicBezTo>
                  <a:pt x="1506730" y="242080"/>
                  <a:pt x="1495315" y="240641"/>
                  <a:pt x="1478250" y="240198"/>
                </a:cubicBezTo>
                <a:cubicBezTo>
                  <a:pt x="1453316" y="239533"/>
                  <a:pt x="1434144" y="238258"/>
                  <a:pt x="1420735" y="236373"/>
                </a:cubicBezTo>
                <a:moveTo>
                  <a:pt x="1590619" y="0"/>
                </a:moveTo>
                <a:cubicBezTo>
                  <a:pt x="1595272" y="0"/>
                  <a:pt x="1599206" y="1661"/>
                  <a:pt x="1602420" y="4986"/>
                </a:cubicBezTo>
                <a:cubicBezTo>
                  <a:pt x="1605745" y="8200"/>
                  <a:pt x="1607407" y="12135"/>
                  <a:pt x="1607407" y="16788"/>
                </a:cubicBezTo>
                <a:cubicBezTo>
                  <a:pt x="1607407" y="21444"/>
                  <a:pt x="1605745" y="25433"/>
                  <a:pt x="1602420" y="28758"/>
                </a:cubicBezTo>
                <a:cubicBezTo>
                  <a:pt x="1599206" y="32083"/>
                  <a:pt x="1595272" y="33744"/>
                  <a:pt x="1590619" y="33744"/>
                </a:cubicBezTo>
                <a:cubicBezTo>
                  <a:pt x="1585964" y="33744"/>
                  <a:pt x="1581975" y="32083"/>
                  <a:pt x="1578650" y="28758"/>
                </a:cubicBezTo>
                <a:cubicBezTo>
                  <a:pt x="1575326" y="25433"/>
                  <a:pt x="1573663" y="21444"/>
                  <a:pt x="1573663" y="16788"/>
                </a:cubicBezTo>
                <a:cubicBezTo>
                  <a:pt x="1573663" y="12135"/>
                  <a:pt x="1575270" y="8200"/>
                  <a:pt x="1578484" y="4986"/>
                </a:cubicBezTo>
                <a:cubicBezTo>
                  <a:pt x="1581809" y="1661"/>
                  <a:pt x="1585853" y="0"/>
                  <a:pt x="1590619" y="0"/>
                </a:cubicBezTo>
                <a:moveTo>
                  <a:pt x="1604416" y="79622"/>
                </a:moveTo>
                <a:lnTo>
                  <a:pt x="1604416" y="201965"/>
                </a:lnTo>
                <a:cubicBezTo>
                  <a:pt x="1604416" y="211496"/>
                  <a:pt x="1605080" y="217867"/>
                  <a:pt x="1606410" y="221081"/>
                </a:cubicBezTo>
                <a:cubicBezTo>
                  <a:pt x="1607851" y="224185"/>
                  <a:pt x="1609901" y="226510"/>
                  <a:pt x="1612560" y="228063"/>
                </a:cubicBezTo>
                <a:cubicBezTo>
                  <a:pt x="1615331" y="229613"/>
                  <a:pt x="1620318" y="230388"/>
                  <a:pt x="1627521" y="230388"/>
                </a:cubicBezTo>
                <a:lnTo>
                  <a:pt x="1627521" y="236373"/>
                </a:lnTo>
                <a:lnTo>
                  <a:pt x="1553550" y="236373"/>
                </a:lnTo>
                <a:lnTo>
                  <a:pt x="1553550" y="230388"/>
                </a:lnTo>
                <a:cubicBezTo>
                  <a:pt x="1560975" y="230388"/>
                  <a:pt x="1565962" y="229670"/>
                  <a:pt x="1568510" y="228228"/>
                </a:cubicBezTo>
                <a:cubicBezTo>
                  <a:pt x="1571058" y="226788"/>
                  <a:pt x="1573054" y="224406"/>
                  <a:pt x="1574494" y="221081"/>
                </a:cubicBezTo>
                <a:cubicBezTo>
                  <a:pt x="1576045" y="217757"/>
                  <a:pt x="1576822" y="211386"/>
                  <a:pt x="1576822" y="201965"/>
                </a:cubicBezTo>
                <a:lnTo>
                  <a:pt x="1576822" y="143288"/>
                </a:lnTo>
                <a:cubicBezTo>
                  <a:pt x="1576822" y="126775"/>
                  <a:pt x="1576322" y="116080"/>
                  <a:pt x="1575326" y="111205"/>
                </a:cubicBezTo>
                <a:cubicBezTo>
                  <a:pt x="1574550" y="107659"/>
                  <a:pt x="1573331" y="105220"/>
                  <a:pt x="1571669" y="103891"/>
                </a:cubicBezTo>
                <a:cubicBezTo>
                  <a:pt x="1570006" y="102452"/>
                  <a:pt x="1567735" y="101731"/>
                  <a:pt x="1564853" y="101731"/>
                </a:cubicBezTo>
                <a:cubicBezTo>
                  <a:pt x="1561750" y="101731"/>
                  <a:pt x="1557982" y="102563"/>
                  <a:pt x="1553550" y="104224"/>
                </a:cubicBezTo>
                <a:lnTo>
                  <a:pt x="1551222" y="98239"/>
                </a:lnTo>
                <a:lnTo>
                  <a:pt x="1597101" y="79622"/>
                </a:lnTo>
                <a:lnTo>
                  <a:pt x="1604416" y="79622"/>
                </a:lnTo>
                <a:moveTo>
                  <a:pt x="1721106" y="79622"/>
                </a:moveTo>
                <a:cubicBezTo>
                  <a:pt x="1744156" y="79622"/>
                  <a:pt x="1762662" y="88378"/>
                  <a:pt x="1776625" y="105887"/>
                </a:cubicBezTo>
                <a:cubicBezTo>
                  <a:pt x="1788483" y="120847"/>
                  <a:pt x="1794411" y="138024"/>
                  <a:pt x="1794411" y="157416"/>
                </a:cubicBezTo>
                <a:cubicBezTo>
                  <a:pt x="1794411" y="171046"/>
                  <a:pt x="1791143" y="184845"/>
                  <a:pt x="1784604" y="198805"/>
                </a:cubicBezTo>
                <a:cubicBezTo>
                  <a:pt x="1778066" y="212768"/>
                  <a:pt x="1769034" y="223296"/>
                  <a:pt x="1757509" y="230388"/>
                </a:cubicBezTo>
                <a:cubicBezTo>
                  <a:pt x="1746095" y="237481"/>
                  <a:pt x="1733352" y="241027"/>
                  <a:pt x="1719278" y="241027"/>
                </a:cubicBezTo>
                <a:cubicBezTo>
                  <a:pt x="1696339" y="241027"/>
                  <a:pt x="1678108" y="231884"/>
                  <a:pt x="1664589" y="213600"/>
                </a:cubicBezTo>
                <a:cubicBezTo>
                  <a:pt x="1653175" y="198198"/>
                  <a:pt x="1647468" y="180910"/>
                  <a:pt x="1647468" y="161737"/>
                </a:cubicBezTo>
                <a:cubicBezTo>
                  <a:pt x="1647468" y="147774"/>
                  <a:pt x="1650903" y="133924"/>
                  <a:pt x="1657774" y="120183"/>
                </a:cubicBezTo>
                <a:cubicBezTo>
                  <a:pt x="1664756" y="106330"/>
                  <a:pt x="1673898" y="96135"/>
                  <a:pt x="1685200" y="89596"/>
                </a:cubicBezTo>
                <a:cubicBezTo>
                  <a:pt x="1696505" y="82947"/>
                  <a:pt x="1708472" y="79622"/>
                  <a:pt x="1721106" y="79622"/>
                </a:cubicBezTo>
                <a:moveTo>
                  <a:pt x="1715953" y="90428"/>
                </a:moveTo>
                <a:cubicBezTo>
                  <a:pt x="1710079" y="90428"/>
                  <a:pt x="1704151" y="92200"/>
                  <a:pt x="1698167" y="95746"/>
                </a:cubicBezTo>
                <a:cubicBezTo>
                  <a:pt x="1692293" y="99181"/>
                  <a:pt x="1687529" y="105277"/>
                  <a:pt x="1683872" y="114030"/>
                </a:cubicBezTo>
                <a:cubicBezTo>
                  <a:pt x="1680213" y="122786"/>
                  <a:pt x="1678385" y="134035"/>
                  <a:pt x="1678385" y="147774"/>
                </a:cubicBezTo>
                <a:cubicBezTo>
                  <a:pt x="1678385" y="169939"/>
                  <a:pt x="1682763" y="189055"/>
                  <a:pt x="1691518" y="205122"/>
                </a:cubicBezTo>
                <a:cubicBezTo>
                  <a:pt x="1700383" y="221192"/>
                  <a:pt x="1712018" y="229227"/>
                  <a:pt x="1726425" y="229227"/>
                </a:cubicBezTo>
                <a:cubicBezTo>
                  <a:pt x="1737175" y="229227"/>
                  <a:pt x="1746040" y="224792"/>
                  <a:pt x="1753021" y="215928"/>
                </a:cubicBezTo>
                <a:cubicBezTo>
                  <a:pt x="1760003" y="207062"/>
                  <a:pt x="1763494" y="191824"/>
                  <a:pt x="1763494" y="170215"/>
                </a:cubicBezTo>
                <a:cubicBezTo>
                  <a:pt x="1763494" y="143177"/>
                  <a:pt x="1757675" y="121900"/>
                  <a:pt x="1746040" y="106384"/>
                </a:cubicBezTo>
                <a:cubicBezTo>
                  <a:pt x="1738173" y="95746"/>
                  <a:pt x="1728143" y="90428"/>
                  <a:pt x="1715953" y="90428"/>
                </a:cubicBezTo>
                <a:moveTo>
                  <a:pt x="1861234" y="111869"/>
                </a:moveTo>
                <a:cubicBezTo>
                  <a:pt x="1879075" y="90371"/>
                  <a:pt x="1896086" y="79622"/>
                  <a:pt x="1912265" y="79622"/>
                </a:cubicBezTo>
                <a:cubicBezTo>
                  <a:pt x="1920577" y="79622"/>
                  <a:pt x="1927725" y="81729"/>
                  <a:pt x="1933710" y="85939"/>
                </a:cubicBezTo>
                <a:cubicBezTo>
                  <a:pt x="1939693" y="90039"/>
                  <a:pt x="1944459" y="96856"/>
                  <a:pt x="1948005" y="106384"/>
                </a:cubicBezTo>
                <a:cubicBezTo>
                  <a:pt x="1950443" y="113033"/>
                  <a:pt x="1951662" y="123229"/>
                  <a:pt x="1951662" y="136971"/>
                </a:cubicBezTo>
                <a:lnTo>
                  <a:pt x="1951662" y="201965"/>
                </a:lnTo>
                <a:cubicBezTo>
                  <a:pt x="1951662" y="211607"/>
                  <a:pt x="1952437" y="218143"/>
                  <a:pt x="1953989" y="221578"/>
                </a:cubicBezTo>
                <a:cubicBezTo>
                  <a:pt x="1955208" y="224349"/>
                  <a:pt x="1957147" y="226510"/>
                  <a:pt x="1959806" y="228063"/>
                </a:cubicBezTo>
                <a:cubicBezTo>
                  <a:pt x="1962577" y="229613"/>
                  <a:pt x="1967620" y="230388"/>
                  <a:pt x="1974933" y="230388"/>
                </a:cubicBezTo>
                <a:lnTo>
                  <a:pt x="1974933" y="236373"/>
                </a:lnTo>
                <a:lnTo>
                  <a:pt x="1899633" y="236373"/>
                </a:lnTo>
                <a:lnTo>
                  <a:pt x="1899633" y="230388"/>
                </a:lnTo>
                <a:lnTo>
                  <a:pt x="1902791" y="230388"/>
                </a:lnTo>
                <a:cubicBezTo>
                  <a:pt x="1909883" y="230388"/>
                  <a:pt x="1914815" y="229338"/>
                  <a:pt x="1917585" y="227231"/>
                </a:cubicBezTo>
                <a:cubicBezTo>
                  <a:pt x="1920466" y="225014"/>
                  <a:pt x="1922461" y="221800"/>
                  <a:pt x="1923570" y="217589"/>
                </a:cubicBezTo>
                <a:cubicBezTo>
                  <a:pt x="1924013" y="215928"/>
                  <a:pt x="1924234" y="210718"/>
                  <a:pt x="1924234" y="201965"/>
                </a:cubicBezTo>
                <a:lnTo>
                  <a:pt x="1924234" y="139631"/>
                </a:lnTo>
                <a:cubicBezTo>
                  <a:pt x="1924234" y="125779"/>
                  <a:pt x="1922406" y="115748"/>
                  <a:pt x="1918749" y="109544"/>
                </a:cubicBezTo>
                <a:cubicBezTo>
                  <a:pt x="1915203" y="103227"/>
                  <a:pt x="1909162" y="100067"/>
                  <a:pt x="1900630" y="100067"/>
                </a:cubicBezTo>
                <a:cubicBezTo>
                  <a:pt x="1887442" y="100067"/>
                  <a:pt x="1874311" y="107270"/>
                  <a:pt x="1861234" y="121679"/>
                </a:cubicBezTo>
                <a:lnTo>
                  <a:pt x="1861234" y="201965"/>
                </a:lnTo>
                <a:cubicBezTo>
                  <a:pt x="1861234" y="212271"/>
                  <a:pt x="1861844" y="218643"/>
                  <a:pt x="1863062" y="221081"/>
                </a:cubicBezTo>
                <a:cubicBezTo>
                  <a:pt x="1864614" y="224295"/>
                  <a:pt x="1866719" y="226677"/>
                  <a:pt x="1869380" y="228228"/>
                </a:cubicBezTo>
                <a:cubicBezTo>
                  <a:pt x="1872151" y="229670"/>
                  <a:pt x="1877691" y="230388"/>
                  <a:pt x="1886002" y="230388"/>
                </a:cubicBezTo>
                <a:lnTo>
                  <a:pt x="1886002" y="236373"/>
                </a:lnTo>
                <a:lnTo>
                  <a:pt x="1810702" y="236373"/>
                </a:lnTo>
                <a:lnTo>
                  <a:pt x="1810702" y="230388"/>
                </a:lnTo>
                <a:lnTo>
                  <a:pt x="1814027" y="230388"/>
                </a:lnTo>
                <a:cubicBezTo>
                  <a:pt x="1821784" y="230388"/>
                  <a:pt x="1826992" y="228449"/>
                  <a:pt x="1829651" y="224571"/>
                </a:cubicBezTo>
                <a:cubicBezTo>
                  <a:pt x="1832422" y="220582"/>
                  <a:pt x="1833808" y="213047"/>
                  <a:pt x="1833808" y="201965"/>
                </a:cubicBezTo>
                <a:lnTo>
                  <a:pt x="1833808" y="145448"/>
                </a:lnTo>
                <a:cubicBezTo>
                  <a:pt x="1833808" y="127164"/>
                  <a:pt x="1833365" y="116026"/>
                  <a:pt x="1832477" y="112037"/>
                </a:cubicBezTo>
                <a:cubicBezTo>
                  <a:pt x="1831701" y="108048"/>
                  <a:pt x="1830427" y="105331"/>
                  <a:pt x="1828654" y="103891"/>
                </a:cubicBezTo>
                <a:cubicBezTo>
                  <a:pt x="1826992" y="102452"/>
                  <a:pt x="1824719" y="101731"/>
                  <a:pt x="1821839" y="101731"/>
                </a:cubicBezTo>
                <a:cubicBezTo>
                  <a:pt x="1818736" y="101731"/>
                  <a:pt x="1815023" y="102563"/>
                  <a:pt x="1810702" y="104224"/>
                </a:cubicBezTo>
                <a:lnTo>
                  <a:pt x="1808208" y="98239"/>
                </a:lnTo>
                <a:lnTo>
                  <a:pt x="1854086" y="79622"/>
                </a:lnTo>
                <a:lnTo>
                  <a:pt x="1861234" y="79622"/>
                </a:lnTo>
                <a:lnTo>
                  <a:pt x="1861234" y="111869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4">
            <a:extLst xmlns:a="http://schemas.openxmlformats.org/drawingml/2006/main">
              <a:ext uri="{FF2B5EF4-FFF2-40B4-BE49-F238E27FC236}">
                <a16:creationId xmlns:a16="http://schemas.microsoft.com/office/drawing/2014/main" id="{662EF938-BCF9-435B-8162-4335CDD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019" y="54822"/>
            <a:ext cx="4818813" cy="309181"/>
          </a:xfrm>
          <a:custGeom xmlns:a="http://schemas.openxmlformats.org/drawingml/2006/main">
            <a:pathLst>
              <a:path w="4818813" h="309181">
                <a:moveTo>
                  <a:pt x="39411" y="242827"/>
                </a:moveTo>
                <a:cubicBezTo>
                  <a:pt x="37728" y="241237"/>
                  <a:pt x="36606" y="239366"/>
                  <a:pt x="36045" y="237216"/>
                </a:cubicBezTo>
                <a:cubicBezTo>
                  <a:pt x="35578" y="235064"/>
                  <a:pt x="35625" y="232915"/>
                  <a:pt x="36185" y="230763"/>
                </a:cubicBezTo>
                <a:cubicBezTo>
                  <a:pt x="36746" y="228614"/>
                  <a:pt x="37821" y="226743"/>
                  <a:pt x="39411" y="225153"/>
                </a:cubicBezTo>
                <a:lnTo>
                  <a:pt x="129174" y="135253"/>
                </a:lnTo>
                <a:lnTo>
                  <a:pt x="39411" y="45489"/>
                </a:lnTo>
                <a:cubicBezTo>
                  <a:pt x="37821" y="43899"/>
                  <a:pt x="36746" y="42031"/>
                  <a:pt x="36185" y="39879"/>
                </a:cubicBezTo>
                <a:cubicBezTo>
                  <a:pt x="35718" y="37730"/>
                  <a:pt x="35718" y="35578"/>
                  <a:pt x="36185" y="33429"/>
                </a:cubicBezTo>
                <a:cubicBezTo>
                  <a:pt x="36746" y="31276"/>
                  <a:pt x="37821" y="29408"/>
                  <a:pt x="39411" y="27818"/>
                </a:cubicBezTo>
                <a:cubicBezTo>
                  <a:pt x="41001" y="26135"/>
                  <a:pt x="42871" y="25059"/>
                  <a:pt x="45022" y="24593"/>
                </a:cubicBezTo>
                <a:cubicBezTo>
                  <a:pt x="47172" y="24031"/>
                  <a:pt x="49322" y="24031"/>
                  <a:pt x="51473" y="24593"/>
                </a:cubicBezTo>
                <a:cubicBezTo>
                  <a:pt x="53717" y="25059"/>
                  <a:pt x="55634" y="26135"/>
                  <a:pt x="57223" y="27818"/>
                </a:cubicBezTo>
                <a:lnTo>
                  <a:pt x="146985" y="117579"/>
                </a:lnTo>
                <a:lnTo>
                  <a:pt x="236747" y="27818"/>
                </a:lnTo>
                <a:cubicBezTo>
                  <a:pt x="238337" y="26135"/>
                  <a:pt x="240207" y="25059"/>
                  <a:pt x="242358" y="24593"/>
                </a:cubicBezTo>
                <a:cubicBezTo>
                  <a:pt x="244508" y="24031"/>
                  <a:pt x="246659" y="24031"/>
                  <a:pt x="248810" y="24593"/>
                </a:cubicBezTo>
                <a:cubicBezTo>
                  <a:pt x="250960" y="25059"/>
                  <a:pt x="252877" y="26135"/>
                  <a:pt x="254560" y="27818"/>
                </a:cubicBezTo>
                <a:cubicBezTo>
                  <a:pt x="256149" y="29408"/>
                  <a:pt x="257225" y="31276"/>
                  <a:pt x="257786" y="33429"/>
                </a:cubicBezTo>
                <a:cubicBezTo>
                  <a:pt x="258346" y="35578"/>
                  <a:pt x="258346" y="37730"/>
                  <a:pt x="257786" y="39879"/>
                </a:cubicBezTo>
                <a:cubicBezTo>
                  <a:pt x="257225" y="42031"/>
                  <a:pt x="256149" y="43899"/>
                  <a:pt x="254560" y="45489"/>
                </a:cubicBezTo>
                <a:lnTo>
                  <a:pt x="164797" y="135253"/>
                </a:lnTo>
                <a:lnTo>
                  <a:pt x="254560" y="225153"/>
                </a:lnTo>
                <a:cubicBezTo>
                  <a:pt x="256149" y="226743"/>
                  <a:pt x="257178" y="228614"/>
                  <a:pt x="257645" y="230763"/>
                </a:cubicBezTo>
                <a:cubicBezTo>
                  <a:pt x="258206" y="232915"/>
                  <a:pt x="258206" y="235064"/>
                  <a:pt x="257645" y="237216"/>
                </a:cubicBezTo>
                <a:cubicBezTo>
                  <a:pt x="257178" y="239366"/>
                  <a:pt x="256149" y="241237"/>
                  <a:pt x="254560" y="242827"/>
                </a:cubicBezTo>
                <a:cubicBezTo>
                  <a:pt x="252970" y="244507"/>
                  <a:pt x="251053" y="245584"/>
                  <a:pt x="248810" y="246052"/>
                </a:cubicBezTo>
                <a:cubicBezTo>
                  <a:pt x="246659" y="246611"/>
                  <a:pt x="244508" y="246611"/>
                  <a:pt x="242358" y="246052"/>
                </a:cubicBezTo>
                <a:cubicBezTo>
                  <a:pt x="240207" y="245490"/>
                  <a:pt x="238337" y="244417"/>
                  <a:pt x="236747" y="242827"/>
                </a:cubicBezTo>
                <a:lnTo>
                  <a:pt x="146985" y="153063"/>
                </a:lnTo>
                <a:lnTo>
                  <a:pt x="57223" y="242827"/>
                </a:lnTo>
                <a:cubicBezTo>
                  <a:pt x="55634" y="244417"/>
                  <a:pt x="53763" y="245490"/>
                  <a:pt x="51613" y="246052"/>
                </a:cubicBezTo>
                <a:cubicBezTo>
                  <a:pt x="49463" y="246611"/>
                  <a:pt x="47312" y="246611"/>
                  <a:pt x="45161" y="246052"/>
                </a:cubicBezTo>
                <a:cubicBezTo>
                  <a:pt x="43011" y="245490"/>
                  <a:pt x="41094" y="244417"/>
                  <a:pt x="39411" y="242827"/>
                </a:cubicBezTo>
                <a:moveTo>
                  <a:pt x="552951" y="174039"/>
                </a:moveTo>
                <a:lnTo>
                  <a:pt x="558436" y="175203"/>
                </a:lnTo>
                <a:lnTo>
                  <a:pt x="539154" y="236373"/>
                </a:lnTo>
                <a:lnTo>
                  <a:pt x="364617" y="236373"/>
                </a:lnTo>
                <a:lnTo>
                  <a:pt x="364617" y="230224"/>
                </a:lnTo>
                <a:lnTo>
                  <a:pt x="373095" y="230224"/>
                </a:lnTo>
                <a:cubicBezTo>
                  <a:pt x="382624" y="230224"/>
                  <a:pt x="389440" y="227120"/>
                  <a:pt x="393540" y="220914"/>
                </a:cubicBezTo>
                <a:cubicBezTo>
                  <a:pt x="395868" y="217368"/>
                  <a:pt x="397030" y="209168"/>
                  <a:pt x="397030" y="196312"/>
                </a:cubicBezTo>
                <a:lnTo>
                  <a:pt x="397030" y="50867"/>
                </a:lnTo>
                <a:cubicBezTo>
                  <a:pt x="397030" y="36793"/>
                  <a:pt x="395480" y="27983"/>
                  <a:pt x="392377" y="24437"/>
                </a:cubicBezTo>
                <a:cubicBezTo>
                  <a:pt x="388054" y="19559"/>
                  <a:pt x="381628" y="17123"/>
                  <a:pt x="373095" y="17123"/>
                </a:cubicBezTo>
                <a:lnTo>
                  <a:pt x="364617" y="17123"/>
                </a:lnTo>
                <a:lnTo>
                  <a:pt x="364617" y="10971"/>
                </a:lnTo>
                <a:lnTo>
                  <a:pt x="466680" y="10971"/>
                </a:lnTo>
                <a:lnTo>
                  <a:pt x="466680" y="17123"/>
                </a:lnTo>
                <a:cubicBezTo>
                  <a:pt x="454711" y="17012"/>
                  <a:pt x="446289" y="18120"/>
                  <a:pt x="441414" y="20448"/>
                </a:cubicBezTo>
                <a:cubicBezTo>
                  <a:pt x="436648" y="22773"/>
                  <a:pt x="433379" y="25712"/>
                  <a:pt x="431606" y="29258"/>
                </a:cubicBezTo>
                <a:cubicBezTo>
                  <a:pt x="429833" y="32804"/>
                  <a:pt x="428947" y="41279"/>
                  <a:pt x="428947" y="54688"/>
                </a:cubicBezTo>
                <a:lnTo>
                  <a:pt x="428947" y="196312"/>
                </a:lnTo>
                <a:cubicBezTo>
                  <a:pt x="428947" y="205511"/>
                  <a:pt x="429833" y="211828"/>
                  <a:pt x="431606" y="215264"/>
                </a:cubicBezTo>
                <a:cubicBezTo>
                  <a:pt x="432936" y="217589"/>
                  <a:pt x="434986" y="219307"/>
                  <a:pt x="437757" y="220417"/>
                </a:cubicBezTo>
                <a:cubicBezTo>
                  <a:pt x="440527" y="221524"/>
                  <a:pt x="449171" y="222078"/>
                  <a:pt x="463687" y="222078"/>
                </a:cubicBezTo>
                <a:lnTo>
                  <a:pt x="480145" y="222078"/>
                </a:lnTo>
                <a:cubicBezTo>
                  <a:pt x="497431" y="222078"/>
                  <a:pt x="509566" y="220803"/>
                  <a:pt x="516547" y="218256"/>
                </a:cubicBezTo>
                <a:cubicBezTo>
                  <a:pt x="523529" y="215707"/>
                  <a:pt x="529901" y="211218"/>
                  <a:pt x="535663" y="204790"/>
                </a:cubicBezTo>
                <a:cubicBezTo>
                  <a:pt x="541426" y="198252"/>
                  <a:pt x="547189" y="188002"/>
                  <a:pt x="552951" y="174039"/>
                </a:cubicBezTo>
                <a:moveTo>
                  <a:pt x="615285" y="0"/>
                </a:moveTo>
                <a:cubicBezTo>
                  <a:pt x="619940" y="0"/>
                  <a:pt x="623874" y="1664"/>
                  <a:pt x="627088" y="4988"/>
                </a:cubicBezTo>
                <a:cubicBezTo>
                  <a:pt x="630413" y="8202"/>
                  <a:pt x="632075" y="12135"/>
                  <a:pt x="632075" y="16788"/>
                </a:cubicBezTo>
                <a:cubicBezTo>
                  <a:pt x="632075" y="21444"/>
                  <a:pt x="630413" y="25433"/>
                  <a:pt x="627088" y="28758"/>
                </a:cubicBezTo>
                <a:cubicBezTo>
                  <a:pt x="623874" y="32083"/>
                  <a:pt x="619940" y="33744"/>
                  <a:pt x="615285" y="33744"/>
                </a:cubicBezTo>
                <a:cubicBezTo>
                  <a:pt x="610632" y="33744"/>
                  <a:pt x="606643" y="32083"/>
                  <a:pt x="603318" y="28758"/>
                </a:cubicBezTo>
                <a:cubicBezTo>
                  <a:pt x="599994" y="25433"/>
                  <a:pt x="598331" y="21444"/>
                  <a:pt x="598331" y="16788"/>
                </a:cubicBezTo>
                <a:cubicBezTo>
                  <a:pt x="598331" y="12135"/>
                  <a:pt x="599938" y="8202"/>
                  <a:pt x="603152" y="4988"/>
                </a:cubicBezTo>
                <a:cubicBezTo>
                  <a:pt x="606475" y="1664"/>
                  <a:pt x="610521" y="0"/>
                  <a:pt x="615285" y="0"/>
                </a:cubicBezTo>
                <a:moveTo>
                  <a:pt x="629082" y="79622"/>
                </a:moveTo>
                <a:lnTo>
                  <a:pt x="629082" y="201965"/>
                </a:lnTo>
                <a:cubicBezTo>
                  <a:pt x="629082" y="211496"/>
                  <a:pt x="629748" y="217867"/>
                  <a:pt x="631077" y="221081"/>
                </a:cubicBezTo>
                <a:cubicBezTo>
                  <a:pt x="632518" y="224185"/>
                  <a:pt x="634568" y="226513"/>
                  <a:pt x="637228" y="228063"/>
                </a:cubicBezTo>
                <a:cubicBezTo>
                  <a:pt x="639998" y="229613"/>
                  <a:pt x="644985" y="230391"/>
                  <a:pt x="652188" y="230391"/>
                </a:cubicBezTo>
                <a:lnTo>
                  <a:pt x="652188" y="236373"/>
                </a:lnTo>
                <a:lnTo>
                  <a:pt x="578217" y="236373"/>
                </a:lnTo>
                <a:lnTo>
                  <a:pt x="578217" y="230391"/>
                </a:lnTo>
                <a:cubicBezTo>
                  <a:pt x="585643" y="230391"/>
                  <a:pt x="590629" y="229670"/>
                  <a:pt x="593178" y="228230"/>
                </a:cubicBezTo>
                <a:cubicBezTo>
                  <a:pt x="595726" y="226788"/>
                  <a:pt x="597721" y="224406"/>
                  <a:pt x="599162" y="221081"/>
                </a:cubicBezTo>
                <a:cubicBezTo>
                  <a:pt x="600713" y="217757"/>
                  <a:pt x="601490" y="211386"/>
                  <a:pt x="601490" y="201965"/>
                </a:cubicBezTo>
                <a:lnTo>
                  <a:pt x="601490" y="143288"/>
                </a:lnTo>
                <a:cubicBezTo>
                  <a:pt x="601490" y="126775"/>
                  <a:pt x="600990" y="116083"/>
                  <a:pt x="599994" y="111205"/>
                </a:cubicBezTo>
                <a:cubicBezTo>
                  <a:pt x="599217" y="107659"/>
                  <a:pt x="597999" y="105223"/>
                  <a:pt x="596337" y="103891"/>
                </a:cubicBezTo>
                <a:cubicBezTo>
                  <a:pt x="594674" y="102452"/>
                  <a:pt x="592402" y="101731"/>
                  <a:pt x="589521" y="101731"/>
                </a:cubicBezTo>
                <a:cubicBezTo>
                  <a:pt x="586418" y="101731"/>
                  <a:pt x="582650" y="102563"/>
                  <a:pt x="578217" y="104224"/>
                </a:cubicBezTo>
                <a:lnTo>
                  <a:pt x="575890" y="98241"/>
                </a:lnTo>
                <a:lnTo>
                  <a:pt x="621769" y="79622"/>
                </a:lnTo>
                <a:lnTo>
                  <a:pt x="629082" y="79622"/>
                </a:lnTo>
                <a:moveTo>
                  <a:pt x="716518" y="112037"/>
                </a:moveTo>
                <a:cubicBezTo>
                  <a:pt x="727599" y="100956"/>
                  <a:pt x="734138" y="94584"/>
                  <a:pt x="736132" y="92921"/>
                </a:cubicBezTo>
                <a:cubicBezTo>
                  <a:pt x="741119" y="88710"/>
                  <a:pt x="746494" y="85439"/>
                  <a:pt x="752256" y="83114"/>
                </a:cubicBezTo>
                <a:cubicBezTo>
                  <a:pt x="758018" y="80786"/>
                  <a:pt x="763726" y="79622"/>
                  <a:pt x="769378" y="79622"/>
                </a:cubicBezTo>
                <a:cubicBezTo>
                  <a:pt x="778907" y="79622"/>
                  <a:pt x="787108" y="82393"/>
                  <a:pt x="793979" y="87935"/>
                </a:cubicBezTo>
                <a:cubicBezTo>
                  <a:pt x="800850" y="93474"/>
                  <a:pt x="805448" y="101509"/>
                  <a:pt x="807776" y="112037"/>
                </a:cubicBezTo>
                <a:cubicBezTo>
                  <a:pt x="819190" y="98738"/>
                  <a:pt x="828832" y="90039"/>
                  <a:pt x="836699" y="85939"/>
                </a:cubicBezTo>
                <a:cubicBezTo>
                  <a:pt x="844568" y="81729"/>
                  <a:pt x="852657" y="79622"/>
                  <a:pt x="860968" y="79622"/>
                </a:cubicBezTo>
                <a:cubicBezTo>
                  <a:pt x="869057" y="79622"/>
                  <a:pt x="876206" y="81729"/>
                  <a:pt x="882411" y="85939"/>
                </a:cubicBezTo>
                <a:cubicBezTo>
                  <a:pt x="888728" y="90039"/>
                  <a:pt x="893715" y="96799"/>
                  <a:pt x="897372" y="106219"/>
                </a:cubicBezTo>
                <a:cubicBezTo>
                  <a:pt x="899810" y="112647"/>
                  <a:pt x="901029" y="122732"/>
                  <a:pt x="901029" y="136471"/>
                </a:cubicBezTo>
                <a:lnTo>
                  <a:pt x="901029" y="201965"/>
                </a:lnTo>
                <a:cubicBezTo>
                  <a:pt x="901029" y="211496"/>
                  <a:pt x="901749" y="218035"/>
                  <a:pt x="903190" y="221581"/>
                </a:cubicBezTo>
                <a:cubicBezTo>
                  <a:pt x="904297" y="224017"/>
                  <a:pt x="906348" y="226124"/>
                  <a:pt x="909339" y="227895"/>
                </a:cubicBezTo>
                <a:cubicBezTo>
                  <a:pt x="912332" y="229559"/>
                  <a:pt x="917208" y="230391"/>
                  <a:pt x="923968" y="230391"/>
                </a:cubicBezTo>
                <a:lnTo>
                  <a:pt x="923968" y="236373"/>
                </a:lnTo>
                <a:lnTo>
                  <a:pt x="848834" y="236373"/>
                </a:lnTo>
                <a:lnTo>
                  <a:pt x="848834" y="230391"/>
                </a:lnTo>
                <a:lnTo>
                  <a:pt x="851992" y="230391"/>
                </a:lnTo>
                <a:cubicBezTo>
                  <a:pt x="858531" y="230391"/>
                  <a:pt x="863627" y="229116"/>
                  <a:pt x="867286" y="226567"/>
                </a:cubicBezTo>
                <a:cubicBezTo>
                  <a:pt x="869834" y="224795"/>
                  <a:pt x="871662" y="221967"/>
                  <a:pt x="872771" y="218089"/>
                </a:cubicBezTo>
                <a:cubicBezTo>
                  <a:pt x="873214" y="216207"/>
                  <a:pt x="873435" y="210832"/>
                  <a:pt x="873435" y="201965"/>
                </a:cubicBezTo>
                <a:lnTo>
                  <a:pt x="873435" y="136471"/>
                </a:lnTo>
                <a:cubicBezTo>
                  <a:pt x="873435" y="124061"/>
                  <a:pt x="871939" y="115305"/>
                  <a:pt x="868946" y="110209"/>
                </a:cubicBezTo>
                <a:cubicBezTo>
                  <a:pt x="864625" y="103116"/>
                  <a:pt x="857699" y="99570"/>
                  <a:pt x="848169" y="99570"/>
                </a:cubicBezTo>
                <a:cubicBezTo>
                  <a:pt x="842295" y="99570"/>
                  <a:pt x="836367" y="101066"/>
                  <a:pt x="830383" y="104059"/>
                </a:cubicBezTo>
                <a:cubicBezTo>
                  <a:pt x="824509" y="106941"/>
                  <a:pt x="817361" y="112369"/>
                  <a:pt x="808939" y="120347"/>
                </a:cubicBezTo>
                <a:lnTo>
                  <a:pt x="808607" y="122176"/>
                </a:lnTo>
                <a:lnTo>
                  <a:pt x="808939" y="129325"/>
                </a:lnTo>
                <a:lnTo>
                  <a:pt x="808939" y="201965"/>
                </a:lnTo>
                <a:cubicBezTo>
                  <a:pt x="808939" y="212382"/>
                  <a:pt x="809494" y="218864"/>
                  <a:pt x="810601" y="221414"/>
                </a:cubicBezTo>
                <a:cubicBezTo>
                  <a:pt x="811821" y="223963"/>
                  <a:pt x="814037" y="226124"/>
                  <a:pt x="817251" y="227895"/>
                </a:cubicBezTo>
                <a:cubicBezTo>
                  <a:pt x="820465" y="229559"/>
                  <a:pt x="825950" y="230391"/>
                  <a:pt x="833707" y="230391"/>
                </a:cubicBezTo>
                <a:lnTo>
                  <a:pt x="833707" y="236373"/>
                </a:lnTo>
                <a:lnTo>
                  <a:pt x="756745" y="236373"/>
                </a:lnTo>
                <a:lnTo>
                  <a:pt x="756745" y="230391"/>
                </a:lnTo>
                <a:cubicBezTo>
                  <a:pt x="765166" y="230391"/>
                  <a:pt x="770929" y="229392"/>
                  <a:pt x="774033" y="227399"/>
                </a:cubicBezTo>
                <a:cubicBezTo>
                  <a:pt x="777245" y="225403"/>
                  <a:pt x="779463" y="222410"/>
                  <a:pt x="780681" y="218421"/>
                </a:cubicBezTo>
                <a:cubicBezTo>
                  <a:pt x="781236" y="216539"/>
                  <a:pt x="781512" y="211053"/>
                  <a:pt x="781512" y="201965"/>
                </a:cubicBezTo>
                <a:lnTo>
                  <a:pt x="781512" y="136471"/>
                </a:lnTo>
                <a:cubicBezTo>
                  <a:pt x="781512" y="124061"/>
                  <a:pt x="779684" y="115140"/>
                  <a:pt x="776027" y="109709"/>
                </a:cubicBezTo>
                <a:cubicBezTo>
                  <a:pt x="771151" y="102617"/>
                  <a:pt x="764335" y="99070"/>
                  <a:pt x="755581" y="99070"/>
                </a:cubicBezTo>
                <a:cubicBezTo>
                  <a:pt x="749597" y="99070"/>
                  <a:pt x="743668" y="100677"/>
                  <a:pt x="737795" y="103891"/>
                </a:cubicBezTo>
                <a:cubicBezTo>
                  <a:pt x="728597" y="108769"/>
                  <a:pt x="721505" y="114254"/>
                  <a:pt x="716518" y="120347"/>
                </a:cubicBezTo>
                <a:lnTo>
                  <a:pt x="716518" y="201965"/>
                </a:lnTo>
                <a:cubicBezTo>
                  <a:pt x="716518" y="211939"/>
                  <a:pt x="717182" y="218421"/>
                  <a:pt x="718512" y="221414"/>
                </a:cubicBezTo>
                <a:cubicBezTo>
                  <a:pt x="719953" y="224406"/>
                  <a:pt x="722003" y="226677"/>
                  <a:pt x="724663" y="228230"/>
                </a:cubicBezTo>
                <a:cubicBezTo>
                  <a:pt x="727433" y="229670"/>
                  <a:pt x="732974" y="230391"/>
                  <a:pt x="741285" y="230391"/>
                </a:cubicBezTo>
                <a:lnTo>
                  <a:pt x="741285" y="236373"/>
                </a:lnTo>
                <a:lnTo>
                  <a:pt x="665985" y="236373"/>
                </a:lnTo>
                <a:lnTo>
                  <a:pt x="665985" y="230391"/>
                </a:lnTo>
                <a:cubicBezTo>
                  <a:pt x="672966" y="230391"/>
                  <a:pt x="677843" y="229670"/>
                  <a:pt x="680612" y="228230"/>
                </a:cubicBezTo>
                <a:cubicBezTo>
                  <a:pt x="683383" y="226677"/>
                  <a:pt x="685488" y="224295"/>
                  <a:pt x="686929" y="221081"/>
                </a:cubicBezTo>
                <a:cubicBezTo>
                  <a:pt x="688370" y="217757"/>
                  <a:pt x="689090" y="211386"/>
                  <a:pt x="689090" y="201965"/>
                </a:cubicBezTo>
                <a:lnTo>
                  <a:pt x="689090" y="143788"/>
                </a:lnTo>
                <a:cubicBezTo>
                  <a:pt x="689090" y="127053"/>
                  <a:pt x="688592" y="116247"/>
                  <a:pt x="687594" y="111373"/>
                </a:cubicBezTo>
                <a:cubicBezTo>
                  <a:pt x="686819" y="107716"/>
                  <a:pt x="685599" y="105223"/>
                  <a:pt x="683937" y="103891"/>
                </a:cubicBezTo>
                <a:cubicBezTo>
                  <a:pt x="682274" y="102452"/>
                  <a:pt x="680003" y="101731"/>
                  <a:pt x="677123" y="101731"/>
                </a:cubicBezTo>
                <a:cubicBezTo>
                  <a:pt x="674020" y="101731"/>
                  <a:pt x="670307" y="102563"/>
                  <a:pt x="665985" y="104224"/>
                </a:cubicBezTo>
                <a:lnTo>
                  <a:pt x="663492" y="98241"/>
                </a:lnTo>
                <a:lnTo>
                  <a:pt x="709370" y="79622"/>
                </a:lnTo>
                <a:lnTo>
                  <a:pt x="716518" y="79622"/>
                </a:lnTo>
                <a:lnTo>
                  <a:pt x="716518" y="112037"/>
                </a:lnTo>
                <a:moveTo>
                  <a:pt x="975000" y="0"/>
                </a:moveTo>
                <a:cubicBezTo>
                  <a:pt x="979653" y="0"/>
                  <a:pt x="983588" y="1664"/>
                  <a:pt x="986801" y="4988"/>
                </a:cubicBezTo>
                <a:cubicBezTo>
                  <a:pt x="990126" y="8202"/>
                  <a:pt x="991788" y="12135"/>
                  <a:pt x="991788" y="16788"/>
                </a:cubicBezTo>
                <a:cubicBezTo>
                  <a:pt x="991788" y="21444"/>
                  <a:pt x="990126" y="25433"/>
                  <a:pt x="986801" y="28758"/>
                </a:cubicBezTo>
                <a:cubicBezTo>
                  <a:pt x="983588" y="32083"/>
                  <a:pt x="979653" y="33744"/>
                  <a:pt x="975000" y="33744"/>
                </a:cubicBezTo>
                <a:cubicBezTo>
                  <a:pt x="970345" y="33744"/>
                  <a:pt x="966356" y="32083"/>
                  <a:pt x="963031" y="28758"/>
                </a:cubicBezTo>
                <a:cubicBezTo>
                  <a:pt x="959707" y="25433"/>
                  <a:pt x="958044" y="21444"/>
                  <a:pt x="958044" y="16788"/>
                </a:cubicBezTo>
                <a:cubicBezTo>
                  <a:pt x="958044" y="12135"/>
                  <a:pt x="959651" y="8202"/>
                  <a:pt x="962865" y="4988"/>
                </a:cubicBezTo>
                <a:cubicBezTo>
                  <a:pt x="966190" y="1664"/>
                  <a:pt x="970234" y="0"/>
                  <a:pt x="975000" y="0"/>
                </a:cubicBezTo>
                <a:moveTo>
                  <a:pt x="988797" y="79622"/>
                </a:moveTo>
                <a:lnTo>
                  <a:pt x="988797" y="201965"/>
                </a:lnTo>
                <a:cubicBezTo>
                  <a:pt x="988797" y="211496"/>
                  <a:pt x="989461" y="217867"/>
                  <a:pt x="990791" y="221081"/>
                </a:cubicBezTo>
                <a:cubicBezTo>
                  <a:pt x="992231" y="224185"/>
                  <a:pt x="994282" y="226513"/>
                  <a:pt x="996941" y="228063"/>
                </a:cubicBezTo>
                <a:cubicBezTo>
                  <a:pt x="999712" y="229613"/>
                  <a:pt x="1004699" y="230391"/>
                  <a:pt x="1011902" y="230391"/>
                </a:cubicBezTo>
                <a:lnTo>
                  <a:pt x="1011902" y="236373"/>
                </a:lnTo>
                <a:lnTo>
                  <a:pt x="937931" y="236373"/>
                </a:lnTo>
                <a:lnTo>
                  <a:pt x="937931" y="230391"/>
                </a:lnTo>
                <a:cubicBezTo>
                  <a:pt x="945356" y="230391"/>
                  <a:pt x="950343" y="229670"/>
                  <a:pt x="952891" y="228230"/>
                </a:cubicBezTo>
                <a:cubicBezTo>
                  <a:pt x="955441" y="226788"/>
                  <a:pt x="957435" y="224406"/>
                  <a:pt x="958876" y="221081"/>
                </a:cubicBezTo>
                <a:cubicBezTo>
                  <a:pt x="960426" y="217757"/>
                  <a:pt x="961203" y="211386"/>
                  <a:pt x="961203" y="201965"/>
                </a:cubicBezTo>
                <a:lnTo>
                  <a:pt x="961203" y="143288"/>
                </a:lnTo>
                <a:cubicBezTo>
                  <a:pt x="961203" y="126775"/>
                  <a:pt x="960705" y="116083"/>
                  <a:pt x="959707" y="111205"/>
                </a:cubicBezTo>
                <a:cubicBezTo>
                  <a:pt x="958931" y="107659"/>
                  <a:pt x="957712" y="105223"/>
                  <a:pt x="956050" y="103891"/>
                </a:cubicBezTo>
                <a:cubicBezTo>
                  <a:pt x="954387" y="102452"/>
                  <a:pt x="952116" y="101731"/>
                  <a:pt x="949234" y="101731"/>
                </a:cubicBezTo>
                <a:cubicBezTo>
                  <a:pt x="946131" y="101731"/>
                  <a:pt x="942363" y="102563"/>
                  <a:pt x="937931" y="104224"/>
                </a:cubicBezTo>
                <a:lnTo>
                  <a:pt x="935603" y="98241"/>
                </a:lnTo>
                <a:lnTo>
                  <a:pt x="981482" y="79622"/>
                </a:lnTo>
                <a:lnTo>
                  <a:pt x="988797" y="79622"/>
                </a:lnTo>
                <a:moveTo>
                  <a:pt x="1075234" y="34076"/>
                </a:moveTo>
                <a:lnTo>
                  <a:pt x="1075234" y="84111"/>
                </a:lnTo>
                <a:lnTo>
                  <a:pt x="1110806" y="84111"/>
                </a:lnTo>
                <a:lnTo>
                  <a:pt x="1110806" y="95746"/>
                </a:lnTo>
                <a:lnTo>
                  <a:pt x="1075234" y="95746"/>
                </a:lnTo>
                <a:lnTo>
                  <a:pt x="1075234" y="194484"/>
                </a:lnTo>
                <a:cubicBezTo>
                  <a:pt x="1075234" y="204347"/>
                  <a:pt x="1076618" y="210997"/>
                  <a:pt x="1079389" y="214432"/>
                </a:cubicBezTo>
                <a:cubicBezTo>
                  <a:pt x="1082271" y="217867"/>
                  <a:pt x="1085928" y="219585"/>
                  <a:pt x="1090360" y="219585"/>
                </a:cubicBezTo>
                <a:cubicBezTo>
                  <a:pt x="1094017" y="219585"/>
                  <a:pt x="1097563" y="218478"/>
                  <a:pt x="1100998" y="216260"/>
                </a:cubicBezTo>
                <a:cubicBezTo>
                  <a:pt x="1104434" y="213932"/>
                  <a:pt x="1107094" y="210554"/>
                  <a:pt x="1108978" y="206122"/>
                </a:cubicBezTo>
                <a:lnTo>
                  <a:pt x="1115460" y="206122"/>
                </a:lnTo>
                <a:cubicBezTo>
                  <a:pt x="1111581" y="216982"/>
                  <a:pt x="1106096" y="225181"/>
                  <a:pt x="1099004" y="230723"/>
                </a:cubicBezTo>
                <a:cubicBezTo>
                  <a:pt x="1091912" y="236152"/>
                  <a:pt x="1084598" y="238869"/>
                  <a:pt x="1077063" y="238869"/>
                </a:cubicBezTo>
                <a:cubicBezTo>
                  <a:pt x="1071965" y="238869"/>
                  <a:pt x="1066978" y="237483"/>
                  <a:pt x="1062102" y="234712"/>
                </a:cubicBezTo>
                <a:cubicBezTo>
                  <a:pt x="1057225" y="231831"/>
                  <a:pt x="1053624" y="227785"/>
                  <a:pt x="1051297" y="222578"/>
                </a:cubicBezTo>
                <a:cubicBezTo>
                  <a:pt x="1048970" y="217257"/>
                  <a:pt x="1047806" y="209114"/>
                  <a:pt x="1047806" y="198141"/>
                </a:cubicBezTo>
                <a:lnTo>
                  <a:pt x="1047806" y="95746"/>
                </a:lnTo>
                <a:lnTo>
                  <a:pt x="1023703" y="95746"/>
                </a:lnTo>
                <a:lnTo>
                  <a:pt x="1023703" y="90260"/>
                </a:lnTo>
                <a:cubicBezTo>
                  <a:pt x="1029799" y="87824"/>
                  <a:pt x="1036004" y="83722"/>
                  <a:pt x="1042321" y="77961"/>
                </a:cubicBezTo>
                <a:cubicBezTo>
                  <a:pt x="1048749" y="72087"/>
                  <a:pt x="1054456" y="65162"/>
                  <a:pt x="1059443" y="57181"/>
                </a:cubicBezTo>
                <a:cubicBezTo>
                  <a:pt x="1061991" y="52971"/>
                  <a:pt x="1065537" y="45271"/>
                  <a:pt x="1070081" y="34076"/>
                </a:cubicBezTo>
                <a:lnTo>
                  <a:pt x="1075234" y="34076"/>
                </a:lnTo>
                <a:moveTo>
                  <a:pt x="1151365" y="141459"/>
                </a:moveTo>
                <a:cubicBezTo>
                  <a:pt x="1151255" y="164065"/>
                  <a:pt x="1156740" y="181796"/>
                  <a:pt x="1167821" y="194651"/>
                </a:cubicBezTo>
                <a:cubicBezTo>
                  <a:pt x="1178903" y="207507"/>
                  <a:pt x="1191925" y="213932"/>
                  <a:pt x="1206884" y="213932"/>
                </a:cubicBezTo>
                <a:cubicBezTo>
                  <a:pt x="1216858" y="213932"/>
                  <a:pt x="1225502" y="211218"/>
                  <a:pt x="1232816" y="205790"/>
                </a:cubicBezTo>
                <a:cubicBezTo>
                  <a:pt x="1240240" y="200247"/>
                  <a:pt x="1246447" y="190827"/>
                  <a:pt x="1251434" y="177531"/>
                </a:cubicBezTo>
                <a:lnTo>
                  <a:pt x="1256587" y="180856"/>
                </a:lnTo>
                <a:cubicBezTo>
                  <a:pt x="1254259" y="196037"/>
                  <a:pt x="1247499" y="209889"/>
                  <a:pt x="1236307" y="222410"/>
                </a:cubicBezTo>
                <a:cubicBezTo>
                  <a:pt x="1225115" y="234823"/>
                  <a:pt x="1211096" y="241029"/>
                  <a:pt x="1194251" y="241029"/>
                </a:cubicBezTo>
                <a:cubicBezTo>
                  <a:pt x="1175967" y="241029"/>
                  <a:pt x="1160286" y="233937"/>
                  <a:pt x="1147209" y="219753"/>
                </a:cubicBezTo>
                <a:cubicBezTo>
                  <a:pt x="1134244" y="205457"/>
                  <a:pt x="1127761" y="186284"/>
                  <a:pt x="1127761" y="162237"/>
                </a:cubicBezTo>
                <a:cubicBezTo>
                  <a:pt x="1127761" y="136196"/>
                  <a:pt x="1134410" y="115915"/>
                  <a:pt x="1147709" y="101399"/>
                </a:cubicBezTo>
                <a:cubicBezTo>
                  <a:pt x="1161117" y="86771"/>
                  <a:pt x="1177906" y="79457"/>
                  <a:pt x="1198074" y="79457"/>
                </a:cubicBezTo>
                <a:cubicBezTo>
                  <a:pt x="1215141" y="79457"/>
                  <a:pt x="1229159" y="85107"/>
                  <a:pt x="1240130" y="96413"/>
                </a:cubicBezTo>
                <a:cubicBezTo>
                  <a:pt x="1251100" y="107605"/>
                  <a:pt x="1256587" y="122621"/>
                  <a:pt x="1256587" y="141459"/>
                </a:cubicBezTo>
                <a:lnTo>
                  <a:pt x="1151365" y="141459"/>
                </a:lnTo>
                <a:moveTo>
                  <a:pt x="1151365" y="131818"/>
                </a:moveTo>
                <a:lnTo>
                  <a:pt x="1221845" y="131818"/>
                </a:lnTo>
                <a:cubicBezTo>
                  <a:pt x="1221292" y="122065"/>
                  <a:pt x="1220128" y="115194"/>
                  <a:pt x="1218355" y="111205"/>
                </a:cubicBezTo>
                <a:cubicBezTo>
                  <a:pt x="1215584" y="105001"/>
                  <a:pt x="1211428" y="100124"/>
                  <a:pt x="1205888" y="96578"/>
                </a:cubicBezTo>
                <a:cubicBezTo>
                  <a:pt x="1200458" y="93031"/>
                  <a:pt x="1194751" y="91260"/>
                  <a:pt x="1188766" y="91260"/>
                </a:cubicBezTo>
                <a:cubicBezTo>
                  <a:pt x="1179569" y="91260"/>
                  <a:pt x="1171312" y="94860"/>
                  <a:pt x="1163998" y="102063"/>
                </a:cubicBezTo>
                <a:cubicBezTo>
                  <a:pt x="1156795" y="109155"/>
                  <a:pt x="1152585" y="119075"/>
                  <a:pt x="1151365" y="131818"/>
                </a:cubicBezTo>
                <a:moveTo>
                  <a:pt x="1384580" y="219253"/>
                </a:moveTo>
                <a:cubicBezTo>
                  <a:pt x="1377156" y="227010"/>
                  <a:pt x="1369897" y="232606"/>
                  <a:pt x="1362805" y="236041"/>
                </a:cubicBezTo>
                <a:cubicBezTo>
                  <a:pt x="1355713" y="239366"/>
                  <a:pt x="1348067" y="241029"/>
                  <a:pt x="1339866" y="241029"/>
                </a:cubicBezTo>
                <a:cubicBezTo>
                  <a:pt x="1323242" y="241029"/>
                  <a:pt x="1308726" y="234102"/>
                  <a:pt x="1296314" y="220250"/>
                </a:cubicBezTo>
                <a:cubicBezTo>
                  <a:pt x="1283903" y="206286"/>
                  <a:pt x="1277698" y="188391"/>
                  <a:pt x="1277698" y="166558"/>
                </a:cubicBezTo>
                <a:cubicBezTo>
                  <a:pt x="1277698" y="144727"/>
                  <a:pt x="1284569" y="124782"/>
                  <a:pt x="1298309" y="106719"/>
                </a:cubicBezTo>
                <a:cubicBezTo>
                  <a:pt x="1312050" y="88543"/>
                  <a:pt x="1329726" y="79457"/>
                  <a:pt x="1351335" y="79457"/>
                </a:cubicBezTo>
                <a:cubicBezTo>
                  <a:pt x="1364744" y="79457"/>
                  <a:pt x="1375826" y="83722"/>
                  <a:pt x="1384580" y="92256"/>
                </a:cubicBezTo>
                <a:lnTo>
                  <a:pt x="1384580" y="64163"/>
                </a:lnTo>
                <a:cubicBezTo>
                  <a:pt x="1384580" y="46764"/>
                  <a:pt x="1384137" y="36072"/>
                  <a:pt x="1383251" y="32083"/>
                </a:cubicBezTo>
                <a:cubicBezTo>
                  <a:pt x="1382475" y="28094"/>
                  <a:pt x="1381200" y="25377"/>
                  <a:pt x="1379427" y="23937"/>
                </a:cubicBezTo>
                <a:cubicBezTo>
                  <a:pt x="1377654" y="22498"/>
                  <a:pt x="1375438" y="21777"/>
                  <a:pt x="1372779" y="21777"/>
                </a:cubicBezTo>
                <a:cubicBezTo>
                  <a:pt x="1369897" y="21777"/>
                  <a:pt x="1366074" y="22662"/>
                  <a:pt x="1361309" y="24437"/>
                </a:cubicBezTo>
                <a:lnTo>
                  <a:pt x="1359148" y="18617"/>
                </a:lnTo>
                <a:lnTo>
                  <a:pt x="1404528" y="0"/>
                </a:lnTo>
                <a:lnTo>
                  <a:pt x="1412008" y="0"/>
                </a:lnTo>
                <a:lnTo>
                  <a:pt x="1412008" y="176035"/>
                </a:lnTo>
                <a:cubicBezTo>
                  <a:pt x="1412008" y="193876"/>
                  <a:pt x="1412396" y="204790"/>
                  <a:pt x="1413172" y="208779"/>
                </a:cubicBezTo>
                <a:cubicBezTo>
                  <a:pt x="1414058" y="212660"/>
                  <a:pt x="1415388" y="215375"/>
                  <a:pt x="1417161" y="216925"/>
                </a:cubicBezTo>
                <a:cubicBezTo>
                  <a:pt x="1419045" y="218478"/>
                  <a:pt x="1421206" y="219253"/>
                  <a:pt x="1423643" y="219253"/>
                </a:cubicBezTo>
                <a:cubicBezTo>
                  <a:pt x="1426636" y="219253"/>
                  <a:pt x="1430625" y="218310"/>
                  <a:pt x="1435612" y="216428"/>
                </a:cubicBezTo>
                <a:lnTo>
                  <a:pt x="1437440" y="222245"/>
                </a:lnTo>
                <a:lnTo>
                  <a:pt x="1392227" y="241029"/>
                </a:lnTo>
                <a:lnTo>
                  <a:pt x="1384580" y="241029"/>
                </a:lnTo>
                <a:lnTo>
                  <a:pt x="1384580" y="219253"/>
                </a:lnTo>
                <a:moveTo>
                  <a:pt x="1384580" y="207618"/>
                </a:moveTo>
                <a:lnTo>
                  <a:pt x="1384580" y="129157"/>
                </a:lnTo>
                <a:cubicBezTo>
                  <a:pt x="1383916" y="121622"/>
                  <a:pt x="1381921" y="114751"/>
                  <a:pt x="1378597" y="108548"/>
                </a:cubicBezTo>
                <a:cubicBezTo>
                  <a:pt x="1375272" y="102341"/>
                  <a:pt x="1370838" y="97685"/>
                  <a:pt x="1365298" y="94584"/>
                </a:cubicBezTo>
                <a:cubicBezTo>
                  <a:pt x="1359868" y="91371"/>
                  <a:pt x="1354549" y="89764"/>
                  <a:pt x="1349340" y="89764"/>
                </a:cubicBezTo>
                <a:cubicBezTo>
                  <a:pt x="1339589" y="89764"/>
                  <a:pt x="1330890" y="94139"/>
                  <a:pt x="1323242" y="102895"/>
                </a:cubicBezTo>
                <a:cubicBezTo>
                  <a:pt x="1313159" y="114419"/>
                  <a:pt x="1308117" y="131264"/>
                  <a:pt x="1308117" y="153427"/>
                </a:cubicBezTo>
                <a:cubicBezTo>
                  <a:pt x="1308117" y="175813"/>
                  <a:pt x="1312993" y="192991"/>
                  <a:pt x="1322744" y="204958"/>
                </a:cubicBezTo>
                <a:cubicBezTo>
                  <a:pt x="1332497" y="216814"/>
                  <a:pt x="1343357" y="222742"/>
                  <a:pt x="1355325" y="222742"/>
                </a:cubicBezTo>
                <a:cubicBezTo>
                  <a:pt x="1365409" y="222742"/>
                  <a:pt x="1375161" y="217703"/>
                  <a:pt x="1384580" y="207618"/>
                </a:cubicBezTo>
                <a:moveTo>
                  <a:pt x="1632424" y="22941"/>
                </a:moveTo>
                <a:lnTo>
                  <a:pt x="1605828" y="112204"/>
                </a:lnTo>
                <a:lnTo>
                  <a:pt x="1635416" y="112204"/>
                </a:lnTo>
                <a:cubicBezTo>
                  <a:pt x="1648713" y="112204"/>
                  <a:pt x="1658632" y="110152"/>
                  <a:pt x="1665171" y="106052"/>
                </a:cubicBezTo>
                <a:cubicBezTo>
                  <a:pt x="1671819" y="101952"/>
                  <a:pt x="1678634" y="93199"/>
                  <a:pt x="1685616" y="79790"/>
                </a:cubicBezTo>
                <a:lnTo>
                  <a:pt x="1691933" y="79790"/>
                </a:lnTo>
                <a:lnTo>
                  <a:pt x="1668494" y="161904"/>
                </a:lnTo>
                <a:lnTo>
                  <a:pt x="1661846" y="161904"/>
                </a:lnTo>
                <a:cubicBezTo>
                  <a:pt x="1663508" y="155255"/>
                  <a:pt x="1664339" y="149770"/>
                  <a:pt x="1664339" y="145448"/>
                </a:cubicBezTo>
                <a:cubicBezTo>
                  <a:pt x="1664339" y="138688"/>
                  <a:pt x="1662068" y="133481"/>
                  <a:pt x="1657523" y="129824"/>
                </a:cubicBezTo>
                <a:cubicBezTo>
                  <a:pt x="1653091" y="126054"/>
                  <a:pt x="1644724" y="124172"/>
                  <a:pt x="1632424" y="124172"/>
                </a:cubicBezTo>
                <a:lnTo>
                  <a:pt x="1602503" y="124172"/>
                </a:lnTo>
                <a:lnTo>
                  <a:pt x="1582888" y="192159"/>
                </a:lnTo>
                <a:cubicBezTo>
                  <a:pt x="1579342" y="204237"/>
                  <a:pt x="1577569" y="212271"/>
                  <a:pt x="1577569" y="216260"/>
                </a:cubicBezTo>
                <a:cubicBezTo>
                  <a:pt x="1577569" y="220360"/>
                  <a:pt x="1579065" y="223520"/>
                  <a:pt x="1582058" y="225735"/>
                </a:cubicBezTo>
                <a:cubicBezTo>
                  <a:pt x="1585160" y="227952"/>
                  <a:pt x="1592640" y="229448"/>
                  <a:pt x="1604497" y="230224"/>
                </a:cubicBezTo>
                <a:lnTo>
                  <a:pt x="1602503" y="236373"/>
                </a:lnTo>
                <a:lnTo>
                  <a:pt x="1513407" y="236373"/>
                </a:lnTo>
                <a:lnTo>
                  <a:pt x="1515567" y="230224"/>
                </a:lnTo>
                <a:cubicBezTo>
                  <a:pt x="1524211" y="230002"/>
                  <a:pt x="1529973" y="229227"/>
                  <a:pt x="1532855" y="227895"/>
                </a:cubicBezTo>
                <a:cubicBezTo>
                  <a:pt x="1537287" y="226013"/>
                  <a:pt x="1540556" y="223463"/>
                  <a:pt x="1542662" y="220250"/>
                </a:cubicBezTo>
                <a:cubicBezTo>
                  <a:pt x="1545654" y="215707"/>
                  <a:pt x="1549200" y="206343"/>
                  <a:pt x="1553300" y="192159"/>
                </a:cubicBezTo>
                <a:lnTo>
                  <a:pt x="1593029" y="56352"/>
                </a:lnTo>
                <a:cubicBezTo>
                  <a:pt x="1596243" y="45381"/>
                  <a:pt x="1597848" y="36793"/>
                  <a:pt x="1597848" y="30587"/>
                </a:cubicBezTo>
                <a:cubicBezTo>
                  <a:pt x="1597848" y="27705"/>
                  <a:pt x="1597128" y="25266"/>
                  <a:pt x="1595687" y="23273"/>
                </a:cubicBezTo>
                <a:cubicBezTo>
                  <a:pt x="1594247" y="21166"/>
                  <a:pt x="1592086" y="19616"/>
                  <a:pt x="1589204" y="18617"/>
                </a:cubicBezTo>
                <a:cubicBezTo>
                  <a:pt x="1586435" y="17620"/>
                  <a:pt x="1580839" y="17123"/>
                  <a:pt x="1572416" y="17123"/>
                </a:cubicBezTo>
                <a:lnTo>
                  <a:pt x="1574411" y="10971"/>
                </a:lnTo>
                <a:lnTo>
                  <a:pt x="1749280" y="10971"/>
                </a:lnTo>
                <a:lnTo>
                  <a:pt x="1732658" y="67987"/>
                </a:lnTo>
                <a:lnTo>
                  <a:pt x="1726341" y="67987"/>
                </a:lnTo>
                <a:cubicBezTo>
                  <a:pt x="1727560" y="61116"/>
                  <a:pt x="1728169" y="55463"/>
                  <a:pt x="1728169" y="51031"/>
                </a:cubicBezTo>
                <a:cubicBezTo>
                  <a:pt x="1728169" y="43718"/>
                  <a:pt x="1726119" y="37954"/>
                  <a:pt x="1722020" y="33744"/>
                </a:cubicBezTo>
                <a:cubicBezTo>
                  <a:pt x="1718031" y="29422"/>
                  <a:pt x="1712878" y="26376"/>
                  <a:pt x="1706560" y="24602"/>
                </a:cubicBezTo>
                <a:cubicBezTo>
                  <a:pt x="1702128" y="23494"/>
                  <a:pt x="1692210" y="22941"/>
                  <a:pt x="1676806" y="22941"/>
                </a:cubicBezTo>
                <a:lnTo>
                  <a:pt x="1632424" y="22941"/>
                </a:lnTo>
                <a:moveTo>
                  <a:pt x="1747619" y="95249"/>
                </a:moveTo>
                <a:lnTo>
                  <a:pt x="1804966" y="85939"/>
                </a:lnTo>
                <a:lnTo>
                  <a:pt x="1781029" y="166725"/>
                </a:lnTo>
                <a:cubicBezTo>
                  <a:pt x="1800422" y="133592"/>
                  <a:pt x="1818042" y="110430"/>
                  <a:pt x="1833891" y="97242"/>
                </a:cubicBezTo>
                <a:cubicBezTo>
                  <a:pt x="1842865" y="89707"/>
                  <a:pt x="1850180" y="85939"/>
                  <a:pt x="1855832" y="85939"/>
                </a:cubicBezTo>
                <a:cubicBezTo>
                  <a:pt x="1859489" y="85939"/>
                  <a:pt x="1862370" y="87046"/>
                  <a:pt x="1864476" y="89264"/>
                </a:cubicBezTo>
                <a:cubicBezTo>
                  <a:pt x="1866581" y="91371"/>
                  <a:pt x="1867634" y="94474"/>
                  <a:pt x="1867634" y="98574"/>
                </a:cubicBezTo>
                <a:cubicBezTo>
                  <a:pt x="1867634" y="105887"/>
                  <a:pt x="1865750" y="112869"/>
                  <a:pt x="1861981" y="119518"/>
                </a:cubicBezTo>
                <a:cubicBezTo>
                  <a:pt x="1859323" y="124504"/>
                  <a:pt x="1855500" y="126997"/>
                  <a:pt x="1850513" y="126997"/>
                </a:cubicBezTo>
                <a:cubicBezTo>
                  <a:pt x="1847964" y="126997"/>
                  <a:pt x="1845747" y="126168"/>
                  <a:pt x="1843863" y="124504"/>
                </a:cubicBezTo>
                <a:cubicBezTo>
                  <a:pt x="1842090" y="122843"/>
                  <a:pt x="1840983" y="120293"/>
                  <a:pt x="1840538" y="116858"/>
                </a:cubicBezTo>
                <a:cubicBezTo>
                  <a:pt x="1840317" y="114751"/>
                  <a:pt x="1839819" y="113366"/>
                  <a:pt x="1839042" y="112701"/>
                </a:cubicBezTo>
                <a:cubicBezTo>
                  <a:pt x="1838156" y="111815"/>
                  <a:pt x="1837103" y="111373"/>
                  <a:pt x="1835885" y="111373"/>
                </a:cubicBezTo>
                <a:cubicBezTo>
                  <a:pt x="1834001" y="111373"/>
                  <a:pt x="1832227" y="111815"/>
                  <a:pt x="1830566" y="112701"/>
                </a:cubicBezTo>
                <a:cubicBezTo>
                  <a:pt x="1827684" y="114254"/>
                  <a:pt x="1823306" y="118576"/>
                  <a:pt x="1817433" y="125668"/>
                </a:cubicBezTo>
                <a:cubicBezTo>
                  <a:pt x="1808236" y="136528"/>
                  <a:pt x="1798262" y="150602"/>
                  <a:pt x="1787513" y="167889"/>
                </a:cubicBezTo>
                <a:cubicBezTo>
                  <a:pt x="1782859" y="175203"/>
                  <a:pt x="1778869" y="183459"/>
                  <a:pt x="1775544" y="192656"/>
                </a:cubicBezTo>
                <a:cubicBezTo>
                  <a:pt x="1770891" y="205290"/>
                  <a:pt x="1768230" y="212882"/>
                  <a:pt x="1767566" y="215429"/>
                </a:cubicBezTo>
                <a:lnTo>
                  <a:pt x="1762247" y="236373"/>
                </a:lnTo>
                <a:lnTo>
                  <a:pt x="1736813" y="236373"/>
                </a:lnTo>
                <a:lnTo>
                  <a:pt x="1767566" y="133149"/>
                </a:lnTo>
                <a:cubicBezTo>
                  <a:pt x="1771112" y="121179"/>
                  <a:pt x="1772885" y="112647"/>
                  <a:pt x="1772885" y="107548"/>
                </a:cubicBezTo>
                <a:cubicBezTo>
                  <a:pt x="1772885" y="105555"/>
                  <a:pt x="1772053" y="103891"/>
                  <a:pt x="1770391" y="102563"/>
                </a:cubicBezTo>
                <a:cubicBezTo>
                  <a:pt x="1768175" y="100788"/>
                  <a:pt x="1765239" y="99902"/>
                  <a:pt x="1761581" y="99902"/>
                </a:cubicBezTo>
                <a:cubicBezTo>
                  <a:pt x="1759254" y="99902"/>
                  <a:pt x="1754988" y="100402"/>
                  <a:pt x="1748782" y="101399"/>
                </a:cubicBezTo>
                <a:lnTo>
                  <a:pt x="1747619" y="95249"/>
                </a:lnTo>
                <a:moveTo>
                  <a:pt x="1890407" y="173707"/>
                </a:moveTo>
                <a:cubicBezTo>
                  <a:pt x="1889631" y="179249"/>
                  <a:pt x="1889243" y="183846"/>
                  <a:pt x="1889243" y="187502"/>
                </a:cubicBezTo>
                <a:cubicBezTo>
                  <a:pt x="1889243" y="197366"/>
                  <a:pt x="1892734" y="205790"/>
                  <a:pt x="1899716" y="212771"/>
                </a:cubicBezTo>
                <a:cubicBezTo>
                  <a:pt x="1906697" y="219642"/>
                  <a:pt x="1915175" y="223077"/>
                  <a:pt x="1925148" y="223077"/>
                </a:cubicBezTo>
                <a:cubicBezTo>
                  <a:pt x="1933127" y="223077"/>
                  <a:pt x="1940773" y="221470"/>
                  <a:pt x="1948087" y="218256"/>
                </a:cubicBezTo>
                <a:cubicBezTo>
                  <a:pt x="1955513" y="214932"/>
                  <a:pt x="1966483" y="207672"/>
                  <a:pt x="1981000" y="196480"/>
                </a:cubicBezTo>
                <a:lnTo>
                  <a:pt x="1984491" y="201301"/>
                </a:lnTo>
                <a:cubicBezTo>
                  <a:pt x="1958227" y="227342"/>
                  <a:pt x="1933182" y="240362"/>
                  <a:pt x="1909356" y="240362"/>
                </a:cubicBezTo>
                <a:cubicBezTo>
                  <a:pt x="1893177" y="240362"/>
                  <a:pt x="1880987" y="235266"/>
                  <a:pt x="1872787" y="225070"/>
                </a:cubicBezTo>
                <a:cubicBezTo>
                  <a:pt x="1864586" y="214875"/>
                  <a:pt x="1860485" y="203629"/>
                  <a:pt x="1860485" y="191327"/>
                </a:cubicBezTo>
                <a:cubicBezTo>
                  <a:pt x="1860485" y="174814"/>
                  <a:pt x="1865584" y="157915"/>
                  <a:pt x="1875778" y="140628"/>
                </a:cubicBezTo>
                <a:cubicBezTo>
                  <a:pt x="1885974" y="123340"/>
                  <a:pt x="1898773" y="109930"/>
                  <a:pt x="1914177" y="100402"/>
                </a:cubicBezTo>
                <a:cubicBezTo>
                  <a:pt x="1929581" y="90760"/>
                  <a:pt x="1945428" y="85939"/>
                  <a:pt x="1961718" y="85939"/>
                </a:cubicBezTo>
                <a:cubicBezTo>
                  <a:pt x="1973465" y="85939"/>
                  <a:pt x="1982164" y="88321"/>
                  <a:pt x="1987815" y="93088"/>
                </a:cubicBezTo>
                <a:cubicBezTo>
                  <a:pt x="1993467" y="97852"/>
                  <a:pt x="1996293" y="103505"/>
                  <a:pt x="1996293" y="110041"/>
                </a:cubicBezTo>
                <a:cubicBezTo>
                  <a:pt x="1996293" y="119240"/>
                  <a:pt x="1992636" y="128050"/>
                  <a:pt x="1985321" y="136471"/>
                </a:cubicBezTo>
                <a:cubicBezTo>
                  <a:pt x="1975681" y="147444"/>
                  <a:pt x="1961496" y="156308"/>
                  <a:pt x="1942767" y="163068"/>
                </a:cubicBezTo>
                <a:cubicBezTo>
                  <a:pt x="1930356" y="167611"/>
                  <a:pt x="1912902" y="171157"/>
                  <a:pt x="1890407" y="173707"/>
                </a:cubicBezTo>
                <a:moveTo>
                  <a:pt x="1891570" y="165561"/>
                </a:moveTo>
                <a:cubicBezTo>
                  <a:pt x="1907970" y="163679"/>
                  <a:pt x="1921325" y="160465"/>
                  <a:pt x="1931631" y="155919"/>
                </a:cubicBezTo>
                <a:cubicBezTo>
                  <a:pt x="1945262" y="149826"/>
                  <a:pt x="1955456" y="142567"/>
                  <a:pt x="1962216" y="134146"/>
                </a:cubicBezTo>
                <a:cubicBezTo>
                  <a:pt x="1969087" y="125611"/>
                  <a:pt x="1972522" y="117522"/>
                  <a:pt x="1972522" y="109876"/>
                </a:cubicBezTo>
                <a:cubicBezTo>
                  <a:pt x="1972522" y="105223"/>
                  <a:pt x="1971026" y="101455"/>
                  <a:pt x="1968035" y="98574"/>
                </a:cubicBezTo>
                <a:cubicBezTo>
                  <a:pt x="1965153" y="95692"/>
                  <a:pt x="1960998" y="94249"/>
                  <a:pt x="1955567" y="94249"/>
                </a:cubicBezTo>
                <a:cubicBezTo>
                  <a:pt x="1944264" y="94249"/>
                  <a:pt x="1932240" y="100291"/>
                  <a:pt x="1919496" y="112369"/>
                </a:cubicBezTo>
                <a:cubicBezTo>
                  <a:pt x="1906863" y="124339"/>
                  <a:pt x="1897555" y="142070"/>
                  <a:pt x="1891570" y="165561"/>
                </a:cubicBezTo>
                <a:moveTo>
                  <a:pt x="2041673" y="173707"/>
                </a:moveTo>
                <a:cubicBezTo>
                  <a:pt x="2040897" y="179249"/>
                  <a:pt x="2040509" y="183846"/>
                  <a:pt x="2040509" y="187502"/>
                </a:cubicBezTo>
                <a:cubicBezTo>
                  <a:pt x="2040509" y="197366"/>
                  <a:pt x="2044000" y="205790"/>
                  <a:pt x="2050981" y="212771"/>
                </a:cubicBezTo>
                <a:cubicBezTo>
                  <a:pt x="2057963" y="219642"/>
                  <a:pt x="2066439" y="223077"/>
                  <a:pt x="2076413" y="223077"/>
                </a:cubicBezTo>
                <a:cubicBezTo>
                  <a:pt x="2084393" y="223077"/>
                  <a:pt x="2092039" y="221470"/>
                  <a:pt x="2099353" y="218256"/>
                </a:cubicBezTo>
                <a:cubicBezTo>
                  <a:pt x="2106778" y="214932"/>
                  <a:pt x="2117749" y="207672"/>
                  <a:pt x="2132266" y="196480"/>
                </a:cubicBezTo>
                <a:lnTo>
                  <a:pt x="2135757" y="201301"/>
                </a:lnTo>
                <a:cubicBezTo>
                  <a:pt x="2109493" y="227342"/>
                  <a:pt x="2084448" y="240362"/>
                  <a:pt x="2060622" y="240362"/>
                </a:cubicBezTo>
                <a:cubicBezTo>
                  <a:pt x="2044443" y="240362"/>
                  <a:pt x="2032253" y="235266"/>
                  <a:pt x="2024053" y="225070"/>
                </a:cubicBezTo>
                <a:cubicBezTo>
                  <a:pt x="2015852" y="214875"/>
                  <a:pt x="2011751" y="203629"/>
                  <a:pt x="2011751" y="191327"/>
                </a:cubicBezTo>
                <a:cubicBezTo>
                  <a:pt x="2011751" y="174814"/>
                  <a:pt x="2016849" y="157915"/>
                  <a:pt x="2027044" y="140628"/>
                </a:cubicBezTo>
                <a:cubicBezTo>
                  <a:pt x="2037240" y="123340"/>
                  <a:pt x="2050039" y="109930"/>
                  <a:pt x="2065443" y="100402"/>
                </a:cubicBezTo>
                <a:cubicBezTo>
                  <a:pt x="2080847" y="90760"/>
                  <a:pt x="2096694" y="85939"/>
                  <a:pt x="2112984" y="85939"/>
                </a:cubicBezTo>
                <a:cubicBezTo>
                  <a:pt x="2124731" y="85939"/>
                  <a:pt x="2133430" y="88321"/>
                  <a:pt x="2139081" y="93088"/>
                </a:cubicBezTo>
                <a:cubicBezTo>
                  <a:pt x="2144733" y="97852"/>
                  <a:pt x="2147559" y="103505"/>
                  <a:pt x="2147559" y="110041"/>
                </a:cubicBezTo>
                <a:cubicBezTo>
                  <a:pt x="2147559" y="119240"/>
                  <a:pt x="2143901" y="128050"/>
                  <a:pt x="2136587" y="136471"/>
                </a:cubicBezTo>
                <a:cubicBezTo>
                  <a:pt x="2126947" y="147444"/>
                  <a:pt x="2112762" y="156308"/>
                  <a:pt x="2094033" y="163068"/>
                </a:cubicBezTo>
                <a:cubicBezTo>
                  <a:pt x="2081622" y="167611"/>
                  <a:pt x="2064168" y="171157"/>
                  <a:pt x="2041673" y="173707"/>
                </a:cubicBezTo>
                <a:moveTo>
                  <a:pt x="2042836" y="165561"/>
                </a:moveTo>
                <a:cubicBezTo>
                  <a:pt x="2059236" y="163679"/>
                  <a:pt x="2072590" y="160465"/>
                  <a:pt x="2082897" y="155919"/>
                </a:cubicBezTo>
                <a:cubicBezTo>
                  <a:pt x="2096528" y="149826"/>
                  <a:pt x="2106722" y="142567"/>
                  <a:pt x="2113482" y="134146"/>
                </a:cubicBezTo>
                <a:cubicBezTo>
                  <a:pt x="2120353" y="125611"/>
                  <a:pt x="2123788" y="117522"/>
                  <a:pt x="2123788" y="109876"/>
                </a:cubicBezTo>
                <a:cubicBezTo>
                  <a:pt x="2123788" y="105223"/>
                  <a:pt x="2122292" y="101455"/>
                  <a:pt x="2119299" y="98574"/>
                </a:cubicBezTo>
                <a:cubicBezTo>
                  <a:pt x="2116419" y="95692"/>
                  <a:pt x="2112264" y="94249"/>
                  <a:pt x="2106832" y="94249"/>
                </a:cubicBezTo>
                <a:cubicBezTo>
                  <a:pt x="2095530" y="94249"/>
                  <a:pt x="2083506" y="100291"/>
                  <a:pt x="2070762" y="112369"/>
                </a:cubicBezTo>
                <a:cubicBezTo>
                  <a:pt x="2058129" y="124339"/>
                  <a:pt x="2048819" y="142070"/>
                  <a:pt x="2042836" y="165561"/>
                </a:cubicBezTo>
                <a:moveTo>
                  <a:pt x="2336558" y="0"/>
                </a:moveTo>
                <a:lnTo>
                  <a:pt x="2279375" y="196148"/>
                </a:lnTo>
                <a:cubicBezTo>
                  <a:pt x="2276273" y="206786"/>
                  <a:pt x="2274722" y="213768"/>
                  <a:pt x="2274722" y="217092"/>
                </a:cubicBezTo>
                <a:cubicBezTo>
                  <a:pt x="2274722" y="218200"/>
                  <a:pt x="2275165" y="219253"/>
                  <a:pt x="2276050" y="220250"/>
                </a:cubicBezTo>
                <a:cubicBezTo>
                  <a:pt x="2277048" y="221249"/>
                  <a:pt x="2278046" y="221746"/>
                  <a:pt x="2279043" y="221746"/>
                </a:cubicBezTo>
                <a:cubicBezTo>
                  <a:pt x="2280484" y="221746"/>
                  <a:pt x="2282202" y="221025"/>
                  <a:pt x="2284196" y="219585"/>
                </a:cubicBezTo>
                <a:cubicBezTo>
                  <a:pt x="2287964" y="216925"/>
                  <a:pt x="2294281" y="210275"/>
                  <a:pt x="2303146" y="199637"/>
                </a:cubicBezTo>
                <a:lnTo>
                  <a:pt x="2308798" y="203129"/>
                </a:lnTo>
                <a:cubicBezTo>
                  <a:pt x="2300820" y="214211"/>
                  <a:pt x="2292729" y="223188"/>
                  <a:pt x="2284528" y="230059"/>
                </a:cubicBezTo>
                <a:cubicBezTo>
                  <a:pt x="2276439" y="236927"/>
                  <a:pt x="2268847" y="240362"/>
                  <a:pt x="2261755" y="240362"/>
                </a:cubicBezTo>
                <a:cubicBezTo>
                  <a:pt x="2257988" y="240362"/>
                  <a:pt x="2254886" y="239034"/>
                  <a:pt x="2252447" y="236373"/>
                </a:cubicBezTo>
                <a:cubicBezTo>
                  <a:pt x="2250010" y="233716"/>
                  <a:pt x="2248790" y="229945"/>
                  <a:pt x="2248790" y="225070"/>
                </a:cubicBezTo>
                <a:cubicBezTo>
                  <a:pt x="2248790" y="218753"/>
                  <a:pt x="2250452" y="210275"/>
                  <a:pt x="2253777" y="199637"/>
                </a:cubicBezTo>
                <a:lnTo>
                  <a:pt x="2260260" y="179027"/>
                </a:lnTo>
                <a:cubicBezTo>
                  <a:pt x="2244191" y="203850"/>
                  <a:pt x="2229563" y="221025"/>
                  <a:pt x="2216377" y="230556"/>
                </a:cubicBezTo>
                <a:cubicBezTo>
                  <a:pt x="2207288" y="237094"/>
                  <a:pt x="2198589" y="240362"/>
                  <a:pt x="2190279" y="240362"/>
                </a:cubicBezTo>
                <a:cubicBezTo>
                  <a:pt x="2181856" y="240362"/>
                  <a:pt x="2174487" y="236651"/>
                  <a:pt x="2168170" y="229227"/>
                </a:cubicBezTo>
                <a:cubicBezTo>
                  <a:pt x="2161965" y="221692"/>
                  <a:pt x="2158862" y="211496"/>
                  <a:pt x="2158862" y="198640"/>
                </a:cubicBezTo>
                <a:cubicBezTo>
                  <a:pt x="2158862" y="182128"/>
                  <a:pt x="2164126" y="164508"/>
                  <a:pt x="2174653" y="145781"/>
                </a:cubicBezTo>
                <a:cubicBezTo>
                  <a:pt x="2185181" y="127053"/>
                  <a:pt x="2199089" y="111815"/>
                  <a:pt x="2216377" y="100070"/>
                </a:cubicBezTo>
                <a:cubicBezTo>
                  <a:pt x="2230006" y="90649"/>
                  <a:pt x="2242528" y="85939"/>
                  <a:pt x="2253943" y="85939"/>
                </a:cubicBezTo>
                <a:cubicBezTo>
                  <a:pt x="2259927" y="85939"/>
                  <a:pt x="2265080" y="87157"/>
                  <a:pt x="2269403" y="89596"/>
                </a:cubicBezTo>
                <a:cubicBezTo>
                  <a:pt x="2273724" y="92035"/>
                  <a:pt x="2277991" y="96078"/>
                  <a:pt x="2282202" y="101731"/>
                </a:cubicBezTo>
                <a:lnTo>
                  <a:pt x="2298491" y="43885"/>
                </a:lnTo>
                <a:cubicBezTo>
                  <a:pt x="2299711" y="39783"/>
                  <a:pt x="2300709" y="36515"/>
                  <a:pt x="2301484" y="34076"/>
                </a:cubicBezTo>
                <a:cubicBezTo>
                  <a:pt x="2302814" y="29644"/>
                  <a:pt x="2303478" y="25987"/>
                  <a:pt x="2303478" y="23105"/>
                </a:cubicBezTo>
                <a:cubicBezTo>
                  <a:pt x="2303478" y="20780"/>
                  <a:pt x="2302648" y="18841"/>
                  <a:pt x="2300986" y="17288"/>
                </a:cubicBezTo>
                <a:cubicBezTo>
                  <a:pt x="2298657" y="15405"/>
                  <a:pt x="2295666" y="14463"/>
                  <a:pt x="2292010" y="14463"/>
                </a:cubicBezTo>
                <a:cubicBezTo>
                  <a:pt x="2289460" y="14463"/>
                  <a:pt x="2285249" y="14849"/>
                  <a:pt x="2279375" y="15627"/>
                </a:cubicBezTo>
                <a:lnTo>
                  <a:pt x="2279375" y="9474"/>
                </a:lnTo>
                <a:lnTo>
                  <a:pt x="2336558" y="0"/>
                </a:lnTo>
                <a:moveTo>
                  <a:pt x="2274888" y="118022"/>
                </a:moveTo>
                <a:cubicBezTo>
                  <a:pt x="2274888" y="110930"/>
                  <a:pt x="2272838" y="105223"/>
                  <a:pt x="2268737" y="100899"/>
                </a:cubicBezTo>
                <a:cubicBezTo>
                  <a:pt x="2264637" y="96578"/>
                  <a:pt x="2259429" y="94417"/>
                  <a:pt x="2253113" y="94417"/>
                </a:cubicBezTo>
                <a:cubicBezTo>
                  <a:pt x="2239150" y="94417"/>
                  <a:pt x="2224576" y="105941"/>
                  <a:pt x="2209395" y="128993"/>
                </a:cubicBezTo>
                <a:cubicBezTo>
                  <a:pt x="2194323" y="152041"/>
                  <a:pt x="2186788" y="174096"/>
                  <a:pt x="2186788" y="195151"/>
                </a:cubicBezTo>
                <a:cubicBezTo>
                  <a:pt x="2186788" y="203461"/>
                  <a:pt x="2188616" y="209833"/>
                  <a:pt x="2192273" y="214267"/>
                </a:cubicBezTo>
                <a:cubicBezTo>
                  <a:pt x="2195930" y="218589"/>
                  <a:pt x="2200307" y="220749"/>
                  <a:pt x="2205405" y="220749"/>
                </a:cubicBezTo>
                <a:cubicBezTo>
                  <a:pt x="2216930" y="220749"/>
                  <a:pt x="2231392" y="208282"/>
                  <a:pt x="2248790" y="183349"/>
                </a:cubicBezTo>
                <a:cubicBezTo>
                  <a:pt x="2266189" y="158415"/>
                  <a:pt x="2274888" y="136638"/>
                  <a:pt x="2274888" y="118022"/>
                </a:cubicBezTo>
                <a:moveTo>
                  <a:pt x="2480010" y="137967"/>
                </a:moveTo>
                <a:cubicBezTo>
                  <a:pt x="2480010" y="154591"/>
                  <a:pt x="2475578" y="171046"/>
                  <a:pt x="2466713" y="187338"/>
                </a:cubicBezTo>
                <a:cubicBezTo>
                  <a:pt x="2457958" y="203629"/>
                  <a:pt x="2445713" y="216539"/>
                  <a:pt x="2429977" y="226067"/>
                </a:cubicBezTo>
                <a:cubicBezTo>
                  <a:pt x="2414241" y="235598"/>
                  <a:pt x="2398947" y="240362"/>
                  <a:pt x="2384098" y="240362"/>
                </a:cubicBezTo>
                <a:cubicBezTo>
                  <a:pt x="2368916" y="240362"/>
                  <a:pt x="2356504" y="235544"/>
                  <a:pt x="2346864" y="225902"/>
                </a:cubicBezTo>
                <a:cubicBezTo>
                  <a:pt x="2337333" y="216150"/>
                  <a:pt x="2332569" y="203572"/>
                  <a:pt x="2332569" y="188170"/>
                </a:cubicBezTo>
                <a:cubicBezTo>
                  <a:pt x="2332569" y="171878"/>
                  <a:pt x="2337222" y="155533"/>
                  <a:pt x="2346532" y="139131"/>
                </a:cubicBezTo>
                <a:cubicBezTo>
                  <a:pt x="2355951" y="122732"/>
                  <a:pt x="2368473" y="109766"/>
                  <a:pt x="2384098" y="100234"/>
                </a:cubicBezTo>
                <a:cubicBezTo>
                  <a:pt x="2399835" y="90703"/>
                  <a:pt x="2415017" y="85939"/>
                  <a:pt x="2429645" y="85939"/>
                </a:cubicBezTo>
                <a:cubicBezTo>
                  <a:pt x="2444272" y="85939"/>
                  <a:pt x="2456296" y="90760"/>
                  <a:pt x="2465715" y="100402"/>
                </a:cubicBezTo>
                <a:cubicBezTo>
                  <a:pt x="2475246" y="110041"/>
                  <a:pt x="2480010" y="122565"/>
                  <a:pt x="2480010" y="137967"/>
                </a:cubicBezTo>
                <a:moveTo>
                  <a:pt x="2452418" y="126500"/>
                </a:moveTo>
                <a:cubicBezTo>
                  <a:pt x="2452418" y="116194"/>
                  <a:pt x="2449868" y="108323"/>
                  <a:pt x="2444770" y="102895"/>
                </a:cubicBezTo>
                <a:cubicBezTo>
                  <a:pt x="2439783" y="97353"/>
                  <a:pt x="2433301" y="94584"/>
                  <a:pt x="2425322" y="94584"/>
                </a:cubicBezTo>
                <a:cubicBezTo>
                  <a:pt x="2409032" y="94584"/>
                  <a:pt x="2394017" y="106273"/>
                  <a:pt x="2380275" y="129657"/>
                </a:cubicBezTo>
                <a:cubicBezTo>
                  <a:pt x="2366645" y="152930"/>
                  <a:pt x="2359829" y="176089"/>
                  <a:pt x="2359829" y="199140"/>
                </a:cubicBezTo>
                <a:cubicBezTo>
                  <a:pt x="2359829" y="209668"/>
                  <a:pt x="2362489" y="217813"/>
                  <a:pt x="2367809" y="223574"/>
                </a:cubicBezTo>
                <a:cubicBezTo>
                  <a:pt x="2373128" y="229227"/>
                  <a:pt x="2379831" y="232052"/>
                  <a:pt x="2387921" y="232052"/>
                </a:cubicBezTo>
                <a:cubicBezTo>
                  <a:pt x="2403547" y="232052"/>
                  <a:pt x="2418174" y="220471"/>
                  <a:pt x="2431805" y="197312"/>
                </a:cubicBezTo>
                <a:cubicBezTo>
                  <a:pt x="2445547" y="174039"/>
                  <a:pt x="2452418" y="150434"/>
                  <a:pt x="2452418" y="126500"/>
                </a:cubicBezTo>
                <a:moveTo>
                  <a:pt x="2566615" y="85939"/>
                </a:moveTo>
                <a:lnTo>
                  <a:pt x="2545005" y="160908"/>
                </a:lnTo>
                <a:cubicBezTo>
                  <a:pt x="2554647" y="143288"/>
                  <a:pt x="2562846" y="130046"/>
                  <a:pt x="2569606" y="121179"/>
                </a:cubicBezTo>
                <a:cubicBezTo>
                  <a:pt x="2580134" y="107437"/>
                  <a:pt x="2590385" y="97463"/>
                  <a:pt x="2600359" y="91260"/>
                </a:cubicBezTo>
                <a:cubicBezTo>
                  <a:pt x="2606232" y="87714"/>
                  <a:pt x="2612383" y="85939"/>
                  <a:pt x="2618809" y="85939"/>
                </a:cubicBezTo>
                <a:cubicBezTo>
                  <a:pt x="2624350" y="85939"/>
                  <a:pt x="2628949" y="87714"/>
                  <a:pt x="2632606" y="91260"/>
                </a:cubicBezTo>
                <a:cubicBezTo>
                  <a:pt x="2636263" y="94806"/>
                  <a:pt x="2638092" y="99349"/>
                  <a:pt x="2638092" y="104888"/>
                </a:cubicBezTo>
                <a:cubicBezTo>
                  <a:pt x="2638092" y="110319"/>
                  <a:pt x="2636817" y="117412"/>
                  <a:pt x="2634269" y="126168"/>
                </a:cubicBezTo>
                <a:lnTo>
                  <a:pt x="2622466" y="168389"/>
                </a:lnTo>
                <a:cubicBezTo>
                  <a:pt x="2640530" y="134589"/>
                  <a:pt x="2657651" y="110873"/>
                  <a:pt x="2673831" y="97242"/>
                </a:cubicBezTo>
                <a:cubicBezTo>
                  <a:pt x="2682806" y="89707"/>
                  <a:pt x="2691673" y="85939"/>
                  <a:pt x="2700426" y="85939"/>
                </a:cubicBezTo>
                <a:cubicBezTo>
                  <a:pt x="2705525" y="85939"/>
                  <a:pt x="2709680" y="87714"/>
                  <a:pt x="2712894" y="91260"/>
                </a:cubicBezTo>
                <a:cubicBezTo>
                  <a:pt x="2716217" y="94695"/>
                  <a:pt x="2717881" y="100070"/>
                  <a:pt x="2717881" y="107384"/>
                </a:cubicBezTo>
                <a:cubicBezTo>
                  <a:pt x="2717881" y="113811"/>
                  <a:pt x="2716883" y="120625"/>
                  <a:pt x="2714889" y="127828"/>
                </a:cubicBezTo>
                <a:lnTo>
                  <a:pt x="2696603" y="192491"/>
                </a:lnTo>
                <a:cubicBezTo>
                  <a:pt x="2692614" y="206565"/>
                  <a:pt x="2690619" y="214378"/>
                  <a:pt x="2690619" y="215928"/>
                </a:cubicBezTo>
                <a:cubicBezTo>
                  <a:pt x="2690619" y="217478"/>
                  <a:pt x="2691118" y="218810"/>
                  <a:pt x="2692116" y="219917"/>
                </a:cubicBezTo>
                <a:cubicBezTo>
                  <a:pt x="2692780" y="220692"/>
                  <a:pt x="2693667" y="221081"/>
                  <a:pt x="2694774" y="221081"/>
                </a:cubicBezTo>
                <a:cubicBezTo>
                  <a:pt x="2695883" y="221081"/>
                  <a:pt x="2697822" y="220028"/>
                  <a:pt x="2700593" y="217924"/>
                </a:cubicBezTo>
                <a:cubicBezTo>
                  <a:pt x="2706909" y="213047"/>
                  <a:pt x="2712839" y="206619"/>
                  <a:pt x="2718379" y="198640"/>
                </a:cubicBezTo>
                <a:lnTo>
                  <a:pt x="2723865" y="202133"/>
                </a:lnTo>
                <a:cubicBezTo>
                  <a:pt x="2721094" y="206565"/>
                  <a:pt x="2716163" y="212660"/>
                  <a:pt x="2709071" y="220417"/>
                </a:cubicBezTo>
                <a:cubicBezTo>
                  <a:pt x="2702090" y="228174"/>
                  <a:pt x="2696105" y="233438"/>
                  <a:pt x="2691118" y="236209"/>
                </a:cubicBezTo>
                <a:cubicBezTo>
                  <a:pt x="2686131" y="238980"/>
                  <a:pt x="2681532" y="240362"/>
                  <a:pt x="2677321" y="240362"/>
                </a:cubicBezTo>
                <a:cubicBezTo>
                  <a:pt x="2673442" y="240362"/>
                  <a:pt x="2670173" y="239034"/>
                  <a:pt x="2667514" y="236373"/>
                </a:cubicBezTo>
                <a:cubicBezTo>
                  <a:pt x="2664964" y="233716"/>
                  <a:pt x="2663691" y="230445"/>
                  <a:pt x="2663691" y="226567"/>
                </a:cubicBezTo>
                <a:cubicBezTo>
                  <a:pt x="2663691" y="221249"/>
                  <a:pt x="2665962" y="210554"/>
                  <a:pt x="2670507" y="194484"/>
                </a:cubicBezTo>
                <a:lnTo>
                  <a:pt x="2685632" y="141127"/>
                </a:lnTo>
                <a:cubicBezTo>
                  <a:pt x="2689068" y="128825"/>
                  <a:pt x="2690896" y="122011"/>
                  <a:pt x="2691118" y="120679"/>
                </a:cubicBezTo>
                <a:cubicBezTo>
                  <a:pt x="2691451" y="118576"/>
                  <a:pt x="2691616" y="116526"/>
                  <a:pt x="2691616" y="114530"/>
                </a:cubicBezTo>
                <a:cubicBezTo>
                  <a:pt x="2691616" y="111759"/>
                  <a:pt x="2691007" y="109598"/>
                  <a:pt x="2689787" y="108048"/>
                </a:cubicBezTo>
                <a:cubicBezTo>
                  <a:pt x="2688459" y="106495"/>
                  <a:pt x="2686962" y="105720"/>
                  <a:pt x="2685300" y="105720"/>
                </a:cubicBezTo>
                <a:cubicBezTo>
                  <a:pt x="2680645" y="105720"/>
                  <a:pt x="2675714" y="108102"/>
                  <a:pt x="2670507" y="112869"/>
                </a:cubicBezTo>
                <a:cubicBezTo>
                  <a:pt x="2655213" y="126943"/>
                  <a:pt x="2640918" y="146666"/>
                  <a:pt x="2627619" y="172046"/>
                </a:cubicBezTo>
                <a:cubicBezTo>
                  <a:pt x="2618865" y="188777"/>
                  <a:pt x="2610665" y="210222"/>
                  <a:pt x="2603018" y="236373"/>
                </a:cubicBezTo>
                <a:lnTo>
                  <a:pt x="2577918" y="236373"/>
                </a:lnTo>
                <a:lnTo>
                  <a:pt x="2606342" y="135807"/>
                </a:lnTo>
                <a:cubicBezTo>
                  <a:pt x="2609446" y="124947"/>
                  <a:pt x="2610997" y="117690"/>
                  <a:pt x="2610997" y="114033"/>
                </a:cubicBezTo>
                <a:cubicBezTo>
                  <a:pt x="2610997" y="111040"/>
                  <a:pt x="2610387" y="108823"/>
                  <a:pt x="2609169" y="107384"/>
                </a:cubicBezTo>
                <a:cubicBezTo>
                  <a:pt x="2607949" y="105941"/>
                  <a:pt x="2606453" y="105223"/>
                  <a:pt x="2604680" y="105223"/>
                </a:cubicBezTo>
                <a:cubicBezTo>
                  <a:pt x="2601023" y="105223"/>
                  <a:pt x="2597145" y="106552"/>
                  <a:pt x="2593045" y="109212"/>
                </a:cubicBezTo>
                <a:cubicBezTo>
                  <a:pt x="2586396" y="113533"/>
                  <a:pt x="2577807" y="122786"/>
                  <a:pt x="2567280" y="136971"/>
                </a:cubicBezTo>
                <a:cubicBezTo>
                  <a:pt x="2556863" y="151155"/>
                  <a:pt x="2548774" y="164729"/>
                  <a:pt x="2543010" y="177696"/>
                </a:cubicBezTo>
                <a:cubicBezTo>
                  <a:pt x="2540239" y="183792"/>
                  <a:pt x="2533647" y="203351"/>
                  <a:pt x="2523230" y="236373"/>
                </a:cubicBezTo>
                <a:lnTo>
                  <a:pt x="2498628" y="236373"/>
                </a:lnTo>
                <a:lnTo>
                  <a:pt x="2529379" y="128660"/>
                </a:lnTo>
                <a:lnTo>
                  <a:pt x="2533370" y="114697"/>
                </a:lnTo>
                <a:cubicBezTo>
                  <a:pt x="2534145" y="112591"/>
                  <a:pt x="2534532" y="111040"/>
                  <a:pt x="2534532" y="110041"/>
                </a:cubicBezTo>
                <a:cubicBezTo>
                  <a:pt x="2534532" y="107605"/>
                  <a:pt x="2533425" y="105444"/>
                  <a:pt x="2531208" y="103559"/>
                </a:cubicBezTo>
                <a:cubicBezTo>
                  <a:pt x="2528992" y="101566"/>
                  <a:pt x="2526167" y="100567"/>
                  <a:pt x="2522731" y="100567"/>
                </a:cubicBezTo>
                <a:cubicBezTo>
                  <a:pt x="2521290" y="100567"/>
                  <a:pt x="2517301" y="101231"/>
                  <a:pt x="2510763" y="102563"/>
                </a:cubicBezTo>
                <a:lnTo>
                  <a:pt x="2509267" y="96413"/>
                </a:lnTo>
                <a:lnTo>
                  <a:pt x="2566615" y="85939"/>
                </a:lnTo>
                <a:moveTo>
                  <a:pt x="2912365" y="44714"/>
                </a:moveTo>
                <a:lnTo>
                  <a:pt x="2899398" y="89928"/>
                </a:lnTo>
                <a:lnTo>
                  <a:pt x="2925496" y="89928"/>
                </a:lnTo>
                <a:lnTo>
                  <a:pt x="2922671" y="100402"/>
                </a:lnTo>
                <a:lnTo>
                  <a:pt x="2896740" y="100402"/>
                </a:lnTo>
                <a:lnTo>
                  <a:pt x="2868149" y="198476"/>
                </a:lnTo>
                <a:cubicBezTo>
                  <a:pt x="2865046" y="209004"/>
                  <a:pt x="2863494" y="215818"/>
                  <a:pt x="2863494" y="218921"/>
                </a:cubicBezTo>
                <a:cubicBezTo>
                  <a:pt x="2863494" y="220803"/>
                  <a:pt x="2863937" y="222245"/>
                  <a:pt x="2864824" y="223242"/>
                </a:cubicBezTo>
                <a:cubicBezTo>
                  <a:pt x="2865712" y="224239"/>
                  <a:pt x="2866764" y="224738"/>
                  <a:pt x="2867983" y="224738"/>
                </a:cubicBezTo>
                <a:cubicBezTo>
                  <a:pt x="2870753" y="224738"/>
                  <a:pt x="2874409" y="222799"/>
                  <a:pt x="2878954" y="218921"/>
                </a:cubicBezTo>
                <a:cubicBezTo>
                  <a:pt x="2881614" y="216703"/>
                  <a:pt x="2887542" y="209889"/>
                  <a:pt x="2896740" y="198476"/>
                </a:cubicBezTo>
                <a:lnTo>
                  <a:pt x="2902225" y="202630"/>
                </a:lnTo>
                <a:cubicBezTo>
                  <a:pt x="2892029" y="217478"/>
                  <a:pt x="2882389" y="227952"/>
                  <a:pt x="2873302" y="234048"/>
                </a:cubicBezTo>
                <a:cubicBezTo>
                  <a:pt x="2867096" y="238258"/>
                  <a:pt x="2860835" y="240362"/>
                  <a:pt x="2854518" y="240362"/>
                </a:cubicBezTo>
                <a:cubicBezTo>
                  <a:pt x="2849642" y="240362"/>
                  <a:pt x="2845653" y="238869"/>
                  <a:pt x="2842550" y="235876"/>
                </a:cubicBezTo>
                <a:cubicBezTo>
                  <a:pt x="2839448" y="232773"/>
                  <a:pt x="2837896" y="228838"/>
                  <a:pt x="2837896" y="224074"/>
                </a:cubicBezTo>
                <a:cubicBezTo>
                  <a:pt x="2837896" y="218089"/>
                  <a:pt x="2839668" y="208947"/>
                  <a:pt x="2843215" y="196647"/>
                </a:cubicBezTo>
                <a:lnTo>
                  <a:pt x="2870974" y="100402"/>
                </a:lnTo>
                <a:lnTo>
                  <a:pt x="2845874" y="100402"/>
                </a:lnTo>
                <a:lnTo>
                  <a:pt x="2847537" y="93917"/>
                </a:lnTo>
                <a:cubicBezTo>
                  <a:pt x="2859727" y="90593"/>
                  <a:pt x="2869867" y="85664"/>
                  <a:pt x="2877956" y="79125"/>
                </a:cubicBezTo>
                <a:cubicBezTo>
                  <a:pt x="2886046" y="72476"/>
                  <a:pt x="2895077" y="61005"/>
                  <a:pt x="2905051" y="44714"/>
                </a:cubicBezTo>
                <a:lnTo>
                  <a:pt x="2912365" y="44714"/>
                </a:lnTo>
                <a:moveTo>
                  <a:pt x="3076098" y="137967"/>
                </a:moveTo>
                <a:cubicBezTo>
                  <a:pt x="3076098" y="154591"/>
                  <a:pt x="3071666" y="171046"/>
                  <a:pt x="3062799" y="187338"/>
                </a:cubicBezTo>
                <a:cubicBezTo>
                  <a:pt x="3054046" y="203629"/>
                  <a:pt x="3041799" y="216539"/>
                  <a:pt x="3026063" y="226067"/>
                </a:cubicBezTo>
                <a:cubicBezTo>
                  <a:pt x="3010328" y="235598"/>
                  <a:pt x="2995035" y="240362"/>
                  <a:pt x="2980185" y="240362"/>
                </a:cubicBezTo>
                <a:cubicBezTo>
                  <a:pt x="2965003" y="240362"/>
                  <a:pt x="2952592" y="235544"/>
                  <a:pt x="2942950" y="225902"/>
                </a:cubicBezTo>
                <a:cubicBezTo>
                  <a:pt x="2933420" y="216150"/>
                  <a:pt x="2928655" y="203572"/>
                  <a:pt x="2928655" y="188170"/>
                </a:cubicBezTo>
                <a:cubicBezTo>
                  <a:pt x="2928655" y="171878"/>
                  <a:pt x="2933310" y="155533"/>
                  <a:pt x="2942618" y="139131"/>
                </a:cubicBezTo>
                <a:cubicBezTo>
                  <a:pt x="2952037" y="122732"/>
                  <a:pt x="2964561" y="109766"/>
                  <a:pt x="2980185" y="100234"/>
                </a:cubicBezTo>
                <a:cubicBezTo>
                  <a:pt x="2995921" y="90703"/>
                  <a:pt x="3011103" y="85939"/>
                  <a:pt x="3025731" y="85939"/>
                </a:cubicBezTo>
                <a:cubicBezTo>
                  <a:pt x="3040358" y="85939"/>
                  <a:pt x="3052382" y="90760"/>
                  <a:pt x="3061803" y="100402"/>
                </a:cubicBezTo>
                <a:cubicBezTo>
                  <a:pt x="3071332" y="110041"/>
                  <a:pt x="3076098" y="122565"/>
                  <a:pt x="3076098" y="137967"/>
                </a:cubicBezTo>
                <a:moveTo>
                  <a:pt x="3048504" y="126500"/>
                </a:moveTo>
                <a:cubicBezTo>
                  <a:pt x="3048504" y="116194"/>
                  <a:pt x="3045956" y="108323"/>
                  <a:pt x="3040858" y="102895"/>
                </a:cubicBezTo>
                <a:cubicBezTo>
                  <a:pt x="3035871" y="97353"/>
                  <a:pt x="3029388" y="94584"/>
                  <a:pt x="3021409" y="94584"/>
                </a:cubicBezTo>
                <a:cubicBezTo>
                  <a:pt x="3005118" y="94584"/>
                  <a:pt x="2990103" y="106273"/>
                  <a:pt x="2976362" y="129657"/>
                </a:cubicBezTo>
                <a:cubicBezTo>
                  <a:pt x="2962732" y="152930"/>
                  <a:pt x="2955917" y="176089"/>
                  <a:pt x="2955917" y="199140"/>
                </a:cubicBezTo>
                <a:cubicBezTo>
                  <a:pt x="2955917" y="209668"/>
                  <a:pt x="2958576" y="217813"/>
                  <a:pt x="2963895" y="223574"/>
                </a:cubicBezTo>
                <a:cubicBezTo>
                  <a:pt x="2969214" y="229227"/>
                  <a:pt x="2975919" y="232052"/>
                  <a:pt x="2984009" y="232052"/>
                </a:cubicBezTo>
                <a:cubicBezTo>
                  <a:pt x="2999633" y="232052"/>
                  <a:pt x="3014262" y="220471"/>
                  <a:pt x="3027891" y="197312"/>
                </a:cubicBezTo>
                <a:cubicBezTo>
                  <a:pt x="3041633" y="174039"/>
                  <a:pt x="3048504" y="150434"/>
                  <a:pt x="3048504" y="126500"/>
                </a:cubicBezTo>
                <a:moveTo>
                  <a:pt x="3302664" y="23437"/>
                </a:moveTo>
                <a:lnTo>
                  <a:pt x="3277563" y="110873"/>
                </a:lnTo>
                <a:lnTo>
                  <a:pt x="3285211" y="110873"/>
                </a:lnTo>
                <a:cubicBezTo>
                  <a:pt x="3305379" y="110873"/>
                  <a:pt x="3320062" y="108213"/>
                  <a:pt x="3329261" y="102895"/>
                </a:cubicBezTo>
                <a:cubicBezTo>
                  <a:pt x="3338569" y="97574"/>
                  <a:pt x="3346436" y="88157"/>
                  <a:pt x="3352864" y="74636"/>
                </a:cubicBezTo>
                <a:lnTo>
                  <a:pt x="3359014" y="74636"/>
                </a:lnTo>
                <a:lnTo>
                  <a:pt x="3333748" y="162404"/>
                </a:lnTo>
                <a:lnTo>
                  <a:pt x="3327930" y="162404"/>
                </a:lnTo>
                <a:cubicBezTo>
                  <a:pt x="3328927" y="156530"/>
                  <a:pt x="3329427" y="151766"/>
                  <a:pt x="3329427" y="148109"/>
                </a:cubicBezTo>
                <a:cubicBezTo>
                  <a:pt x="3329427" y="142013"/>
                  <a:pt x="3327598" y="137027"/>
                  <a:pt x="3323941" y="133149"/>
                </a:cubicBezTo>
                <a:cubicBezTo>
                  <a:pt x="3320395" y="129268"/>
                  <a:pt x="3315740" y="126500"/>
                  <a:pt x="3309978" y="124836"/>
                </a:cubicBezTo>
                <a:cubicBezTo>
                  <a:pt x="3306211" y="123729"/>
                  <a:pt x="3298397" y="123175"/>
                  <a:pt x="3286541" y="123175"/>
                </a:cubicBezTo>
                <a:lnTo>
                  <a:pt x="3273574" y="123175"/>
                </a:lnTo>
                <a:lnTo>
                  <a:pt x="3251965" y="198808"/>
                </a:lnTo>
                <a:cubicBezTo>
                  <a:pt x="3250080" y="205457"/>
                  <a:pt x="3249139" y="210386"/>
                  <a:pt x="3249139" y="213600"/>
                </a:cubicBezTo>
                <a:cubicBezTo>
                  <a:pt x="3249139" y="216150"/>
                  <a:pt x="3250358" y="218200"/>
                  <a:pt x="3252796" y="219753"/>
                </a:cubicBezTo>
                <a:cubicBezTo>
                  <a:pt x="3256342" y="221967"/>
                  <a:pt x="3263047" y="223077"/>
                  <a:pt x="3272910" y="223077"/>
                </a:cubicBezTo>
                <a:cubicBezTo>
                  <a:pt x="3291859" y="223077"/>
                  <a:pt x="3309701" y="219085"/>
                  <a:pt x="3326434" y="211107"/>
                </a:cubicBezTo>
                <a:cubicBezTo>
                  <a:pt x="3343168" y="203019"/>
                  <a:pt x="3358183" y="190827"/>
                  <a:pt x="3371482" y="174539"/>
                </a:cubicBezTo>
                <a:lnTo>
                  <a:pt x="3378297" y="174539"/>
                </a:lnTo>
                <a:lnTo>
                  <a:pt x="3354859" y="236373"/>
                </a:lnTo>
                <a:lnTo>
                  <a:pt x="3162037" y="236373"/>
                </a:lnTo>
                <a:lnTo>
                  <a:pt x="3164032" y="230224"/>
                </a:lnTo>
                <a:cubicBezTo>
                  <a:pt x="3175334" y="230224"/>
                  <a:pt x="3183591" y="228117"/>
                  <a:pt x="3188799" y="223906"/>
                </a:cubicBezTo>
                <a:cubicBezTo>
                  <a:pt x="3194008" y="219585"/>
                  <a:pt x="3198716" y="210165"/>
                  <a:pt x="3202928" y="195648"/>
                </a:cubicBezTo>
                <a:lnTo>
                  <a:pt x="3245316" y="50535"/>
                </a:lnTo>
                <a:cubicBezTo>
                  <a:pt x="3247643" y="42443"/>
                  <a:pt x="3248807" y="36072"/>
                  <a:pt x="3248807" y="31418"/>
                </a:cubicBezTo>
                <a:cubicBezTo>
                  <a:pt x="3248807" y="27205"/>
                  <a:pt x="3247310" y="23994"/>
                  <a:pt x="3244319" y="21777"/>
                </a:cubicBezTo>
                <a:cubicBezTo>
                  <a:pt x="3241327" y="19448"/>
                  <a:pt x="3234511" y="17898"/>
                  <a:pt x="3223873" y="17123"/>
                </a:cubicBezTo>
                <a:lnTo>
                  <a:pt x="3225701" y="10971"/>
                </a:lnTo>
                <a:lnTo>
                  <a:pt x="3405392" y="10971"/>
                </a:lnTo>
                <a:lnTo>
                  <a:pt x="3390930" y="67323"/>
                </a:lnTo>
                <a:lnTo>
                  <a:pt x="3384945" y="67323"/>
                </a:lnTo>
                <a:cubicBezTo>
                  <a:pt x="3384502" y="56241"/>
                  <a:pt x="3382785" y="48428"/>
                  <a:pt x="3379792" y="43885"/>
                </a:cubicBezTo>
                <a:cubicBezTo>
                  <a:pt x="3375139" y="36793"/>
                  <a:pt x="3368932" y="31640"/>
                  <a:pt x="3361176" y="28426"/>
                </a:cubicBezTo>
                <a:cubicBezTo>
                  <a:pt x="3353528" y="25101"/>
                  <a:pt x="3341062" y="23437"/>
                  <a:pt x="3323774" y="23437"/>
                </a:cubicBezTo>
                <a:lnTo>
                  <a:pt x="3302664" y="23437"/>
                </a:lnTo>
                <a:moveTo>
                  <a:pt x="3416528" y="92256"/>
                </a:moveTo>
                <a:lnTo>
                  <a:pt x="3474541" y="82282"/>
                </a:lnTo>
                <a:cubicBezTo>
                  <a:pt x="3485069" y="98795"/>
                  <a:pt x="3492494" y="116969"/>
                  <a:pt x="3496816" y="136806"/>
                </a:cubicBezTo>
                <a:cubicBezTo>
                  <a:pt x="3507676" y="120736"/>
                  <a:pt x="3515876" y="109487"/>
                  <a:pt x="3521418" y="103059"/>
                </a:cubicBezTo>
                <a:cubicBezTo>
                  <a:pt x="3528842" y="94417"/>
                  <a:pt x="3534938" y="88821"/>
                  <a:pt x="3539702" y="86271"/>
                </a:cubicBezTo>
                <a:cubicBezTo>
                  <a:pt x="3544578" y="83611"/>
                  <a:pt x="3549731" y="82282"/>
                  <a:pt x="3555161" y="82282"/>
                </a:cubicBezTo>
                <a:cubicBezTo>
                  <a:pt x="3561256" y="82282"/>
                  <a:pt x="3565911" y="83946"/>
                  <a:pt x="3569125" y="87268"/>
                </a:cubicBezTo>
                <a:cubicBezTo>
                  <a:pt x="3572449" y="90593"/>
                  <a:pt x="3574112" y="95081"/>
                  <a:pt x="3574112" y="100734"/>
                </a:cubicBezTo>
                <a:cubicBezTo>
                  <a:pt x="3574112" y="106052"/>
                  <a:pt x="3572449" y="110430"/>
                  <a:pt x="3569125" y="113865"/>
                </a:cubicBezTo>
                <a:cubicBezTo>
                  <a:pt x="3565911" y="117190"/>
                  <a:pt x="3561866" y="118851"/>
                  <a:pt x="3556990" y="118851"/>
                </a:cubicBezTo>
                <a:cubicBezTo>
                  <a:pt x="3553444" y="118851"/>
                  <a:pt x="3549344" y="118243"/>
                  <a:pt x="3544689" y="117023"/>
                </a:cubicBezTo>
                <a:cubicBezTo>
                  <a:pt x="3540145" y="115694"/>
                  <a:pt x="3536988" y="115029"/>
                  <a:pt x="3535213" y="115029"/>
                </a:cubicBezTo>
                <a:cubicBezTo>
                  <a:pt x="3530560" y="115029"/>
                  <a:pt x="3526128" y="116690"/>
                  <a:pt x="3521916" y="120015"/>
                </a:cubicBezTo>
                <a:cubicBezTo>
                  <a:pt x="3516154" y="124561"/>
                  <a:pt x="3509062" y="134256"/>
                  <a:pt x="3500639" y="149105"/>
                </a:cubicBezTo>
                <a:cubicBezTo>
                  <a:pt x="3510058" y="182349"/>
                  <a:pt x="3517593" y="202630"/>
                  <a:pt x="3523246" y="209943"/>
                </a:cubicBezTo>
                <a:cubicBezTo>
                  <a:pt x="3526571" y="214267"/>
                  <a:pt x="3529951" y="216428"/>
                  <a:pt x="3533385" y="216428"/>
                </a:cubicBezTo>
                <a:cubicBezTo>
                  <a:pt x="3536267" y="216428"/>
                  <a:pt x="3538761" y="215707"/>
                  <a:pt x="3540866" y="214267"/>
                </a:cubicBezTo>
                <a:cubicBezTo>
                  <a:pt x="3544080" y="211939"/>
                  <a:pt x="3549012" y="206122"/>
                  <a:pt x="3555660" y="196812"/>
                </a:cubicBezTo>
                <a:lnTo>
                  <a:pt x="3561645" y="200304"/>
                </a:lnTo>
                <a:cubicBezTo>
                  <a:pt x="3551892" y="216039"/>
                  <a:pt x="3542362" y="227120"/>
                  <a:pt x="3533053" y="233548"/>
                </a:cubicBezTo>
                <a:cubicBezTo>
                  <a:pt x="3525960" y="238534"/>
                  <a:pt x="3518979" y="241029"/>
                  <a:pt x="3512108" y="241029"/>
                </a:cubicBezTo>
                <a:cubicBezTo>
                  <a:pt x="3505016" y="241029"/>
                  <a:pt x="3499088" y="239476"/>
                  <a:pt x="3494323" y="236373"/>
                </a:cubicBezTo>
                <a:cubicBezTo>
                  <a:pt x="3489669" y="233159"/>
                  <a:pt x="3485513" y="228006"/>
                  <a:pt x="3481855" y="220914"/>
                </a:cubicBezTo>
                <a:cubicBezTo>
                  <a:pt x="3478198" y="213711"/>
                  <a:pt x="3473877" y="202243"/>
                  <a:pt x="3468890" y="186506"/>
                </a:cubicBezTo>
                <a:cubicBezTo>
                  <a:pt x="3455924" y="203019"/>
                  <a:pt x="3445729" y="215096"/>
                  <a:pt x="3438304" y="222742"/>
                </a:cubicBezTo>
                <a:cubicBezTo>
                  <a:pt x="3430990" y="230280"/>
                  <a:pt x="3424896" y="235209"/>
                  <a:pt x="3420019" y="237537"/>
                </a:cubicBezTo>
                <a:cubicBezTo>
                  <a:pt x="3415143" y="239865"/>
                  <a:pt x="3409934" y="241029"/>
                  <a:pt x="3404394" y="241029"/>
                </a:cubicBezTo>
                <a:cubicBezTo>
                  <a:pt x="3398632" y="241029"/>
                  <a:pt x="3394089" y="239366"/>
                  <a:pt x="3390764" y="236041"/>
                </a:cubicBezTo>
                <a:cubicBezTo>
                  <a:pt x="3387329" y="232716"/>
                  <a:pt x="3385611" y="228395"/>
                  <a:pt x="3385611" y="223077"/>
                </a:cubicBezTo>
                <a:cubicBezTo>
                  <a:pt x="3385611" y="217425"/>
                  <a:pt x="3387440" y="212771"/>
                  <a:pt x="3391096" y="209114"/>
                </a:cubicBezTo>
                <a:cubicBezTo>
                  <a:pt x="3394753" y="205457"/>
                  <a:pt x="3399407" y="203629"/>
                  <a:pt x="3405060" y="203629"/>
                </a:cubicBezTo>
                <a:cubicBezTo>
                  <a:pt x="3408052" y="203629"/>
                  <a:pt x="3411431" y="204515"/>
                  <a:pt x="3415198" y="206286"/>
                </a:cubicBezTo>
                <a:cubicBezTo>
                  <a:pt x="3420740" y="208947"/>
                  <a:pt x="3424729" y="210275"/>
                  <a:pt x="3427167" y="210275"/>
                </a:cubicBezTo>
                <a:cubicBezTo>
                  <a:pt x="3430381" y="210275"/>
                  <a:pt x="3433263" y="209611"/>
                  <a:pt x="3435811" y="208282"/>
                </a:cubicBezTo>
                <a:cubicBezTo>
                  <a:pt x="3439135" y="206619"/>
                  <a:pt x="3443346" y="203019"/>
                  <a:pt x="3448444" y="197476"/>
                </a:cubicBezTo>
                <a:cubicBezTo>
                  <a:pt x="3451547" y="194041"/>
                  <a:pt x="3457254" y="186727"/>
                  <a:pt x="3465565" y="175535"/>
                </a:cubicBezTo>
                <a:cubicBezTo>
                  <a:pt x="3454927" y="136085"/>
                  <a:pt x="3446615" y="112480"/>
                  <a:pt x="3440632" y="104723"/>
                </a:cubicBezTo>
                <a:cubicBezTo>
                  <a:pt x="3436864" y="99738"/>
                  <a:pt x="3432099" y="97242"/>
                  <a:pt x="3426336" y="97242"/>
                </a:cubicBezTo>
                <a:cubicBezTo>
                  <a:pt x="3423344" y="97242"/>
                  <a:pt x="3419687" y="97685"/>
                  <a:pt x="3415366" y="98574"/>
                </a:cubicBezTo>
                <a:lnTo>
                  <a:pt x="3416528" y="92256"/>
                </a:lnTo>
                <a:moveTo>
                  <a:pt x="3668859" y="41725"/>
                </a:moveTo>
                <a:lnTo>
                  <a:pt x="3655562" y="86936"/>
                </a:lnTo>
                <a:lnTo>
                  <a:pt x="3677337" y="86936"/>
                </a:lnTo>
                <a:lnTo>
                  <a:pt x="3671520" y="106052"/>
                </a:lnTo>
                <a:lnTo>
                  <a:pt x="3650077" y="106052"/>
                </a:lnTo>
                <a:lnTo>
                  <a:pt x="3622317" y="202465"/>
                </a:lnTo>
                <a:cubicBezTo>
                  <a:pt x="3620544" y="208447"/>
                  <a:pt x="3619656" y="212993"/>
                  <a:pt x="3619656" y="216096"/>
                </a:cubicBezTo>
                <a:cubicBezTo>
                  <a:pt x="3619656" y="217535"/>
                  <a:pt x="3620156" y="218810"/>
                  <a:pt x="3621153" y="219917"/>
                </a:cubicBezTo>
                <a:cubicBezTo>
                  <a:pt x="3622150" y="220914"/>
                  <a:pt x="3623259" y="221414"/>
                  <a:pt x="3624477" y="221414"/>
                </a:cubicBezTo>
                <a:cubicBezTo>
                  <a:pt x="3626362" y="221414"/>
                  <a:pt x="3628302" y="220638"/>
                  <a:pt x="3630295" y="219085"/>
                </a:cubicBezTo>
                <a:cubicBezTo>
                  <a:pt x="3635394" y="215207"/>
                  <a:pt x="3641322" y="208447"/>
                  <a:pt x="3648082" y="198808"/>
                </a:cubicBezTo>
                <a:lnTo>
                  <a:pt x="3653900" y="202465"/>
                </a:lnTo>
                <a:cubicBezTo>
                  <a:pt x="3646254" y="215761"/>
                  <a:pt x="3637831" y="225513"/>
                  <a:pt x="3628634" y="231720"/>
                </a:cubicBezTo>
                <a:cubicBezTo>
                  <a:pt x="3619435" y="237926"/>
                  <a:pt x="3610403" y="241029"/>
                  <a:pt x="3601538" y="241029"/>
                </a:cubicBezTo>
                <a:cubicBezTo>
                  <a:pt x="3594003" y="241029"/>
                  <a:pt x="3588130" y="239144"/>
                  <a:pt x="3583918" y="235377"/>
                </a:cubicBezTo>
                <a:cubicBezTo>
                  <a:pt x="3579818" y="231498"/>
                  <a:pt x="3577768" y="226623"/>
                  <a:pt x="3577768" y="220749"/>
                </a:cubicBezTo>
                <a:cubicBezTo>
                  <a:pt x="3577768" y="214321"/>
                  <a:pt x="3579209" y="206065"/>
                  <a:pt x="3582090" y="195980"/>
                </a:cubicBezTo>
                <a:lnTo>
                  <a:pt x="3608353" y="106052"/>
                </a:lnTo>
                <a:lnTo>
                  <a:pt x="3585747" y="106052"/>
                </a:lnTo>
                <a:lnTo>
                  <a:pt x="3589071" y="93753"/>
                </a:lnTo>
                <a:cubicBezTo>
                  <a:pt x="3603256" y="88543"/>
                  <a:pt x="3615224" y="82450"/>
                  <a:pt x="3624977" y="75468"/>
                </a:cubicBezTo>
                <a:cubicBezTo>
                  <a:pt x="3634728" y="68487"/>
                  <a:pt x="3646475" y="57238"/>
                  <a:pt x="3660217" y="41725"/>
                </a:cubicBezTo>
                <a:lnTo>
                  <a:pt x="3668859" y="41725"/>
                </a:lnTo>
                <a:moveTo>
                  <a:pt x="3746654" y="82282"/>
                </a:moveTo>
                <a:lnTo>
                  <a:pt x="3721554" y="175703"/>
                </a:lnTo>
                <a:cubicBezTo>
                  <a:pt x="3742166" y="130157"/>
                  <a:pt x="3757680" y="102120"/>
                  <a:pt x="3768097" y="91592"/>
                </a:cubicBezTo>
                <a:cubicBezTo>
                  <a:pt x="3774192" y="85386"/>
                  <a:pt x="3780619" y="82282"/>
                  <a:pt x="3787380" y="82282"/>
                </a:cubicBezTo>
                <a:cubicBezTo>
                  <a:pt x="3792034" y="82282"/>
                  <a:pt x="3795802" y="84000"/>
                  <a:pt x="3798682" y="87435"/>
                </a:cubicBezTo>
                <a:cubicBezTo>
                  <a:pt x="3801564" y="90760"/>
                  <a:pt x="3803005" y="95524"/>
                  <a:pt x="3803005" y="101731"/>
                </a:cubicBezTo>
                <a:cubicBezTo>
                  <a:pt x="3803005" y="112480"/>
                  <a:pt x="3800400" y="121511"/>
                  <a:pt x="3795192" y="128825"/>
                </a:cubicBezTo>
                <a:cubicBezTo>
                  <a:pt x="3791867" y="133481"/>
                  <a:pt x="3788155" y="135807"/>
                  <a:pt x="3784055" y="135807"/>
                </a:cubicBezTo>
                <a:cubicBezTo>
                  <a:pt x="3779621" y="135807"/>
                  <a:pt x="3776297" y="133757"/>
                  <a:pt x="3774081" y="129657"/>
                </a:cubicBezTo>
                <a:cubicBezTo>
                  <a:pt x="3771865" y="125557"/>
                  <a:pt x="3770313" y="123175"/>
                  <a:pt x="3769427" y="122508"/>
                </a:cubicBezTo>
                <a:cubicBezTo>
                  <a:pt x="3768540" y="121733"/>
                  <a:pt x="3767598" y="121347"/>
                  <a:pt x="3766601" y="121347"/>
                </a:cubicBezTo>
                <a:cubicBezTo>
                  <a:pt x="3765494" y="121347"/>
                  <a:pt x="3764330" y="121679"/>
                  <a:pt x="3763110" y="122343"/>
                </a:cubicBezTo>
                <a:cubicBezTo>
                  <a:pt x="3760673" y="123672"/>
                  <a:pt x="3757459" y="126943"/>
                  <a:pt x="3753470" y="132150"/>
                </a:cubicBezTo>
                <a:cubicBezTo>
                  <a:pt x="3749590" y="137249"/>
                  <a:pt x="3744770" y="145837"/>
                  <a:pt x="3739007" y="157915"/>
                </a:cubicBezTo>
                <a:cubicBezTo>
                  <a:pt x="3733245" y="169993"/>
                  <a:pt x="3728757" y="180245"/>
                  <a:pt x="3725544" y="188666"/>
                </a:cubicBezTo>
                <a:cubicBezTo>
                  <a:pt x="3722330" y="196980"/>
                  <a:pt x="3717841" y="212882"/>
                  <a:pt x="3712079" y="236373"/>
                </a:cubicBezTo>
                <a:lnTo>
                  <a:pt x="3671852" y="236373"/>
                </a:lnTo>
                <a:lnTo>
                  <a:pt x="3699280" y="126168"/>
                </a:lnTo>
                <a:cubicBezTo>
                  <a:pt x="3701274" y="117965"/>
                  <a:pt x="3702271" y="112537"/>
                  <a:pt x="3702271" y="109876"/>
                </a:cubicBezTo>
                <a:cubicBezTo>
                  <a:pt x="3702271" y="106884"/>
                  <a:pt x="3701717" y="104556"/>
                  <a:pt x="3700610" y="102895"/>
                </a:cubicBezTo>
                <a:cubicBezTo>
                  <a:pt x="3699612" y="101231"/>
                  <a:pt x="3698171" y="100013"/>
                  <a:pt x="3696287" y="99238"/>
                </a:cubicBezTo>
                <a:cubicBezTo>
                  <a:pt x="3694514" y="98463"/>
                  <a:pt x="3690747" y="98074"/>
                  <a:pt x="3684984" y="98074"/>
                </a:cubicBezTo>
                <a:lnTo>
                  <a:pt x="3686479" y="93253"/>
                </a:lnTo>
                <a:lnTo>
                  <a:pt x="3736680" y="82282"/>
                </a:lnTo>
                <a:lnTo>
                  <a:pt x="3746654" y="82282"/>
                </a:lnTo>
                <a:moveTo>
                  <a:pt x="3961751" y="84610"/>
                </a:moveTo>
                <a:lnTo>
                  <a:pt x="3929502" y="195151"/>
                </a:lnTo>
                <a:lnTo>
                  <a:pt x="3926179" y="208615"/>
                </a:lnTo>
                <a:cubicBezTo>
                  <a:pt x="3925845" y="210275"/>
                  <a:pt x="3925679" y="211496"/>
                  <a:pt x="3925679" y="212271"/>
                </a:cubicBezTo>
                <a:cubicBezTo>
                  <a:pt x="3925679" y="213600"/>
                  <a:pt x="3926123" y="214764"/>
                  <a:pt x="3927009" y="215761"/>
                </a:cubicBezTo>
                <a:cubicBezTo>
                  <a:pt x="3928007" y="216760"/>
                  <a:pt x="3929004" y="217257"/>
                  <a:pt x="3930002" y="217257"/>
                </a:cubicBezTo>
                <a:cubicBezTo>
                  <a:pt x="3932328" y="217257"/>
                  <a:pt x="3935542" y="215485"/>
                  <a:pt x="3939642" y="211939"/>
                </a:cubicBezTo>
                <a:cubicBezTo>
                  <a:pt x="3941304" y="210497"/>
                  <a:pt x="3945293" y="205401"/>
                  <a:pt x="3951611" y="196647"/>
                </a:cubicBezTo>
                <a:lnTo>
                  <a:pt x="3957428" y="199637"/>
                </a:lnTo>
                <a:cubicBezTo>
                  <a:pt x="3949561" y="214043"/>
                  <a:pt x="3941138" y="224571"/>
                  <a:pt x="3932162" y="231220"/>
                </a:cubicBezTo>
                <a:cubicBezTo>
                  <a:pt x="3923297" y="237759"/>
                  <a:pt x="3913710" y="241029"/>
                  <a:pt x="3903405" y="241029"/>
                </a:cubicBezTo>
                <a:cubicBezTo>
                  <a:pt x="3897088" y="241029"/>
                  <a:pt x="3892269" y="239423"/>
                  <a:pt x="3888944" y="236209"/>
                </a:cubicBezTo>
                <a:cubicBezTo>
                  <a:pt x="3885619" y="232884"/>
                  <a:pt x="3883957" y="228727"/>
                  <a:pt x="3883957" y="223742"/>
                </a:cubicBezTo>
                <a:cubicBezTo>
                  <a:pt x="3883957" y="219420"/>
                  <a:pt x="3885730" y="211386"/>
                  <a:pt x="3889276" y="199637"/>
                </a:cubicBezTo>
                <a:lnTo>
                  <a:pt x="3893265" y="186174"/>
                </a:lnTo>
                <a:cubicBezTo>
                  <a:pt x="3880410" y="208226"/>
                  <a:pt x="3868055" y="223852"/>
                  <a:pt x="3856197" y="233049"/>
                </a:cubicBezTo>
                <a:cubicBezTo>
                  <a:pt x="3849326" y="238369"/>
                  <a:pt x="3842012" y="241029"/>
                  <a:pt x="3834256" y="241029"/>
                </a:cubicBezTo>
                <a:cubicBezTo>
                  <a:pt x="3824060" y="241029"/>
                  <a:pt x="3816690" y="236873"/>
                  <a:pt x="3812147" y="228563"/>
                </a:cubicBezTo>
                <a:cubicBezTo>
                  <a:pt x="3807603" y="220139"/>
                  <a:pt x="3805332" y="210664"/>
                  <a:pt x="3805332" y="200137"/>
                </a:cubicBezTo>
                <a:cubicBezTo>
                  <a:pt x="3805332" y="184513"/>
                  <a:pt x="3810097" y="166615"/>
                  <a:pt x="3819627" y="146445"/>
                </a:cubicBezTo>
                <a:cubicBezTo>
                  <a:pt x="3829157" y="126168"/>
                  <a:pt x="3841680" y="109876"/>
                  <a:pt x="3857194" y="97574"/>
                </a:cubicBezTo>
                <a:cubicBezTo>
                  <a:pt x="3869939" y="87381"/>
                  <a:pt x="3881906" y="82282"/>
                  <a:pt x="3893099" y="82282"/>
                </a:cubicBezTo>
                <a:cubicBezTo>
                  <a:pt x="3899304" y="82282"/>
                  <a:pt x="3904291" y="84111"/>
                  <a:pt x="3908059" y="87768"/>
                </a:cubicBezTo>
                <a:cubicBezTo>
                  <a:pt x="3911828" y="91314"/>
                  <a:pt x="3914598" y="97852"/>
                  <a:pt x="3916371" y="107384"/>
                </a:cubicBezTo>
                <a:lnTo>
                  <a:pt x="3922356" y="86936"/>
                </a:lnTo>
                <a:lnTo>
                  <a:pt x="3961751" y="84610"/>
                </a:lnTo>
                <a:moveTo>
                  <a:pt x="3908559" y="116194"/>
                </a:moveTo>
                <a:cubicBezTo>
                  <a:pt x="3908559" y="107216"/>
                  <a:pt x="3907173" y="100734"/>
                  <a:pt x="3904402" y="96745"/>
                </a:cubicBezTo>
                <a:cubicBezTo>
                  <a:pt x="3902408" y="93974"/>
                  <a:pt x="3899693" y="92589"/>
                  <a:pt x="3896258" y="92589"/>
                </a:cubicBezTo>
                <a:cubicBezTo>
                  <a:pt x="3892822" y="92589"/>
                  <a:pt x="3889276" y="94249"/>
                  <a:pt x="3885619" y="97574"/>
                </a:cubicBezTo>
                <a:cubicBezTo>
                  <a:pt x="3878195" y="104445"/>
                  <a:pt x="3870160" y="118408"/>
                  <a:pt x="3861516" y="139463"/>
                </a:cubicBezTo>
                <a:cubicBezTo>
                  <a:pt x="3852983" y="160408"/>
                  <a:pt x="3848717" y="178528"/>
                  <a:pt x="3848717" y="193820"/>
                </a:cubicBezTo>
                <a:cubicBezTo>
                  <a:pt x="3848717" y="199694"/>
                  <a:pt x="3849658" y="203961"/>
                  <a:pt x="3851542" y="206619"/>
                </a:cubicBezTo>
                <a:cubicBezTo>
                  <a:pt x="3853537" y="209168"/>
                  <a:pt x="3855697" y="210443"/>
                  <a:pt x="3858025" y="210443"/>
                </a:cubicBezTo>
                <a:cubicBezTo>
                  <a:pt x="3863012" y="210443"/>
                  <a:pt x="3868055" y="207561"/>
                  <a:pt x="3873153" y="201801"/>
                </a:cubicBezTo>
                <a:cubicBezTo>
                  <a:pt x="3880466" y="193598"/>
                  <a:pt x="3887059" y="183570"/>
                  <a:pt x="3892933" y="171711"/>
                </a:cubicBezTo>
                <a:cubicBezTo>
                  <a:pt x="3903350" y="150880"/>
                  <a:pt x="3908559" y="132371"/>
                  <a:pt x="3908559" y="116194"/>
                </a:cubicBezTo>
                <a:moveTo>
                  <a:pt x="3989511" y="91592"/>
                </a:moveTo>
                <a:lnTo>
                  <a:pt x="4044531" y="82282"/>
                </a:lnTo>
                <a:lnTo>
                  <a:pt x="4054505" y="82282"/>
                </a:lnTo>
                <a:lnTo>
                  <a:pt x="4047024" y="109377"/>
                </a:lnTo>
                <a:cubicBezTo>
                  <a:pt x="4058660" y="98738"/>
                  <a:pt x="4068190" y="91592"/>
                  <a:pt x="4075615" y="87935"/>
                </a:cubicBezTo>
                <a:cubicBezTo>
                  <a:pt x="4083041" y="84168"/>
                  <a:pt x="4090410" y="82282"/>
                  <a:pt x="4097723" y="82282"/>
                </a:cubicBezTo>
                <a:cubicBezTo>
                  <a:pt x="4108140" y="82282"/>
                  <a:pt x="4116175" y="86328"/>
                  <a:pt x="4121827" y="94417"/>
                </a:cubicBezTo>
                <a:cubicBezTo>
                  <a:pt x="4127478" y="102395"/>
                  <a:pt x="4130303" y="112204"/>
                  <a:pt x="4130303" y="123839"/>
                </a:cubicBezTo>
                <a:cubicBezTo>
                  <a:pt x="4130303" y="155644"/>
                  <a:pt x="4119277" y="183846"/>
                  <a:pt x="4097225" y="208447"/>
                </a:cubicBezTo>
                <a:cubicBezTo>
                  <a:pt x="4077721" y="230170"/>
                  <a:pt x="4056444" y="241029"/>
                  <a:pt x="4033393" y="241029"/>
                </a:cubicBezTo>
                <a:cubicBezTo>
                  <a:pt x="4029293" y="241029"/>
                  <a:pt x="4025803" y="240641"/>
                  <a:pt x="4022922" y="239865"/>
                </a:cubicBezTo>
                <a:cubicBezTo>
                  <a:pt x="4020040" y="239090"/>
                  <a:pt x="4015996" y="237373"/>
                  <a:pt x="4010788" y="234712"/>
                </a:cubicBezTo>
                <a:lnTo>
                  <a:pt x="4002144" y="264632"/>
                </a:lnTo>
                <a:cubicBezTo>
                  <a:pt x="3999040" y="275491"/>
                  <a:pt x="3997489" y="283748"/>
                  <a:pt x="3997489" y="289401"/>
                </a:cubicBezTo>
                <a:cubicBezTo>
                  <a:pt x="3997489" y="292947"/>
                  <a:pt x="3998708" y="295718"/>
                  <a:pt x="4001146" y="297711"/>
                </a:cubicBezTo>
                <a:cubicBezTo>
                  <a:pt x="4003585" y="299818"/>
                  <a:pt x="4009291" y="301589"/>
                  <a:pt x="4018267" y="303032"/>
                </a:cubicBezTo>
                <a:lnTo>
                  <a:pt x="4016771" y="309181"/>
                </a:lnTo>
                <a:lnTo>
                  <a:pt x="3927341" y="309181"/>
                </a:lnTo>
                <a:lnTo>
                  <a:pt x="3929004" y="303032"/>
                </a:lnTo>
                <a:cubicBezTo>
                  <a:pt x="3936096" y="302810"/>
                  <a:pt x="3942025" y="300539"/>
                  <a:pt x="3946790" y="296215"/>
                </a:cubicBezTo>
                <a:cubicBezTo>
                  <a:pt x="3951444" y="291893"/>
                  <a:pt x="3955821" y="282584"/>
                  <a:pt x="3959922" y="268288"/>
                </a:cubicBezTo>
                <a:lnTo>
                  <a:pt x="4000481" y="128493"/>
                </a:lnTo>
                <a:cubicBezTo>
                  <a:pt x="4003474" y="118076"/>
                  <a:pt x="4004970" y="110708"/>
                  <a:pt x="4004970" y="106384"/>
                </a:cubicBezTo>
                <a:cubicBezTo>
                  <a:pt x="4004970" y="104502"/>
                  <a:pt x="4004526" y="102949"/>
                  <a:pt x="4003640" y="101731"/>
                </a:cubicBezTo>
                <a:cubicBezTo>
                  <a:pt x="4002753" y="100402"/>
                  <a:pt x="4001423" y="99459"/>
                  <a:pt x="3999649" y="98906"/>
                </a:cubicBezTo>
                <a:cubicBezTo>
                  <a:pt x="3997878" y="98352"/>
                  <a:pt x="3993887" y="98074"/>
                  <a:pt x="3987682" y="98074"/>
                </a:cubicBezTo>
                <a:lnTo>
                  <a:pt x="3989511" y="91592"/>
                </a:lnTo>
                <a:moveTo>
                  <a:pt x="4015441" y="219253"/>
                </a:moveTo>
                <a:cubicBezTo>
                  <a:pt x="4018766" y="224681"/>
                  <a:pt x="4021758" y="228341"/>
                  <a:pt x="4024419" y="230224"/>
                </a:cubicBezTo>
                <a:cubicBezTo>
                  <a:pt x="4027077" y="231998"/>
                  <a:pt x="4030181" y="232884"/>
                  <a:pt x="4033727" y="232884"/>
                </a:cubicBezTo>
                <a:cubicBezTo>
                  <a:pt x="4037273" y="232884"/>
                  <a:pt x="4040708" y="231941"/>
                  <a:pt x="4044032" y="230059"/>
                </a:cubicBezTo>
                <a:cubicBezTo>
                  <a:pt x="4047467" y="228063"/>
                  <a:pt x="4051679" y="224128"/>
                  <a:pt x="4056666" y="218256"/>
                </a:cubicBezTo>
                <a:cubicBezTo>
                  <a:pt x="4061652" y="212382"/>
                  <a:pt x="4066417" y="204847"/>
                  <a:pt x="4070961" y="195648"/>
                </a:cubicBezTo>
                <a:cubicBezTo>
                  <a:pt x="4075615" y="186452"/>
                  <a:pt x="4079328" y="176035"/>
                  <a:pt x="4082098" y="164397"/>
                </a:cubicBezTo>
                <a:cubicBezTo>
                  <a:pt x="4084869" y="152651"/>
                  <a:pt x="4086253" y="141459"/>
                  <a:pt x="4086253" y="130821"/>
                </a:cubicBezTo>
                <a:cubicBezTo>
                  <a:pt x="4086253" y="122286"/>
                  <a:pt x="4084703" y="116083"/>
                  <a:pt x="4081600" y="112204"/>
                </a:cubicBezTo>
                <a:cubicBezTo>
                  <a:pt x="4078607" y="108323"/>
                  <a:pt x="4074950" y="106384"/>
                  <a:pt x="4070629" y="106384"/>
                </a:cubicBezTo>
                <a:cubicBezTo>
                  <a:pt x="4066751" y="106384"/>
                  <a:pt x="4063092" y="107384"/>
                  <a:pt x="4059658" y="109377"/>
                </a:cubicBezTo>
                <a:cubicBezTo>
                  <a:pt x="4054670" y="112258"/>
                  <a:pt x="4048797" y="117633"/>
                  <a:pt x="4042038" y="125500"/>
                </a:cubicBezTo>
                <a:lnTo>
                  <a:pt x="4015441" y="219253"/>
                </a:lnTo>
                <a:moveTo>
                  <a:pt x="4250984" y="82282"/>
                </a:moveTo>
                <a:cubicBezTo>
                  <a:pt x="4259738" y="82282"/>
                  <a:pt x="4267939" y="84332"/>
                  <a:pt x="4275585" y="88432"/>
                </a:cubicBezTo>
                <a:cubicBezTo>
                  <a:pt x="4283343" y="92421"/>
                  <a:pt x="4289161" y="98020"/>
                  <a:pt x="4293039" y="105223"/>
                </a:cubicBezTo>
                <a:cubicBezTo>
                  <a:pt x="4297028" y="112426"/>
                  <a:pt x="4299024" y="120404"/>
                  <a:pt x="4299024" y="129157"/>
                </a:cubicBezTo>
                <a:cubicBezTo>
                  <a:pt x="4299024" y="147109"/>
                  <a:pt x="4293982" y="165064"/>
                  <a:pt x="4283897" y="183016"/>
                </a:cubicBezTo>
                <a:cubicBezTo>
                  <a:pt x="4273923" y="200969"/>
                  <a:pt x="4260735" y="215153"/>
                  <a:pt x="4244334" y="225570"/>
                </a:cubicBezTo>
                <a:cubicBezTo>
                  <a:pt x="4227934" y="235876"/>
                  <a:pt x="4211423" y="241029"/>
                  <a:pt x="4194799" y="241029"/>
                </a:cubicBezTo>
                <a:cubicBezTo>
                  <a:pt x="4179729" y="241029"/>
                  <a:pt x="4168037" y="236541"/>
                  <a:pt x="4159725" y="227563"/>
                </a:cubicBezTo>
                <a:cubicBezTo>
                  <a:pt x="4151526" y="218589"/>
                  <a:pt x="4147425" y="207618"/>
                  <a:pt x="4147425" y="194651"/>
                </a:cubicBezTo>
                <a:cubicBezTo>
                  <a:pt x="4147425" y="179249"/>
                  <a:pt x="4150472" y="164843"/>
                  <a:pt x="4156568" y="151433"/>
                </a:cubicBezTo>
                <a:cubicBezTo>
                  <a:pt x="4162773" y="137913"/>
                  <a:pt x="4170585" y="126168"/>
                  <a:pt x="4180006" y="116194"/>
                </a:cubicBezTo>
                <a:cubicBezTo>
                  <a:pt x="4189535" y="106109"/>
                  <a:pt x="4200451" y="97963"/>
                  <a:pt x="4212753" y="91757"/>
                </a:cubicBezTo>
                <a:cubicBezTo>
                  <a:pt x="4225052" y="85439"/>
                  <a:pt x="4237797" y="82282"/>
                  <a:pt x="4250984" y="82282"/>
                </a:cubicBezTo>
                <a:moveTo>
                  <a:pt x="4244168" y="91092"/>
                </a:moveTo>
                <a:cubicBezTo>
                  <a:pt x="4238295" y="91092"/>
                  <a:pt x="4233419" y="92810"/>
                  <a:pt x="4229541" y="96245"/>
                </a:cubicBezTo>
                <a:cubicBezTo>
                  <a:pt x="4221784" y="103227"/>
                  <a:pt x="4213028" y="119572"/>
                  <a:pt x="4203277" y="145281"/>
                </a:cubicBezTo>
                <a:cubicBezTo>
                  <a:pt x="4193526" y="170882"/>
                  <a:pt x="4188650" y="193987"/>
                  <a:pt x="4188650" y="214600"/>
                </a:cubicBezTo>
                <a:cubicBezTo>
                  <a:pt x="4188650" y="219696"/>
                  <a:pt x="4190201" y="223906"/>
                  <a:pt x="4193303" y="227231"/>
                </a:cubicBezTo>
                <a:cubicBezTo>
                  <a:pt x="4196406" y="230556"/>
                  <a:pt x="4200063" y="232220"/>
                  <a:pt x="4204275" y="232220"/>
                </a:cubicBezTo>
                <a:cubicBezTo>
                  <a:pt x="4208596" y="232220"/>
                  <a:pt x="4212419" y="230888"/>
                  <a:pt x="4215744" y="228230"/>
                </a:cubicBezTo>
                <a:cubicBezTo>
                  <a:pt x="4220620" y="224239"/>
                  <a:pt x="4226604" y="215318"/>
                  <a:pt x="4233696" y="201465"/>
                </a:cubicBezTo>
                <a:cubicBezTo>
                  <a:pt x="4240788" y="187502"/>
                  <a:pt x="4246607" y="172157"/>
                  <a:pt x="4251150" y="155422"/>
                </a:cubicBezTo>
                <a:cubicBezTo>
                  <a:pt x="4255694" y="138578"/>
                  <a:pt x="4257965" y="123175"/>
                  <a:pt x="4257965" y="109212"/>
                </a:cubicBezTo>
                <a:cubicBezTo>
                  <a:pt x="4257965" y="103448"/>
                  <a:pt x="4256580" y="99016"/>
                  <a:pt x="4253810" y="95913"/>
                </a:cubicBezTo>
                <a:cubicBezTo>
                  <a:pt x="4251039" y="92699"/>
                  <a:pt x="4247825" y="91092"/>
                  <a:pt x="4244168" y="91092"/>
                </a:cubicBezTo>
                <a:moveTo>
                  <a:pt x="4417043" y="5817"/>
                </a:moveTo>
                <a:lnTo>
                  <a:pt x="4362023" y="192991"/>
                </a:lnTo>
                <a:cubicBezTo>
                  <a:pt x="4358809" y="204072"/>
                  <a:pt x="4357202" y="210997"/>
                  <a:pt x="4357202" y="213768"/>
                </a:cubicBezTo>
                <a:cubicBezTo>
                  <a:pt x="4357202" y="215207"/>
                  <a:pt x="4357645" y="216428"/>
                  <a:pt x="4358532" y="217425"/>
                </a:cubicBezTo>
                <a:cubicBezTo>
                  <a:pt x="4359530" y="218421"/>
                  <a:pt x="4360583" y="218921"/>
                  <a:pt x="4361691" y="218921"/>
                </a:cubicBezTo>
                <a:cubicBezTo>
                  <a:pt x="4363685" y="218921"/>
                  <a:pt x="4365569" y="218146"/>
                  <a:pt x="4367342" y="216593"/>
                </a:cubicBezTo>
                <a:cubicBezTo>
                  <a:pt x="4372661" y="212271"/>
                  <a:pt x="4378589" y="204958"/>
                  <a:pt x="4385128" y="194651"/>
                </a:cubicBezTo>
                <a:lnTo>
                  <a:pt x="4391611" y="197644"/>
                </a:lnTo>
                <a:cubicBezTo>
                  <a:pt x="4381084" y="214489"/>
                  <a:pt x="4370722" y="226513"/>
                  <a:pt x="4360527" y="233716"/>
                </a:cubicBezTo>
                <a:cubicBezTo>
                  <a:pt x="4353545" y="238591"/>
                  <a:pt x="4346120" y="241029"/>
                  <a:pt x="4338253" y="241029"/>
                </a:cubicBezTo>
                <a:cubicBezTo>
                  <a:pt x="4330939" y="241029"/>
                  <a:pt x="4325120" y="239090"/>
                  <a:pt x="4320799" y="235209"/>
                </a:cubicBezTo>
                <a:cubicBezTo>
                  <a:pt x="4316477" y="231220"/>
                  <a:pt x="4314316" y="226456"/>
                  <a:pt x="4314316" y="220914"/>
                </a:cubicBezTo>
                <a:cubicBezTo>
                  <a:pt x="4314316" y="216814"/>
                  <a:pt x="4315646" y="210222"/>
                  <a:pt x="4318305" y="201133"/>
                </a:cubicBezTo>
                <a:lnTo>
                  <a:pt x="4363187" y="47874"/>
                </a:lnTo>
                <a:cubicBezTo>
                  <a:pt x="4365624" y="39450"/>
                  <a:pt x="4366844" y="33854"/>
                  <a:pt x="4366844" y="31086"/>
                </a:cubicBezTo>
                <a:cubicBezTo>
                  <a:pt x="4366844" y="28426"/>
                  <a:pt x="4365680" y="26319"/>
                  <a:pt x="4363353" y="24769"/>
                </a:cubicBezTo>
                <a:cubicBezTo>
                  <a:pt x="4360250" y="22552"/>
                  <a:pt x="4355541" y="21609"/>
                  <a:pt x="4349224" y="21941"/>
                </a:cubicBezTo>
                <a:lnTo>
                  <a:pt x="4351052" y="15627"/>
                </a:lnTo>
                <a:lnTo>
                  <a:pt x="4407071" y="5817"/>
                </a:lnTo>
                <a:lnTo>
                  <a:pt x="4417043" y="5817"/>
                </a:lnTo>
                <a:moveTo>
                  <a:pt x="4567147" y="84610"/>
                </a:moveTo>
                <a:lnTo>
                  <a:pt x="4534898" y="195151"/>
                </a:lnTo>
                <a:lnTo>
                  <a:pt x="4531573" y="208615"/>
                </a:lnTo>
                <a:cubicBezTo>
                  <a:pt x="4531241" y="210275"/>
                  <a:pt x="4531075" y="211496"/>
                  <a:pt x="4531075" y="212271"/>
                </a:cubicBezTo>
                <a:cubicBezTo>
                  <a:pt x="4531075" y="213600"/>
                  <a:pt x="4531518" y="214764"/>
                  <a:pt x="4532405" y="215761"/>
                </a:cubicBezTo>
                <a:cubicBezTo>
                  <a:pt x="4533401" y="216760"/>
                  <a:pt x="4534399" y="217257"/>
                  <a:pt x="4535397" y="217257"/>
                </a:cubicBezTo>
                <a:cubicBezTo>
                  <a:pt x="4537724" y="217257"/>
                  <a:pt x="4540938" y="215485"/>
                  <a:pt x="4545038" y="211939"/>
                </a:cubicBezTo>
                <a:cubicBezTo>
                  <a:pt x="4546700" y="210497"/>
                  <a:pt x="4550689" y="205401"/>
                  <a:pt x="4557006" y="196647"/>
                </a:cubicBezTo>
                <a:lnTo>
                  <a:pt x="4562824" y="199637"/>
                </a:lnTo>
                <a:cubicBezTo>
                  <a:pt x="4554956" y="214043"/>
                  <a:pt x="4546534" y="224571"/>
                  <a:pt x="4537558" y="231220"/>
                </a:cubicBezTo>
                <a:cubicBezTo>
                  <a:pt x="4528693" y="237759"/>
                  <a:pt x="4519106" y="241029"/>
                  <a:pt x="4508800" y="241029"/>
                </a:cubicBezTo>
                <a:cubicBezTo>
                  <a:pt x="4502484" y="241029"/>
                  <a:pt x="4497663" y="239423"/>
                  <a:pt x="4494339" y="236209"/>
                </a:cubicBezTo>
                <a:cubicBezTo>
                  <a:pt x="4491015" y="232884"/>
                  <a:pt x="4489352" y="228727"/>
                  <a:pt x="4489352" y="223742"/>
                </a:cubicBezTo>
                <a:cubicBezTo>
                  <a:pt x="4489352" y="219420"/>
                  <a:pt x="4491126" y="211386"/>
                  <a:pt x="4494672" y="199637"/>
                </a:cubicBezTo>
                <a:lnTo>
                  <a:pt x="4498661" y="186174"/>
                </a:lnTo>
                <a:cubicBezTo>
                  <a:pt x="4485805" y="208226"/>
                  <a:pt x="4473449" y="223852"/>
                  <a:pt x="4461593" y="233049"/>
                </a:cubicBezTo>
                <a:cubicBezTo>
                  <a:pt x="4454722" y="238369"/>
                  <a:pt x="4447408" y="241029"/>
                  <a:pt x="4439650" y="241029"/>
                </a:cubicBezTo>
                <a:cubicBezTo>
                  <a:pt x="4429456" y="241029"/>
                  <a:pt x="4422086" y="236873"/>
                  <a:pt x="4417543" y="228563"/>
                </a:cubicBezTo>
                <a:cubicBezTo>
                  <a:pt x="4412999" y="220139"/>
                  <a:pt x="4410727" y="210664"/>
                  <a:pt x="4410727" y="200137"/>
                </a:cubicBezTo>
                <a:cubicBezTo>
                  <a:pt x="4410727" y="184513"/>
                  <a:pt x="4415493" y="166615"/>
                  <a:pt x="4425023" y="146445"/>
                </a:cubicBezTo>
                <a:cubicBezTo>
                  <a:pt x="4434552" y="126168"/>
                  <a:pt x="4447076" y="109876"/>
                  <a:pt x="4462589" y="97574"/>
                </a:cubicBezTo>
                <a:cubicBezTo>
                  <a:pt x="4475334" y="87381"/>
                  <a:pt x="4487302" y="82282"/>
                  <a:pt x="4498495" y="82282"/>
                </a:cubicBezTo>
                <a:cubicBezTo>
                  <a:pt x="4504700" y="82282"/>
                  <a:pt x="4509687" y="84111"/>
                  <a:pt x="4513455" y="87768"/>
                </a:cubicBezTo>
                <a:cubicBezTo>
                  <a:pt x="4517222" y="91314"/>
                  <a:pt x="4519993" y="97852"/>
                  <a:pt x="4521766" y="107384"/>
                </a:cubicBezTo>
                <a:lnTo>
                  <a:pt x="4527750" y="86936"/>
                </a:lnTo>
                <a:lnTo>
                  <a:pt x="4567147" y="84610"/>
                </a:lnTo>
                <a:moveTo>
                  <a:pt x="4513953" y="116194"/>
                </a:moveTo>
                <a:cubicBezTo>
                  <a:pt x="4513953" y="107216"/>
                  <a:pt x="4512568" y="100734"/>
                  <a:pt x="4509798" y="96745"/>
                </a:cubicBezTo>
                <a:cubicBezTo>
                  <a:pt x="4507803" y="93974"/>
                  <a:pt x="4505088" y="92589"/>
                  <a:pt x="4501654" y="92589"/>
                </a:cubicBezTo>
                <a:cubicBezTo>
                  <a:pt x="4498218" y="92589"/>
                  <a:pt x="4494672" y="94249"/>
                  <a:pt x="4491015" y="97574"/>
                </a:cubicBezTo>
                <a:cubicBezTo>
                  <a:pt x="4483589" y="104445"/>
                  <a:pt x="4475556" y="118408"/>
                  <a:pt x="4466912" y="139463"/>
                </a:cubicBezTo>
                <a:cubicBezTo>
                  <a:pt x="4458379" y="160408"/>
                  <a:pt x="4454112" y="178528"/>
                  <a:pt x="4454112" y="193820"/>
                </a:cubicBezTo>
                <a:cubicBezTo>
                  <a:pt x="4454112" y="199694"/>
                  <a:pt x="4455054" y="203961"/>
                  <a:pt x="4456938" y="206619"/>
                </a:cubicBezTo>
                <a:cubicBezTo>
                  <a:pt x="4458933" y="209168"/>
                  <a:pt x="4461093" y="210443"/>
                  <a:pt x="4463421" y="210443"/>
                </a:cubicBezTo>
                <a:cubicBezTo>
                  <a:pt x="4468407" y="210443"/>
                  <a:pt x="4473449" y="207561"/>
                  <a:pt x="4478547" y="201801"/>
                </a:cubicBezTo>
                <a:cubicBezTo>
                  <a:pt x="4485862" y="193598"/>
                  <a:pt x="4492455" y="183570"/>
                  <a:pt x="4498329" y="171711"/>
                </a:cubicBezTo>
                <a:cubicBezTo>
                  <a:pt x="4508746" y="150880"/>
                  <a:pt x="4513953" y="132371"/>
                  <a:pt x="4513953" y="116194"/>
                </a:cubicBezTo>
                <a:moveTo>
                  <a:pt x="4671868" y="41725"/>
                </a:moveTo>
                <a:lnTo>
                  <a:pt x="4658570" y="86936"/>
                </a:lnTo>
                <a:lnTo>
                  <a:pt x="4680346" y="86936"/>
                </a:lnTo>
                <a:lnTo>
                  <a:pt x="4674529" y="106052"/>
                </a:lnTo>
                <a:lnTo>
                  <a:pt x="4653084" y="106052"/>
                </a:lnTo>
                <a:lnTo>
                  <a:pt x="4625326" y="202465"/>
                </a:lnTo>
                <a:cubicBezTo>
                  <a:pt x="4623553" y="208447"/>
                  <a:pt x="4622665" y="212993"/>
                  <a:pt x="4622665" y="216096"/>
                </a:cubicBezTo>
                <a:cubicBezTo>
                  <a:pt x="4622665" y="217535"/>
                  <a:pt x="4623165" y="218810"/>
                  <a:pt x="4624162" y="219917"/>
                </a:cubicBezTo>
                <a:cubicBezTo>
                  <a:pt x="4625158" y="220914"/>
                  <a:pt x="4626267" y="221414"/>
                  <a:pt x="4627486" y="221414"/>
                </a:cubicBezTo>
                <a:cubicBezTo>
                  <a:pt x="4629370" y="221414"/>
                  <a:pt x="4631309" y="220638"/>
                  <a:pt x="4633304" y="219085"/>
                </a:cubicBezTo>
                <a:cubicBezTo>
                  <a:pt x="4638401" y="215207"/>
                  <a:pt x="4644331" y="208447"/>
                  <a:pt x="4651090" y="198808"/>
                </a:cubicBezTo>
                <a:lnTo>
                  <a:pt x="4656909" y="202465"/>
                </a:lnTo>
                <a:cubicBezTo>
                  <a:pt x="4649261" y="215761"/>
                  <a:pt x="4640839" y="225513"/>
                  <a:pt x="4631641" y="231720"/>
                </a:cubicBezTo>
                <a:cubicBezTo>
                  <a:pt x="4622444" y="237926"/>
                  <a:pt x="4613412" y="241029"/>
                  <a:pt x="4604547" y="241029"/>
                </a:cubicBezTo>
                <a:cubicBezTo>
                  <a:pt x="4597010" y="241029"/>
                  <a:pt x="4591138" y="239144"/>
                  <a:pt x="4586927" y="235377"/>
                </a:cubicBezTo>
                <a:cubicBezTo>
                  <a:pt x="4582827" y="231498"/>
                  <a:pt x="4580776" y="226623"/>
                  <a:pt x="4580776" y="220749"/>
                </a:cubicBezTo>
                <a:cubicBezTo>
                  <a:pt x="4580776" y="214321"/>
                  <a:pt x="4582217" y="206065"/>
                  <a:pt x="4585099" y="195980"/>
                </a:cubicBezTo>
                <a:lnTo>
                  <a:pt x="4611363" y="106052"/>
                </a:lnTo>
                <a:lnTo>
                  <a:pt x="4588756" y="106052"/>
                </a:lnTo>
                <a:lnTo>
                  <a:pt x="4592080" y="93753"/>
                </a:lnTo>
                <a:cubicBezTo>
                  <a:pt x="4606265" y="88543"/>
                  <a:pt x="4618233" y="82450"/>
                  <a:pt x="4627985" y="75468"/>
                </a:cubicBezTo>
                <a:cubicBezTo>
                  <a:pt x="4637737" y="68487"/>
                  <a:pt x="4649484" y="57238"/>
                  <a:pt x="4663224" y="41725"/>
                </a:cubicBezTo>
                <a:lnTo>
                  <a:pt x="4671868" y="41725"/>
                </a:lnTo>
                <a:moveTo>
                  <a:pt x="4722235" y="174039"/>
                </a:moveTo>
                <a:cubicBezTo>
                  <a:pt x="4721237" y="181242"/>
                  <a:pt x="4720739" y="187170"/>
                  <a:pt x="4720739" y="191826"/>
                </a:cubicBezTo>
                <a:cubicBezTo>
                  <a:pt x="4720739" y="200137"/>
                  <a:pt x="4723121" y="206786"/>
                  <a:pt x="4727887" y="211772"/>
                </a:cubicBezTo>
                <a:cubicBezTo>
                  <a:pt x="4732763" y="216760"/>
                  <a:pt x="4739245" y="219253"/>
                  <a:pt x="4747335" y="219253"/>
                </a:cubicBezTo>
                <a:cubicBezTo>
                  <a:pt x="4755092" y="219253"/>
                  <a:pt x="4762850" y="217368"/>
                  <a:pt x="4770607" y="213600"/>
                </a:cubicBezTo>
                <a:cubicBezTo>
                  <a:pt x="4778475" y="209833"/>
                  <a:pt x="4787562" y="203240"/>
                  <a:pt x="4797868" y="193820"/>
                </a:cubicBezTo>
                <a:lnTo>
                  <a:pt x="4802854" y="198308"/>
                </a:lnTo>
                <a:cubicBezTo>
                  <a:pt x="4790110" y="213711"/>
                  <a:pt x="4777699" y="224681"/>
                  <a:pt x="4765620" y="231220"/>
                </a:cubicBezTo>
                <a:cubicBezTo>
                  <a:pt x="4753540" y="237759"/>
                  <a:pt x="4740188" y="241029"/>
                  <a:pt x="4725560" y="241029"/>
                </a:cubicBezTo>
                <a:cubicBezTo>
                  <a:pt x="4707053" y="241029"/>
                  <a:pt x="4694254" y="236595"/>
                  <a:pt x="4687162" y="227731"/>
                </a:cubicBezTo>
                <a:cubicBezTo>
                  <a:pt x="4680069" y="218864"/>
                  <a:pt x="4676523" y="208615"/>
                  <a:pt x="4676523" y="196980"/>
                </a:cubicBezTo>
                <a:cubicBezTo>
                  <a:pt x="4676523" y="178803"/>
                  <a:pt x="4681787" y="160630"/>
                  <a:pt x="4692315" y="142456"/>
                </a:cubicBezTo>
                <a:cubicBezTo>
                  <a:pt x="4702953" y="124282"/>
                  <a:pt x="4717359" y="109709"/>
                  <a:pt x="4735533" y="98738"/>
                </a:cubicBezTo>
                <a:cubicBezTo>
                  <a:pt x="4753818" y="87768"/>
                  <a:pt x="4772158" y="82282"/>
                  <a:pt x="4790555" y="82282"/>
                </a:cubicBezTo>
                <a:cubicBezTo>
                  <a:pt x="4799863" y="82282"/>
                  <a:pt x="4806900" y="84500"/>
                  <a:pt x="4811664" y="88932"/>
                </a:cubicBezTo>
                <a:cubicBezTo>
                  <a:pt x="4816430" y="93364"/>
                  <a:pt x="4818813" y="98960"/>
                  <a:pt x="4818813" y="105720"/>
                </a:cubicBezTo>
                <a:cubicBezTo>
                  <a:pt x="4818813" y="113811"/>
                  <a:pt x="4816485" y="121679"/>
                  <a:pt x="4811831" y="129325"/>
                </a:cubicBezTo>
                <a:cubicBezTo>
                  <a:pt x="4805404" y="139742"/>
                  <a:pt x="4797313" y="148163"/>
                  <a:pt x="4787562" y="154591"/>
                </a:cubicBezTo>
                <a:cubicBezTo>
                  <a:pt x="4777810" y="160908"/>
                  <a:pt x="4766894" y="165729"/>
                  <a:pt x="4754815" y="169053"/>
                </a:cubicBezTo>
                <a:cubicBezTo>
                  <a:pt x="4746726" y="171268"/>
                  <a:pt x="4735866" y="172932"/>
                  <a:pt x="4722235" y="174039"/>
                </a:cubicBezTo>
                <a:moveTo>
                  <a:pt x="4723732" y="165397"/>
                </a:moveTo>
                <a:cubicBezTo>
                  <a:pt x="4733483" y="163954"/>
                  <a:pt x="4741019" y="162015"/>
                  <a:pt x="4746337" y="159579"/>
                </a:cubicBezTo>
                <a:cubicBezTo>
                  <a:pt x="4751769" y="157029"/>
                  <a:pt x="4757032" y="153040"/>
                  <a:pt x="4762129" y="147609"/>
                </a:cubicBezTo>
                <a:cubicBezTo>
                  <a:pt x="4767339" y="142070"/>
                  <a:pt x="4771826" y="135142"/>
                  <a:pt x="4775594" y="126832"/>
                </a:cubicBezTo>
                <a:cubicBezTo>
                  <a:pt x="4779361" y="118408"/>
                  <a:pt x="4781245" y="110541"/>
                  <a:pt x="4781245" y="103227"/>
                </a:cubicBezTo>
                <a:cubicBezTo>
                  <a:pt x="4781245" y="100124"/>
                  <a:pt x="4780359" y="97685"/>
                  <a:pt x="4778586" y="95913"/>
                </a:cubicBezTo>
                <a:cubicBezTo>
                  <a:pt x="4776924" y="94139"/>
                  <a:pt x="4774763" y="93253"/>
                  <a:pt x="4772103" y="93253"/>
                </a:cubicBezTo>
                <a:cubicBezTo>
                  <a:pt x="4766784" y="93253"/>
                  <a:pt x="4760800" y="96967"/>
                  <a:pt x="4754151" y="104391"/>
                </a:cubicBezTo>
                <a:cubicBezTo>
                  <a:pt x="4741961" y="117911"/>
                  <a:pt x="4731820" y="138245"/>
                  <a:pt x="4723732" y="165397"/>
                </a:cubicBezTo>
              </a:path>
            </a:pathLst>
          </a:custGeom>
          <a:solidFill xmlns:a="http://schemas.openxmlformats.org/drawingml/2006/main">
            <a:srgbClr val="A05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38">
            <a:extLst xmlns:a="http://schemas.openxmlformats.org/drawingml/2006/main">
              <a:ext uri="{FF2B5EF4-FFF2-40B4-BE49-F238E27FC236}">
                <a16:creationId xmlns:a16="http://schemas.microsoft.com/office/drawing/2014/main" id="{9BE3A5F6-3715-4945-B9A6-17858525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604" y="434809"/>
            <a:ext cx="5500090" cy="1952162"/>
          </a:xfrm>
          <a:custGeom xmlns:a="http://schemas.openxmlformats.org/drawingml/2006/main">
            <a:pathLst>
              <a:path w="5500090" h="1952162">
                <a:moveTo>
                  <a:pt x="5500090" y="1952162"/>
                </a:moveTo>
                <a:lnTo>
                  <a:pt x="5500090" y="0"/>
                </a:lnTo>
                <a:lnTo>
                  <a:pt x="0" y="0"/>
                </a:lnTo>
                <a:lnTo>
                  <a:pt x="0" y="1952162"/>
                </a:lnTo>
                <a:lnTo>
                  <a:pt x="5500090" y="1952162"/>
                </a:lnTo>
                <a:close/>
                <a:moveTo>
                  <a:pt x="5489452" y="1941523"/>
                </a:moveTo>
                <a:lnTo>
                  <a:pt x="10638" y="1941523"/>
                </a:lnTo>
                <a:lnTo>
                  <a:pt x="10638" y="10638"/>
                </a:lnTo>
                <a:lnTo>
                  <a:pt x="5489452" y="10638"/>
                </a:lnTo>
                <a:lnTo>
                  <a:pt x="5489452" y="19415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9">
            <a:extLst xmlns:a="http://schemas.openxmlformats.org/drawingml/2006/main">
              <a:ext uri="{FF2B5EF4-FFF2-40B4-BE49-F238E27FC236}">
                <a16:creationId xmlns:a16="http://schemas.microsoft.com/office/drawing/2014/main" id="{5A4E4B27-0CEA-49A2-B770-13B4E58B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214" y="4429558"/>
            <a:ext cx="718097" cy="1372364"/>
          </a:xfrm>
          <a:custGeom xmlns:a="http://schemas.openxmlformats.org/drawingml/2006/main">
            <a:pathLst>
              <a:path w="718097" h="1372364">
                <a:moveTo>
                  <a:pt x="0" y="0"/>
                </a:moveTo>
                <a:lnTo>
                  <a:pt x="718097" y="0"/>
                </a:lnTo>
                <a:lnTo>
                  <a:pt x="718097" y="1372364"/>
                </a:lnTo>
                <a:lnTo>
                  <a:pt x="0" y="137236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40">
            <a:extLst xmlns:a="http://schemas.openxmlformats.org/drawingml/2006/main">
              <a:ext uri="{FF2B5EF4-FFF2-40B4-BE49-F238E27FC236}">
                <a16:creationId xmlns:a16="http://schemas.microsoft.com/office/drawing/2014/main" id="{2B4868D4-A254-4809-A853-473E93B1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674" y="4568612"/>
            <a:ext cx="581968" cy="1097903"/>
          </a:xfrm>
          <a:custGeom xmlns:a="http://schemas.openxmlformats.org/drawingml/2006/main">
            <a:pathLst>
              <a:path w="581968" h="1097903">
                <a:moveTo>
                  <a:pt x="0" y="906596"/>
                </a:moveTo>
                <a:lnTo>
                  <a:pt x="149090" y="847831"/>
                </a:lnTo>
                <a:lnTo>
                  <a:pt x="37728" y="815992"/>
                </a:lnTo>
                <a:cubicBezTo>
                  <a:pt x="28565" y="813374"/>
                  <a:pt x="21459" y="812066"/>
                  <a:pt x="16410" y="812066"/>
                </a:cubicBezTo>
                <a:cubicBezTo>
                  <a:pt x="12950" y="812066"/>
                  <a:pt x="10239" y="813281"/>
                  <a:pt x="8275" y="815714"/>
                </a:cubicBezTo>
                <a:cubicBezTo>
                  <a:pt x="6312" y="818144"/>
                  <a:pt x="5330" y="822678"/>
                  <a:pt x="5330" y="829316"/>
                </a:cubicBezTo>
                <a:cubicBezTo>
                  <a:pt x="5330" y="830441"/>
                  <a:pt x="5283" y="831608"/>
                  <a:pt x="5189" y="832823"/>
                </a:cubicBezTo>
                <a:lnTo>
                  <a:pt x="0" y="831281"/>
                </a:lnTo>
                <a:lnTo>
                  <a:pt x="0" y="770131"/>
                </a:lnTo>
                <a:lnTo>
                  <a:pt x="5189" y="771814"/>
                </a:lnTo>
                <a:cubicBezTo>
                  <a:pt x="5096" y="778171"/>
                  <a:pt x="5751" y="782893"/>
                  <a:pt x="7153" y="785979"/>
                </a:cubicBezTo>
                <a:cubicBezTo>
                  <a:pt x="9117" y="790374"/>
                  <a:pt x="11641" y="793645"/>
                  <a:pt x="14727" y="795797"/>
                </a:cubicBezTo>
                <a:cubicBezTo>
                  <a:pt x="19121" y="798790"/>
                  <a:pt x="26788" y="801827"/>
                  <a:pt x="37728" y="804914"/>
                </a:cubicBezTo>
                <a:lnTo>
                  <a:pt x="194531" y="849653"/>
                </a:lnTo>
                <a:lnTo>
                  <a:pt x="194531" y="854704"/>
                </a:lnTo>
                <a:lnTo>
                  <a:pt x="34082" y="917959"/>
                </a:lnTo>
                <a:lnTo>
                  <a:pt x="152595" y="951759"/>
                </a:lnTo>
                <a:cubicBezTo>
                  <a:pt x="161572" y="954283"/>
                  <a:pt x="168444" y="955546"/>
                  <a:pt x="173213" y="955546"/>
                </a:cubicBezTo>
                <a:cubicBezTo>
                  <a:pt x="176766" y="955546"/>
                  <a:pt x="179477" y="954422"/>
                  <a:pt x="181348" y="952179"/>
                </a:cubicBezTo>
                <a:cubicBezTo>
                  <a:pt x="183124" y="949843"/>
                  <a:pt x="184340" y="944371"/>
                  <a:pt x="184994" y="935769"/>
                </a:cubicBezTo>
                <a:lnTo>
                  <a:pt x="190183" y="937171"/>
                </a:lnTo>
                <a:lnTo>
                  <a:pt x="190183" y="996919"/>
                </a:lnTo>
                <a:lnTo>
                  <a:pt x="184994" y="994957"/>
                </a:lnTo>
                <a:cubicBezTo>
                  <a:pt x="184807" y="987476"/>
                  <a:pt x="184153" y="982473"/>
                  <a:pt x="183031" y="979949"/>
                </a:cubicBezTo>
                <a:cubicBezTo>
                  <a:pt x="181348" y="976116"/>
                  <a:pt x="179150" y="973263"/>
                  <a:pt x="176439" y="971395"/>
                </a:cubicBezTo>
                <a:cubicBezTo>
                  <a:pt x="172325" y="968683"/>
                  <a:pt x="164377" y="965643"/>
                  <a:pt x="152595" y="962278"/>
                </a:cubicBezTo>
                <a:lnTo>
                  <a:pt x="20337" y="924548"/>
                </a:lnTo>
                <a:cubicBezTo>
                  <a:pt x="14727" y="928197"/>
                  <a:pt x="10893" y="932123"/>
                  <a:pt x="8836" y="936331"/>
                </a:cubicBezTo>
                <a:cubicBezTo>
                  <a:pt x="6686" y="940445"/>
                  <a:pt x="5470" y="946895"/>
                  <a:pt x="5189" y="955686"/>
                </a:cubicBezTo>
                <a:lnTo>
                  <a:pt x="0" y="954144"/>
                </a:lnTo>
                <a:lnTo>
                  <a:pt x="0" y="906596"/>
                </a:lnTo>
                <a:moveTo>
                  <a:pt x="137308" y="763118"/>
                </a:moveTo>
                <a:cubicBezTo>
                  <a:pt x="141983" y="763771"/>
                  <a:pt x="145864" y="764100"/>
                  <a:pt x="148949" y="764100"/>
                </a:cubicBezTo>
                <a:cubicBezTo>
                  <a:pt x="157271" y="764100"/>
                  <a:pt x="164377" y="761153"/>
                  <a:pt x="170267" y="755265"/>
                </a:cubicBezTo>
                <a:cubicBezTo>
                  <a:pt x="176065" y="749374"/>
                  <a:pt x="178964" y="742219"/>
                  <a:pt x="178964" y="733806"/>
                </a:cubicBezTo>
                <a:cubicBezTo>
                  <a:pt x="178964" y="727072"/>
                  <a:pt x="177608" y="720621"/>
                  <a:pt x="174896" y="714449"/>
                </a:cubicBezTo>
                <a:cubicBezTo>
                  <a:pt x="172091" y="708186"/>
                  <a:pt x="165966" y="698930"/>
                  <a:pt x="156523" y="686679"/>
                </a:cubicBezTo>
                <a:lnTo>
                  <a:pt x="160590" y="683735"/>
                </a:lnTo>
                <a:cubicBezTo>
                  <a:pt x="182563" y="705894"/>
                  <a:pt x="193550" y="727026"/>
                  <a:pt x="193550" y="747128"/>
                </a:cubicBezTo>
                <a:cubicBezTo>
                  <a:pt x="193550" y="760781"/>
                  <a:pt x="189248" y="771065"/>
                  <a:pt x="180646" y="777984"/>
                </a:cubicBezTo>
                <a:cubicBezTo>
                  <a:pt x="172044" y="784903"/>
                  <a:pt x="162554" y="788364"/>
                  <a:pt x="152175" y="788364"/>
                </a:cubicBezTo>
                <a:cubicBezTo>
                  <a:pt x="138243" y="788364"/>
                  <a:pt x="123984" y="784063"/>
                  <a:pt x="109398" y="775460"/>
                </a:cubicBezTo>
                <a:cubicBezTo>
                  <a:pt x="94812" y="766857"/>
                  <a:pt x="83497" y="756060"/>
                  <a:pt x="75456" y="743062"/>
                </a:cubicBezTo>
                <a:cubicBezTo>
                  <a:pt x="67321" y="730064"/>
                  <a:pt x="63254" y="716695"/>
                  <a:pt x="63254" y="702950"/>
                </a:cubicBezTo>
                <a:cubicBezTo>
                  <a:pt x="63254" y="693039"/>
                  <a:pt x="65264" y="685699"/>
                  <a:pt x="69285" y="680929"/>
                </a:cubicBezTo>
                <a:cubicBezTo>
                  <a:pt x="73306" y="676160"/>
                  <a:pt x="78075" y="673778"/>
                  <a:pt x="83591" y="673778"/>
                </a:cubicBezTo>
                <a:cubicBezTo>
                  <a:pt x="91351" y="673778"/>
                  <a:pt x="98785" y="676861"/>
                  <a:pt x="105892" y="683033"/>
                </a:cubicBezTo>
                <a:cubicBezTo>
                  <a:pt x="115148" y="691168"/>
                  <a:pt x="122629" y="703138"/>
                  <a:pt x="128332" y="718938"/>
                </a:cubicBezTo>
                <a:cubicBezTo>
                  <a:pt x="132165" y="729411"/>
                  <a:pt x="135158" y="744138"/>
                  <a:pt x="137308" y="763118"/>
                </a:cubicBezTo>
                <a:moveTo>
                  <a:pt x="130436" y="762136"/>
                </a:moveTo>
                <a:cubicBezTo>
                  <a:pt x="128846" y="748298"/>
                  <a:pt x="126134" y="737032"/>
                  <a:pt x="122301" y="728335"/>
                </a:cubicBezTo>
                <a:cubicBezTo>
                  <a:pt x="117158" y="716834"/>
                  <a:pt x="111034" y="708231"/>
                  <a:pt x="103928" y="702527"/>
                </a:cubicBezTo>
                <a:cubicBezTo>
                  <a:pt x="96728" y="696732"/>
                  <a:pt x="89903" y="693834"/>
                  <a:pt x="83451" y="693834"/>
                </a:cubicBezTo>
                <a:cubicBezTo>
                  <a:pt x="79523" y="693834"/>
                  <a:pt x="76345" y="695094"/>
                  <a:pt x="73914" y="697618"/>
                </a:cubicBezTo>
                <a:cubicBezTo>
                  <a:pt x="71482" y="700051"/>
                  <a:pt x="70267" y="703558"/>
                  <a:pt x="70267" y="708137"/>
                </a:cubicBezTo>
                <a:cubicBezTo>
                  <a:pt x="70267" y="717677"/>
                  <a:pt x="75363" y="727821"/>
                  <a:pt x="85554" y="738573"/>
                </a:cubicBezTo>
                <a:cubicBezTo>
                  <a:pt x="95653" y="749232"/>
                  <a:pt x="110613" y="757088"/>
                  <a:pt x="130436" y="762136"/>
                </a:cubicBezTo>
                <a:moveTo>
                  <a:pt x="63254" y="534925"/>
                </a:moveTo>
                <a:lnTo>
                  <a:pt x="158346" y="562274"/>
                </a:lnTo>
                <a:lnTo>
                  <a:pt x="171109" y="565361"/>
                </a:lnTo>
                <a:cubicBezTo>
                  <a:pt x="172325" y="565642"/>
                  <a:pt x="173353" y="565781"/>
                  <a:pt x="174194" y="565781"/>
                </a:cubicBezTo>
                <a:cubicBezTo>
                  <a:pt x="175691" y="565781"/>
                  <a:pt x="177000" y="565315"/>
                  <a:pt x="178122" y="564378"/>
                </a:cubicBezTo>
                <a:cubicBezTo>
                  <a:pt x="178964" y="563631"/>
                  <a:pt x="179384" y="562695"/>
                  <a:pt x="179384" y="561573"/>
                </a:cubicBezTo>
                <a:cubicBezTo>
                  <a:pt x="179384" y="560358"/>
                  <a:pt x="178636" y="558768"/>
                  <a:pt x="177140" y="556806"/>
                </a:cubicBezTo>
                <a:cubicBezTo>
                  <a:pt x="174429" y="553158"/>
                  <a:pt x="168818" y="548297"/>
                  <a:pt x="160309" y="542218"/>
                </a:cubicBezTo>
                <a:lnTo>
                  <a:pt x="163676" y="537451"/>
                </a:lnTo>
                <a:cubicBezTo>
                  <a:pt x="173400" y="543902"/>
                  <a:pt x="180833" y="550540"/>
                  <a:pt x="185976" y="557365"/>
                </a:cubicBezTo>
                <a:cubicBezTo>
                  <a:pt x="191025" y="564191"/>
                  <a:pt x="193550" y="570502"/>
                  <a:pt x="193550" y="576300"/>
                </a:cubicBezTo>
                <a:cubicBezTo>
                  <a:pt x="193550" y="580320"/>
                  <a:pt x="192521" y="583361"/>
                  <a:pt x="190464" y="585417"/>
                </a:cubicBezTo>
                <a:cubicBezTo>
                  <a:pt x="188500" y="587381"/>
                  <a:pt x="185602" y="588364"/>
                  <a:pt x="181769" y="588364"/>
                </a:cubicBezTo>
                <a:cubicBezTo>
                  <a:pt x="177187" y="588364"/>
                  <a:pt x="171156" y="587333"/>
                  <a:pt x="163676" y="585277"/>
                </a:cubicBezTo>
                <a:lnTo>
                  <a:pt x="153157" y="582330"/>
                </a:lnTo>
                <a:cubicBezTo>
                  <a:pt x="169146" y="594581"/>
                  <a:pt x="180319" y="605847"/>
                  <a:pt x="186677" y="616134"/>
                </a:cubicBezTo>
                <a:cubicBezTo>
                  <a:pt x="191259" y="623518"/>
                  <a:pt x="193550" y="630767"/>
                  <a:pt x="193550" y="637870"/>
                </a:cubicBezTo>
                <a:cubicBezTo>
                  <a:pt x="193550" y="644699"/>
                  <a:pt x="190745" y="650587"/>
                  <a:pt x="185135" y="655544"/>
                </a:cubicBezTo>
                <a:cubicBezTo>
                  <a:pt x="179431" y="660499"/>
                  <a:pt x="171624" y="662977"/>
                  <a:pt x="161712" y="662977"/>
                </a:cubicBezTo>
                <a:cubicBezTo>
                  <a:pt x="146845" y="662977"/>
                  <a:pt x="131184" y="658537"/>
                  <a:pt x="114727" y="649653"/>
                </a:cubicBezTo>
                <a:cubicBezTo>
                  <a:pt x="98177" y="640676"/>
                  <a:pt x="84947" y="629316"/>
                  <a:pt x="75035" y="615571"/>
                </a:cubicBezTo>
                <a:cubicBezTo>
                  <a:pt x="67181" y="604819"/>
                  <a:pt x="63254" y="594672"/>
                  <a:pt x="63254" y="585135"/>
                </a:cubicBezTo>
                <a:cubicBezTo>
                  <a:pt x="63254" y="579432"/>
                  <a:pt x="64750" y="574710"/>
                  <a:pt x="67742" y="570971"/>
                </a:cubicBezTo>
                <a:cubicBezTo>
                  <a:pt x="70735" y="567138"/>
                  <a:pt x="75690" y="564239"/>
                  <a:pt x="82609" y="562274"/>
                </a:cubicBezTo>
                <a:lnTo>
                  <a:pt x="66620" y="557226"/>
                </a:lnTo>
                <a:lnTo>
                  <a:pt x="63254" y="534925"/>
                </a:lnTo>
                <a:moveTo>
                  <a:pt x="70547" y="584857"/>
                </a:moveTo>
                <a:cubicBezTo>
                  <a:pt x="70547" y="590839"/>
                  <a:pt x="73352" y="597199"/>
                  <a:pt x="78963" y="603931"/>
                </a:cubicBezTo>
                <a:cubicBezTo>
                  <a:pt x="86910" y="613468"/>
                  <a:pt x="98691" y="621977"/>
                  <a:pt x="114306" y="629455"/>
                </a:cubicBezTo>
                <a:cubicBezTo>
                  <a:pt x="129921" y="636843"/>
                  <a:pt x="144040" y="640536"/>
                  <a:pt x="156663" y="640536"/>
                </a:cubicBezTo>
                <a:cubicBezTo>
                  <a:pt x="163021" y="640536"/>
                  <a:pt x="168070" y="638946"/>
                  <a:pt x="171810" y="635767"/>
                </a:cubicBezTo>
                <a:cubicBezTo>
                  <a:pt x="175457" y="632590"/>
                  <a:pt x="177280" y="628941"/>
                  <a:pt x="177280" y="624827"/>
                </a:cubicBezTo>
                <a:cubicBezTo>
                  <a:pt x="177280" y="614637"/>
                  <a:pt x="169753" y="603556"/>
                  <a:pt x="154699" y="591589"/>
                </a:cubicBezTo>
                <a:cubicBezTo>
                  <a:pt x="134690" y="575599"/>
                  <a:pt x="114166" y="567604"/>
                  <a:pt x="93128" y="567604"/>
                </a:cubicBezTo>
                <a:cubicBezTo>
                  <a:pt x="85180" y="567604"/>
                  <a:pt x="79430" y="569148"/>
                  <a:pt x="75877" y="572234"/>
                </a:cubicBezTo>
                <a:cubicBezTo>
                  <a:pt x="72324" y="575318"/>
                  <a:pt x="70547" y="579525"/>
                  <a:pt x="70547" y="584857"/>
                </a:cubicBezTo>
                <a:moveTo>
                  <a:pt x="71109" y="511084"/>
                </a:moveTo>
                <a:lnTo>
                  <a:pt x="63254" y="462696"/>
                </a:lnTo>
                <a:lnTo>
                  <a:pt x="131417" y="482891"/>
                </a:lnTo>
                <a:cubicBezTo>
                  <a:pt x="103460" y="466529"/>
                  <a:pt x="83918" y="451663"/>
                  <a:pt x="72792" y="438290"/>
                </a:cubicBezTo>
                <a:cubicBezTo>
                  <a:pt x="66433" y="430718"/>
                  <a:pt x="63254" y="424546"/>
                  <a:pt x="63254" y="419779"/>
                </a:cubicBezTo>
                <a:cubicBezTo>
                  <a:pt x="63254" y="416692"/>
                  <a:pt x="64190" y="414262"/>
                  <a:pt x="66059" y="412485"/>
                </a:cubicBezTo>
                <a:cubicBezTo>
                  <a:pt x="67836" y="410707"/>
                  <a:pt x="70454" y="409819"/>
                  <a:pt x="73914" y="409819"/>
                </a:cubicBezTo>
                <a:cubicBezTo>
                  <a:pt x="80085" y="409819"/>
                  <a:pt x="85975" y="411409"/>
                  <a:pt x="91586" y="414589"/>
                </a:cubicBezTo>
                <a:cubicBezTo>
                  <a:pt x="95793" y="416832"/>
                  <a:pt x="97897" y="420060"/>
                  <a:pt x="97897" y="424265"/>
                </a:cubicBezTo>
                <a:cubicBezTo>
                  <a:pt x="97897" y="426417"/>
                  <a:pt x="97196" y="428288"/>
                  <a:pt x="95793" y="429875"/>
                </a:cubicBezTo>
                <a:cubicBezTo>
                  <a:pt x="94391" y="431371"/>
                  <a:pt x="92240" y="432308"/>
                  <a:pt x="89341" y="432680"/>
                </a:cubicBezTo>
                <a:cubicBezTo>
                  <a:pt x="87565" y="432867"/>
                  <a:pt x="86396" y="433288"/>
                  <a:pt x="85835" y="433943"/>
                </a:cubicBezTo>
                <a:cubicBezTo>
                  <a:pt x="85087" y="434690"/>
                  <a:pt x="84713" y="435579"/>
                  <a:pt x="84713" y="436609"/>
                </a:cubicBezTo>
                <a:cubicBezTo>
                  <a:pt x="84713" y="438196"/>
                  <a:pt x="85087" y="439693"/>
                  <a:pt x="85835" y="441095"/>
                </a:cubicBezTo>
                <a:cubicBezTo>
                  <a:pt x="87144" y="443528"/>
                  <a:pt x="90791" y="447219"/>
                  <a:pt x="96775" y="452177"/>
                </a:cubicBezTo>
                <a:cubicBezTo>
                  <a:pt x="105938" y="459936"/>
                  <a:pt x="117813" y="468351"/>
                  <a:pt x="132399" y="477423"/>
                </a:cubicBezTo>
                <a:cubicBezTo>
                  <a:pt x="138571" y="481349"/>
                  <a:pt x="145536" y="484716"/>
                  <a:pt x="153297" y="487519"/>
                </a:cubicBezTo>
                <a:cubicBezTo>
                  <a:pt x="163956" y="491448"/>
                  <a:pt x="170361" y="493691"/>
                  <a:pt x="172512" y="494253"/>
                </a:cubicBezTo>
                <a:lnTo>
                  <a:pt x="190183" y="498739"/>
                </a:lnTo>
                <a:lnTo>
                  <a:pt x="190183" y="520201"/>
                </a:lnTo>
                <a:lnTo>
                  <a:pt x="103086" y="494253"/>
                </a:lnTo>
                <a:cubicBezTo>
                  <a:pt x="92988" y="491261"/>
                  <a:pt x="85788" y="489765"/>
                  <a:pt x="81487" y="489765"/>
                </a:cubicBezTo>
                <a:cubicBezTo>
                  <a:pt x="79804" y="489765"/>
                  <a:pt x="78402" y="490466"/>
                  <a:pt x="77280" y="491868"/>
                </a:cubicBezTo>
                <a:cubicBezTo>
                  <a:pt x="75783" y="493739"/>
                  <a:pt x="75035" y="496215"/>
                  <a:pt x="75035" y="499301"/>
                </a:cubicBezTo>
                <a:cubicBezTo>
                  <a:pt x="75035" y="501266"/>
                  <a:pt x="75456" y="504866"/>
                  <a:pt x="76298" y="510102"/>
                </a:cubicBezTo>
                <a:lnTo>
                  <a:pt x="71109" y="511084"/>
                </a:lnTo>
                <a:moveTo>
                  <a:pt x="137308" y="390606"/>
                </a:moveTo>
                <a:cubicBezTo>
                  <a:pt x="141983" y="391259"/>
                  <a:pt x="145864" y="391586"/>
                  <a:pt x="148949" y="391586"/>
                </a:cubicBezTo>
                <a:cubicBezTo>
                  <a:pt x="157271" y="391586"/>
                  <a:pt x="164377" y="388641"/>
                  <a:pt x="170267" y="382750"/>
                </a:cubicBezTo>
                <a:cubicBezTo>
                  <a:pt x="176065" y="376862"/>
                  <a:pt x="178964" y="369707"/>
                  <a:pt x="178964" y="361292"/>
                </a:cubicBezTo>
                <a:cubicBezTo>
                  <a:pt x="178964" y="354560"/>
                  <a:pt x="177608" y="348109"/>
                  <a:pt x="174896" y="341937"/>
                </a:cubicBezTo>
                <a:cubicBezTo>
                  <a:pt x="172091" y="335674"/>
                  <a:pt x="165966" y="326415"/>
                  <a:pt x="156523" y="314167"/>
                </a:cubicBezTo>
                <a:lnTo>
                  <a:pt x="160590" y="311223"/>
                </a:lnTo>
                <a:cubicBezTo>
                  <a:pt x="182563" y="333382"/>
                  <a:pt x="193550" y="354514"/>
                  <a:pt x="193550" y="374616"/>
                </a:cubicBezTo>
                <a:cubicBezTo>
                  <a:pt x="193550" y="388267"/>
                  <a:pt x="189248" y="398553"/>
                  <a:pt x="180646" y="405472"/>
                </a:cubicBezTo>
                <a:cubicBezTo>
                  <a:pt x="172044" y="412391"/>
                  <a:pt x="162554" y="415852"/>
                  <a:pt x="152175" y="415852"/>
                </a:cubicBezTo>
                <a:cubicBezTo>
                  <a:pt x="138243" y="415852"/>
                  <a:pt x="123984" y="411551"/>
                  <a:pt x="109398" y="402948"/>
                </a:cubicBezTo>
                <a:cubicBezTo>
                  <a:pt x="94812" y="394345"/>
                  <a:pt x="83497" y="383545"/>
                  <a:pt x="75456" y="370550"/>
                </a:cubicBezTo>
                <a:cubicBezTo>
                  <a:pt x="67321" y="357552"/>
                  <a:pt x="63254" y="344183"/>
                  <a:pt x="63254" y="330435"/>
                </a:cubicBezTo>
                <a:cubicBezTo>
                  <a:pt x="63254" y="320527"/>
                  <a:pt x="65264" y="313184"/>
                  <a:pt x="69285" y="308417"/>
                </a:cubicBezTo>
                <a:cubicBezTo>
                  <a:pt x="73306" y="303648"/>
                  <a:pt x="78075" y="301263"/>
                  <a:pt x="83591" y="301263"/>
                </a:cubicBezTo>
                <a:cubicBezTo>
                  <a:pt x="91351" y="301263"/>
                  <a:pt x="98785" y="304349"/>
                  <a:pt x="105892" y="310521"/>
                </a:cubicBezTo>
                <a:cubicBezTo>
                  <a:pt x="115148" y="318656"/>
                  <a:pt x="122629" y="330623"/>
                  <a:pt x="128332" y="346426"/>
                </a:cubicBezTo>
                <a:cubicBezTo>
                  <a:pt x="132165" y="356896"/>
                  <a:pt x="135158" y="371623"/>
                  <a:pt x="137308" y="390606"/>
                </a:cubicBezTo>
                <a:moveTo>
                  <a:pt x="130436" y="389624"/>
                </a:moveTo>
                <a:cubicBezTo>
                  <a:pt x="128846" y="375786"/>
                  <a:pt x="126134" y="364517"/>
                  <a:pt x="122301" y="355823"/>
                </a:cubicBezTo>
                <a:cubicBezTo>
                  <a:pt x="117158" y="344322"/>
                  <a:pt x="111034" y="335719"/>
                  <a:pt x="103928" y="330015"/>
                </a:cubicBezTo>
                <a:cubicBezTo>
                  <a:pt x="96728" y="324218"/>
                  <a:pt x="89903" y="321319"/>
                  <a:pt x="83451" y="321319"/>
                </a:cubicBezTo>
                <a:cubicBezTo>
                  <a:pt x="79523" y="321319"/>
                  <a:pt x="76345" y="322582"/>
                  <a:pt x="73914" y="325106"/>
                </a:cubicBezTo>
                <a:cubicBezTo>
                  <a:pt x="71482" y="327537"/>
                  <a:pt x="70267" y="331043"/>
                  <a:pt x="70267" y="335625"/>
                </a:cubicBezTo>
                <a:cubicBezTo>
                  <a:pt x="70267" y="345162"/>
                  <a:pt x="75363" y="355309"/>
                  <a:pt x="85554" y="366061"/>
                </a:cubicBezTo>
                <a:cubicBezTo>
                  <a:pt x="95653" y="376720"/>
                  <a:pt x="110613" y="384576"/>
                  <a:pt x="130436" y="389624"/>
                </a:cubicBezTo>
                <a:moveTo>
                  <a:pt x="63254" y="192988"/>
                </a:moveTo>
                <a:lnTo>
                  <a:pt x="106312" y="201545"/>
                </a:lnTo>
                <a:lnTo>
                  <a:pt x="106312" y="206732"/>
                </a:lnTo>
                <a:cubicBezTo>
                  <a:pt x="93782" y="207201"/>
                  <a:pt x="84667" y="209867"/>
                  <a:pt x="78963" y="214727"/>
                </a:cubicBezTo>
                <a:cubicBezTo>
                  <a:pt x="73259" y="219591"/>
                  <a:pt x="70407" y="225621"/>
                  <a:pt x="70407" y="232821"/>
                </a:cubicBezTo>
                <a:cubicBezTo>
                  <a:pt x="70407" y="238616"/>
                  <a:pt x="71997" y="243247"/>
                  <a:pt x="75176" y="246705"/>
                </a:cubicBezTo>
                <a:cubicBezTo>
                  <a:pt x="78355" y="250072"/>
                  <a:pt x="82189" y="251753"/>
                  <a:pt x="86677" y="251753"/>
                </a:cubicBezTo>
                <a:cubicBezTo>
                  <a:pt x="89762" y="251753"/>
                  <a:pt x="92708" y="251100"/>
                  <a:pt x="95513" y="249791"/>
                </a:cubicBezTo>
                <a:cubicBezTo>
                  <a:pt x="98317" y="248389"/>
                  <a:pt x="102245" y="245396"/>
                  <a:pt x="107294" y="240814"/>
                </a:cubicBezTo>
                <a:cubicBezTo>
                  <a:pt x="120571" y="228659"/>
                  <a:pt x="130576" y="220806"/>
                  <a:pt x="137308" y="217251"/>
                </a:cubicBezTo>
                <a:cubicBezTo>
                  <a:pt x="144040" y="213700"/>
                  <a:pt x="150399" y="211922"/>
                  <a:pt x="156382" y="211922"/>
                </a:cubicBezTo>
                <a:cubicBezTo>
                  <a:pt x="166106" y="211922"/>
                  <a:pt x="174756" y="215991"/>
                  <a:pt x="182329" y="224125"/>
                </a:cubicBezTo>
                <a:cubicBezTo>
                  <a:pt x="189809" y="232166"/>
                  <a:pt x="193550" y="242358"/>
                  <a:pt x="193550" y="254700"/>
                </a:cubicBezTo>
                <a:cubicBezTo>
                  <a:pt x="193550" y="261432"/>
                  <a:pt x="191960" y="269191"/>
                  <a:pt x="188781" y="277981"/>
                </a:cubicBezTo>
                <a:cubicBezTo>
                  <a:pt x="187659" y="281068"/>
                  <a:pt x="187098" y="283453"/>
                  <a:pt x="187098" y="285133"/>
                </a:cubicBezTo>
                <a:cubicBezTo>
                  <a:pt x="187098" y="289341"/>
                  <a:pt x="189248" y="292521"/>
                  <a:pt x="193550" y="294673"/>
                </a:cubicBezTo>
                <a:lnTo>
                  <a:pt x="193550" y="299860"/>
                </a:lnTo>
                <a:lnTo>
                  <a:pt x="148107" y="291306"/>
                </a:lnTo>
                <a:lnTo>
                  <a:pt x="148107" y="286116"/>
                </a:lnTo>
                <a:cubicBezTo>
                  <a:pt x="162320" y="285556"/>
                  <a:pt x="172371" y="282609"/>
                  <a:pt x="178262" y="277280"/>
                </a:cubicBezTo>
                <a:cubicBezTo>
                  <a:pt x="184153" y="271951"/>
                  <a:pt x="187098" y="264657"/>
                  <a:pt x="187098" y="255401"/>
                </a:cubicBezTo>
                <a:cubicBezTo>
                  <a:pt x="187098" y="248295"/>
                  <a:pt x="185135" y="242685"/>
                  <a:pt x="181207" y="238571"/>
                </a:cubicBezTo>
                <a:cubicBezTo>
                  <a:pt x="177187" y="234363"/>
                  <a:pt x="172278" y="232259"/>
                  <a:pt x="166481" y="232259"/>
                </a:cubicBezTo>
                <a:cubicBezTo>
                  <a:pt x="162740" y="232259"/>
                  <a:pt x="159281" y="233006"/>
                  <a:pt x="156102" y="234502"/>
                </a:cubicBezTo>
                <a:cubicBezTo>
                  <a:pt x="150492" y="237120"/>
                  <a:pt x="142731" y="242639"/>
                  <a:pt x="132820" y="251052"/>
                </a:cubicBezTo>
                <a:cubicBezTo>
                  <a:pt x="122909" y="259373"/>
                  <a:pt x="115475" y="264751"/>
                  <a:pt x="110519" y="267181"/>
                </a:cubicBezTo>
                <a:cubicBezTo>
                  <a:pt x="105564" y="269521"/>
                  <a:pt x="100609" y="270688"/>
                  <a:pt x="95653" y="270688"/>
                </a:cubicBezTo>
                <a:cubicBezTo>
                  <a:pt x="86583" y="270688"/>
                  <a:pt x="78916" y="267417"/>
                  <a:pt x="72651" y="260870"/>
                </a:cubicBezTo>
                <a:cubicBezTo>
                  <a:pt x="66386" y="254232"/>
                  <a:pt x="63254" y="245723"/>
                  <a:pt x="63254" y="235345"/>
                </a:cubicBezTo>
                <a:cubicBezTo>
                  <a:pt x="63254" y="232353"/>
                  <a:pt x="63488" y="229642"/>
                  <a:pt x="63955" y="227211"/>
                </a:cubicBezTo>
                <a:cubicBezTo>
                  <a:pt x="64236" y="225902"/>
                  <a:pt x="65311" y="222862"/>
                  <a:pt x="67181" y="218095"/>
                </a:cubicBezTo>
                <a:cubicBezTo>
                  <a:pt x="68958" y="213231"/>
                  <a:pt x="69846" y="210006"/>
                  <a:pt x="69846" y="208416"/>
                </a:cubicBezTo>
                <a:cubicBezTo>
                  <a:pt x="69846" y="204396"/>
                  <a:pt x="67649" y="201028"/>
                  <a:pt x="63254" y="198317"/>
                </a:cubicBezTo>
                <a:lnTo>
                  <a:pt x="63254" y="192988"/>
                </a:lnTo>
                <a:moveTo>
                  <a:pt x="28471" y="110660"/>
                </a:moveTo>
                <a:lnTo>
                  <a:pt x="66620" y="121599"/>
                </a:lnTo>
                <a:lnTo>
                  <a:pt x="66620" y="99579"/>
                </a:lnTo>
                <a:lnTo>
                  <a:pt x="75456" y="101964"/>
                </a:lnTo>
                <a:lnTo>
                  <a:pt x="75456" y="123842"/>
                </a:lnTo>
                <a:lnTo>
                  <a:pt x="158206" y="147967"/>
                </a:lnTo>
                <a:cubicBezTo>
                  <a:pt x="167089" y="150585"/>
                  <a:pt x="172839" y="151893"/>
                  <a:pt x="175457" y="151893"/>
                </a:cubicBezTo>
                <a:cubicBezTo>
                  <a:pt x="177046" y="151893"/>
                  <a:pt x="178262" y="151519"/>
                  <a:pt x="179103" y="150772"/>
                </a:cubicBezTo>
                <a:cubicBezTo>
                  <a:pt x="179945" y="150025"/>
                  <a:pt x="180366" y="149137"/>
                  <a:pt x="180366" y="148106"/>
                </a:cubicBezTo>
                <a:cubicBezTo>
                  <a:pt x="180366" y="145769"/>
                  <a:pt x="178729" y="142683"/>
                  <a:pt x="175457" y="138850"/>
                </a:cubicBezTo>
                <a:cubicBezTo>
                  <a:pt x="173587" y="136607"/>
                  <a:pt x="167837" y="131605"/>
                  <a:pt x="158206" y="123842"/>
                </a:cubicBezTo>
                <a:lnTo>
                  <a:pt x="161712" y="119214"/>
                </a:lnTo>
                <a:cubicBezTo>
                  <a:pt x="174241" y="127817"/>
                  <a:pt x="183078" y="135951"/>
                  <a:pt x="188220" y="143620"/>
                </a:cubicBezTo>
                <a:cubicBezTo>
                  <a:pt x="191773" y="148855"/>
                  <a:pt x="193550" y="154139"/>
                  <a:pt x="193550" y="159468"/>
                </a:cubicBezTo>
                <a:cubicBezTo>
                  <a:pt x="193550" y="163582"/>
                  <a:pt x="192287" y="166947"/>
                  <a:pt x="189762" y="169567"/>
                </a:cubicBezTo>
                <a:cubicBezTo>
                  <a:pt x="187145" y="172185"/>
                  <a:pt x="183826" y="173494"/>
                  <a:pt x="179805" y="173494"/>
                </a:cubicBezTo>
                <a:cubicBezTo>
                  <a:pt x="174756" y="173494"/>
                  <a:pt x="167042" y="171998"/>
                  <a:pt x="156663" y="169005"/>
                </a:cubicBezTo>
                <a:lnTo>
                  <a:pt x="75456" y="145582"/>
                </a:lnTo>
                <a:lnTo>
                  <a:pt x="75456" y="166762"/>
                </a:lnTo>
                <a:lnTo>
                  <a:pt x="69987" y="165360"/>
                </a:lnTo>
                <a:cubicBezTo>
                  <a:pt x="67181" y="155073"/>
                  <a:pt x="63021" y="146519"/>
                  <a:pt x="57504" y="139691"/>
                </a:cubicBezTo>
                <a:cubicBezTo>
                  <a:pt x="51894" y="132865"/>
                  <a:pt x="42217" y="125245"/>
                  <a:pt x="28471" y="116829"/>
                </a:cubicBezTo>
                <a:lnTo>
                  <a:pt x="28471" y="110660"/>
                </a:lnTo>
                <a:moveTo>
                  <a:pt x="329793" y="1007580"/>
                </a:moveTo>
                <a:lnTo>
                  <a:pt x="478882" y="948812"/>
                </a:lnTo>
                <a:lnTo>
                  <a:pt x="367521" y="916976"/>
                </a:lnTo>
                <a:cubicBezTo>
                  <a:pt x="358357" y="914358"/>
                  <a:pt x="351251" y="913050"/>
                  <a:pt x="346202" y="913050"/>
                </a:cubicBezTo>
                <a:cubicBezTo>
                  <a:pt x="342742" y="913050"/>
                  <a:pt x="340031" y="914265"/>
                  <a:pt x="338068" y="916695"/>
                </a:cubicBezTo>
                <a:cubicBezTo>
                  <a:pt x="336104" y="919125"/>
                  <a:pt x="335122" y="923662"/>
                  <a:pt x="335122" y="930300"/>
                </a:cubicBezTo>
                <a:cubicBezTo>
                  <a:pt x="335122" y="931422"/>
                  <a:pt x="335075" y="932592"/>
                  <a:pt x="334982" y="933807"/>
                </a:cubicBezTo>
                <a:lnTo>
                  <a:pt x="329793" y="932262"/>
                </a:lnTo>
                <a:lnTo>
                  <a:pt x="329793" y="871112"/>
                </a:lnTo>
                <a:lnTo>
                  <a:pt x="334982" y="872796"/>
                </a:lnTo>
                <a:cubicBezTo>
                  <a:pt x="334889" y="879155"/>
                  <a:pt x="335543" y="883877"/>
                  <a:pt x="336946" y="886960"/>
                </a:cubicBezTo>
                <a:cubicBezTo>
                  <a:pt x="338909" y="891355"/>
                  <a:pt x="341434" y="894629"/>
                  <a:pt x="344519" y="896778"/>
                </a:cubicBezTo>
                <a:cubicBezTo>
                  <a:pt x="348914" y="899771"/>
                  <a:pt x="356581" y="902811"/>
                  <a:pt x="367521" y="905895"/>
                </a:cubicBezTo>
                <a:lnTo>
                  <a:pt x="524324" y="950637"/>
                </a:lnTo>
                <a:lnTo>
                  <a:pt x="524324" y="955686"/>
                </a:lnTo>
                <a:lnTo>
                  <a:pt x="363874" y="1018940"/>
                </a:lnTo>
                <a:lnTo>
                  <a:pt x="482388" y="1052740"/>
                </a:lnTo>
                <a:cubicBezTo>
                  <a:pt x="491364" y="1055264"/>
                  <a:pt x="498237" y="1056528"/>
                  <a:pt x="503006" y="1056528"/>
                </a:cubicBezTo>
                <a:cubicBezTo>
                  <a:pt x="506558" y="1056528"/>
                  <a:pt x="509270" y="1055406"/>
                  <a:pt x="511140" y="1053160"/>
                </a:cubicBezTo>
                <a:cubicBezTo>
                  <a:pt x="512917" y="1050824"/>
                  <a:pt x="514132" y="1045355"/>
                  <a:pt x="514787" y="1036753"/>
                </a:cubicBezTo>
                <a:lnTo>
                  <a:pt x="519976" y="1038155"/>
                </a:lnTo>
                <a:lnTo>
                  <a:pt x="519976" y="1097903"/>
                </a:lnTo>
                <a:lnTo>
                  <a:pt x="514787" y="1095938"/>
                </a:lnTo>
                <a:cubicBezTo>
                  <a:pt x="514600" y="1088460"/>
                  <a:pt x="513945" y="1083457"/>
                  <a:pt x="512823" y="1080933"/>
                </a:cubicBezTo>
                <a:cubicBezTo>
                  <a:pt x="511140" y="1077097"/>
                  <a:pt x="508943" y="1074247"/>
                  <a:pt x="506231" y="1072376"/>
                </a:cubicBezTo>
                <a:cubicBezTo>
                  <a:pt x="502117" y="1069664"/>
                  <a:pt x="494169" y="1066627"/>
                  <a:pt x="482388" y="1063259"/>
                </a:cubicBezTo>
                <a:lnTo>
                  <a:pt x="350129" y="1025532"/>
                </a:lnTo>
                <a:cubicBezTo>
                  <a:pt x="344519" y="1029178"/>
                  <a:pt x="340685" y="1033104"/>
                  <a:pt x="338628" y="1037312"/>
                </a:cubicBezTo>
                <a:cubicBezTo>
                  <a:pt x="336478" y="1041426"/>
                  <a:pt x="335263" y="1047879"/>
                  <a:pt x="334982" y="1056667"/>
                </a:cubicBezTo>
                <a:lnTo>
                  <a:pt x="329793" y="1055125"/>
                </a:lnTo>
                <a:lnTo>
                  <a:pt x="329793" y="1007580"/>
                </a:lnTo>
                <a:moveTo>
                  <a:pt x="467101" y="864099"/>
                </a:moveTo>
                <a:cubicBezTo>
                  <a:pt x="471775" y="864755"/>
                  <a:pt x="475656" y="865082"/>
                  <a:pt x="478741" y="865082"/>
                </a:cubicBezTo>
                <a:cubicBezTo>
                  <a:pt x="487063" y="865082"/>
                  <a:pt x="494169" y="862137"/>
                  <a:pt x="500060" y="856246"/>
                </a:cubicBezTo>
                <a:cubicBezTo>
                  <a:pt x="505857" y="850355"/>
                  <a:pt x="508756" y="843203"/>
                  <a:pt x="508756" y="834788"/>
                </a:cubicBezTo>
                <a:cubicBezTo>
                  <a:pt x="508756" y="828056"/>
                  <a:pt x="507400" y="821602"/>
                  <a:pt x="504689" y="815433"/>
                </a:cubicBezTo>
                <a:cubicBezTo>
                  <a:pt x="501884" y="809167"/>
                  <a:pt x="495759" y="799911"/>
                  <a:pt x="486316" y="787663"/>
                </a:cubicBezTo>
                <a:lnTo>
                  <a:pt x="490383" y="784716"/>
                </a:lnTo>
                <a:cubicBezTo>
                  <a:pt x="512356" y="806876"/>
                  <a:pt x="523342" y="828008"/>
                  <a:pt x="523342" y="848112"/>
                </a:cubicBezTo>
                <a:cubicBezTo>
                  <a:pt x="523342" y="861763"/>
                  <a:pt x="519041" y="872049"/>
                  <a:pt x="510439" y="878968"/>
                </a:cubicBezTo>
                <a:cubicBezTo>
                  <a:pt x="501837" y="885887"/>
                  <a:pt x="492346" y="889345"/>
                  <a:pt x="481967" y="889345"/>
                </a:cubicBezTo>
                <a:cubicBezTo>
                  <a:pt x="468036" y="889345"/>
                  <a:pt x="453776" y="885044"/>
                  <a:pt x="439190" y="876441"/>
                </a:cubicBezTo>
                <a:cubicBezTo>
                  <a:pt x="424604" y="867841"/>
                  <a:pt x="413290" y="857041"/>
                  <a:pt x="405249" y="844043"/>
                </a:cubicBezTo>
                <a:cubicBezTo>
                  <a:pt x="397114" y="831048"/>
                  <a:pt x="393047" y="817676"/>
                  <a:pt x="393047" y="803931"/>
                </a:cubicBezTo>
                <a:cubicBezTo>
                  <a:pt x="393047" y="794020"/>
                  <a:pt x="395057" y="786680"/>
                  <a:pt x="399077" y="781911"/>
                </a:cubicBezTo>
                <a:cubicBezTo>
                  <a:pt x="403098" y="777144"/>
                  <a:pt x="407867" y="774759"/>
                  <a:pt x="413383" y="774759"/>
                </a:cubicBezTo>
                <a:cubicBezTo>
                  <a:pt x="421144" y="774759"/>
                  <a:pt x="428578" y="777845"/>
                  <a:pt x="435684" y="784014"/>
                </a:cubicBezTo>
                <a:cubicBezTo>
                  <a:pt x="444941" y="792152"/>
                  <a:pt x="452421" y="804119"/>
                  <a:pt x="458125" y="819922"/>
                </a:cubicBezTo>
                <a:cubicBezTo>
                  <a:pt x="461958" y="830392"/>
                  <a:pt x="464950" y="845119"/>
                  <a:pt x="467101" y="864099"/>
                </a:cubicBezTo>
                <a:moveTo>
                  <a:pt x="460228" y="863120"/>
                </a:moveTo>
                <a:cubicBezTo>
                  <a:pt x="458639" y="849282"/>
                  <a:pt x="455927" y="838013"/>
                  <a:pt x="452094" y="829316"/>
                </a:cubicBezTo>
                <a:cubicBezTo>
                  <a:pt x="446951" y="817818"/>
                  <a:pt x="440826" y="809215"/>
                  <a:pt x="433720" y="803511"/>
                </a:cubicBezTo>
                <a:cubicBezTo>
                  <a:pt x="426521" y="797713"/>
                  <a:pt x="419695" y="794815"/>
                  <a:pt x="413244" y="794815"/>
                </a:cubicBezTo>
                <a:cubicBezTo>
                  <a:pt x="409316" y="794815"/>
                  <a:pt x="406137" y="796078"/>
                  <a:pt x="403706" y="798602"/>
                </a:cubicBezTo>
                <a:cubicBezTo>
                  <a:pt x="401275" y="801032"/>
                  <a:pt x="400060" y="804539"/>
                  <a:pt x="400060" y="809121"/>
                </a:cubicBezTo>
                <a:cubicBezTo>
                  <a:pt x="400060" y="818658"/>
                  <a:pt x="405155" y="828803"/>
                  <a:pt x="415347" y="839555"/>
                </a:cubicBezTo>
                <a:cubicBezTo>
                  <a:pt x="425446" y="850216"/>
                  <a:pt x="440406" y="858069"/>
                  <a:pt x="460228" y="863120"/>
                </a:cubicBezTo>
                <a:moveTo>
                  <a:pt x="337366" y="706457"/>
                </a:moveTo>
                <a:cubicBezTo>
                  <a:pt x="337366" y="702527"/>
                  <a:pt x="338722" y="699208"/>
                  <a:pt x="341434" y="696497"/>
                </a:cubicBezTo>
                <a:cubicBezTo>
                  <a:pt x="344145" y="693785"/>
                  <a:pt x="347465" y="692431"/>
                  <a:pt x="351391" y="692431"/>
                </a:cubicBezTo>
                <a:cubicBezTo>
                  <a:pt x="355226" y="692431"/>
                  <a:pt x="358545" y="693834"/>
                  <a:pt x="361350" y="696639"/>
                </a:cubicBezTo>
                <a:cubicBezTo>
                  <a:pt x="364061" y="699350"/>
                  <a:pt x="365417" y="702621"/>
                  <a:pt x="365417" y="706457"/>
                </a:cubicBezTo>
                <a:cubicBezTo>
                  <a:pt x="365417" y="710289"/>
                  <a:pt x="364061" y="713608"/>
                  <a:pt x="361350" y="716414"/>
                </a:cubicBezTo>
                <a:cubicBezTo>
                  <a:pt x="358545" y="719125"/>
                  <a:pt x="355226" y="720482"/>
                  <a:pt x="351391" y="720482"/>
                </a:cubicBezTo>
                <a:cubicBezTo>
                  <a:pt x="347465" y="720482"/>
                  <a:pt x="344145" y="719125"/>
                  <a:pt x="341434" y="716414"/>
                </a:cubicBezTo>
                <a:cubicBezTo>
                  <a:pt x="338722" y="713702"/>
                  <a:pt x="337366" y="710383"/>
                  <a:pt x="337366" y="706457"/>
                </a:cubicBezTo>
                <a:moveTo>
                  <a:pt x="393047" y="704631"/>
                </a:moveTo>
                <a:lnTo>
                  <a:pt x="491364" y="732404"/>
                </a:lnTo>
                <a:cubicBezTo>
                  <a:pt x="498003" y="734272"/>
                  <a:pt x="501977" y="735206"/>
                  <a:pt x="503286" y="735206"/>
                </a:cubicBezTo>
                <a:cubicBezTo>
                  <a:pt x="504782" y="735206"/>
                  <a:pt x="505998" y="734786"/>
                  <a:pt x="506932" y="733945"/>
                </a:cubicBezTo>
                <a:cubicBezTo>
                  <a:pt x="507868" y="733011"/>
                  <a:pt x="508335" y="731935"/>
                  <a:pt x="508335" y="730720"/>
                </a:cubicBezTo>
                <a:cubicBezTo>
                  <a:pt x="508335" y="729318"/>
                  <a:pt x="507587" y="727634"/>
                  <a:pt x="506091" y="725669"/>
                </a:cubicBezTo>
                <a:cubicBezTo>
                  <a:pt x="501884" y="720340"/>
                  <a:pt x="495899" y="714966"/>
                  <a:pt x="488138" y="709540"/>
                </a:cubicBezTo>
                <a:lnTo>
                  <a:pt x="491364" y="704631"/>
                </a:lnTo>
                <a:cubicBezTo>
                  <a:pt x="501089" y="710991"/>
                  <a:pt x="509270" y="718472"/>
                  <a:pt x="515909" y="727072"/>
                </a:cubicBezTo>
                <a:cubicBezTo>
                  <a:pt x="520864" y="733432"/>
                  <a:pt x="523342" y="739507"/>
                  <a:pt x="523342" y="745305"/>
                </a:cubicBezTo>
                <a:cubicBezTo>
                  <a:pt x="523342" y="749138"/>
                  <a:pt x="522220" y="752272"/>
                  <a:pt x="519976" y="754703"/>
                </a:cubicBezTo>
                <a:cubicBezTo>
                  <a:pt x="517639" y="757133"/>
                  <a:pt x="514740" y="758348"/>
                  <a:pt x="511281" y="758348"/>
                </a:cubicBezTo>
                <a:cubicBezTo>
                  <a:pt x="507821" y="758348"/>
                  <a:pt x="502070" y="757181"/>
                  <a:pt x="494029" y="754842"/>
                </a:cubicBezTo>
                <a:lnTo>
                  <a:pt x="431196" y="736609"/>
                </a:lnTo>
                <a:cubicBezTo>
                  <a:pt x="420911" y="733619"/>
                  <a:pt x="414459" y="732123"/>
                  <a:pt x="411841" y="732123"/>
                </a:cubicBezTo>
                <a:cubicBezTo>
                  <a:pt x="409784" y="732123"/>
                  <a:pt x="408101" y="732869"/>
                  <a:pt x="406792" y="734366"/>
                </a:cubicBezTo>
                <a:cubicBezTo>
                  <a:pt x="405483" y="735768"/>
                  <a:pt x="404828" y="737733"/>
                  <a:pt x="404828" y="740257"/>
                </a:cubicBezTo>
                <a:cubicBezTo>
                  <a:pt x="404828" y="742313"/>
                  <a:pt x="405342" y="746568"/>
                  <a:pt x="406371" y="753019"/>
                </a:cubicBezTo>
                <a:lnTo>
                  <a:pt x="400901" y="753019"/>
                </a:lnTo>
                <a:lnTo>
                  <a:pt x="393047" y="704631"/>
                </a:lnTo>
                <a:moveTo>
                  <a:pt x="401743" y="541097"/>
                </a:moveTo>
                <a:lnTo>
                  <a:pt x="416329" y="545165"/>
                </a:lnTo>
                <a:lnTo>
                  <a:pt x="416329" y="568586"/>
                </a:lnTo>
                <a:cubicBezTo>
                  <a:pt x="421378" y="566811"/>
                  <a:pt x="426100" y="565923"/>
                  <a:pt x="430494" y="565923"/>
                </a:cubicBezTo>
                <a:cubicBezTo>
                  <a:pt x="442837" y="565923"/>
                  <a:pt x="453823" y="571158"/>
                  <a:pt x="463454" y="581629"/>
                </a:cubicBezTo>
                <a:cubicBezTo>
                  <a:pt x="473085" y="592196"/>
                  <a:pt x="478414" y="606688"/>
                  <a:pt x="479443" y="625108"/>
                </a:cubicBezTo>
                <a:cubicBezTo>
                  <a:pt x="482435" y="635020"/>
                  <a:pt x="485988" y="642453"/>
                  <a:pt x="490102" y="647410"/>
                </a:cubicBezTo>
                <a:cubicBezTo>
                  <a:pt x="491598" y="649278"/>
                  <a:pt x="493141" y="650215"/>
                  <a:pt x="494730" y="650215"/>
                </a:cubicBezTo>
                <a:cubicBezTo>
                  <a:pt x="496601" y="650215"/>
                  <a:pt x="498330" y="649372"/>
                  <a:pt x="499920" y="647688"/>
                </a:cubicBezTo>
                <a:cubicBezTo>
                  <a:pt x="501416" y="646008"/>
                  <a:pt x="502959" y="641752"/>
                  <a:pt x="504548" y="634926"/>
                </a:cubicBezTo>
                <a:lnTo>
                  <a:pt x="510860" y="607718"/>
                </a:lnTo>
                <a:cubicBezTo>
                  <a:pt x="514413" y="592662"/>
                  <a:pt x="518621" y="582705"/>
                  <a:pt x="523483" y="577844"/>
                </a:cubicBezTo>
                <a:cubicBezTo>
                  <a:pt x="528438" y="573075"/>
                  <a:pt x="534142" y="570690"/>
                  <a:pt x="540594" y="570690"/>
                </a:cubicBezTo>
                <a:cubicBezTo>
                  <a:pt x="548261" y="570690"/>
                  <a:pt x="555273" y="573543"/>
                  <a:pt x="561631" y="579247"/>
                </a:cubicBezTo>
                <a:cubicBezTo>
                  <a:pt x="567990" y="584857"/>
                  <a:pt x="572945" y="593131"/>
                  <a:pt x="576498" y="604070"/>
                </a:cubicBezTo>
                <a:cubicBezTo>
                  <a:pt x="580145" y="614916"/>
                  <a:pt x="581968" y="626931"/>
                  <a:pt x="581968" y="640116"/>
                </a:cubicBezTo>
                <a:cubicBezTo>
                  <a:pt x="581968" y="651709"/>
                  <a:pt x="580566" y="662276"/>
                  <a:pt x="577761" y="671813"/>
                </a:cubicBezTo>
                <a:cubicBezTo>
                  <a:pt x="575049" y="681350"/>
                  <a:pt x="571355" y="688175"/>
                  <a:pt x="566681" y="692289"/>
                </a:cubicBezTo>
                <a:cubicBezTo>
                  <a:pt x="562005" y="696403"/>
                  <a:pt x="557190" y="698461"/>
                  <a:pt x="552234" y="698461"/>
                </a:cubicBezTo>
                <a:cubicBezTo>
                  <a:pt x="548214" y="698461"/>
                  <a:pt x="544006" y="697104"/>
                  <a:pt x="539611" y="694393"/>
                </a:cubicBezTo>
                <a:cubicBezTo>
                  <a:pt x="535311" y="691775"/>
                  <a:pt x="531757" y="688456"/>
                  <a:pt x="528952" y="684436"/>
                </a:cubicBezTo>
                <a:cubicBezTo>
                  <a:pt x="527176" y="681912"/>
                  <a:pt x="522968" y="674757"/>
                  <a:pt x="516329" y="662977"/>
                </a:cubicBezTo>
                <a:cubicBezTo>
                  <a:pt x="512963" y="667279"/>
                  <a:pt x="509270" y="669428"/>
                  <a:pt x="505249" y="669428"/>
                </a:cubicBezTo>
                <a:cubicBezTo>
                  <a:pt x="501509" y="669428"/>
                  <a:pt x="497535" y="667560"/>
                  <a:pt x="493328" y="663818"/>
                </a:cubicBezTo>
                <a:cubicBezTo>
                  <a:pt x="489121" y="659985"/>
                  <a:pt x="484492" y="651944"/>
                  <a:pt x="479443" y="639696"/>
                </a:cubicBezTo>
                <a:cubicBezTo>
                  <a:pt x="477479" y="649980"/>
                  <a:pt x="473178" y="658162"/>
                  <a:pt x="466540" y="664241"/>
                </a:cubicBezTo>
                <a:cubicBezTo>
                  <a:pt x="459901" y="670223"/>
                  <a:pt x="452514" y="673215"/>
                  <a:pt x="444379" y="673215"/>
                </a:cubicBezTo>
                <a:cubicBezTo>
                  <a:pt x="431102" y="673215"/>
                  <a:pt x="419228" y="667418"/>
                  <a:pt x="408756" y="655825"/>
                </a:cubicBezTo>
                <a:cubicBezTo>
                  <a:pt x="398283" y="644136"/>
                  <a:pt x="393047" y="628615"/>
                  <a:pt x="393047" y="609260"/>
                </a:cubicBezTo>
                <a:cubicBezTo>
                  <a:pt x="393047" y="602247"/>
                  <a:pt x="393748" y="596498"/>
                  <a:pt x="395151" y="592009"/>
                </a:cubicBezTo>
                <a:cubicBezTo>
                  <a:pt x="396553" y="587520"/>
                  <a:pt x="398750" y="583174"/>
                  <a:pt x="401743" y="578966"/>
                </a:cubicBezTo>
                <a:lnTo>
                  <a:pt x="401743" y="541097"/>
                </a:lnTo>
                <a:moveTo>
                  <a:pt x="423762" y="589766"/>
                </a:moveTo>
                <a:cubicBezTo>
                  <a:pt x="416282" y="589766"/>
                  <a:pt x="410392" y="591870"/>
                  <a:pt x="406090" y="596075"/>
                </a:cubicBezTo>
                <a:cubicBezTo>
                  <a:pt x="401790" y="600192"/>
                  <a:pt x="399639" y="605614"/>
                  <a:pt x="399639" y="612346"/>
                </a:cubicBezTo>
                <a:cubicBezTo>
                  <a:pt x="399639" y="622911"/>
                  <a:pt x="404968" y="631653"/>
                  <a:pt x="415628" y="638572"/>
                </a:cubicBezTo>
                <a:cubicBezTo>
                  <a:pt x="426194" y="645400"/>
                  <a:pt x="437227" y="648813"/>
                  <a:pt x="448728" y="648813"/>
                </a:cubicBezTo>
                <a:cubicBezTo>
                  <a:pt x="455927" y="648813"/>
                  <a:pt x="461818" y="646615"/>
                  <a:pt x="466399" y="642220"/>
                </a:cubicBezTo>
                <a:cubicBezTo>
                  <a:pt x="470981" y="637825"/>
                  <a:pt x="473272" y="632496"/>
                  <a:pt x="473272" y="626230"/>
                </a:cubicBezTo>
                <a:cubicBezTo>
                  <a:pt x="473272" y="621275"/>
                  <a:pt x="471916" y="616506"/>
                  <a:pt x="469205" y="611926"/>
                </a:cubicBezTo>
                <a:cubicBezTo>
                  <a:pt x="466493" y="607250"/>
                  <a:pt x="462753" y="603323"/>
                  <a:pt x="457984" y="600143"/>
                </a:cubicBezTo>
                <a:cubicBezTo>
                  <a:pt x="453216" y="596963"/>
                  <a:pt x="447138" y="594439"/>
                  <a:pt x="439751" y="592568"/>
                </a:cubicBezTo>
                <a:cubicBezTo>
                  <a:pt x="432365" y="590700"/>
                  <a:pt x="427035" y="589766"/>
                  <a:pt x="423762" y="589766"/>
                </a:cubicBezTo>
                <a:moveTo>
                  <a:pt x="519976" y="656947"/>
                </a:moveTo>
                <a:cubicBezTo>
                  <a:pt x="523436" y="664519"/>
                  <a:pt x="527877" y="670271"/>
                  <a:pt x="533301" y="674198"/>
                </a:cubicBezTo>
                <a:cubicBezTo>
                  <a:pt x="538723" y="678031"/>
                  <a:pt x="544053" y="679947"/>
                  <a:pt x="549289" y="679947"/>
                </a:cubicBezTo>
                <a:cubicBezTo>
                  <a:pt x="555460" y="679947"/>
                  <a:pt x="560556" y="677142"/>
                  <a:pt x="564577" y="671532"/>
                </a:cubicBezTo>
                <a:cubicBezTo>
                  <a:pt x="570374" y="663491"/>
                  <a:pt x="573273" y="651709"/>
                  <a:pt x="573273" y="636190"/>
                </a:cubicBezTo>
                <a:cubicBezTo>
                  <a:pt x="573273" y="622817"/>
                  <a:pt x="570981" y="611409"/>
                  <a:pt x="566400" y="601966"/>
                </a:cubicBezTo>
                <a:cubicBezTo>
                  <a:pt x="561912" y="592429"/>
                  <a:pt x="556068" y="587662"/>
                  <a:pt x="548868" y="587662"/>
                </a:cubicBezTo>
                <a:cubicBezTo>
                  <a:pt x="545222" y="587662"/>
                  <a:pt x="541762" y="589437"/>
                  <a:pt x="538490" y="592991"/>
                </a:cubicBezTo>
                <a:cubicBezTo>
                  <a:pt x="535217" y="596450"/>
                  <a:pt x="532552" y="603230"/>
                  <a:pt x="530495" y="613329"/>
                </a:cubicBezTo>
                <a:cubicBezTo>
                  <a:pt x="529373" y="618845"/>
                  <a:pt x="525867" y="633385"/>
                  <a:pt x="519976" y="656947"/>
                </a:cubicBezTo>
                <a:moveTo>
                  <a:pt x="320536" y="462835"/>
                </a:moveTo>
                <a:lnTo>
                  <a:pt x="456722" y="502246"/>
                </a:lnTo>
                <a:cubicBezTo>
                  <a:pt x="431102" y="485230"/>
                  <a:pt x="414085" y="471951"/>
                  <a:pt x="405669" y="462415"/>
                </a:cubicBezTo>
                <a:cubicBezTo>
                  <a:pt x="397255" y="452878"/>
                  <a:pt x="393047" y="443761"/>
                  <a:pt x="393047" y="435065"/>
                </a:cubicBezTo>
                <a:cubicBezTo>
                  <a:pt x="393047" y="430576"/>
                  <a:pt x="394589" y="426837"/>
                  <a:pt x="397676" y="423844"/>
                </a:cubicBezTo>
                <a:cubicBezTo>
                  <a:pt x="400761" y="420852"/>
                  <a:pt x="404875" y="419356"/>
                  <a:pt x="410018" y="419356"/>
                </a:cubicBezTo>
                <a:cubicBezTo>
                  <a:pt x="416189" y="419356"/>
                  <a:pt x="423669" y="420667"/>
                  <a:pt x="432458" y="423285"/>
                </a:cubicBezTo>
                <a:lnTo>
                  <a:pt x="491225" y="440394"/>
                </a:lnTo>
                <a:cubicBezTo>
                  <a:pt x="498330" y="442546"/>
                  <a:pt x="502258" y="443622"/>
                  <a:pt x="503006" y="443622"/>
                </a:cubicBezTo>
                <a:cubicBezTo>
                  <a:pt x="504315" y="443622"/>
                  <a:pt x="505390" y="443247"/>
                  <a:pt x="506231" y="442498"/>
                </a:cubicBezTo>
                <a:cubicBezTo>
                  <a:pt x="507073" y="441657"/>
                  <a:pt x="507494" y="440723"/>
                  <a:pt x="507494" y="439693"/>
                </a:cubicBezTo>
                <a:cubicBezTo>
                  <a:pt x="507494" y="438478"/>
                  <a:pt x="506886" y="437075"/>
                  <a:pt x="505670" y="435485"/>
                </a:cubicBezTo>
                <a:cubicBezTo>
                  <a:pt x="501556" y="430156"/>
                  <a:pt x="495852" y="424875"/>
                  <a:pt x="488559" y="419637"/>
                </a:cubicBezTo>
                <a:lnTo>
                  <a:pt x="491225" y="415290"/>
                </a:lnTo>
                <a:cubicBezTo>
                  <a:pt x="496180" y="418470"/>
                  <a:pt x="501650" y="422910"/>
                  <a:pt x="507634" y="428614"/>
                </a:cubicBezTo>
                <a:cubicBezTo>
                  <a:pt x="513524" y="434224"/>
                  <a:pt x="517639" y="439085"/>
                  <a:pt x="519976" y="443199"/>
                </a:cubicBezTo>
                <a:cubicBezTo>
                  <a:pt x="522220" y="447219"/>
                  <a:pt x="523342" y="450819"/>
                  <a:pt x="523342" y="453999"/>
                </a:cubicBezTo>
                <a:cubicBezTo>
                  <a:pt x="523342" y="457460"/>
                  <a:pt x="522220" y="460311"/>
                  <a:pt x="519976" y="462554"/>
                </a:cubicBezTo>
                <a:cubicBezTo>
                  <a:pt x="517826" y="464706"/>
                  <a:pt x="515020" y="465782"/>
                  <a:pt x="511561" y="465782"/>
                </a:cubicBezTo>
                <a:cubicBezTo>
                  <a:pt x="507447" y="465782"/>
                  <a:pt x="499780" y="464144"/>
                  <a:pt x="488559" y="460873"/>
                </a:cubicBezTo>
                <a:lnTo>
                  <a:pt x="432458" y="444744"/>
                </a:lnTo>
                <a:cubicBezTo>
                  <a:pt x="425446" y="442685"/>
                  <a:pt x="419929" y="441657"/>
                  <a:pt x="415908" y="441657"/>
                </a:cubicBezTo>
                <a:cubicBezTo>
                  <a:pt x="414038" y="441657"/>
                  <a:pt x="412542" y="442265"/>
                  <a:pt x="411420" y="443480"/>
                </a:cubicBezTo>
                <a:cubicBezTo>
                  <a:pt x="410298" y="444602"/>
                  <a:pt x="409737" y="446098"/>
                  <a:pt x="409737" y="447969"/>
                </a:cubicBezTo>
                <a:cubicBezTo>
                  <a:pt x="409737" y="450680"/>
                  <a:pt x="410766" y="453767"/>
                  <a:pt x="412823" y="457225"/>
                </a:cubicBezTo>
                <a:cubicBezTo>
                  <a:pt x="416750" y="463584"/>
                  <a:pt x="424043" y="470924"/>
                  <a:pt x="434702" y="479245"/>
                </a:cubicBezTo>
                <a:cubicBezTo>
                  <a:pt x="437601" y="481488"/>
                  <a:pt x="449288" y="488970"/>
                  <a:pt x="469765" y="501686"/>
                </a:cubicBezTo>
                <a:cubicBezTo>
                  <a:pt x="476310" y="505613"/>
                  <a:pt x="483464" y="508838"/>
                  <a:pt x="491225" y="511362"/>
                </a:cubicBezTo>
                <a:lnTo>
                  <a:pt x="519976" y="520340"/>
                </a:lnTo>
                <a:lnTo>
                  <a:pt x="519976" y="541378"/>
                </a:lnTo>
                <a:lnTo>
                  <a:pt x="359526" y="495233"/>
                </a:lnTo>
                <a:lnTo>
                  <a:pt x="342135" y="490324"/>
                </a:lnTo>
                <a:cubicBezTo>
                  <a:pt x="339704" y="490324"/>
                  <a:pt x="337553" y="491354"/>
                  <a:pt x="335684" y="493410"/>
                </a:cubicBezTo>
                <a:cubicBezTo>
                  <a:pt x="333813" y="495375"/>
                  <a:pt x="332878" y="497805"/>
                  <a:pt x="332878" y="500704"/>
                </a:cubicBezTo>
                <a:cubicBezTo>
                  <a:pt x="332878" y="502388"/>
                  <a:pt x="333159" y="504957"/>
                  <a:pt x="333720" y="508418"/>
                </a:cubicBezTo>
                <a:lnTo>
                  <a:pt x="334140" y="511362"/>
                </a:lnTo>
                <a:lnTo>
                  <a:pt x="328671" y="511362"/>
                </a:lnTo>
                <a:lnTo>
                  <a:pt x="320536" y="462835"/>
                </a:lnTo>
                <a:moveTo>
                  <a:pt x="320536" y="320617"/>
                </a:moveTo>
                <a:lnTo>
                  <a:pt x="417451" y="348248"/>
                </a:lnTo>
                <a:cubicBezTo>
                  <a:pt x="408101" y="339274"/>
                  <a:pt x="401696" y="331466"/>
                  <a:pt x="398236" y="324825"/>
                </a:cubicBezTo>
                <a:cubicBezTo>
                  <a:pt x="394777" y="318093"/>
                  <a:pt x="393047" y="311081"/>
                  <a:pt x="393047" y="303790"/>
                </a:cubicBezTo>
                <a:cubicBezTo>
                  <a:pt x="393047" y="293503"/>
                  <a:pt x="396460" y="285088"/>
                  <a:pt x="403285" y="278544"/>
                </a:cubicBezTo>
                <a:cubicBezTo>
                  <a:pt x="410111" y="271996"/>
                  <a:pt x="419368" y="268726"/>
                  <a:pt x="431056" y="268726"/>
                </a:cubicBezTo>
                <a:cubicBezTo>
                  <a:pt x="446109" y="268726"/>
                  <a:pt x="461116" y="273027"/>
                  <a:pt x="476077" y="281627"/>
                </a:cubicBezTo>
                <a:cubicBezTo>
                  <a:pt x="490943" y="290230"/>
                  <a:pt x="502538" y="301030"/>
                  <a:pt x="510860" y="314028"/>
                </a:cubicBezTo>
                <a:cubicBezTo>
                  <a:pt x="519181" y="327023"/>
                  <a:pt x="523342" y="339833"/>
                  <a:pt x="523342" y="352456"/>
                </a:cubicBezTo>
                <a:cubicBezTo>
                  <a:pt x="523342" y="366575"/>
                  <a:pt x="518059" y="381066"/>
                  <a:pt x="507494" y="395935"/>
                </a:cubicBezTo>
                <a:lnTo>
                  <a:pt x="360648" y="353296"/>
                </a:lnTo>
                <a:cubicBezTo>
                  <a:pt x="349334" y="350026"/>
                  <a:pt x="342696" y="348387"/>
                  <a:pt x="340732" y="348387"/>
                </a:cubicBezTo>
                <a:cubicBezTo>
                  <a:pt x="338301" y="348387"/>
                  <a:pt x="336478" y="349137"/>
                  <a:pt x="335263" y="350633"/>
                </a:cubicBezTo>
                <a:cubicBezTo>
                  <a:pt x="333580" y="352783"/>
                  <a:pt x="332738" y="355962"/>
                  <a:pt x="332738" y="360170"/>
                </a:cubicBezTo>
                <a:cubicBezTo>
                  <a:pt x="332738" y="362135"/>
                  <a:pt x="333065" y="365124"/>
                  <a:pt x="333720" y="369148"/>
                </a:cubicBezTo>
                <a:lnTo>
                  <a:pt x="328390" y="369148"/>
                </a:lnTo>
                <a:lnTo>
                  <a:pt x="320536" y="320617"/>
                </a:lnTo>
                <a:moveTo>
                  <a:pt x="509036" y="374897"/>
                </a:moveTo>
                <a:cubicBezTo>
                  <a:pt x="514179" y="365547"/>
                  <a:pt x="516750" y="357320"/>
                  <a:pt x="516750" y="350213"/>
                </a:cubicBezTo>
                <a:cubicBezTo>
                  <a:pt x="516750" y="341985"/>
                  <a:pt x="513758" y="333476"/>
                  <a:pt x="507774" y="324686"/>
                </a:cubicBezTo>
                <a:cubicBezTo>
                  <a:pt x="501696" y="315802"/>
                  <a:pt x="491505" y="308136"/>
                  <a:pt x="477199" y="301686"/>
                </a:cubicBezTo>
                <a:cubicBezTo>
                  <a:pt x="462893" y="295139"/>
                  <a:pt x="448447" y="291868"/>
                  <a:pt x="433860" y="291868"/>
                </a:cubicBezTo>
                <a:cubicBezTo>
                  <a:pt x="425258" y="291868"/>
                  <a:pt x="418527" y="294017"/>
                  <a:pt x="413664" y="298318"/>
                </a:cubicBezTo>
                <a:cubicBezTo>
                  <a:pt x="408802" y="302526"/>
                  <a:pt x="406371" y="307529"/>
                  <a:pt x="406371" y="313326"/>
                </a:cubicBezTo>
                <a:cubicBezTo>
                  <a:pt x="406371" y="322020"/>
                  <a:pt x="409877" y="330529"/>
                  <a:pt x="416890" y="338851"/>
                </a:cubicBezTo>
                <a:cubicBezTo>
                  <a:pt x="423809" y="347172"/>
                  <a:pt x="433486" y="353112"/>
                  <a:pt x="445923" y="356664"/>
                </a:cubicBezTo>
                <a:lnTo>
                  <a:pt x="509036" y="374897"/>
                </a:lnTo>
                <a:moveTo>
                  <a:pt x="436946" y="127070"/>
                </a:moveTo>
                <a:cubicBezTo>
                  <a:pt x="450971" y="127070"/>
                  <a:pt x="464856" y="130810"/>
                  <a:pt x="478602" y="138288"/>
                </a:cubicBezTo>
                <a:cubicBezTo>
                  <a:pt x="492346" y="145676"/>
                  <a:pt x="503239" y="156007"/>
                  <a:pt x="511281" y="169286"/>
                </a:cubicBezTo>
                <a:cubicBezTo>
                  <a:pt x="519322" y="182562"/>
                  <a:pt x="523342" y="195466"/>
                  <a:pt x="523342" y="207996"/>
                </a:cubicBezTo>
                <a:cubicBezTo>
                  <a:pt x="523342" y="220806"/>
                  <a:pt x="519275" y="231277"/>
                  <a:pt x="511140" y="239411"/>
                </a:cubicBezTo>
                <a:cubicBezTo>
                  <a:pt x="502912" y="247455"/>
                  <a:pt x="492299" y="251475"/>
                  <a:pt x="479303" y="251475"/>
                </a:cubicBezTo>
                <a:cubicBezTo>
                  <a:pt x="465558" y="251475"/>
                  <a:pt x="451766" y="247545"/>
                  <a:pt x="437928" y="239692"/>
                </a:cubicBezTo>
                <a:cubicBezTo>
                  <a:pt x="424090" y="231745"/>
                  <a:pt x="413150" y="221178"/>
                  <a:pt x="405109" y="207996"/>
                </a:cubicBezTo>
                <a:cubicBezTo>
                  <a:pt x="397067" y="194717"/>
                  <a:pt x="393047" y="181909"/>
                  <a:pt x="393047" y="169567"/>
                </a:cubicBezTo>
                <a:cubicBezTo>
                  <a:pt x="393047" y="157223"/>
                  <a:pt x="397114" y="147078"/>
                  <a:pt x="405249" y="139131"/>
                </a:cubicBezTo>
                <a:cubicBezTo>
                  <a:pt x="413383" y="131091"/>
                  <a:pt x="423949" y="127070"/>
                  <a:pt x="436946" y="127070"/>
                </a:cubicBezTo>
                <a:moveTo>
                  <a:pt x="427268" y="150352"/>
                </a:moveTo>
                <a:cubicBezTo>
                  <a:pt x="418573" y="150352"/>
                  <a:pt x="411934" y="152501"/>
                  <a:pt x="407353" y="156802"/>
                </a:cubicBezTo>
                <a:cubicBezTo>
                  <a:pt x="402678" y="161010"/>
                  <a:pt x="400340" y="166481"/>
                  <a:pt x="400340" y="173213"/>
                </a:cubicBezTo>
                <a:cubicBezTo>
                  <a:pt x="400340" y="186957"/>
                  <a:pt x="410204" y="199626"/>
                  <a:pt x="429934" y="211221"/>
                </a:cubicBezTo>
                <a:cubicBezTo>
                  <a:pt x="449569" y="222722"/>
                  <a:pt x="469111" y="228472"/>
                  <a:pt x="488559" y="228472"/>
                </a:cubicBezTo>
                <a:cubicBezTo>
                  <a:pt x="497442" y="228472"/>
                  <a:pt x="504315" y="226229"/>
                  <a:pt x="509177" y="221740"/>
                </a:cubicBezTo>
                <a:cubicBezTo>
                  <a:pt x="513945" y="217251"/>
                  <a:pt x="516329" y="211596"/>
                  <a:pt x="516329" y="204770"/>
                </a:cubicBezTo>
                <a:cubicBezTo>
                  <a:pt x="516329" y="191585"/>
                  <a:pt x="506558" y="179243"/>
                  <a:pt x="487017" y="167742"/>
                </a:cubicBezTo>
                <a:cubicBezTo>
                  <a:pt x="467381" y="156149"/>
                  <a:pt x="447465" y="150352"/>
                  <a:pt x="427268" y="150352"/>
                </a:cubicBezTo>
                <a:moveTo>
                  <a:pt x="400901" y="101262"/>
                </a:moveTo>
                <a:lnTo>
                  <a:pt x="393047" y="52874"/>
                </a:lnTo>
                <a:lnTo>
                  <a:pt x="461210" y="73072"/>
                </a:lnTo>
                <a:cubicBezTo>
                  <a:pt x="433253" y="56710"/>
                  <a:pt x="413711" y="41841"/>
                  <a:pt x="402584" y="28471"/>
                </a:cubicBezTo>
                <a:cubicBezTo>
                  <a:pt x="396226" y="20896"/>
                  <a:pt x="393047" y="14727"/>
                  <a:pt x="393047" y="9957"/>
                </a:cubicBezTo>
                <a:cubicBezTo>
                  <a:pt x="393047" y="6871"/>
                  <a:pt x="393982" y="4440"/>
                  <a:pt x="395852" y="2663"/>
                </a:cubicBezTo>
                <a:cubicBezTo>
                  <a:pt x="397629" y="889"/>
                  <a:pt x="400247" y="0"/>
                  <a:pt x="403706" y="0"/>
                </a:cubicBezTo>
                <a:cubicBezTo>
                  <a:pt x="409877" y="0"/>
                  <a:pt x="415768" y="1590"/>
                  <a:pt x="421378" y="4767"/>
                </a:cubicBezTo>
                <a:cubicBezTo>
                  <a:pt x="425586" y="7013"/>
                  <a:pt x="427689" y="10238"/>
                  <a:pt x="427689" y="14446"/>
                </a:cubicBezTo>
                <a:cubicBezTo>
                  <a:pt x="427689" y="16595"/>
                  <a:pt x="426988" y="18466"/>
                  <a:pt x="425586" y="20056"/>
                </a:cubicBezTo>
                <a:cubicBezTo>
                  <a:pt x="424183" y="21552"/>
                  <a:pt x="422032" y="22486"/>
                  <a:pt x="419134" y="22861"/>
                </a:cubicBezTo>
                <a:cubicBezTo>
                  <a:pt x="417358" y="23048"/>
                  <a:pt x="416189" y="23469"/>
                  <a:pt x="415628" y="24125"/>
                </a:cubicBezTo>
                <a:cubicBezTo>
                  <a:pt x="414880" y="24871"/>
                  <a:pt x="414506" y="25760"/>
                  <a:pt x="414506" y="26788"/>
                </a:cubicBezTo>
                <a:cubicBezTo>
                  <a:pt x="414506" y="28378"/>
                  <a:pt x="414880" y="29874"/>
                  <a:pt x="415628" y="31276"/>
                </a:cubicBezTo>
                <a:cubicBezTo>
                  <a:pt x="416937" y="33707"/>
                  <a:pt x="420584" y="37401"/>
                  <a:pt x="426567" y="42355"/>
                </a:cubicBezTo>
                <a:cubicBezTo>
                  <a:pt x="435731" y="50117"/>
                  <a:pt x="447605" y="58533"/>
                  <a:pt x="462192" y="67601"/>
                </a:cubicBezTo>
                <a:cubicBezTo>
                  <a:pt x="468363" y="71528"/>
                  <a:pt x="475329" y="74895"/>
                  <a:pt x="483090" y="77700"/>
                </a:cubicBezTo>
                <a:cubicBezTo>
                  <a:pt x="493749" y="81626"/>
                  <a:pt x="500154" y="83872"/>
                  <a:pt x="502304" y="84432"/>
                </a:cubicBezTo>
                <a:lnTo>
                  <a:pt x="519976" y="88920"/>
                </a:lnTo>
                <a:lnTo>
                  <a:pt x="519976" y="110379"/>
                </a:lnTo>
                <a:lnTo>
                  <a:pt x="432879" y="84432"/>
                </a:lnTo>
                <a:cubicBezTo>
                  <a:pt x="422780" y="81439"/>
                  <a:pt x="415581" y="79943"/>
                  <a:pt x="411280" y="79943"/>
                </a:cubicBezTo>
                <a:cubicBezTo>
                  <a:pt x="409597" y="79943"/>
                  <a:pt x="408194" y="80644"/>
                  <a:pt x="407072" y="82047"/>
                </a:cubicBezTo>
                <a:cubicBezTo>
                  <a:pt x="405576" y="83918"/>
                  <a:pt x="404828" y="86396"/>
                  <a:pt x="404828" y="89482"/>
                </a:cubicBezTo>
                <a:cubicBezTo>
                  <a:pt x="404828" y="91444"/>
                  <a:pt x="405249" y="95044"/>
                  <a:pt x="406090" y="100280"/>
                </a:cubicBezTo>
                <a:lnTo>
                  <a:pt x="400901" y="1012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42">
            <a:extLst xmlns:a="http://schemas.openxmlformats.org/drawingml/2006/main">
              <a:ext uri="{FF2B5EF4-FFF2-40B4-BE49-F238E27FC236}">
                <a16:creationId xmlns:a16="http://schemas.microsoft.com/office/drawing/2014/main" id="{EBEB7C92-216A-41A5-8518-60906531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214" y="3057194"/>
            <a:ext cx="718097" cy="1372364"/>
          </a:xfrm>
          <a:custGeom xmlns:a="http://schemas.openxmlformats.org/drawingml/2006/main">
            <a:pathLst>
              <a:path w="718097" h="1372364">
                <a:moveTo>
                  <a:pt x="0" y="0"/>
                </a:moveTo>
                <a:lnTo>
                  <a:pt x="718097" y="0"/>
                </a:lnTo>
                <a:lnTo>
                  <a:pt x="718097" y="1372364"/>
                </a:lnTo>
                <a:lnTo>
                  <a:pt x="0" y="137236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43">
            <a:extLst xmlns:a="http://schemas.openxmlformats.org/drawingml/2006/main">
              <a:ext uri="{FF2B5EF4-FFF2-40B4-BE49-F238E27FC236}">
                <a16:creationId xmlns:a16="http://schemas.microsoft.com/office/drawing/2014/main" id="{E146C503-B4C2-4315-90C2-6F911E91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228" y="3152210"/>
            <a:ext cx="203788" cy="1181633"/>
          </a:xfrm>
          <a:custGeom xmlns:a="http://schemas.openxmlformats.org/drawingml/2006/main">
            <a:pathLst>
              <a:path w="203788" h="1181633">
                <a:moveTo>
                  <a:pt x="4909" y="1005334"/>
                </a:moveTo>
                <a:lnTo>
                  <a:pt x="64937" y="1000425"/>
                </a:lnTo>
                <a:lnTo>
                  <a:pt x="64937" y="1005334"/>
                </a:lnTo>
                <a:cubicBezTo>
                  <a:pt x="49977" y="1010289"/>
                  <a:pt x="38710" y="1016694"/>
                  <a:pt x="31136" y="1024550"/>
                </a:cubicBezTo>
                <a:cubicBezTo>
                  <a:pt x="20197" y="1035864"/>
                  <a:pt x="14727" y="1050403"/>
                  <a:pt x="14727" y="1068168"/>
                </a:cubicBezTo>
                <a:cubicBezTo>
                  <a:pt x="14727" y="1092384"/>
                  <a:pt x="24310" y="1110804"/>
                  <a:pt x="43479" y="1123427"/>
                </a:cubicBezTo>
                <a:cubicBezTo>
                  <a:pt x="59654" y="1133995"/>
                  <a:pt x="78916" y="1139276"/>
                  <a:pt x="101263" y="1139276"/>
                </a:cubicBezTo>
                <a:cubicBezTo>
                  <a:pt x="119402" y="1139276"/>
                  <a:pt x="135952" y="1135769"/>
                  <a:pt x="150912" y="1128756"/>
                </a:cubicBezTo>
                <a:cubicBezTo>
                  <a:pt x="165873" y="1121744"/>
                  <a:pt x="176859" y="1112582"/>
                  <a:pt x="183872" y="1101267"/>
                </a:cubicBezTo>
                <a:cubicBezTo>
                  <a:pt x="190791" y="1089860"/>
                  <a:pt x="194250" y="1078174"/>
                  <a:pt x="194250" y="1066204"/>
                </a:cubicBezTo>
                <a:cubicBezTo>
                  <a:pt x="194250" y="1059191"/>
                  <a:pt x="193362" y="1052414"/>
                  <a:pt x="191586" y="1045866"/>
                </a:cubicBezTo>
                <a:cubicBezTo>
                  <a:pt x="189809" y="1039322"/>
                  <a:pt x="187192" y="1033011"/>
                  <a:pt x="183732" y="1026932"/>
                </a:cubicBezTo>
                <a:lnTo>
                  <a:pt x="128753" y="1026932"/>
                </a:lnTo>
                <a:cubicBezTo>
                  <a:pt x="119215" y="1026932"/>
                  <a:pt x="112997" y="1027682"/>
                  <a:pt x="110098" y="1029178"/>
                </a:cubicBezTo>
                <a:cubicBezTo>
                  <a:pt x="107107" y="1030580"/>
                  <a:pt x="104862" y="1032823"/>
                  <a:pt x="103367" y="1035909"/>
                </a:cubicBezTo>
                <a:cubicBezTo>
                  <a:pt x="101777" y="1038902"/>
                  <a:pt x="100983" y="1044231"/>
                  <a:pt x="100983" y="1051900"/>
                </a:cubicBezTo>
                <a:lnTo>
                  <a:pt x="95653" y="1051900"/>
                </a:lnTo>
                <a:lnTo>
                  <a:pt x="95653" y="978266"/>
                </a:lnTo>
                <a:lnTo>
                  <a:pt x="100983" y="978266"/>
                </a:lnTo>
                <a:lnTo>
                  <a:pt x="100983" y="981772"/>
                </a:lnTo>
                <a:cubicBezTo>
                  <a:pt x="100983" y="989066"/>
                  <a:pt x="103414" y="994068"/>
                  <a:pt x="108276" y="996780"/>
                </a:cubicBezTo>
                <a:cubicBezTo>
                  <a:pt x="111735" y="998648"/>
                  <a:pt x="118561" y="999585"/>
                  <a:pt x="128753" y="999585"/>
                </a:cubicBezTo>
                <a:lnTo>
                  <a:pt x="186957" y="999585"/>
                </a:lnTo>
                <a:cubicBezTo>
                  <a:pt x="192755" y="1010337"/>
                  <a:pt x="197009" y="1020950"/>
                  <a:pt x="199721" y="1031421"/>
                </a:cubicBezTo>
                <a:cubicBezTo>
                  <a:pt x="202432" y="1041894"/>
                  <a:pt x="203788" y="1053535"/>
                  <a:pt x="203788" y="1066345"/>
                </a:cubicBezTo>
                <a:cubicBezTo>
                  <a:pt x="203788" y="1103090"/>
                  <a:pt x="192007" y="1131002"/>
                  <a:pt x="168444" y="1150076"/>
                </a:cubicBezTo>
                <a:cubicBezTo>
                  <a:pt x="150772" y="1164382"/>
                  <a:pt x="130389" y="1171534"/>
                  <a:pt x="107293" y="1171534"/>
                </a:cubicBezTo>
                <a:cubicBezTo>
                  <a:pt x="90557" y="1171534"/>
                  <a:pt x="74521" y="1167514"/>
                  <a:pt x="59187" y="1159473"/>
                </a:cubicBezTo>
                <a:cubicBezTo>
                  <a:pt x="40954" y="1149937"/>
                  <a:pt x="26928" y="1136845"/>
                  <a:pt x="17111" y="1120202"/>
                </a:cubicBezTo>
                <a:cubicBezTo>
                  <a:pt x="8976" y="1106270"/>
                  <a:pt x="4909" y="1089814"/>
                  <a:pt x="4909" y="1070831"/>
                </a:cubicBezTo>
                <a:cubicBezTo>
                  <a:pt x="4909" y="1063912"/>
                  <a:pt x="5470" y="1057649"/>
                  <a:pt x="6592" y="1052039"/>
                </a:cubicBezTo>
                <a:cubicBezTo>
                  <a:pt x="7714" y="1046335"/>
                  <a:pt x="10192" y="1038294"/>
                  <a:pt x="14026" y="1027914"/>
                </a:cubicBezTo>
                <a:cubicBezTo>
                  <a:pt x="15989" y="1022679"/>
                  <a:pt x="16970" y="1019172"/>
                  <a:pt x="16970" y="1017395"/>
                </a:cubicBezTo>
                <a:cubicBezTo>
                  <a:pt x="16970" y="1015621"/>
                  <a:pt x="16176" y="1014124"/>
                  <a:pt x="14586" y="1012909"/>
                </a:cubicBezTo>
                <a:cubicBezTo>
                  <a:pt x="12903" y="1011598"/>
                  <a:pt x="9677" y="1010805"/>
                  <a:pt x="4909" y="1010524"/>
                </a:cubicBezTo>
                <a:lnTo>
                  <a:pt x="4909" y="1005334"/>
                </a:lnTo>
                <a:moveTo>
                  <a:pt x="119356" y="943483"/>
                </a:moveTo>
                <a:cubicBezTo>
                  <a:pt x="138430" y="943576"/>
                  <a:pt x="153390" y="938949"/>
                  <a:pt x="164237" y="929596"/>
                </a:cubicBezTo>
                <a:cubicBezTo>
                  <a:pt x="175083" y="920247"/>
                  <a:pt x="180506" y="909262"/>
                  <a:pt x="180506" y="896639"/>
                </a:cubicBezTo>
                <a:cubicBezTo>
                  <a:pt x="180506" y="888224"/>
                  <a:pt x="178215" y="880930"/>
                  <a:pt x="173634" y="874758"/>
                </a:cubicBezTo>
                <a:cubicBezTo>
                  <a:pt x="168958" y="868494"/>
                  <a:pt x="161011" y="863259"/>
                  <a:pt x="149790" y="859051"/>
                </a:cubicBezTo>
                <a:lnTo>
                  <a:pt x="152595" y="854702"/>
                </a:lnTo>
                <a:cubicBezTo>
                  <a:pt x="165405" y="856666"/>
                  <a:pt x="177093" y="862370"/>
                  <a:pt x="187659" y="871813"/>
                </a:cubicBezTo>
                <a:cubicBezTo>
                  <a:pt x="198131" y="881256"/>
                  <a:pt x="203367" y="893084"/>
                  <a:pt x="203367" y="907297"/>
                </a:cubicBezTo>
                <a:cubicBezTo>
                  <a:pt x="203367" y="922725"/>
                  <a:pt x="197383" y="935956"/>
                  <a:pt x="185415" y="946989"/>
                </a:cubicBezTo>
                <a:cubicBezTo>
                  <a:pt x="173353" y="957929"/>
                  <a:pt x="157177" y="963400"/>
                  <a:pt x="136887" y="963400"/>
                </a:cubicBezTo>
                <a:cubicBezTo>
                  <a:pt x="114914" y="963400"/>
                  <a:pt x="97803" y="957789"/>
                  <a:pt x="85554" y="946569"/>
                </a:cubicBezTo>
                <a:cubicBezTo>
                  <a:pt x="73212" y="935255"/>
                  <a:pt x="67041" y="921090"/>
                  <a:pt x="67041" y="904072"/>
                </a:cubicBezTo>
                <a:cubicBezTo>
                  <a:pt x="67041" y="889672"/>
                  <a:pt x="71809" y="877844"/>
                  <a:pt x="81347" y="868588"/>
                </a:cubicBezTo>
                <a:cubicBezTo>
                  <a:pt x="90791" y="859329"/>
                  <a:pt x="103460" y="854702"/>
                  <a:pt x="119356" y="854702"/>
                </a:cubicBezTo>
                <a:lnTo>
                  <a:pt x="119356" y="943483"/>
                </a:lnTo>
                <a:moveTo>
                  <a:pt x="111221" y="943483"/>
                </a:moveTo>
                <a:lnTo>
                  <a:pt x="111221" y="884016"/>
                </a:lnTo>
                <a:cubicBezTo>
                  <a:pt x="102993" y="884482"/>
                  <a:pt x="97195" y="885464"/>
                  <a:pt x="93829" y="886960"/>
                </a:cubicBezTo>
                <a:cubicBezTo>
                  <a:pt x="88593" y="889297"/>
                  <a:pt x="84479" y="892803"/>
                  <a:pt x="81487" y="897479"/>
                </a:cubicBezTo>
                <a:cubicBezTo>
                  <a:pt x="78495" y="902062"/>
                  <a:pt x="76999" y="906877"/>
                  <a:pt x="76999" y="911925"/>
                </a:cubicBezTo>
                <a:cubicBezTo>
                  <a:pt x="76999" y="919688"/>
                  <a:pt x="80038" y="926652"/>
                  <a:pt x="86115" y="932824"/>
                </a:cubicBezTo>
                <a:cubicBezTo>
                  <a:pt x="92100" y="938900"/>
                  <a:pt x="100468" y="942455"/>
                  <a:pt x="111221" y="943483"/>
                </a:cubicBezTo>
                <a:moveTo>
                  <a:pt x="94390" y="800005"/>
                </a:moveTo>
                <a:cubicBezTo>
                  <a:pt x="76251" y="784949"/>
                  <a:pt x="67181" y="770596"/>
                  <a:pt x="67181" y="756946"/>
                </a:cubicBezTo>
                <a:cubicBezTo>
                  <a:pt x="67181" y="749933"/>
                  <a:pt x="68958" y="743902"/>
                  <a:pt x="72511" y="738854"/>
                </a:cubicBezTo>
                <a:cubicBezTo>
                  <a:pt x="75971" y="733804"/>
                  <a:pt x="81721" y="729783"/>
                  <a:pt x="89762" y="726791"/>
                </a:cubicBezTo>
                <a:cubicBezTo>
                  <a:pt x="95372" y="724735"/>
                  <a:pt x="103974" y="723705"/>
                  <a:pt x="115569" y="723705"/>
                </a:cubicBezTo>
                <a:lnTo>
                  <a:pt x="170408" y="723705"/>
                </a:lnTo>
                <a:cubicBezTo>
                  <a:pt x="178543" y="723705"/>
                  <a:pt x="184059" y="723052"/>
                  <a:pt x="186957" y="721743"/>
                </a:cubicBezTo>
                <a:cubicBezTo>
                  <a:pt x="189295" y="720715"/>
                  <a:pt x="191118" y="719077"/>
                  <a:pt x="192428" y="716834"/>
                </a:cubicBezTo>
                <a:cubicBezTo>
                  <a:pt x="193737" y="714497"/>
                  <a:pt x="194391" y="710241"/>
                  <a:pt x="194391" y="704072"/>
                </a:cubicBezTo>
                <a:lnTo>
                  <a:pt x="199440" y="704072"/>
                </a:lnTo>
                <a:lnTo>
                  <a:pt x="199440" y="767604"/>
                </a:lnTo>
                <a:lnTo>
                  <a:pt x="194391" y="767604"/>
                </a:lnTo>
                <a:lnTo>
                  <a:pt x="194391" y="764941"/>
                </a:lnTo>
                <a:cubicBezTo>
                  <a:pt x="194391" y="758956"/>
                  <a:pt x="193503" y="754796"/>
                  <a:pt x="191726" y="752457"/>
                </a:cubicBezTo>
                <a:cubicBezTo>
                  <a:pt x="189856" y="750027"/>
                  <a:pt x="187145" y="748343"/>
                  <a:pt x="183591" y="747409"/>
                </a:cubicBezTo>
                <a:cubicBezTo>
                  <a:pt x="182189" y="747034"/>
                  <a:pt x="177795" y="746847"/>
                  <a:pt x="170408" y="746847"/>
                </a:cubicBezTo>
                <a:lnTo>
                  <a:pt x="117813" y="746847"/>
                </a:lnTo>
                <a:cubicBezTo>
                  <a:pt x="106125" y="746847"/>
                  <a:pt x="97663" y="748391"/>
                  <a:pt x="92427" y="751475"/>
                </a:cubicBezTo>
                <a:cubicBezTo>
                  <a:pt x="87098" y="754467"/>
                  <a:pt x="84432" y="759563"/>
                  <a:pt x="84432" y="766764"/>
                </a:cubicBezTo>
                <a:cubicBezTo>
                  <a:pt x="84432" y="777890"/>
                  <a:pt x="90510" y="788969"/>
                  <a:pt x="102666" y="800005"/>
                </a:cubicBezTo>
                <a:lnTo>
                  <a:pt x="170408" y="800005"/>
                </a:lnTo>
                <a:cubicBezTo>
                  <a:pt x="179103" y="800005"/>
                  <a:pt x="184480" y="799488"/>
                  <a:pt x="186537" y="798460"/>
                </a:cubicBezTo>
                <a:cubicBezTo>
                  <a:pt x="189248" y="797151"/>
                  <a:pt x="191259" y="795374"/>
                  <a:pt x="192567" y="793131"/>
                </a:cubicBezTo>
                <a:cubicBezTo>
                  <a:pt x="193783" y="790794"/>
                  <a:pt x="194391" y="786118"/>
                  <a:pt x="194391" y="779105"/>
                </a:cubicBezTo>
                <a:lnTo>
                  <a:pt x="199440" y="779105"/>
                </a:lnTo>
                <a:lnTo>
                  <a:pt x="199440" y="842641"/>
                </a:lnTo>
                <a:lnTo>
                  <a:pt x="194391" y="842641"/>
                </a:lnTo>
                <a:lnTo>
                  <a:pt x="194391" y="839836"/>
                </a:lnTo>
                <a:cubicBezTo>
                  <a:pt x="194391" y="833291"/>
                  <a:pt x="192755" y="828896"/>
                  <a:pt x="189482" y="826650"/>
                </a:cubicBezTo>
                <a:cubicBezTo>
                  <a:pt x="186116" y="824314"/>
                  <a:pt x="179758" y="823144"/>
                  <a:pt x="170408" y="823144"/>
                </a:cubicBezTo>
                <a:lnTo>
                  <a:pt x="122721" y="823144"/>
                </a:lnTo>
                <a:cubicBezTo>
                  <a:pt x="107293" y="823144"/>
                  <a:pt x="97896" y="823519"/>
                  <a:pt x="94531" y="824268"/>
                </a:cubicBezTo>
                <a:cubicBezTo>
                  <a:pt x="91165" y="824921"/>
                  <a:pt x="88873" y="825997"/>
                  <a:pt x="87658" y="827494"/>
                </a:cubicBezTo>
                <a:cubicBezTo>
                  <a:pt x="86442" y="828896"/>
                  <a:pt x="85835" y="830813"/>
                  <a:pt x="85835" y="833243"/>
                </a:cubicBezTo>
                <a:cubicBezTo>
                  <a:pt x="85835" y="835861"/>
                  <a:pt x="86536" y="838995"/>
                  <a:pt x="87939" y="842641"/>
                </a:cubicBezTo>
                <a:lnTo>
                  <a:pt x="82890" y="844745"/>
                </a:lnTo>
                <a:lnTo>
                  <a:pt x="67181" y="806035"/>
                </a:lnTo>
                <a:lnTo>
                  <a:pt x="67181" y="800005"/>
                </a:lnTo>
                <a:lnTo>
                  <a:pt x="94390" y="800005"/>
                </a:lnTo>
                <a:moveTo>
                  <a:pt x="119356" y="672233"/>
                </a:moveTo>
                <a:cubicBezTo>
                  <a:pt x="138430" y="672327"/>
                  <a:pt x="153390" y="667699"/>
                  <a:pt x="164237" y="658347"/>
                </a:cubicBezTo>
                <a:cubicBezTo>
                  <a:pt x="175083" y="648997"/>
                  <a:pt x="180506" y="638010"/>
                  <a:pt x="180506" y="625389"/>
                </a:cubicBezTo>
                <a:cubicBezTo>
                  <a:pt x="180506" y="616974"/>
                  <a:pt x="178215" y="609680"/>
                  <a:pt x="173634" y="603508"/>
                </a:cubicBezTo>
                <a:cubicBezTo>
                  <a:pt x="168958" y="597245"/>
                  <a:pt x="161011" y="592009"/>
                  <a:pt x="149790" y="587801"/>
                </a:cubicBezTo>
                <a:lnTo>
                  <a:pt x="152595" y="583452"/>
                </a:lnTo>
                <a:cubicBezTo>
                  <a:pt x="165405" y="585417"/>
                  <a:pt x="177093" y="591120"/>
                  <a:pt x="187659" y="600564"/>
                </a:cubicBezTo>
                <a:cubicBezTo>
                  <a:pt x="198131" y="610007"/>
                  <a:pt x="203367" y="621835"/>
                  <a:pt x="203367" y="636048"/>
                </a:cubicBezTo>
                <a:cubicBezTo>
                  <a:pt x="203367" y="651476"/>
                  <a:pt x="197383" y="664706"/>
                  <a:pt x="185415" y="675739"/>
                </a:cubicBezTo>
                <a:cubicBezTo>
                  <a:pt x="173353" y="686679"/>
                  <a:pt x="157177" y="692150"/>
                  <a:pt x="136887" y="692150"/>
                </a:cubicBezTo>
                <a:cubicBezTo>
                  <a:pt x="114914" y="692150"/>
                  <a:pt x="97803" y="686540"/>
                  <a:pt x="85554" y="675319"/>
                </a:cubicBezTo>
                <a:cubicBezTo>
                  <a:pt x="73212" y="664005"/>
                  <a:pt x="67041" y="649838"/>
                  <a:pt x="67041" y="632822"/>
                </a:cubicBezTo>
                <a:cubicBezTo>
                  <a:pt x="67041" y="618422"/>
                  <a:pt x="71809" y="606594"/>
                  <a:pt x="81347" y="597338"/>
                </a:cubicBezTo>
                <a:cubicBezTo>
                  <a:pt x="90791" y="588080"/>
                  <a:pt x="103460" y="583452"/>
                  <a:pt x="119356" y="583452"/>
                </a:cubicBezTo>
                <a:lnTo>
                  <a:pt x="119356" y="672233"/>
                </a:lnTo>
                <a:moveTo>
                  <a:pt x="111221" y="672233"/>
                </a:moveTo>
                <a:lnTo>
                  <a:pt x="111221" y="612766"/>
                </a:lnTo>
                <a:cubicBezTo>
                  <a:pt x="102993" y="613232"/>
                  <a:pt x="97195" y="614214"/>
                  <a:pt x="93829" y="615711"/>
                </a:cubicBezTo>
                <a:cubicBezTo>
                  <a:pt x="88593" y="618047"/>
                  <a:pt x="84479" y="621554"/>
                  <a:pt x="81487" y="626230"/>
                </a:cubicBezTo>
                <a:cubicBezTo>
                  <a:pt x="78495" y="630812"/>
                  <a:pt x="76999" y="635627"/>
                  <a:pt x="76999" y="640676"/>
                </a:cubicBezTo>
                <a:cubicBezTo>
                  <a:pt x="76999" y="648435"/>
                  <a:pt x="80038" y="655402"/>
                  <a:pt x="86115" y="661575"/>
                </a:cubicBezTo>
                <a:cubicBezTo>
                  <a:pt x="92100" y="667651"/>
                  <a:pt x="100468" y="671205"/>
                  <a:pt x="111221" y="672233"/>
                </a:cubicBezTo>
                <a:moveTo>
                  <a:pt x="67181" y="528613"/>
                </a:moveTo>
                <a:lnTo>
                  <a:pt x="96074" y="528613"/>
                </a:lnTo>
                <a:cubicBezTo>
                  <a:pt x="76812" y="517861"/>
                  <a:pt x="67181" y="506828"/>
                  <a:pt x="67181" y="495514"/>
                </a:cubicBezTo>
                <a:cubicBezTo>
                  <a:pt x="67181" y="490372"/>
                  <a:pt x="68771" y="486116"/>
                  <a:pt x="71950" y="482752"/>
                </a:cubicBezTo>
                <a:cubicBezTo>
                  <a:pt x="75035" y="479384"/>
                  <a:pt x="78635" y="477701"/>
                  <a:pt x="82749" y="477701"/>
                </a:cubicBezTo>
                <a:cubicBezTo>
                  <a:pt x="86396" y="477701"/>
                  <a:pt x="89482" y="478916"/>
                  <a:pt x="92006" y="481349"/>
                </a:cubicBezTo>
                <a:cubicBezTo>
                  <a:pt x="94531" y="483780"/>
                  <a:pt x="95793" y="486678"/>
                  <a:pt x="95793" y="490043"/>
                </a:cubicBezTo>
                <a:cubicBezTo>
                  <a:pt x="95793" y="493316"/>
                  <a:pt x="94203" y="497010"/>
                  <a:pt x="91024" y="501124"/>
                </a:cubicBezTo>
                <a:cubicBezTo>
                  <a:pt x="87752" y="505144"/>
                  <a:pt x="86115" y="508137"/>
                  <a:pt x="86115" y="510099"/>
                </a:cubicBezTo>
                <a:cubicBezTo>
                  <a:pt x="86115" y="511782"/>
                  <a:pt x="87051" y="513605"/>
                  <a:pt x="88920" y="515570"/>
                </a:cubicBezTo>
                <a:cubicBezTo>
                  <a:pt x="92754" y="519777"/>
                  <a:pt x="99065" y="524124"/>
                  <a:pt x="107855" y="528613"/>
                </a:cubicBezTo>
                <a:lnTo>
                  <a:pt x="169426" y="528613"/>
                </a:lnTo>
                <a:cubicBezTo>
                  <a:pt x="176532" y="528613"/>
                  <a:pt x="181908" y="527724"/>
                  <a:pt x="185555" y="525950"/>
                </a:cubicBezTo>
                <a:cubicBezTo>
                  <a:pt x="188079" y="524732"/>
                  <a:pt x="190183" y="522583"/>
                  <a:pt x="191866" y="519496"/>
                </a:cubicBezTo>
                <a:cubicBezTo>
                  <a:pt x="193549" y="516410"/>
                  <a:pt x="194391" y="511970"/>
                  <a:pt x="194391" y="506172"/>
                </a:cubicBezTo>
                <a:lnTo>
                  <a:pt x="199440" y="506172"/>
                </a:lnTo>
                <a:lnTo>
                  <a:pt x="199440" y="571950"/>
                </a:lnTo>
                <a:lnTo>
                  <a:pt x="194391" y="571950"/>
                </a:lnTo>
                <a:cubicBezTo>
                  <a:pt x="194391" y="565406"/>
                  <a:pt x="193362" y="560545"/>
                  <a:pt x="191305" y="557365"/>
                </a:cubicBezTo>
                <a:cubicBezTo>
                  <a:pt x="189809" y="555029"/>
                  <a:pt x="187425" y="553391"/>
                  <a:pt x="184152" y="552456"/>
                </a:cubicBezTo>
                <a:cubicBezTo>
                  <a:pt x="182563" y="551988"/>
                  <a:pt x="178028" y="551755"/>
                  <a:pt x="170548" y="551755"/>
                </a:cubicBezTo>
                <a:lnTo>
                  <a:pt x="120758" y="551755"/>
                </a:lnTo>
                <a:cubicBezTo>
                  <a:pt x="105798" y="551755"/>
                  <a:pt x="96915" y="552082"/>
                  <a:pt x="94110" y="552738"/>
                </a:cubicBezTo>
                <a:cubicBezTo>
                  <a:pt x="91212" y="553297"/>
                  <a:pt x="89108" y="554421"/>
                  <a:pt x="87799" y="556102"/>
                </a:cubicBezTo>
                <a:cubicBezTo>
                  <a:pt x="86489" y="557692"/>
                  <a:pt x="85835" y="559702"/>
                  <a:pt x="85835" y="562135"/>
                </a:cubicBezTo>
                <a:cubicBezTo>
                  <a:pt x="85835" y="565031"/>
                  <a:pt x="86536" y="568305"/>
                  <a:pt x="87939" y="571950"/>
                </a:cubicBezTo>
                <a:lnTo>
                  <a:pt x="82890" y="573353"/>
                </a:lnTo>
                <a:lnTo>
                  <a:pt x="67181" y="534504"/>
                </a:lnTo>
                <a:lnTo>
                  <a:pt x="67181" y="528613"/>
                </a:lnTo>
                <a:moveTo>
                  <a:pt x="180927" y="397758"/>
                </a:moveTo>
                <a:cubicBezTo>
                  <a:pt x="191118" y="410940"/>
                  <a:pt x="197009" y="419217"/>
                  <a:pt x="198599" y="422581"/>
                </a:cubicBezTo>
                <a:cubicBezTo>
                  <a:pt x="200936" y="427632"/>
                  <a:pt x="202105" y="433006"/>
                  <a:pt x="202105" y="438710"/>
                </a:cubicBezTo>
                <a:cubicBezTo>
                  <a:pt x="202105" y="447594"/>
                  <a:pt x="199066" y="454933"/>
                  <a:pt x="192988" y="460731"/>
                </a:cubicBezTo>
                <a:cubicBezTo>
                  <a:pt x="186911" y="466435"/>
                  <a:pt x="178917" y="469285"/>
                  <a:pt x="169005" y="469285"/>
                </a:cubicBezTo>
                <a:cubicBezTo>
                  <a:pt x="162740" y="469285"/>
                  <a:pt x="157318" y="467883"/>
                  <a:pt x="152736" y="465078"/>
                </a:cubicBezTo>
                <a:cubicBezTo>
                  <a:pt x="146378" y="461245"/>
                  <a:pt x="140393" y="454607"/>
                  <a:pt x="134783" y="445164"/>
                </a:cubicBezTo>
                <a:cubicBezTo>
                  <a:pt x="129173" y="435624"/>
                  <a:pt x="122347" y="419824"/>
                  <a:pt x="114306" y="397758"/>
                </a:cubicBezTo>
                <a:lnTo>
                  <a:pt x="109257" y="397758"/>
                </a:lnTo>
                <a:cubicBezTo>
                  <a:pt x="96448" y="397758"/>
                  <a:pt x="87658" y="399814"/>
                  <a:pt x="82890" y="403928"/>
                </a:cubicBezTo>
                <a:cubicBezTo>
                  <a:pt x="78121" y="407948"/>
                  <a:pt x="75737" y="413839"/>
                  <a:pt x="75737" y="421601"/>
                </a:cubicBezTo>
                <a:cubicBezTo>
                  <a:pt x="75737" y="427490"/>
                  <a:pt x="77327" y="432166"/>
                  <a:pt x="80505" y="435624"/>
                </a:cubicBezTo>
                <a:cubicBezTo>
                  <a:pt x="83684" y="439179"/>
                  <a:pt x="87331" y="440956"/>
                  <a:pt x="91445" y="440956"/>
                </a:cubicBezTo>
                <a:lnTo>
                  <a:pt x="99580" y="440675"/>
                </a:lnTo>
                <a:cubicBezTo>
                  <a:pt x="103881" y="440675"/>
                  <a:pt x="107200" y="441797"/>
                  <a:pt x="109538" y="444039"/>
                </a:cubicBezTo>
                <a:cubicBezTo>
                  <a:pt x="111875" y="446192"/>
                  <a:pt x="113044" y="449042"/>
                  <a:pt x="113044" y="452597"/>
                </a:cubicBezTo>
                <a:cubicBezTo>
                  <a:pt x="113044" y="456055"/>
                  <a:pt x="111828" y="458908"/>
                  <a:pt x="109397" y="461151"/>
                </a:cubicBezTo>
                <a:cubicBezTo>
                  <a:pt x="106966" y="463303"/>
                  <a:pt x="103647" y="464377"/>
                  <a:pt x="99439" y="464377"/>
                </a:cubicBezTo>
                <a:cubicBezTo>
                  <a:pt x="91398" y="464377"/>
                  <a:pt x="84011" y="460263"/>
                  <a:pt x="77280" y="452035"/>
                </a:cubicBezTo>
                <a:cubicBezTo>
                  <a:pt x="70547" y="443807"/>
                  <a:pt x="67181" y="432260"/>
                  <a:pt x="67181" y="417394"/>
                </a:cubicBezTo>
                <a:cubicBezTo>
                  <a:pt x="67181" y="405986"/>
                  <a:pt x="69098" y="396634"/>
                  <a:pt x="72931" y="389343"/>
                </a:cubicBezTo>
                <a:cubicBezTo>
                  <a:pt x="75830" y="383826"/>
                  <a:pt x="80365" y="379758"/>
                  <a:pt x="86536" y="377140"/>
                </a:cubicBezTo>
                <a:cubicBezTo>
                  <a:pt x="90557" y="375456"/>
                  <a:pt x="98785" y="374616"/>
                  <a:pt x="111221" y="374616"/>
                </a:cubicBezTo>
                <a:lnTo>
                  <a:pt x="154840" y="374616"/>
                </a:lnTo>
                <a:cubicBezTo>
                  <a:pt x="167089" y="374616"/>
                  <a:pt x="174615" y="374380"/>
                  <a:pt x="177420" y="373915"/>
                </a:cubicBezTo>
                <a:cubicBezTo>
                  <a:pt x="180132" y="373446"/>
                  <a:pt x="181955" y="372699"/>
                  <a:pt x="182890" y="371669"/>
                </a:cubicBezTo>
                <a:cubicBezTo>
                  <a:pt x="183825" y="370547"/>
                  <a:pt x="184293" y="369287"/>
                  <a:pt x="184293" y="367884"/>
                </a:cubicBezTo>
                <a:cubicBezTo>
                  <a:pt x="184293" y="366388"/>
                  <a:pt x="183965" y="365079"/>
                  <a:pt x="183311" y="363955"/>
                </a:cubicBezTo>
                <a:cubicBezTo>
                  <a:pt x="182095" y="361993"/>
                  <a:pt x="178682" y="358205"/>
                  <a:pt x="173072" y="352595"/>
                </a:cubicBezTo>
                <a:lnTo>
                  <a:pt x="180927" y="352595"/>
                </a:lnTo>
                <a:cubicBezTo>
                  <a:pt x="194952" y="363069"/>
                  <a:pt x="201964" y="373071"/>
                  <a:pt x="201964" y="382611"/>
                </a:cubicBezTo>
                <a:cubicBezTo>
                  <a:pt x="201964" y="387191"/>
                  <a:pt x="200375" y="390839"/>
                  <a:pt x="197196" y="393550"/>
                </a:cubicBezTo>
                <a:cubicBezTo>
                  <a:pt x="194017" y="396262"/>
                  <a:pt x="188594" y="397664"/>
                  <a:pt x="180927" y="397758"/>
                </a:cubicBezTo>
                <a:moveTo>
                  <a:pt x="171810" y="397758"/>
                </a:moveTo>
                <a:lnTo>
                  <a:pt x="122862" y="397758"/>
                </a:lnTo>
                <a:cubicBezTo>
                  <a:pt x="128472" y="411877"/>
                  <a:pt x="132446" y="420991"/>
                  <a:pt x="134783" y="425105"/>
                </a:cubicBezTo>
                <a:cubicBezTo>
                  <a:pt x="138898" y="432493"/>
                  <a:pt x="143198" y="437776"/>
                  <a:pt x="147686" y="440956"/>
                </a:cubicBezTo>
                <a:cubicBezTo>
                  <a:pt x="152174" y="444133"/>
                  <a:pt x="157083" y="445723"/>
                  <a:pt x="162413" y="445723"/>
                </a:cubicBezTo>
                <a:cubicBezTo>
                  <a:pt x="169146" y="445723"/>
                  <a:pt x="174756" y="443713"/>
                  <a:pt x="179244" y="439693"/>
                </a:cubicBezTo>
                <a:cubicBezTo>
                  <a:pt x="183638" y="435672"/>
                  <a:pt x="185836" y="431045"/>
                  <a:pt x="185836" y="425809"/>
                </a:cubicBezTo>
                <a:cubicBezTo>
                  <a:pt x="185836" y="418703"/>
                  <a:pt x="181160" y="409350"/>
                  <a:pt x="171810" y="397758"/>
                </a:cubicBezTo>
                <a:moveTo>
                  <a:pt x="28752" y="305610"/>
                </a:moveTo>
                <a:lnTo>
                  <a:pt x="70968" y="305610"/>
                </a:lnTo>
                <a:lnTo>
                  <a:pt x="70968" y="275597"/>
                </a:lnTo>
                <a:lnTo>
                  <a:pt x="80786" y="275597"/>
                </a:lnTo>
                <a:lnTo>
                  <a:pt x="80786" y="305610"/>
                </a:lnTo>
                <a:lnTo>
                  <a:pt x="164096" y="305610"/>
                </a:lnTo>
                <a:cubicBezTo>
                  <a:pt x="172418" y="305610"/>
                  <a:pt x="178028" y="304443"/>
                  <a:pt x="180927" y="302103"/>
                </a:cubicBezTo>
                <a:cubicBezTo>
                  <a:pt x="183825" y="299673"/>
                  <a:pt x="185274" y="296587"/>
                  <a:pt x="185274" y="292847"/>
                </a:cubicBezTo>
                <a:cubicBezTo>
                  <a:pt x="185274" y="289761"/>
                  <a:pt x="184340" y="286769"/>
                  <a:pt x="182469" y="283873"/>
                </a:cubicBezTo>
                <a:cubicBezTo>
                  <a:pt x="180506" y="280974"/>
                  <a:pt x="177654" y="278728"/>
                  <a:pt x="173914" y="277138"/>
                </a:cubicBezTo>
                <a:lnTo>
                  <a:pt x="173914" y="271670"/>
                </a:lnTo>
                <a:cubicBezTo>
                  <a:pt x="183078" y="274941"/>
                  <a:pt x="189997" y="279571"/>
                  <a:pt x="194671" y="285554"/>
                </a:cubicBezTo>
                <a:cubicBezTo>
                  <a:pt x="199253" y="291539"/>
                  <a:pt x="201544" y="297711"/>
                  <a:pt x="201544" y="304068"/>
                </a:cubicBezTo>
                <a:cubicBezTo>
                  <a:pt x="201544" y="308369"/>
                  <a:pt x="200375" y="312577"/>
                  <a:pt x="198038" y="316691"/>
                </a:cubicBezTo>
                <a:cubicBezTo>
                  <a:pt x="195607" y="320805"/>
                  <a:pt x="192193" y="323843"/>
                  <a:pt x="187799" y="325807"/>
                </a:cubicBezTo>
                <a:cubicBezTo>
                  <a:pt x="183311" y="327769"/>
                  <a:pt x="176439" y="328752"/>
                  <a:pt x="167182" y="328752"/>
                </a:cubicBezTo>
                <a:lnTo>
                  <a:pt x="80786" y="328752"/>
                </a:lnTo>
                <a:lnTo>
                  <a:pt x="80786" y="349089"/>
                </a:lnTo>
                <a:lnTo>
                  <a:pt x="76157" y="349089"/>
                </a:lnTo>
                <a:cubicBezTo>
                  <a:pt x="74101" y="343947"/>
                  <a:pt x="70641" y="338712"/>
                  <a:pt x="65779" y="333380"/>
                </a:cubicBezTo>
                <a:cubicBezTo>
                  <a:pt x="60823" y="327957"/>
                  <a:pt x="54979" y="323141"/>
                  <a:pt x="48247" y="318934"/>
                </a:cubicBezTo>
                <a:cubicBezTo>
                  <a:pt x="44694" y="316785"/>
                  <a:pt x="38196" y="313792"/>
                  <a:pt x="28752" y="309959"/>
                </a:cubicBezTo>
                <a:lnTo>
                  <a:pt x="28752" y="305610"/>
                </a:lnTo>
                <a:moveTo>
                  <a:pt x="119356" y="241376"/>
                </a:moveTo>
                <a:cubicBezTo>
                  <a:pt x="138430" y="241467"/>
                  <a:pt x="153390" y="236839"/>
                  <a:pt x="164237" y="227489"/>
                </a:cubicBezTo>
                <a:cubicBezTo>
                  <a:pt x="175083" y="218140"/>
                  <a:pt x="180506" y="207152"/>
                  <a:pt x="180506" y="194529"/>
                </a:cubicBezTo>
                <a:cubicBezTo>
                  <a:pt x="180506" y="186114"/>
                  <a:pt x="178215" y="178823"/>
                  <a:pt x="173634" y="172651"/>
                </a:cubicBezTo>
                <a:cubicBezTo>
                  <a:pt x="168958" y="166385"/>
                  <a:pt x="161011" y="161149"/>
                  <a:pt x="149790" y="156941"/>
                </a:cubicBezTo>
                <a:lnTo>
                  <a:pt x="152595" y="152595"/>
                </a:lnTo>
                <a:cubicBezTo>
                  <a:pt x="165405" y="154557"/>
                  <a:pt x="177093" y="160260"/>
                  <a:pt x="187659" y="169706"/>
                </a:cubicBezTo>
                <a:cubicBezTo>
                  <a:pt x="198131" y="179150"/>
                  <a:pt x="203367" y="190978"/>
                  <a:pt x="203367" y="205190"/>
                </a:cubicBezTo>
                <a:cubicBezTo>
                  <a:pt x="203367" y="220616"/>
                  <a:pt x="197383" y="233846"/>
                  <a:pt x="185415" y="244882"/>
                </a:cubicBezTo>
                <a:cubicBezTo>
                  <a:pt x="173353" y="255822"/>
                  <a:pt x="157177" y="261290"/>
                  <a:pt x="136887" y="261290"/>
                </a:cubicBezTo>
                <a:cubicBezTo>
                  <a:pt x="114914" y="261290"/>
                  <a:pt x="97803" y="255680"/>
                  <a:pt x="85554" y="244459"/>
                </a:cubicBezTo>
                <a:cubicBezTo>
                  <a:pt x="73212" y="233145"/>
                  <a:pt x="67041" y="218980"/>
                  <a:pt x="67041" y="201962"/>
                </a:cubicBezTo>
                <a:cubicBezTo>
                  <a:pt x="67041" y="187565"/>
                  <a:pt x="71809" y="175737"/>
                  <a:pt x="81347" y="166478"/>
                </a:cubicBezTo>
                <a:cubicBezTo>
                  <a:pt x="90791" y="157223"/>
                  <a:pt x="103460" y="152595"/>
                  <a:pt x="119356" y="152595"/>
                </a:cubicBezTo>
                <a:lnTo>
                  <a:pt x="119356" y="241376"/>
                </a:lnTo>
                <a:moveTo>
                  <a:pt x="111221" y="241376"/>
                </a:moveTo>
                <a:lnTo>
                  <a:pt x="111221" y="181906"/>
                </a:lnTo>
                <a:cubicBezTo>
                  <a:pt x="102993" y="182375"/>
                  <a:pt x="97195" y="183357"/>
                  <a:pt x="93829" y="184853"/>
                </a:cubicBezTo>
                <a:cubicBezTo>
                  <a:pt x="88593" y="187190"/>
                  <a:pt x="84479" y="190696"/>
                  <a:pt x="81487" y="195373"/>
                </a:cubicBezTo>
                <a:cubicBezTo>
                  <a:pt x="78495" y="199952"/>
                  <a:pt x="76999" y="204767"/>
                  <a:pt x="76999" y="209818"/>
                </a:cubicBezTo>
                <a:cubicBezTo>
                  <a:pt x="76999" y="217578"/>
                  <a:pt x="80038" y="224545"/>
                  <a:pt x="86115" y="230715"/>
                </a:cubicBezTo>
                <a:cubicBezTo>
                  <a:pt x="92100" y="236793"/>
                  <a:pt x="100468" y="240345"/>
                  <a:pt x="111221" y="241376"/>
                </a:cubicBezTo>
                <a:moveTo>
                  <a:pt x="184994" y="44598"/>
                </a:moveTo>
                <a:cubicBezTo>
                  <a:pt x="191539" y="50864"/>
                  <a:pt x="196261" y="56988"/>
                  <a:pt x="199159" y="62973"/>
                </a:cubicBezTo>
                <a:cubicBezTo>
                  <a:pt x="201964" y="68955"/>
                  <a:pt x="203367" y="75409"/>
                  <a:pt x="203367" y="82328"/>
                </a:cubicBezTo>
                <a:cubicBezTo>
                  <a:pt x="203367" y="96353"/>
                  <a:pt x="197523" y="108602"/>
                  <a:pt x="185836" y="119072"/>
                </a:cubicBezTo>
                <a:cubicBezTo>
                  <a:pt x="174055" y="129546"/>
                  <a:pt x="158954" y="134782"/>
                  <a:pt x="140534" y="134782"/>
                </a:cubicBezTo>
                <a:cubicBezTo>
                  <a:pt x="122114" y="134782"/>
                  <a:pt x="105283" y="128984"/>
                  <a:pt x="90043" y="117392"/>
                </a:cubicBezTo>
                <a:cubicBezTo>
                  <a:pt x="74708" y="105796"/>
                  <a:pt x="67041" y="90882"/>
                  <a:pt x="67041" y="72649"/>
                </a:cubicBezTo>
                <a:cubicBezTo>
                  <a:pt x="67041" y="61335"/>
                  <a:pt x="70641" y="51985"/>
                  <a:pt x="77840" y="44598"/>
                </a:cubicBezTo>
                <a:lnTo>
                  <a:pt x="54138" y="44598"/>
                </a:lnTo>
                <a:cubicBezTo>
                  <a:pt x="39458" y="44598"/>
                  <a:pt x="30435" y="44973"/>
                  <a:pt x="27069" y="45722"/>
                </a:cubicBezTo>
                <a:cubicBezTo>
                  <a:pt x="23703" y="46375"/>
                  <a:pt x="21412" y="47451"/>
                  <a:pt x="20197" y="48947"/>
                </a:cubicBezTo>
                <a:cubicBezTo>
                  <a:pt x="18981" y="50444"/>
                  <a:pt x="18373" y="52312"/>
                  <a:pt x="18373" y="54558"/>
                </a:cubicBezTo>
                <a:cubicBezTo>
                  <a:pt x="18373" y="56988"/>
                  <a:pt x="19121" y="60213"/>
                  <a:pt x="20617" y="64234"/>
                </a:cubicBezTo>
                <a:lnTo>
                  <a:pt x="15708" y="66059"/>
                </a:lnTo>
                <a:lnTo>
                  <a:pt x="0" y="27770"/>
                </a:lnTo>
                <a:lnTo>
                  <a:pt x="0" y="21459"/>
                </a:lnTo>
                <a:lnTo>
                  <a:pt x="148528" y="21459"/>
                </a:lnTo>
                <a:cubicBezTo>
                  <a:pt x="163582" y="21459"/>
                  <a:pt x="172792" y="21129"/>
                  <a:pt x="176158" y="20476"/>
                </a:cubicBezTo>
                <a:cubicBezTo>
                  <a:pt x="179431" y="19727"/>
                  <a:pt x="181721" y="18605"/>
                  <a:pt x="183031" y="17109"/>
                </a:cubicBezTo>
                <a:cubicBezTo>
                  <a:pt x="184340" y="15519"/>
                  <a:pt x="184994" y="13696"/>
                  <a:pt x="184994" y="11641"/>
                </a:cubicBezTo>
                <a:cubicBezTo>
                  <a:pt x="184994" y="9114"/>
                  <a:pt x="184199" y="5749"/>
                  <a:pt x="182610" y="1542"/>
                </a:cubicBezTo>
                <a:lnTo>
                  <a:pt x="187519" y="0"/>
                </a:lnTo>
                <a:lnTo>
                  <a:pt x="203367" y="38147"/>
                </a:lnTo>
                <a:lnTo>
                  <a:pt x="203367" y="44598"/>
                </a:lnTo>
                <a:lnTo>
                  <a:pt x="184994" y="44598"/>
                </a:lnTo>
                <a:moveTo>
                  <a:pt x="175176" y="44598"/>
                </a:moveTo>
                <a:lnTo>
                  <a:pt x="108977" y="44598"/>
                </a:lnTo>
                <a:cubicBezTo>
                  <a:pt x="102619" y="45160"/>
                  <a:pt x="96822" y="46844"/>
                  <a:pt x="91586" y="49649"/>
                </a:cubicBezTo>
                <a:cubicBezTo>
                  <a:pt x="86349" y="52454"/>
                  <a:pt x="82422" y="56193"/>
                  <a:pt x="79804" y="60869"/>
                </a:cubicBezTo>
                <a:cubicBezTo>
                  <a:pt x="77092" y="65449"/>
                  <a:pt x="75737" y="69938"/>
                  <a:pt x="75737" y="74333"/>
                </a:cubicBezTo>
                <a:cubicBezTo>
                  <a:pt x="75737" y="82561"/>
                  <a:pt x="79430" y="89900"/>
                  <a:pt x="86816" y="96353"/>
                </a:cubicBezTo>
                <a:cubicBezTo>
                  <a:pt x="96541" y="104862"/>
                  <a:pt x="110754" y="109115"/>
                  <a:pt x="129454" y="109115"/>
                </a:cubicBezTo>
                <a:cubicBezTo>
                  <a:pt x="148341" y="109115"/>
                  <a:pt x="162834" y="105001"/>
                  <a:pt x="172932" y="96774"/>
                </a:cubicBezTo>
                <a:cubicBezTo>
                  <a:pt x="182937" y="88546"/>
                  <a:pt x="187940" y="79381"/>
                  <a:pt x="187940" y="69285"/>
                </a:cubicBezTo>
                <a:cubicBezTo>
                  <a:pt x="187940" y="60776"/>
                  <a:pt x="183685" y="52548"/>
                  <a:pt x="175176" y="445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7CA56B7-3DF1-4A9C-B268-BBF57C7ADD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2d6065499486e"/>
          <a:stretch xmlns:a="http://schemas.openxmlformats.org/drawingml/2006/main"/>
        </p:blipFill>
        <p:spPr>
          <a:xfrm xmlns:a="http://schemas.openxmlformats.org/drawingml/2006/main">
            <a:off x="7863903" y="3050819"/>
            <a:ext cx="1390650" cy="2762250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38B5747-BC3B-45C8-8F47-C560E51C7C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c6b67cad94ac2"/>
          <a:stretch xmlns:a="http://schemas.openxmlformats.org/drawingml/2006/main"/>
        </p:blipFill>
        <p:spPr>
          <a:xfrm xmlns:a="http://schemas.openxmlformats.org/drawingml/2006/main">
            <a:off x="6492303" y="3050819"/>
            <a:ext cx="1390650" cy="2762250"/>
          </a:xfrm>
          <a:prstGeom xmlns:a="http://schemas.openxmlformats.org/drawingml/2006/main" prst="rect">
            <a:avLst/>
          </a:prstGeom>
        </p:spPr>
      </p:pic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322682B-4839-445A-B31D-AF8CFC0DC6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d9d68ff6c4c8e"/>
          <a:stretch xmlns:a="http://schemas.openxmlformats.org/drawingml/2006/main"/>
        </p:blipFill>
        <p:spPr>
          <a:xfrm xmlns:a="http://schemas.openxmlformats.org/drawingml/2006/main">
            <a:off x="9235503" y="3050819"/>
            <a:ext cx="1390650" cy="2762250"/>
          </a:xfrm>
          <a:prstGeom xmlns:a="http://schemas.openxmlformats.org/drawingml/2006/main" prst="rect">
            <a:avLst/>
          </a:prstGeom>
        </p:spPr>
      </p:pic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DD8BF99-A1B1-4046-B826-8E5C5B723E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929ecc96a4190"/>
          <a:stretch xmlns:a="http://schemas.openxmlformats.org/drawingml/2006/main"/>
        </p:blipFill>
        <p:spPr>
          <a:xfrm xmlns:a="http://schemas.openxmlformats.org/drawingml/2006/main">
            <a:off x="7806753" y="3041294"/>
            <a:ext cx="4591050" cy="2819400"/>
          </a:xfrm>
          <a:prstGeom xmlns:a="http://schemas.openxmlformats.org/drawingml/2006/main" prst="rect">
            <a:avLst/>
          </a:prstGeom>
        </p:spPr>
      </p:pic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4B61D10-5A88-418C-A631-D699D3FB18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80ab6c2a54bb5"/>
          <a:stretch xmlns:a="http://schemas.openxmlformats.org/drawingml/2006/main"/>
        </p:blipFill>
        <p:spPr>
          <a:xfrm xmlns:a="http://schemas.openxmlformats.org/drawingml/2006/main">
            <a:off x="7806753" y="3012719"/>
            <a:ext cx="4591050" cy="2819400"/>
          </a:xfrm>
          <a:prstGeom xmlns:a="http://schemas.openxmlformats.org/drawingml/2006/main" prst="rect">
            <a:avLst/>
          </a:prstGeom>
        </p:spPr>
      </p:pic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EBD203A-3949-4A23-8EE2-6E79AB548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2b17da0874a09"/>
          <a:stretch xmlns:a="http://schemas.openxmlformats.org/drawingml/2006/main"/>
        </p:blipFill>
        <p:spPr>
          <a:xfrm xmlns:a="http://schemas.openxmlformats.org/drawingml/2006/main">
            <a:off x="10607103" y="3050819"/>
            <a:ext cx="1390650" cy="2762250"/>
          </a:xfrm>
          <a:prstGeom xmlns:a="http://schemas.openxmlformats.org/drawingml/2006/main" prst="rect">
            <a:avLst/>
          </a:prstGeom>
        </p:spPr>
      </p:pic>
      <p:sp>
        <p:nvSpPr>
          <p:cNvPr id="143" name="text-151 (b)">
            <a:extLst xmlns:a="http://schemas.openxmlformats.org/drawingml/2006/main">
              <a:ext uri="{FF2B5EF4-FFF2-40B4-BE49-F238E27FC236}">
                <a16:creationId xmlns:a16="http://schemas.microsoft.com/office/drawing/2014/main" id="{DD093155-D40D-4327-9485-E25AFE50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1421" y="5998161"/>
            <a:ext cx="561417" cy="58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144" name="text-152 Memorization.">
            <a:extLst xmlns:a="http://schemas.openxmlformats.org/drawingml/2006/main">
              <a:ext uri="{FF2B5EF4-FFF2-40B4-BE49-F238E27FC236}">
                <a16:creationId xmlns:a16="http://schemas.microsoft.com/office/drawing/2014/main" id="{524A5383-8D9E-429C-AA58-9D055CB2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2501" y="5998096"/>
            <a:ext cx="2704443" cy="584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rPr>
              <a:t>Memorization.</a:t>
            </a:r>
          </a:p>
        </p:txBody>
      </p:sp>
      <p:sp>
        <p:nvSpPr>
          <p:cNvPr id="145" name="text-153 Larger">
            <a:extLst xmlns:a="http://schemas.openxmlformats.org/drawingml/2006/main">
              <a:ext uri="{FF2B5EF4-FFF2-40B4-BE49-F238E27FC236}">
                <a16:creationId xmlns:a16="http://schemas.microsoft.com/office/drawing/2014/main" id="{192914C3-FA8E-4A39-A922-45FFEEBE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412" y="5998083"/>
            <a:ext cx="1179144" cy="584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Larger</a:t>
            </a:r>
          </a:p>
        </p:txBody>
      </p:sp>
      <p:sp>
        <p:nvSpPr>
          <p:cNvPr id="146" name="text-153 super-">
            <a:extLst xmlns:a="http://schemas.openxmlformats.org/drawingml/2006/main">
              <a:ext uri="{FF2B5EF4-FFF2-40B4-BE49-F238E27FC236}">
                <a16:creationId xmlns:a16="http://schemas.microsoft.com/office/drawing/2014/main" id="{C28D3162-AB61-497D-A739-A73E943D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2204" y="5998137"/>
            <a:ext cx="1109063" cy="584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super-</a:t>
            </a:r>
          </a:p>
        </p:txBody>
      </p:sp>
      <p:sp>
        <p:nvSpPr>
          <p:cNvPr id="147" name="text-153 vision">
            <a:extLst xmlns:a="http://schemas.openxmlformats.org/drawingml/2006/main">
              <a:ext uri="{FF2B5EF4-FFF2-40B4-BE49-F238E27FC236}">
                <a16:creationId xmlns:a16="http://schemas.microsoft.com/office/drawing/2014/main" id="{840BCB43-C853-44A2-A1B1-85EB95BF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1421" y="6461534"/>
            <a:ext cx="1094884" cy="584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</p:txBody>
      </p:sp>
      <p:sp>
        <p:nvSpPr>
          <p:cNvPr id="148" name="text-153 region">
            <a:extLst xmlns:a="http://schemas.openxmlformats.org/drawingml/2006/main">
              <a:ext uri="{FF2B5EF4-FFF2-40B4-BE49-F238E27FC236}">
                <a16:creationId xmlns:a16="http://schemas.microsoft.com/office/drawing/2014/main" id="{C4657391-19DF-4AD8-8902-B7740F7C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7182" y="6463962"/>
            <a:ext cx="1134069" cy="58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6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6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66" b="0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149" name="path-154">
            <a:extLst xmlns:a="http://schemas.openxmlformats.org/drawingml/2006/main">
              <a:ext uri="{FF2B5EF4-FFF2-40B4-BE49-F238E27FC236}">
                <a16:creationId xmlns:a16="http://schemas.microsoft.com/office/drawing/2014/main" id="{9D4A9579-4185-40BC-9475-643389D2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920" y="6565904"/>
            <a:ext cx="17935" cy="417091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55">
            <a:extLst xmlns:a="http://schemas.openxmlformats.org/drawingml/2006/main">
              <a:ext uri="{FF2B5EF4-FFF2-40B4-BE49-F238E27FC236}">
                <a16:creationId xmlns:a16="http://schemas.microsoft.com/office/drawing/2014/main" id="{641E56E2-D221-410B-8530-2D45EFB9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502" y="6594008"/>
            <a:ext cx="319908" cy="284714"/>
          </a:xfrm>
          <a:custGeom xmlns:a="http://schemas.openxmlformats.org/drawingml/2006/main">
            <a:pathLst>
              <a:path w="319908" h="284714">
                <a:moveTo>
                  <a:pt x="80496" y="284714"/>
                </a:moveTo>
                <a:cubicBezTo>
                  <a:pt x="181014" y="284714"/>
                  <a:pt x="319908" y="210506"/>
                  <a:pt x="319908" y="97138"/>
                </a:cubicBezTo>
                <a:cubicBezTo>
                  <a:pt x="319908" y="60455"/>
                  <a:pt x="302387" y="34615"/>
                  <a:pt x="274028" y="19188"/>
                </a:cubicBezTo>
                <a:cubicBezTo>
                  <a:pt x="238159" y="0"/>
                  <a:pt x="202703" y="0"/>
                  <a:pt x="163079" y="0"/>
                </a:cubicBezTo>
                <a:cubicBezTo>
                  <a:pt x="127210" y="0"/>
                  <a:pt x="98430" y="0"/>
                  <a:pt x="62147" y="16267"/>
                </a:cubicBezTo>
                <a:cubicBezTo>
                  <a:pt x="5422" y="42119"/>
                  <a:pt x="0" y="76295"/>
                  <a:pt x="0" y="77963"/>
                </a:cubicBezTo>
                <a:cubicBezTo>
                  <a:pt x="0" y="79630"/>
                  <a:pt x="834" y="81298"/>
                  <a:pt x="4169" y="81298"/>
                </a:cubicBezTo>
                <a:cubicBezTo>
                  <a:pt x="7504" y="81298"/>
                  <a:pt x="15013" y="79210"/>
                  <a:pt x="22937" y="74208"/>
                </a:cubicBezTo>
                <a:cubicBezTo>
                  <a:pt x="33782" y="67124"/>
                  <a:pt x="34615" y="64623"/>
                  <a:pt x="37117" y="57540"/>
                </a:cubicBezTo>
                <a:cubicBezTo>
                  <a:pt x="42959" y="40865"/>
                  <a:pt x="52136" y="26278"/>
                  <a:pt x="109275" y="23363"/>
                </a:cubicBezTo>
                <a:cubicBezTo>
                  <a:pt x="103853" y="105889"/>
                  <a:pt x="83837" y="186334"/>
                  <a:pt x="52136" y="262611"/>
                </a:cubicBezTo>
                <a:cubicBezTo>
                  <a:pt x="32948" y="269700"/>
                  <a:pt x="26692" y="279298"/>
                  <a:pt x="26692" y="281799"/>
                </a:cubicBezTo>
                <a:cubicBezTo>
                  <a:pt x="26692" y="284300"/>
                  <a:pt x="27112" y="284714"/>
                  <a:pt x="36703" y="284714"/>
                </a:cubicBezTo>
                <a:lnTo>
                  <a:pt x="80496" y="284714"/>
                </a:lnTo>
                <a:moveTo>
                  <a:pt x="82163" y="261357"/>
                </a:moveTo>
                <a:cubicBezTo>
                  <a:pt x="120954" y="167159"/>
                  <a:pt x="135973" y="99640"/>
                  <a:pt x="144311" y="23363"/>
                </a:cubicBezTo>
                <a:cubicBezTo>
                  <a:pt x="174758" y="23363"/>
                  <a:pt x="283619" y="23363"/>
                  <a:pt x="283619" y="115474"/>
                </a:cubicBezTo>
                <a:cubicBezTo>
                  <a:pt x="283619" y="198420"/>
                  <a:pt x="208126" y="261357"/>
                  <a:pt x="106354" y="261357"/>
                </a:cubicBezTo>
                <a:lnTo>
                  <a:pt x="82163" y="261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6">
            <a:extLst xmlns:a="http://schemas.openxmlformats.org/drawingml/2006/main">
              <a:ext uri="{FF2B5EF4-FFF2-40B4-BE49-F238E27FC236}">
                <a16:creationId xmlns:a16="http://schemas.microsoft.com/office/drawing/2014/main" id="{5D7FA222-5DEC-4A9E-8833-6351C86A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668" y="6565904"/>
            <a:ext cx="17935" cy="417091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57">
            <a:extLst xmlns:a="http://schemas.openxmlformats.org/drawingml/2006/main">
              <a:ext uri="{FF2B5EF4-FFF2-40B4-BE49-F238E27FC236}">
                <a16:creationId xmlns:a16="http://schemas.microsoft.com/office/drawing/2014/main" id="{DC24AF6E-25BB-4AE5-A710-32AE4044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032" y="6636776"/>
            <a:ext cx="380808" cy="274938"/>
          </a:xfrm>
          <a:custGeom xmlns:a="http://schemas.openxmlformats.org/drawingml/2006/main">
            <a:pathLst>
              <a:path w="380808" h="274938">
                <a:moveTo>
                  <a:pt x="241914" y="146863"/>
                </a:moveTo>
                <a:cubicBezTo>
                  <a:pt x="247756" y="143522"/>
                  <a:pt x="249837" y="142688"/>
                  <a:pt x="249837" y="137265"/>
                </a:cubicBezTo>
                <a:cubicBezTo>
                  <a:pt x="249837" y="132257"/>
                  <a:pt x="246082" y="129756"/>
                  <a:pt x="242747" y="128088"/>
                </a:cubicBezTo>
                <a:lnTo>
                  <a:pt x="16687" y="2921"/>
                </a:lnTo>
                <a:cubicBezTo>
                  <a:pt x="12099" y="420"/>
                  <a:pt x="11265" y="0"/>
                  <a:pt x="8757" y="0"/>
                </a:cubicBezTo>
                <a:cubicBezTo>
                  <a:pt x="5002" y="0"/>
                  <a:pt x="0" y="2921"/>
                  <a:pt x="0" y="8764"/>
                </a:cubicBezTo>
                <a:cubicBezTo>
                  <a:pt x="0" y="13772"/>
                  <a:pt x="3335" y="15853"/>
                  <a:pt x="8757" y="18775"/>
                </a:cubicBezTo>
                <a:lnTo>
                  <a:pt x="222312" y="137265"/>
                </a:lnTo>
                <a:lnTo>
                  <a:pt x="8757" y="256170"/>
                </a:lnTo>
                <a:cubicBezTo>
                  <a:pt x="3335" y="259091"/>
                  <a:pt x="0" y="261179"/>
                  <a:pt x="0" y="266181"/>
                </a:cubicBezTo>
                <a:cubicBezTo>
                  <a:pt x="0" y="274938"/>
                  <a:pt x="8757" y="274938"/>
                  <a:pt x="11679" y="274938"/>
                </a:cubicBezTo>
                <a:lnTo>
                  <a:pt x="241914" y="146863"/>
                </a:lnTo>
                <a:moveTo>
                  <a:pt x="372879" y="146863"/>
                </a:moveTo>
                <a:cubicBezTo>
                  <a:pt x="378721" y="143522"/>
                  <a:pt x="380808" y="142688"/>
                  <a:pt x="380808" y="137265"/>
                </a:cubicBezTo>
                <a:cubicBezTo>
                  <a:pt x="380808" y="132257"/>
                  <a:pt x="377054" y="129756"/>
                  <a:pt x="373712" y="128088"/>
                </a:cubicBezTo>
                <a:lnTo>
                  <a:pt x="147652" y="2921"/>
                </a:lnTo>
                <a:cubicBezTo>
                  <a:pt x="143063" y="420"/>
                  <a:pt x="142230" y="0"/>
                  <a:pt x="139728" y="0"/>
                </a:cubicBezTo>
                <a:cubicBezTo>
                  <a:pt x="135973" y="0"/>
                  <a:pt x="130965" y="2921"/>
                  <a:pt x="130965" y="8764"/>
                </a:cubicBezTo>
                <a:cubicBezTo>
                  <a:pt x="130965" y="13772"/>
                  <a:pt x="134306" y="15853"/>
                  <a:pt x="139728" y="18775"/>
                </a:cubicBezTo>
                <a:lnTo>
                  <a:pt x="353276" y="137265"/>
                </a:lnTo>
                <a:lnTo>
                  <a:pt x="139728" y="256170"/>
                </a:lnTo>
                <a:cubicBezTo>
                  <a:pt x="134306" y="259091"/>
                  <a:pt x="130965" y="261179"/>
                  <a:pt x="130965" y="266181"/>
                </a:cubicBezTo>
                <a:cubicBezTo>
                  <a:pt x="130965" y="274938"/>
                  <a:pt x="139728" y="274938"/>
                  <a:pt x="142643" y="274938"/>
                </a:cubicBezTo>
                <a:lnTo>
                  <a:pt x="372879" y="146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8">
            <a:extLst xmlns:a="http://schemas.openxmlformats.org/drawingml/2006/main">
              <a:ext uri="{FF2B5EF4-FFF2-40B4-BE49-F238E27FC236}">
                <a16:creationId xmlns:a16="http://schemas.microsoft.com/office/drawing/2014/main" id="{A877F719-E720-4931-8DA6-62E3D03E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844" y="6565904"/>
            <a:ext cx="17935" cy="417091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9">
            <a:extLst xmlns:a="http://schemas.openxmlformats.org/drawingml/2006/main">
              <a:ext uri="{FF2B5EF4-FFF2-40B4-BE49-F238E27FC236}">
                <a16:creationId xmlns:a16="http://schemas.microsoft.com/office/drawing/2014/main" id="{95FC4E7B-4086-43D5-9B5F-A0E0A34E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427" y="6594008"/>
            <a:ext cx="319908" cy="284714"/>
          </a:xfrm>
          <a:custGeom xmlns:a="http://schemas.openxmlformats.org/drawingml/2006/main">
            <a:pathLst>
              <a:path w="319908" h="284714">
                <a:moveTo>
                  <a:pt x="80496" y="284714"/>
                </a:moveTo>
                <a:cubicBezTo>
                  <a:pt x="181014" y="284714"/>
                  <a:pt x="319908" y="210506"/>
                  <a:pt x="319908" y="97138"/>
                </a:cubicBezTo>
                <a:cubicBezTo>
                  <a:pt x="319908" y="60455"/>
                  <a:pt x="302387" y="34615"/>
                  <a:pt x="274028" y="19188"/>
                </a:cubicBezTo>
                <a:cubicBezTo>
                  <a:pt x="238159" y="0"/>
                  <a:pt x="202703" y="0"/>
                  <a:pt x="163079" y="0"/>
                </a:cubicBezTo>
                <a:cubicBezTo>
                  <a:pt x="127210" y="0"/>
                  <a:pt x="98430" y="0"/>
                  <a:pt x="62147" y="16267"/>
                </a:cubicBezTo>
                <a:cubicBezTo>
                  <a:pt x="5422" y="42119"/>
                  <a:pt x="0" y="76295"/>
                  <a:pt x="0" y="77963"/>
                </a:cubicBezTo>
                <a:cubicBezTo>
                  <a:pt x="0" y="79630"/>
                  <a:pt x="834" y="81298"/>
                  <a:pt x="4169" y="81298"/>
                </a:cubicBezTo>
                <a:cubicBezTo>
                  <a:pt x="7504" y="81298"/>
                  <a:pt x="15013" y="79210"/>
                  <a:pt x="22937" y="74208"/>
                </a:cubicBezTo>
                <a:cubicBezTo>
                  <a:pt x="33782" y="67124"/>
                  <a:pt x="34615" y="64623"/>
                  <a:pt x="37117" y="57540"/>
                </a:cubicBezTo>
                <a:cubicBezTo>
                  <a:pt x="42959" y="40865"/>
                  <a:pt x="52136" y="26278"/>
                  <a:pt x="109275" y="23363"/>
                </a:cubicBezTo>
                <a:cubicBezTo>
                  <a:pt x="103853" y="105889"/>
                  <a:pt x="83837" y="186334"/>
                  <a:pt x="52136" y="262611"/>
                </a:cubicBezTo>
                <a:cubicBezTo>
                  <a:pt x="32948" y="269700"/>
                  <a:pt x="26692" y="279298"/>
                  <a:pt x="26692" y="281799"/>
                </a:cubicBezTo>
                <a:cubicBezTo>
                  <a:pt x="26692" y="284300"/>
                  <a:pt x="27112" y="284714"/>
                  <a:pt x="36703" y="284714"/>
                </a:cubicBezTo>
                <a:lnTo>
                  <a:pt x="80496" y="284714"/>
                </a:lnTo>
                <a:moveTo>
                  <a:pt x="82163" y="261357"/>
                </a:moveTo>
                <a:cubicBezTo>
                  <a:pt x="120954" y="167159"/>
                  <a:pt x="135973" y="99640"/>
                  <a:pt x="144311" y="23363"/>
                </a:cubicBezTo>
                <a:cubicBezTo>
                  <a:pt x="174758" y="23363"/>
                  <a:pt x="283619" y="23363"/>
                  <a:pt x="283619" y="115474"/>
                </a:cubicBezTo>
                <a:cubicBezTo>
                  <a:pt x="283619" y="198420"/>
                  <a:pt x="208126" y="261357"/>
                  <a:pt x="106354" y="261357"/>
                </a:cubicBezTo>
                <a:lnTo>
                  <a:pt x="82163" y="261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60">
            <a:extLst xmlns:a="http://schemas.openxmlformats.org/drawingml/2006/main">
              <a:ext uri="{FF2B5EF4-FFF2-40B4-BE49-F238E27FC236}">
                <a16:creationId xmlns:a16="http://schemas.microsoft.com/office/drawing/2014/main" id="{B6108FCA-BDE4-4435-9EB1-78460126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92" y="6565904"/>
            <a:ext cx="17935" cy="417091"/>
          </a:xfrm>
          <a:custGeom xmlns:a="http://schemas.openxmlformats.org/drawingml/2006/main">
            <a:pathLst>
              <a:path w="17935" h="417091">
                <a:moveTo>
                  <a:pt x="17935" y="15433"/>
                </a:moveTo>
                <a:cubicBezTo>
                  <a:pt x="17935" y="8344"/>
                  <a:pt x="17935" y="0"/>
                  <a:pt x="9177" y="0"/>
                </a:cubicBezTo>
                <a:cubicBezTo>
                  <a:pt x="0" y="0"/>
                  <a:pt x="0" y="7930"/>
                  <a:pt x="0" y="15433"/>
                </a:cubicBezTo>
                <a:lnTo>
                  <a:pt x="0" y="401664"/>
                </a:lnTo>
                <a:cubicBezTo>
                  <a:pt x="0" y="408754"/>
                  <a:pt x="0" y="417091"/>
                  <a:pt x="8764" y="417091"/>
                </a:cubicBezTo>
                <a:cubicBezTo>
                  <a:pt x="17935" y="417091"/>
                  <a:pt x="17935" y="409168"/>
                  <a:pt x="17935" y="401664"/>
                </a:cubicBezTo>
                <a:lnTo>
                  <a:pt x="17935" y="15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text-161 (">
            <a:extLst xmlns:a="http://schemas.openxmlformats.org/drawingml/2006/main">
              <a:ext uri="{FF2B5EF4-FFF2-40B4-BE49-F238E27FC236}">
                <a16:creationId xmlns:a16="http://schemas.microsoft.com/office/drawing/2014/main" id="{2B33B526-19E2-461F-8438-F932DF15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2566" y="6461579"/>
            <a:ext cx="213977" cy="583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157" name="text-162 region">
            <a:extLst xmlns:a="http://schemas.openxmlformats.org/drawingml/2006/main">
              <a:ext uri="{FF2B5EF4-FFF2-40B4-BE49-F238E27FC236}">
                <a16:creationId xmlns:a16="http://schemas.microsoft.com/office/drawing/2014/main" id="{B985186A-7FC5-4FBF-817B-CEC93F13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1770" y="6648569"/>
            <a:ext cx="756050" cy="387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158" name="text-163 score">
            <a:extLst xmlns:a="http://schemas.openxmlformats.org/drawingml/2006/main">
              <a:ext uri="{FF2B5EF4-FFF2-40B4-BE49-F238E27FC236}">
                <a16:creationId xmlns:a16="http://schemas.microsoft.com/office/drawing/2014/main" id="{C39B8C83-C27B-4834-8CA8-2A042A69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8343" y="6646963"/>
            <a:ext cx="636773" cy="389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</a:t>
            </a:r>
          </a:p>
        </p:txBody>
      </p:sp>
      <p:sp>
        <p:nvSpPr>
          <p:cNvPr id="159" name="text-164 )">
            <a:extLst xmlns:a="http://schemas.openxmlformats.org/drawingml/2006/main">
              <a:ext uri="{FF2B5EF4-FFF2-40B4-BE49-F238E27FC236}">
                <a16:creationId xmlns:a16="http://schemas.microsoft.com/office/drawing/2014/main" id="{9E351B2E-2577-4643-AC92-AA7F0EF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7517" y="6461579"/>
            <a:ext cx="213977" cy="583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60" name="text-165 limits">
            <a:extLst xmlns:a="http://schemas.openxmlformats.org/drawingml/2006/main">
              <a:ext uri="{FF2B5EF4-FFF2-40B4-BE49-F238E27FC236}">
                <a16:creationId xmlns:a16="http://schemas.microsoft.com/office/drawing/2014/main" id="{05791B3B-4ED3-43DF-8FE5-9CA77953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1420" y="6924891"/>
            <a:ext cx="1025661" cy="584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6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6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6" b="0" i="0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limits</a:t>
            </a:r>
          </a:p>
        </p:txBody>
      </p:sp>
      <p:sp>
        <p:nvSpPr>
          <p:cNvPr id="161" name="text-166 freedom">
            <a:extLst xmlns:a="http://schemas.openxmlformats.org/drawingml/2006/main">
              <a:ext uri="{FF2B5EF4-FFF2-40B4-BE49-F238E27FC236}">
                <a16:creationId xmlns:a16="http://schemas.microsoft.com/office/drawing/2014/main" id="{CBC032B7-D380-41BC-BA61-F589EB6C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6244" y="6924972"/>
            <a:ext cx="1426473" cy="584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5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5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5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freedom</a:t>
            </a:r>
          </a:p>
        </p:txBody>
      </p:sp>
      <p:sp>
        <p:nvSpPr>
          <p:cNvPr id="162" name="text-166 to">
            <a:extLst xmlns:a="http://schemas.openxmlformats.org/drawingml/2006/main">
              <a:ext uri="{FF2B5EF4-FFF2-40B4-BE49-F238E27FC236}">
                <a16:creationId xmlns:a16="http://schemas.microsoft.com/office/drawing/2014/main" id="{3EF28EAE-27BC-461E-820F-95FAACAF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1894" y="6924861"/>
            <a:ext cx="399613" cy="584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6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6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6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163" name="text-166 extrapolate">
            <a:extLst xmlns:a="http://schemas.openxmlformats.org/drawingml/2006/main">
              <a:ext uri="{FF2B5EF4-FFF2-40B4-BE49-F238E27FC236}">
                <a16:creationId xmlns:a16="http://schemas.microsoft.com/office/drawing/2014/main" id="{8788FA95-40DA-4323-85A4-6E2D1EE0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0664" y="6928142"/>
            <a:ext cx="1959776" cy="579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60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60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60" b="0" i="1">
                <a:solidFill>
                  <a:srgbClr val="8B4512"/>
                </a:solidFill>
                <a:latin typeface="Times New Roman"/>
                <a:ea typeface="Times New Roman"/>
                <a:cs typeface="Times New Roman"/>
              </a:rPr>
              <a:t>extrapolate</a:t>
            </a:r>
          </a:p>
        </p:txBody>
      </p:sp>
      <p:sp>
        <p:nvSpPr>
          <p:cNvPr id="164" name="text-167 .">
            <a:extLst xmlns:a="http://schemas.openxmlformats.org/drawingml/2006/main">
              <a:ext uri="{FF2B5EF4-FFF2-40B4-BE49-F238E27FC236}">
                <a16:creationId xmlns:a16="http://schemas.microsoft.com/office/drawing/2014/main" id="{41515C6F-2CB6-41D0-A164-1D730F60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5915" y="6925183"/>
            <a:ext cx="179331" cy="583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585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2026-10-14T12:33:40.8730000Z</dcterms:created>
  <dcterms:modified xsi:type="dcterms:W3CDTF">2026-10-14T12:33:40.8730000Z</dcterms:modified>
</coreProperties>
</file>